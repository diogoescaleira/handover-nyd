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8" r:id="rId6"/>
  </p:sldMasterIdLst>
  <p:notesMasterIdLst>
    <p:notesMasterId r:id="rId29"/>
  </p:notesMasterIdLst>
  <p:handoutMasterIdLst>
    <p:handoutMasterId r:id="rId30"/>
  </p:handoutMasterIdLst>
  <p:sldIdLst>
    <p:sldId id="256" r:id="rId7"/>
    <p:sldId id="306" r:id="rId8"/>
    <p:sldId id="350" r:id="rId9"/>
    <p:sldId id="367" r:id="rId10"/>
    <p:sldId id="351" r:id="rId11"/>
    <p:sldId id="338" r:id="rId12"/>
    <p:sldId id="353" r:id="rId13"/>
    <p:sldId id="354" r:id="rId14"/>
    <p:sldId id="358" r:id="rId15"/>
    <p:sldId id="359" r:id="rId16"/>
    <p:sldId id="365" r:id="rId17"/>
    <p:sldId id="363" r:id="rId18"/>
    <p:sldId id="361" r:id="rId19"/>
    <p:sldId id="330" r:id="rId20"/>
    <p:sldId id="362" r:id="rId21"/>
    <p:sldId id="324" r:id="rId22"/>
    <p:sldId id="364" r:id="rId23"/>
    <p:sldId id="349" r:id="rId24"/>
    <p:sldId id="348" r:id="rId25"/>
    <p:sldId id="325" r:id="rId26"/>
    <p:sldId id="326" r:id="rId27"/>
    <p:sldId id="267" r:id="rId28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1E1"/>
    <a:srgbClr val="FF7575"/>
    <a:srgbClr val="C00000"/>
    <a:srgbClr val="3B3838"/>
    <a:srgbClr val="9ECFDE"/>
    <a:srgbClr val="7F7F7F"/>
    <a:srgbClr val="D9D9D9"/>
    <a:srgbClr val="13868C"/>
    <a:srgbClr val="EB0000"/>
    <a:srgbClr val="DE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78" y="96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haryta Synchak" userId="18542655-04ec-4b42-8aad-fd81f81ee43b" providerId="ADAL" clId="{7DEF8909-F171-44ED-BBC7-E256B44BB9B0}"/>
    <pc:docChg chg="undo custSel addSld delSld modSld sldOrd">
      <pc:chgData name="Marharyta Synchak" userId="18542655-04ec-4b42-8aad-fd81f81ee43b" providerId="ADAL" clId="{7DEF8909-F171-44ED-BBC7-E256B44BB9B0}" dt="2023-02-22T10:08:41.859" v="649"/>
      <pc:docMkLst>
        <pc:docMk/>
      </pc:docMkLst>
      <pc:sldChg chg="add">
        <pc:chgData name="Marharyta Synchak" userId="18542655-04ec-4b42-8aad-fd81f81ee43b" providerId="ADAL" clId="{7DEF8909-F171-44ED-BBC7-E256B44BB9B0}" dt="2023-02-22T10:03:36.152" v="629"/>
        <pc:sldMkLst>
          <pc:docMk/>
          <pc:sldMk cId="1865004159" sldId="338"/>
        </pc:sldMkLst>
      </pc:sldChg>
      <pc:sldChg chg="modSp mod">
        <pc:chgData name="Marharyta Synchak" userId="18542655-04ec-4b42-8aad-fd81f81ee43b" providerId="ADAL" clId="{7DEF8909-F171-44ED-BBC7-E256B44BB9B0}" dt="2023-02-22T09:07:27.788" v="627" actId="20577"/>
        <pc:sldMkLst>
          <pc:docMk/>
          <pc:sldMk cId="4031859946" sldId="351"/>
        </pc:sldMkLst>
        <pc:spChg chg="mod">
          <ac:chgData name="Marharyta Synchak" userId="18542655-04ec-4b42-8aad-fd81f81ee43b" providerId="ADAL" clId="{7DEF8909-F171-44ED-BBC7-E256B44BB9B0}" dt="2023-02-22T07:14:26.566" v="488" actId="20577"/>
          <ac:spMkLst>
            <pc:docMk/>
            <pc:sldMk cId="4031859946" sldId="351"/>
            <ac:spMk id="6" creationId="{B94A3469-E14F-2CE7-70D8-422DF5C99E90}"/>
          </ac:spMkLst>
        </pc:spChg>
        <pc:spChg chg="mod">
          <ac:chgData name="Marharyta Synchak" userId="18542655-04ec-4b42-8aad-fd81f81ee43b" providerId="ADAL" clId="{7DEF8909-F171-44ED-BBC7-E256B44BB9B0}" dt="2023-02-22T07:22:37.372" v="611" actId="20577"/>
          <ac:spMkLst>
            <pc:docMk/>
            <pc:sldMk cId="4031859946" sldId="351"/>
            <ac:spMk id="16" creationId="{5E391C80-8503-526C-1599-9EAA37A0065B}"/>
          </ac:spMkLst>
        </pc:spChg>
        <pc:graphicFrameChg chg="modGraphic">
          <ac:chgData name="Marharyta Synchak" userId="18542655-04ec-4b42-8aad-fd81f81ee43b" providerId="ADAL" clId="{7DEF8909-F171-44ED-BBC7-E256B44BB9B0}" dt="2023-02-22T09:07:27.788" v="627" actId="20577"/>
          <ac:graphicFrameMkLst>
            <pc:docMk/>
            <pc:sldMk cId="4031859946" sldId="351"/>
            <ac:graphicFrameMk id="8" creationId="{DF17E78E-41EA-4899-8FEE-94E9E4145CC9}"/>
          </ac:graphicFrameMkLst>
        </pc:graphicFrameChg>
      </pc:sldChg>
      <pc:sldChg chg="addSp modSp mod">
        <pc:chgData name="Marharyta Synchak" userId="18542655-04ec-4b42-8aad-fd81f81ee43b" providerId="ADAL" clId="{7DEF8909-F171-44ED-BBC7-E256B44BB9B0}" dt="2023-02-22T10:08:41.859" v="649"/>
        <pc:sldMkLst>
          <pc:docMk/>
          <pc:sldMk cId="4211747046" sldId="353"/>
        </pc:sldMkLst>
        <pc:spChg chg="add mod">
          <ac:chgData name="Marharyta Synchak" userId="18542655-04ec-4b42-8aad-fd81f81ee43b" providerId="ADAL" clId="{7DEF8909-F171-44ED-BBC7-E256B44BB9B0}" dt="2023-02-22T07:14:16.816" v="487" actId="207"/>
          <ac:spMkLst>
            <pc:docMk/>
            <pc:sldMk cId="4211747046" sldId="353"/>
            <ac:spMk id="2" creationId="{0E026502-9D73-487D-BF67-37A0C5B8BAE6}"/>
          </ac:spMkLst>
        </pc:spChg>
        <pc:spChg chg="mod">
          <ac:chgData name="Marharyta Synchak" userId="18542655-04ec-4b42-8aad-fd81f81ee43b" providerId="ADAL" clId="{7DEF8909-F171-44ED-BBC7-E256B44BB9B0}" dt="2023-02-22T10:08:41.859" v="649"/>
          <ac:spMkLst>
            <pc:docMk/>
            <pc:sldMk cId="4211747046" sldId="353"/>
            <ac:spMk id="7" creationId="{6AAF56CD-ED3D-EFF2-896B-D465D8A8C9A8}"/>
          </ac:spMkLst>
        </pc:spChg>
        <pc:graphicFrameChg chg="mod modGraphic">
          <ac:chgData name="Marharyta Synchak" userId="18542655-04ec-4b42-8aad-fd81f81ee43b" providerId="ADAL" clId="{7DEF8909-F171-44ED-BBC7-E256B44BB9B0}" dt="2023-02-22T10:01:54.296" v="628"/>
          <ac:graphicFrameMkLst>
            <pc:docMk/>
            <pc:sldMk cId="4211747046" sldId="353"/>
            <ac:graphicFrameMk id="14" creationId="{00000000-0000-0000-0000-000000000000}"/>
          </ac:graphicFrameMkLst>
        </pc:graphicFrameChg>
      </pc:sldChg>
      <pc:sldChg chg="modSp mod">
        <pc:chgData name="Marharyta Synchak" userId="18542655-04ec-4b42-8aad-fd81f81ee43b" providerId="ADAL" clId="{7DEF8909-F171-44ED-BBC7-E256B44BB9B0}" dt="2023-02-22T06:49:00.073" v="349" actId="113"/>
        <pc:sldMkLst>
          <pc:docMk/>
          <pc:sldMk cId="2213494510" sldId="354"/>
        </pc:sldMkLst>
        <pc:graphicFrameChg chg="mod modGraphic">
          <ac:chgData name="Marharyta Synchak" userId="18542655-04ec-4b42-8aad-fd81f81ee43b" providerId="ADAL" clId="{7DEF8909-F171-44ED-BBC7-E256B44BB9B0}" dt="2023-02-22T06:49:00.073" v="349" actId="113"/>
          <ac:graphicFrameMkLst>
            <pc:docMk/>
            <pc:sldMk cId="2213494510" sldId="354"/>
            <ac:graphicFrameMk id="20" creationId="{3DBE921F-5189-2684-9605-7881F2DD0E5E}"/>
          </ac:graphicFrameMkLst>
        </pc:graphicFrameChg>
      </pc:sldChg>
      <pc:sldChg chg="delSp modSp mod">
        <pc:chgData name="Marharyta Synchak" userId="18542655-04ec-4b42-8aad-fd81f81ee43b" providerId="ADAL" clId="{7DEF8909-F171-44ED-BBC7-E256B44BB9B0}" dt="2023-02-22T10:07:55.059" v="644" actId="20577"/>
        <pc:sldMkLst>
          <pc:docMk/>
          <pc:sldMk cId="331773752" sldId="359"/>
        </pc:sldMkLst>
        <pc:spChg chg="mod">
          <ac:chgData name="Marharyta Synchak" userId="18542655-04ec-4b42-8aad-fd81f81ee43b" providerId="ADAL" clId="{7DEF8909-F171-44ED-BBC7-E256B44BB9B0}" dt="2023-02-22T06:50:42.072" v="370" actId="1035"/>
          <ac:spMkLst>
            <pc:docMk/>
            <pc:sldMk cId="331773752" sldId="359"/>
            <ac:spMk id="4" creationId="{4B7515AF-BE8F-166D-017D-FFA2E7258BC8}"/>
          </ac:spMkLst>
        </pc:spChg>
        <pc:spChg chg="del">
          <ac:chgData name="Marharyta Synchak" userId="18542655-04ec-4b42-8aad-fd81f81ee43b" providerId="ADAL" clId="{7DEF8909-F171-44ED-BBC7-E256B44BB9B0}" dt="2023-02-22T06:49:43.450" v="353" actId="478"/>
          <ac:spMkLst>
            <pc:docMk/>
            <pc:sldMk cId="331773752" sldId="359"/>
            <ac:spMk id="7" creationId="{C8BFF713-905F-0546-DE15-5319BBA3E2B5}"/>
          </ac:spMkLst>
        </pc:spChg>
        <pc:graphicFrameChg chg="modGraphic">
          <ac:chgData name="Marharyta Synchak" userId="18542655-04ec-4b42-8aad-fd81f81ee43b" providerId="ADAL" clId="{7DEF8909-F171-44ED-BBC7-E256B44BB9B0}" dt="2023-02-22T10:07:51.661" v="642" actId="20577"/>
          <ac:graphicFrameMkLst>
            <pc:docMk/>
            <pc:sldMk cId="331773752" sldId="359"/>
            <ac:graphicFrameMk id="2" creationId="{909F8BDE-9239-AD09-EF31-CC46E4FB8645}"/>
          </ac:graphicFrameMkLst>
        </pc:graphicFrameChg>
        <pc:graphicFrameChg chg="mod modGraphic">
          <ac:chgData name="Marharyta Synchak" userId="18542655-04ec-4b42-8aad-fd81f81ee43b" providerId="ADAL" clId="{7DEF8909-F171-44ED-BBC7-E256B44BB9B0}" dt="2023-02-22T10:07:55.059" v="644" actId="20577"/>
          <ac:graphicFrameMkLst>
            <pc:docMk/>
            <pc:sldMk cId="331773752" sldId="359"/>
            <ac:graphicFrameMk id="6" creationId="{CAB80F0A-E11B-61FA-EFAD-1E764024BFDF}"/>
          </ac:graphicFrameMkLst>
        </pc:graphicFrameChg>
      </pc:sldChg>
      <pc:sldChg chg="addSp modSp mod">
        <pc:chgData name="Marharyta Synchak" userId="18542655-04ec-4b42-8aad-fd81f81ee43b" providerId="ADAL" clId="{7DEF8909-F171-44ED-BBC7-E256B44BB9B0}" dt="2023-02-22T07:18:21.220" v="567" actId="20577"/>
        <pc:sldMkLst>
          <pc:docMk/>
          <pc:sldMk cId="4208994639" sldId="364"/>
        </pc:sldMkLst>
        <pc:spChg chg="add mod">
          <ac:chgData name="Marharyta Synchak" userId="18542655-04ec-4b42-8aad-fd81f81ee43b" providerId="ADAL" clId="{7DEF8909-F171-44ED-BBC7-E256B44BB9B0}" dt="2023-02-22T07:18:21.220" v="567" actId="20577"/>
          <ac:spMkLst>
            <pc:docMk/>
            <pc:sldMk cId="4208994639" sldId="364"/>
            <ac:spMk id="2" creationId="{DC858BE0-A507-443B-9B4B-4B91B113DCE8}"/>
          </ac:spMkLst>
        </pc:spChg>
        <pc:spChg chg="mod">
          <ac:chgData name="Marharyta Synchak" userId="18542655-04ec-4b42-8aad-fd81f81ee43b" providerId="ADAL" clId="{7DEF8909-F171-44ED-BBC7-E256B44BB9B0}" dt="2023-02-22T02:12:04.893" v="79" actId="1076"/>
          <ac:spMkLst>
            <pc:docMk/>
            <pc:sldMk cId="4208994639" sldId="364"/>
            <ac:spMk id="6" creationId="{61322F11-CB35-4BD6-A1BD-994340810293}"/>
          </ac:spMkLst>
        </pc:spChg>
      </pc:sldChg>
      <pc:sldChg chg="addSp delSp modSp add mod">
        <pc:chgData name="Marharyta Synchak" userId="18542655-04ec-4b42-8aad-fd81f81ee43b" providerId="ADAL" clId="{7DEF8909-F171-44ED-BBC7-E256B44BB9B0}" dt="2023-02-22T10:07:27.333" v="634" actId="20577"/>
        <pc:sldMkLst>
          <pc:docMk/>
          <pc:sldMk cId="1215262335" sldId="365"/>
        </pc:sldMkLst>
        <pc:spChg chg="add del mod">
          <ac:chgData name="Marharyta Synchak" userId="18542655-04ec-4b42-8aad-fd81f81ee43b" providerId="ADAL" clId="{7DEF8909-F171-44ED-BBC7-E256B44BB9B0}" dt="2023-02-22T02:10:18.652" v="23" actId="478"/>
          <ac:spMkLst>
            <pc:docMk/>
            <pc:sldMk cId="1215262335" sldId="365"/>
            <ac:spMk id="4" creationId="{4B7515AF-BE8F-166D-017D-FFA2E7258BC8}"/>
          </ac:spMkLst>
        </pc:spChg>
        <pc:spChg chg="del">
          <ac:chgData name="Marharyta Synchak" userId="18542655-04ec-4b42-8aad-fd81f81ee43b" providerId="ADAL" clId="{7DEF8909-F171-44ED-BBC7-E256B44BB9B0}" dt="2023-02-22T02:10:05.041" v="20" actId="478"/>
          <ac:spMkLst>
            <pc:docMk/>
            <pc:sldMk cId="1215262335" sldId="365"/>
            <ac:spMk id="7" creationId="{C8BFF713-905F-0546-DE15-5319BBA3E2B5}"/>
          </ac:spMkLst>
        </pc:spChg>
        <pc:spChg chg="mod">
          <ac:chgData name="Marharyta Synchak" userId="18542655-04ec-4b42-8aad-fd81f81ee43b" providerId="ADAL" clId="{7DEF8909-F171-44ED-BBC7-E256B44BB9B0}" dt="2023-02-22T02:10:54.162" v="77" actId="20577"/>
          <ac:spMkLst>
            <pc:docMk/>
            <pc:sldMk cId="1215262335" sldId="365"/>
            <ac:spMk id="15" creationId="{00000000-0000-0000-0000-000000000000}"/>
          </ac:spMkLst>
        </pc:spChg>
        <pc:graphicFrameChg chg="mod modGraphic">
          <ac:chgData name="Marharyta Synchak" userId="18542655-04ec-4b42-8aad-fd81f81ee43b" providerId="ADAL" clId="{7DEF8909-F171-44ED-BBC7-E256B44BB9B0}" dt="2023-02-22T10:07:27.333" v="634" actId="20577"/>
          <ac:graphicFrameMkLst>
            <pc:docMk/>
            <pc:sldMk cId="1215262335" sldId="365"/>
            <ac:graphicFrameMk id="2" creationId="{909F8BDE-9239-AD09-EF31-CC46E4FB8645}"/>
          </ac:graphicFrameMkLst>
        </pc:graphicFrameChg>
        <pc:graphicFrameChg chg="add del">
          <ac:chgData name="Marharyta Synchak" userId="18542655-04ec-4b42-8aad-fd81f81ee43b" providerId="ADAL" clId="{7DEF8909-F171-44ED-BBC7-E256B44BB9B0}" dt="2023-02-22T02:10:08.406" v="21" actId="478"/>
          <ac:graphicFrameMkLst>
            <pc:docMk/>
            <pc:sldMk cId="1215262335" sldId="365"/>
            <ac:graphicFrameMk id="6" creationId="{CAB80F0A-E11B-61FA-EFAD-1E764024BFDF}"/>
          </ac:graphicFrameMkLst>
        </pc:graphicFrameChg>
      </pc:sldChg>
      <pc:sldChg chg="addSp delSp modSp new mod">
        <pc:chgData name="Marharyta Synchak" userId="18542655-04ec-4b42-8aad-fd81f81ee43b" providerId="ADAL" clId="{7DEF8909-F171-44ED-BBC7-E256B44BB9B0}" dt="2023-02-22T07:15:17.513" v="544" actId="20577"/>
        <pc:sldMkLst>
          <pc:docMk/>
          <pc:sldMk cId="116809395" sldId="366"/>
        </pc:sldMkLst>
        <pc:spChg chg="del">
          <ac:chgData name="Marharyta Synchak" userId="18542655-04ec-4b42-8aad-fd81f81ee43b" providerId="ADAL" clId="{7DEF8909-F171-44ED-BBC7-E256B44BB9B0}" dt="2023-02-22T07:14:49.628" v="491" actId="478"/>
          <ac:spMkLst>
            <pc:docMk/>
            <pc:sldMk cId="116809395" sldId="366"/>
            <ac:spMk id="2" creationId="{636353C6-02BE-409B-9077-47A576CE9BE9}"/>
          </ac:spMkLst>
        </pc:spChg>
        <pc:spChg chg="del">
          <ac:chgData name="Marharyta Synchak" userId="18542655-04ec-4b42-8aad-fd81f81ee43b" providerId="ADAL" clId="{7DEF8909-F171-44ED-BBC7-E256B44BB9B0}" dt="2023-02-22T07:14:48.558" v="490" actId="478"/>
          <ac:spMkLst>
            <pc:docMk/>
            <pc:sldMk cId="116809395" sldId="366"/>
            <ac:spMk id="4" creationId="{D08F7F25-B98A-416D-B229-5E79575D59D0}"/>
          </ac:spMkLst>
        </pc:spChg>
        <pc:spChg chg="del">
          <ac:chgData name="Marharyta Synchak" userId="18542655-04ec-4b42-8aad-fd81f81ee43b" providerId="ADAL" clId="{7DEF8909-F171-44ED-BBC7-E256B44BB9B0}" dt="2023-02-22T07:14:50.902" v="492" actId="478"/>
          <ac:spMkLst>
            <pc:docMk/>
            <pc:sldMk cId="116809395" sldId="366"/>
            <ac:spMk id="5" creationId="{A36D870B-E43B-4E4F-8E0E-4D4B5F511A10}"/>
          </ac:spMkLst>
        </pc:spChg>
        <pc:spChg chg="add mod">
          <ac:chgData name="Marharyta Synchak" userId="18542655-04ec-4b42-8aad-fd81f81ee43b" providerId="ADAL" clId="{7DEF8909-F171-44ED-BBC7-E256B44BB9B0}" dt="2023-02-22T07:15:17.513" v="544" actId="20577"/>
          <ac:spMkLst>
            <pc:docMk/>
            <pc:sldMk cId="116809395" sldId="366"/>
            <ac:spMk id="6" creationId="{226DE04F-936E-40AF-88A3-EECD0FFD2004}"/>
          </ac:spMkLst>
        </pc:spChg>
      </pc:sldChg>
      <pc:sldChg chg="add del">
        <pc:chgData name="Marharyta Synchak" userId="18542655-04ec-4b42-8aad-fd81f81ee43b" providerId="ADAL" clId="{7DEF8909-F171-44ED-BBC7-E256B44BB9B0}" dt="2023-02-22T06:56:02.994" v="410" actId="2696"/>
        <pc:sldMkLst>
          <pc:docMk/>
          <pc:sldMk cId="262271768" sldId="366"/>
        </pc:sldMkLst>
      </pc:sldChg>
      <pc:sldChg chg="modSp add mod ord">
        <pc:chgData name="Marharyta Synchak" userId="18542655-04ec-4b42-8aad-fd81f81ee43b" providerId="ADAL" clId="{7DEF8909-F171-44ED-BBC7-E256B44BB9B0}" dt="2023-02-22T09:07:07.732" v="620"/>
        <pc:sldMkLst>
          <pc:docMk/>
          <pc:sldMk cId="111535585" sldId="367"/>
        </pc:sldMkLst>
        <pc:graphicFrameChg chg="modGraphic">
          <ac:chgData name="Marharyta Synchak" userId="18542655-04ec-4b42-8aad-fd81f81ee43b" providerId="ADAL" clId="{7DEF8909-F171-44ED-BBC7-E256B44BB9B0}" dt="2023-02-22T09:07:00.088" v="618" actId="2165"/>
          <ac:graphicFrameMkLst>
            <pc:docMk/>
            <pc:sldMk cId="111535585" sldId="367"/>
            <ac:graphicFrameMk id="8" creationId="{DF17E78E-41EA-4899-8FEE-94E9E4145CC9}"/>
          </ac:graphicFrameMkLst>
        </pc:graphicFrameChg>
      </pc:sldChg>
      <pc:sldChg chg="addSp delSp modSp new del mod ord">
        <pc:chgData name="Marharyta Synchak" userId="18542655-04ec-4b42-8aad-fd81f81ee43b" providerId="ADAL" clId="{7DEF8909-F171-44ED-BBC7-E256B44BB9B0}" dt="2023-02-22T06:55:42.779" v="409" actId="2696"/>
        <pc:sldMkLst>
          <pc:docMk/>
          <pc:sldMk cId="2299991917" sldId="367"/>
        </pc:sldMkLst>
        <pc:spChg chg="del">
          <ac:chgData name="Marharyta Synchak" userId="18542655-04ec-4b42-8aad-fd81f81ee43b" providerId="ADAL" clId="{7DEF8909-F171-44ED-BBC7-E256B44BB9B0}" dt="2023-02-22T06:42:31.688" v="317" actId="478"/>
          <ac:spMkLst>
            <pc:docMk/>
            <pc:sldMk cId="2299991917" sldId="367"/>
            <ac:spMk id="2" creationId="{06C18DAC-3660-4D81-B8A6-24A5B896FA41}"/>
          </ac:spMkLst>
        </pc:spChg>
        <pc:spChg chg="del">
          <ac:chgData name="Marharyta Synchak" userId="18542655-04ec-4b42-8aad-fd81f81ee43b" providerId="ADAL" clId="{7DEF8909-F171-44ED-BBC7-E256B44BB9B0}" dt="2023-02-22T06:42:32.828" v="318" actId="478"/>
          <ac:spMkLst>
            <pc:docMk/>
            <pc:sldMk cId="2299991917" sldId="367"/>
            <ac:spMk id="5" creationId="{7E56664A-2459-4094-B954-7AFA39727F44}"/>
          </ac:spMkLst>
        </pc:spChg>
        <pc:graphicFrameChg chg="add del mod modGraphic">
          <ac:chgData name="Marharyta Synchak" userId="18542655-04ec-4b42-8aad-fd81f81ee43b" providerId="ADAL" clId="{7DEF8909-F171-44ED-BBC7-E256B44BB9B0}" dt="2023-02-22T06:45:18.291" v="332" actId="478"/>
          <ac:graphicFrameMkLst>
            <pc:docMk/>
            <pc:sldMk cId="2299991917" sldId="367"/>
            <ac:graphicFrameMk id="6" creationId="{D359A555-290F-4A8C-8284-FD1C5460F248}"/>
          </ac:graphicFrameMkLst>
        </pc:graphicFrameChg>
        <pc:graphicFrameChg chg="add del mod modGraphic">
          <ac:chgData name="Marharyta Synchak" userId="18542655-04ec-4b42-8aad-fd81f81ee43b" providerId="ADAL" clId="{7DEF8909-F171-44ED-BBC7-E256B44BB9B0}" dt="2023-02-22T06:49:09.247" v="350" actId="478"/>
          <ac:graphicFrameMkLst>
            <pc:docMk/>
            <pc:sldMk cId="2299991917" sldId="367"/>
            <ac:graphicFrameMk id="7" creationId="{B1C3F9A5-C4FB-423D-A3E7-047CD94DAA6B}"/>
          </ac:graphicFrameMkLst>
        </pc:graphicFrameChg>
        <pc:graphicFrameChg chg="add del mod modGraphic">
          <ac:chgData name="Marharyta Synchak" userId="18542655-04ec-4b42-8aad-fd81f81ee43b" providerId="ADAL" clId="{7DEF8909-F171-44ED-BBC7-E256B44BB9B0}" dt="2023-02-22T06:54:48.116" v="398" actId="478"/>
          <ac:graphicFrameMkLst>
            <pc:docMk/>
            <pc:sldMk cId="2299991917" sldId="367"/>
            <ac:graphicFrameMk id="8" creationId="{6832158E-F55C-492B-A032-9ED42F073215}"/>
          </ac:graphicFrameMkLst>
        </pc:graphicFrameChg>
        <pc:graphicFrameChg chg="add mod modGraphic">
          <ac:chgData name="Marharyta Synchak" userId="18542655-04ec-4b42-8aad-fd81f81ee43b" providerId="ADAL" clId="{7DEF8909-F171-44ED-BBC7-E256B44BB9B0}" dt="2023-02-22T06:55:02.656" v="400" actId="2166"/>
          <ac:graphicFrameMkLst>
            <pc:docMk/>
            <pc:sldMk cId="2299991917" sldId="367"/>
            <ac:graphicFrameMk id="9" creationId="{F97E8CA1-DDE1-41AB-8D5C-2C3A2F4F3110}"/>
          </ac:graphicFrameMkLst>
        </pc:graphicFrameChg>
      </pc:sldChg>
    </pc:docChg>
  </pc:docChgLst>
  <pc:docChgLst>
    <pc:chgData name="Dora da Silva Roxo" userId="b6f39d0a-b38b-4c97-850c-dbcbfac2b4dd" providerId="ADAL" clId="{FCF52E09-AEEE-43F3-B032-C5EC9457DAA1}"/>
    <pc:docChg chg="undo custSel modSld">
      <pc:chgData name="Dora da Silva Roxo" userId="b6f39d0a-b38b-4c97-850c-dbcbfac2b4dd" providerId="ADAL" clId="{FCF52E09-AEEE-43F3-B032-C5EC9457DAA1}" dt="2023-03-09T10:44:44.628" v="14" actId="20577"/>
      <pc:docMkLst>
        <pc:docMk/>
      </pc:docMkLst>
      <pc:sldChg chg="modSp mod">
        <pc:chgData name="Dora da Silva Roxo" userId="b6f39d0a-b38b-4c97-850c-dbcbfac2b4dd" providerId="ADAL" clId="{FCF52E09-AEEE-43F3-B032-C5EC9457DAA1}" dt="2023-03-09T10:44:44.628" v="14" actId="20577"/>
        <pc:sldMkLst>
          <pc:docMk/>
          <pc:sldMk cId="1125657622" sldId="256"/>
        </pc:sldMkLst>
        <pc:spChg chg="mod">
          <ac:chgData name="Dora da Silva Roxo" userId="b6f39d0a-b38b-4c97-850c-dbcbfac2b4dd" providerId="ADAL" clId="{FCF52E09-AEEE-43F3-B032-C5EC9457DAA1}" dt="2023-03-09T10:44:44.291" v="13" actId="20577"/>
          <ac:spMkLst>
            <pc:docMk/>
            <pc:sldMk cId="1125657622" sldId="256"/>
            <ac:spMk id="2" creationId="{00000000-0000-0000-0000-000000000000}"/>
          </ac:spMkLst>
        </pc:spChg>
        <pc:spChg chg="mod">
          <ac:chgData name="Dora da Silva Roxo" userId="b6f39d0a-b38b-4c97-850c-dbcbfac2b4dd" providerId="ADAL" clId="{FCF52E09-AEEE-43F3-B032-C5EC9457DAA1}" dt="2023-03-09T10:44:44.628" v="14" actId="20577"/>
          <ac:spMkLst>
            <pc:docMk/>
            <pc:sldMk cId="1125657622" sldId="256"/>
            <ac:spMk id="8" creationId="{00000000-0000-0000-0000-000000000000}"/>
          </ac:spMkLst>
        </pc:spChg>
      </pc:sldChg>
    </pc:docChg>
  </pc:docChgLst>
  <pc:docChgLst>
    <pc:chgData name="Nádia Genebra Ahmad" userId="36126275-cace-419f-8e9b-04679c4f8ea6" providerId="ADAL" clId="{3930DA82-8191-403D-AF68-7647B23ED389}"/>
    <pc:docChg chg="undo custSel delSld modSld">
      <pc:chgData name="Nádia Genebra Ahmad" userId="36126275-cace-419f-8e9b-04679c4f8ea6" providerId="ADAL" clId="{3930DA82-8191-403D-AF68-7647B23ED389}" dt="2023-02-22T10:19:54.595" v="1190" actId="947"/>
      <pc:docMkLst>
        <pc:docMk/>
      </pc:docMkLst>
      <pc:sldChg chg="modSp mod">
        <pc:chgData name="Nádia Genebra Ahmad" userId="36126275-cace-419f-8e9b-04679c4f8ea6" providerId="ADAL" clId="{3930DA82-8191-403D-AF68-7647B23ED389}" dt="2023-02-22T10:06:56.925" v="754" actId="20577"/>
        <pc:sldMkLst>
          <pc:docMk/>
          <pc:sldMk cId="1865004159" sldId="338"/>
        </pc:sldMkLst>
        <pc:graphicFrameChg chg="mod modGraphic">
          <ac:chgData name="Nádia Genebra Ahmad" userId="36126275-cace-419f-8e9b-04679c4f8ea6" providerId="ADAL" clId="{3930DA82-8191-403D-AF68-7647B23ED389}" dt="2023-02-22T10:06:56.925" v="754" actId="20577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delSp mod">
        <pc:chgData name="Nádia Genebra Ahmad" userId="36126275-cace-419f-8e9b-04679c4f8ea6" providerId="ADAL" clId="{3930DA82-8191-403D-AF68-7647B23ED389}" dt="2023-02-22T10:16:26.281" v="1179" actId="478"/>
        <pc:sldMkLst>
          <pc:docMk/>
          <pc:sldMk cId="3371953063" sldId="349"/>
        </pc:sldMkLst>
        <pc:spChg chg="del">
          <ac:chgData name="Nádia Genebra Ahmad" userId="36126275-cace-419f-8e9b-04679c4f8ea6" providerId="ADAL" clId="{3930DA82-8191-403D-AF68-7647B23ED389}" dt="2023-02-22T10:16:26.281" v="1179" actId="478"/>
          <ac:spMkLst>
            <pc:docMk/>
            <pc:sldMk cId="3371953063" sldId="349"/>
            <ac:spMk id="2" creationId="{C4DB8DF3-3288-CEB8-3F5F-D4A4790E4603}"/>
          </ac:spMkLst>
        </pc:spChg>
      </pc:sldChg>
      <pc:sldChg chg="addSp delSp modSp mod">
        <pc:chgData name="Nádia Genebra Ahmad" userId="36126275-cace-419f-8e9b-04679c4f8ea6" providerId="ADAL" clId="{3930DA82-8191-403D-AF68-7647B23ED389}" dt="2023-02-22T10:01:53.807" v="715" actId="122"/>
        <pc:sldMkLst>
          <pc:docMk/>
          <pc:sldMk cId="4031859946" sldId="351"/>
        </pc:sldMkLst>
        <pc:spChg chg="add del mod">
          <ac:chgData name="Nádia Genebra Ahmad" userId="36126275-cace-419f-8e9b-04679c4f8ea6" providerId="ADAL" clId="{3930DA82-8191-403D-AF68-7647B23ED389}" dt="2023-02-22T09:23:55.599" v="298" actId="478"/>
          <ac:spMkLst>
            <pc:docMk/>
            <pc:sldMk cId="4031859946" sldId="351"/>
            <ac:spMk id="4" creationId="{4350652A-0ABF-857D-C605-F5863CF5D2DC}"/>
          </ac:spMkLst>
        </pc:spChg>
        <pc:spChg chg="del">
          <ac:chgData name="Nádia Genebra Ahmad" userId="36126275-cace-419f-8e9b-04679c4f8ea6" providerId="ADAL" clId="{3930DA82-8191-403D-AF68-7647B23ED389}" dt="2023-02-22T09:24:53.397" v="342" actId="478"/>
          <ac:spMkLst>
            <pc:docMk/>
            <pc:sldMk cId="4031859946" sldId="351"/>
            <ac:spMk id="6" creationId="{B94A3469-E14F-2CE7-70D8-422DF5C99E90}"/>
          </ac:spMkLst>
        </pc:spChg>
        <pc:spChg chg="add mod">
          <ac:chgData name="Nádia Genebra Ahmad" userId="36126275-cace-419f-8e9b-04679c4f8ea6" providerId="ADAL" clId="{3930DA82-8191-403D-AF68-7647B23ED389}" dt="2023-02-22T10:00:30.981" v="681" actId="121"/>
          <ac:spMkLst>
            <pc:docMk/>
            <pc:sldMk cId="4031859946" sldId="351"/>
            <ac:spMk id="7" creationId="{2B6819E3-7C99-EDCC-E06D-A812AF7F6974}"/>
          </ac:spMkLst>
        </pc:spChg>
        <pc:spChg chg="add mod">
          <ac:chgData name="Nádia Genebra Ahmad" userId="36126275-cace-419f-8e9b-04679c4f8ea6" providerId="ADAL" clId="{3930DA82-8191-403D-AF68-7647B23ED389}" dt="2023-02-22T10:00:30.981" v="681" actId="121"/>
          <ac:spMkLst>
            <pc:docMk/>
            <pc:sldMk cId="4031859946" sldId="351"/>
            <ac:spMk id="9" creationId="{EFADA675-2166-5710-9060-2789DFBAC0DE}"/>
          </ac:spMkLst>
        </pc:spChg>
        <pc:spChg chg="add del mod">
          <ac:chgData name="Nádia Genebra Ahmad" userId="36126275-cace-419f-8e9b-04679c4f8ea6" providerId="ADAL" clId="{3930DA82-8191-403D-AF68-7647B23ED389}" dt="2023-02-22T09:57:37.701" v="525" actId="478"/>
          <ac:spMkLst>
            <pc:docMk/>
            <pc:sldMk cId="4031859946" sldId="351"/>
            <ac:spMk id="11" creationId="{2034999D-9503-AEE5-5A71-0F5F55619A2F}"/>
          </ac:spMkLst>
        </pc:spChg>
        <pc:spChg chg="add del mod">
          <ac:chgData name="Nádia Genebra Ahmad" userId="36126275-cace-419f-8e9b-04679c4f8ea6" providerId="ADAL" clId="{3930DA82-8191-403D-AF68-7647B23ED389}" dt="2023-02-22T10:00:23.941" v="679" actId="478"/>
          <ac:spMkLst>
            <pc:docMk/>
            <pc:sldMk cId="4031859946" sldId="351"/>
            <ac:spMk id="12" creationId="{369A7127-032E-5A1D-CF78-791A18C65990}"/>
          </ac:spMkLst>
        </pc:spChg>
        <pc:graphicFrameChg chg="mod modGraphic">
          <ac:chgData name="Nádia Genebra Ahmad" userId="36126275-cace-419f-8e9b-04679c4f8ea6" providerId="ADAL" clId="{3930DA82-8191-403D-AF68-7647B23ED389}" dt="2023-02-22T10:01:53.807" v="715" actId="122"/>
          <ac:graphicFrameMkLst>
            <pc:docMk/>
            <pc:sldMk cId="4031859946" sldId="351"/>
            <ac:graphicFrameMk id="8" creationId="{DF17E78E-41EA-4899-8FEE-94E9E4145CC9}"/>
          </ac:graphicFrameMkLst>
        </pc:graphicFrameChg>
      </pc:sldChg>
      <pc:sldChg chg="delSp modSp mod">
        <pc:chgData name="Nádia Genebra Ahmad" userId="36126275-cace-419f-8e9b-04679c4f8ea6" providerId="ADAL" clId="{3930DA82-8191-403D-AF68-7647B23ED389}" dt="2023-02-22T10:12:10.395" v="1137" actId="1036"/>
        <pc:sldMkLst>
          <pc:docMk/>
          <pc:sldMk cId="4211747046" sldId="353"/>
        </pc:sldMkLst>
        <pc:spChg chg="del mod">
          <ac:chgData name="Nádia Genebra Ahmad" userId="36126275-cace-419f-8e9b-04679c4f8ea6" providerId="ADAL" clId="{3930DA82-8191-403D-AF68-7647B23ED389}" dt="2023-02-22T09:57:23.570" v="523" actId="478"/>
          <ac:spMkLst>
            <pc:docMk/>
            <pc:sldMk cId="4211747046" sldId="353"/>
            <ac:spMk id="2" creationId="{0E026502-9D73-487D-BF67-37A0C5B8BAE6}"/>
          </ac:spMkLst>
        </pc:spChg>
        <pc:spChg chg="mod">
          <ac:chgData name="Nádia Genebra Ahmad" userId="36126275-cace-419f-8e9b-04679c4f8ea6" providerId="ADAL" clId="{3930DA82-8191-403D-AF68-7647B23ED389}" dt="2023-02-22T10:12:10.395" v="1137" actId="1036"/>
          <ac:spMkLst>
            <pc:docMk/>
            <pc:sldMk cId="4211747046" sldId="353"/>
            <ac:spMk id="7" creationId="{6AAF56CD-ED3D-EFF2-896B-D465D8A8C9A8}"/>
          </ac:spMkLst>
        </pc:spChg>
        <pc:spChg chg="del">
          <ac:chgData name="Nádia Genebra Ahmad" userId="36126275-cace-419f-8e9b-04679c4f8ea6" providerId="ADAL" clId="{3930DA82-8191-403D-AF68-7647B23ED389}" dt="2023-02-22T09:57:25.085" v="524" actId="478"/>
          <ac:spMkLst>
            <pc:docMk/>
            <pc:sldMk cId="4211747046" sldId="353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3930DA82-8191-403D-AF68-7647B23ED389}" dt="2023-02-22T10:11:50.769" v="1133" actId="1038"/>
          <ac:spMkLst>
            <pc:docMk/>
            <pc:sldMk cId="4211747046" sldId="353"/>
            <ac:spMk id="13" creationId="{00000000-0000-0000-0000-000000000000}"/>
          </ac:spMkLst>
        </pc:spChg>
        <pc:graphicFrameChg chg="mod modGraphic">
          <ac:chgData name="Nádia Genebra Ahmad" userId="36126275-cace-419f-8e9b-04679c4f8ea6" providerId="ADAL" clId="{3930DA82-8191-403D-AF68-7647B23ED389}" dt="2023-02-22T10:09:49.026" v="851" actId="552"/>
          <ac:graphicFrameMkLst>
            <pc:docMk/>
            <pc:sldMk cId="4211747046" sldId="353"/>
            <ac:graphicFrameMk id="14" creationId="{00000000-0000-0000-0000-000000000000}"/>
          </ac:graphicFrameMkLst>
        </pc:graphicFrameChg>
      </pc:sldChg>
      <pc:sldChg chg="delSp modSp mod">
        <pc:chgData name="Nádia Genebra Ahmad" userId="36126275-cace-419f-8e9b-04679c4f8ea6" providerId="ADAL" clId="{3930DA82-8191-403D-AF68-7647B23ED389}" dt="2023-02-22T10:07:30.941" v="763" actId="20577"/>
        <pc:sldMkLst>
          <pc:docMk/>
          <pc:sldMk cId="2213494510" sldId="354"/>
        </pc:sldMkLst>
        <pc:spChg chg="mod">
          <ac:chgData name="Nádia Genebra Ahmad" userId="36126275-cace-419f-8e9b-04679c4f8ea6" providerId="ADAL" clId="{3930DA82-8191-403D-AF68-7647B23ED389}" dt="2023-02-22T10:07:30.941" v="763" actId="20577"/>
          <ac:spMkLst>
            <pc:docMk/>
            <pc:sldMk cId="2213494510" sldId="354"/>
            <ac:spMk id="2" creationId="{D9B12163-7231-98A4-752B-C91842F7088D}"/>
          </ac:spMkLst>
        </pc:spChg>
        <pc:spChg chg="del">
          <ac:chgData name="Nádia Genebra Ahmad" userId="36126275-cace-419f-8e9b-04679c4f8ea6" providerId="ADAL" clId="{3930DA82-8191-403D-AF68-7647B23ED389}" dt="2023-02-22T09:57:18.882" v="522" actId="478"/>
          <ac:spMkLst>
            <pc:docMk/>
            <pc:sldMk cId="2213494510" sldId="354"/>
            <ac:spMk id="10" creationId="{00000000-0000-0000-0000-000000000000}"/>
          </ac:spMkLst>
        </pc:spChg>
        <pc:graphicFrameChg chg="mod modGraphic">
          <ac:chgData name="Nádia Genebra Ahmad" userId="36126275-cace-419f-8e9b-04679c4f8ea6" providerId="ADAL" clId="{3930DA82-8191-403D-AF68-7647B23ED389}" dt="2023-02-22T10:07:12.717" v="759" actId="20577"/>
          <ac:graphicFrameMkLst>
            <pc:docMk/>
            <pc:sldMk cId="2213494510" sldId="354"/>
            <ac:graphicFrameMk id="20" creationId="{3DBE921F-5189-2684-9605-7881F2DD0E5E}"/>
          </ac:graphicFrameMkLst>
        </pc:graphicFrameChg>
      </pc:sldChg>
      <pc:sldChg chg="modSp mod">
        <pc:chgData name="Nádia Genebra Ahmad" userId="36126275-cace-419f-8e9b-04679c4f8ea6" providerId="ADAL" clId="{3930DA82-8191-403D-AF68-7647B23ED389}" dt="2023-02-22T09:56:09.236" v="521"/>
        <pc:sldMkLst>
          <pc:docMk/>
          <pc:sldMk cId="932530539" sldId="358"/>
        </pc:sldMkLst>
        <pc:spChg chg="mod">
          <ac:chgData name="Nádia Genebra Ahmad" userId="36126275-cace-419f-8e9b-04679c4f8ea6" providerId="ADAL" clId="{3930DA82-8191-403D-AF68-7647B23ED389}" dt="2023-02-22T09:32:50.102" v="404" actId="20577"/>
          <ac:spMkLst>
            <pc:docMk/>
            <pc:sldMk cId="932530539" sldId="358"/>
            <ac:spMk id="7" creationId="{73A208F6-5AB8-A553-3145-F5362921AE62}"/>
          </ac:spMkLst>
        </pc:spChg>
        <pc:graphicFrameChg chg="mod modGraphic">
          <ac:chgData name="Nádia Genebra Ahmad" userId="36126275-cace-419f-8e9b-04679c4f8ea6" providerId="ADAL" clId="{3930DA82-8191-403D-AF68-7647B23ED389}" dt="2023-02-22T09:56:09.236" v="521"/>
          <ac:graphicFrameMkLst>
            <pc:docMk/>
            <pc:sldMk cId="932530539" sldId="358"/>
            <ac:graphicFrameMk id="20" creationId="{94EF0D11-64A1-95A7-5896-603B980711CC}"/>
          </ac:graphicFrameMkLst>
        </pc:graphicFrameChg>
      </pc:sldChg>
      <pc:sldChg chg="modSp mod">
        <pc:chgData name="Nádia Genebra Ahmad" userId="36126275-cace-419f-8e9b-04679c4f8ea6" providerId="ADAL" clId="{3930DA82-8191-403D-AF68-7647B23ED389}" dt="2023-02-22T09:55:40.723" v="515"/>
        <pc:sldMkLst>
          <pc:docMk/>
          <pc:sldMk cId="331773752" sldId="359"/>
        </pc:sldMkLst>
        <pc:graphicFrameChg chg="mod modGraphic">
          <ac:chgData name="Nádia Genebra Ahmad" userId="36126275-cace-419f-8e9b-04679c4f8ea6" providerId="ADAL" clId="{3930DA82-8191-403D-AF68-7647B23ED389}" dt="2023-02-22T09:55:40.723" v="515"/>
          <ac:graphicFrameMkLst>
            <pc:docMk/>
            <pc:sldMk cId="331773752" sldId="359"/>
            <ac:graphicFrameMk id="2" creationId="{909F8BDE-9239-AD09-EF31-CC46E4FB8645}"/>
          </ac:graphicFrameMkLst>
        </pc:graphicFrameChg>
        <pc:graphicFrameChg chg="mod modGraphic">
          <ac:chgData name="Nádia Genebra Ahmad" userId="36126275-cace-419f-8e9b-04679c4f8ea6" providerId="ADAL" clId="{3930DA82-8191-403D-AF68-7647B23ED389}" dt="2023-02-22T09:54:43.296" v="506" actId="255"/>
          <ac:graphicFrameMkLst>
            <pc:docMk/>
            <pc:sldMk cId="331773752" sldId="359"/>
            <ac:graphicFrameMk id="6" creationId="{CAB80F0A-E11B-61FA-EFAD-1E764024BFDF}"/>
          </ac:graphicFrameMkLst>
        </pc:graphicFrameChg>
      </pc:sldChg>
      <pc:sldChg chg="addSp delSp modSp mod">
        <pc:chgData name="Nádia Genebra Ahmad" userId="36126275-cace-419f-8e9b-04679c4f8ea6" providerId="ADAL" clId="{3930DA82-8191-403D-AF68-7647B23ED389}" dt="2023-02-22T10:19:54.595" v="1190" actId="947"/>
        <pc:sldMkLst>
          <pc:docMk/>
          <pc:sldMk cId="4208994639" sldId="364"/>
        </pc:sldMkLst>
        <pc:spChg chg="del mod">
          <ac:chgData name="Nádia Genebra Ahmad" userId="36126275-cace-419f-8e9b-04679c4f8ea6" providerId="ADAL" clId="{3930DA82-8191-403D-AF68-7647B23ED389}" dt="2023-02-22T10:15:11.396" v="1172" actId="478"/>
          <ac:spMkLst>
            <pc:docMk/>
            <pc:sldMk cId="4208994639" sldId="364"/>
            <ac:spMk id="2" creationId="{DC858BE0-A507-443B-9B4B-4B91B113DCE8}"/>
          </ac:spMkLst>
        </pc:spChg>
        <pc:spChg chg="del">
          <ac:chgData name="Nádia Genebra Ahmad" userId="36126275-cace-419f-8e9b-04679c4f8ea6" providerId="ADAL" clId="{3930DA82-8191-403D-AF68-7647B23ED389}" dt="2023-02-22T10:14:09.025" v="1138" actId="478"/>
          <ac:spMkLst>
            <pc:docMk/>
            <pc:sldMk cId="4208994639" sldId="364"/>
            <ac:spMk id="6" creationId="{61322F11-CB35-4BD6-A1BD-994340810293}"/>
          </ac:spMkLst>
        </pc:spChg>
        <pc:spChg chg="add mod">
          <ac:chgData name="Nádia Genebra Ahmad" userId="36126275-cace-419f-8e9b-04679c4f8ea6" providerId="ADAL" clId="{3930DA82-8191-403D-AF68-7647B23ED389}" dt="2023-02-22T10:15:09.471" v="1171"/>
          <ac:spMkLst>
            <pc:docMk/>
            <pc:sldMk cId="4208994639" sldId="364"/>
            <ac:spMk id="7" creationId="{3510AB86-A3F2-3CD8-18B7-E2E5E383949F}"/>
          </ac:spMkLst>
        </pc:spChg>
        <pc:graphicFrameChg chg="mod modGraphic">
          <ac:chgData name="Nádia Genebra Ahmad" userId="36126275-cace-419f-8e9b-04679c4f8ea6" providerId="ADAL" clId="{3930DA82-8191-403D-AF68-7647B23ED389}" dt="2023-02-22T10:19:54.595" v="1190" actId="947"/>
          <ac:graphicFrameMkLst>
            <pc:docMk/>
            <pc:sldMk cId="4208994639" sldId="364"/>
            <ac:graphicFrameMk id="4" creationId="{DFB88808-D1A1-0551-AFD9-87ABBF80E762}"/>
          </ac:graphicFrameMkLst>
        </pc:graphicFrameChg>
      </pc:sldChg>
      <pc:sldChg chg="modSp mod">
        <pc:chgData name="Nádia Genebra Ahmad" userId="36126275-cace-419f-8e9b-04679c4f8ea6" providerId="ADAL" clId="{3930DA82-8191-403D-AF68-7647B23ED389}" dt="2023-02-22T09:55:16.744" v="509" actId="255"/>
        <pc:sldMkLst>
          <pc:docMk/>
          <pc:sldMk cId="1215262335" sldId="365"/>
        </pc:sldMkLst>
        <pc:graphicFrameChg chg="mod modGraphic">
          <ac:chgData name="Nádia Genebra Ahmad" userId="36126275-cace-419f-8e9b-04679c4f8ea6" providerId="ADAL" clId="{3930DA82-8191-403D-AF68-7647B23ED389}" dt="2023-02-22T09:55:16.744" v="509" actId="255"/>
          <ac:graphicFrameMkLst>
            <pc:docMk/>
            <pc:sldMk cId="1215262335" sldId="365"/>
            <ac:graphicFrameMk id="2" creationId="{909F8BDE-9239-AD09-EF31-CC46E4FB8645}"/>
          </ac:graphicFrameMkLst>
        </pc:graphicFrameChg>
      </pc:sldChg>
      <pc:sldChg chg="addSp delSp modSp del mod">
        <pc:chgData name="Nádia Genebra Ahmad" userId="36126275-cace-419f-8e9b-04679c4f8ea6" providerId="ADAL" clId="{3930DA82-8191-403D-AF68-7647B23ED389}" dt="2023-02-22T10:03:32.097" v="742" actId="47"/>
        <pc:sldMkLst>
          <pc:docMk/>
          <pc:sldMk cId="116809395" sldId="366"/>
        </pc:sldMkLst>
        <pc:spChg chg="add mod">
          <ac:chgData name="Nádia Genebra Ahmad" userId="36126275-cace-419f-8e9b-04679c4f8ea6" providerId="ADAL" clId="{3930DA82-8191-403D-AF68-7647B23ED389}" dt="2023-02-22T10:02:55.263" v="719"/>
          <ac:spMkLst>
            <pc:docMk/>
            <pc:sldMk cId="116809395" sldId="366"/>
            <ac:spMk id="2" creationId="{D4D9BDB3-F235-F07D-38FC-3531D7A67213}"/>
          </ac:spMkLst>
        </pc:spChg>
        <pc:spChg chg="add mod">
          <ac:chgData name="Nádia Genebra Ahmad" userId="36126275-cace-419f-8e9b-04679c4f8ea6" providerId="ADAL" clId="{3930DA82-8191-403D-AF68-7647B23ED389}" dt="2023-02-22T10:02:55.263" v="719"/>
          <ac:spMkLst>
            <pc:docMk/>
            <pc:sldMk cId="116809395" sldId="366"/>
            <ac:spMk id="4" creationId="{C7B890CE-2B54-4551-F530-76AEF6178644}"/>
          </ac:spMkLst>
        </pc:spChg>
        <pc:spChg chg="add mod">
          <ac:chgData name="Nádia Genebra Ahmad" userId="36126275-cace-419f-8e9b-04679c4f8ea6" providerId="ADAL" clId="{3930DA82-8191-403D-AF68-7647B23ED389}" dt="2023-02-22T10:02:55.263" v="719"/>
          <ac:spMkLst>
            <pc:docMk/>
            <pc:sldMk cId="116809395" sldId="366"/>
            <ac:spMk id="5" creationId="{DF3729FE-1018-DD63-28A8-653D8BA370AC}"/>
          </ac:spMkLst>
        </pc:spChg>
        <pc:spChg chg="del mod">
          <ac:chgData name="Nádia Genebra Ahmad" userId="36126275-cace-419f-8e9b-04679c4f8ea6" providerId="ADAL" clId="{3930DA82-8191-403D-AF68-7647B23ED389}" dt="2023-02-22T10:02:54.980" v="718" actId="478"/>
          <ac:spMkLst>
            <pc:docMk/>
            <pc:sldMk cId="116809395" sldId="366"/>
            <ac:spMk id="6" creationId="{226DE04F-936E-40AF-88A3-EECD0FFD2004}"/>
          </ac:spMkLst>
        </pc:spChg>
        <pc:spChg chg="add mod">
          <ac:chgData name="Nádia Genebra Ahmad" userId="36126275-cace-419f-8e9b-04679c4f8ea6" providerId="ADAL" clId="{3930DA82-8191-403D-AF68-7647B23ED389}" dt="2023-02-22T10:03:18.319" v="741" actId="20577"/>
          <ac:spMkLst>
            <pc:docMk/>
            <pc:sldMk cId="116809395" sldId="366"/>
            <ac:spMk id="7" creationId="{C70BA155-8926-74C5-9A13-60300F14AC36}"/>
          </ac:spMkLst>
        </pc:spChg>
      </pc:sldChg>
      <pc:sldChg chg="addSp delSp modSp mod">
        <pc:chgData name="Nádia Genebra Ahmad" userId="36126275-cace-419f-8e9b-04679c4f8ea6" providerId="ADAL" clId="{3930DA82-8191-403D-AF68-7647B23ED389}" dt="2023-02-22T10:02:09.826" v="716" actId="255"/>
        <pc:sldMkLst>
          <pc:docMk/>
          <pc:sldMk cId="111535585" sldId="367"/>
        </pc:sldMkLst>
        <pc:spChg chg="add mod">
          <ac:chgData name="Nádia Genebra Ahmad" userId="36126275-cace-419f-8e9b-04679c4f8ea6" providerId="ADAL" clId="{3930DA82-8191-403D-AF68-7647B23ED389}" dt="2023-02-22T10:00:09.350" v="675" actId="1038"/>
          <ac:spMkLst>
            <pc:docMk/>
            <pc:sldMk cId="111535585" sldId="367"/>
            <ac:spMk id="4" creationId="{2005A9D1-3D25-764B-470C-41E1E3DFF445}"/>
          </ac:spMkLst>
        </pc:spChg>
        <pc:spChg chg="del">
          <ac:chgData name="Nádia Genebra Ahmad" userId="36126275-cace-419f-8e9b-04679c4f8ea6" providerId="ADAL" clId="{3930DA82-8191-403D-AF68-7647B23ED389}" dt="2023-02-22T09:21:45.775" v="273" actId="478"/>
          <ac:spMkLst>
            <pc:docMk/>
            <pc:sldMk cId="111535585" sldId="367"/>
            <ac:spMk id="6" creationId="{B94A3469-E14F-2CE7-70D8-422DF5C99E90}"/>
          </ac:spMkLst>
        </pc:spChg>
        <pc:spChg chg="add del mod">
          <ac:chgData name="Nádia Genebra Ahmad" userId="36126275-cace-419f-8e9b-04679c4f8ea6" providerId="ADAL" clId="{3930DA82-8191-403D-AF68-7647B23ED389}" dt="2023-02-22T09:24:49.219" v="341" actId="478"/>
          <ac:spMkLst>
            <pc:docMk/>
            <pc:sldMk cId="111535585" sldId="367"/>
            <ac:spMk id="7" creationId="{7C424235-49A9-7BBF-FC88-83B913C1A54C}"/>
          </ac:spMkLst>
        </pc:spChg>
        <pc:graphicFrameChg chg="mod modGraphic">
          <ac:chgData name="Nádia Genebra Ahmad" userId="36126275-cace-419f-8e9b-04679c4f8ea6" providerId="ADAL" clId="{3930DA82-8191-403D-AF68-7647B23ED389}" dt="2023-02-22T10:02:09.826" v="716" actId="255"/>
          <ac:graphicFrameMkLst>
            <pc:docMk/>
            <pc:sldMk cId="111535585" sldId="367"/>
            <ac:graphicFrameMk id="8" creationId="{DF17E78E-41EA-4899-8FEE-94E9E4145CC9}"/>
          </ac:graphicFrameMkLst>
        </pc:graphicFrameChg>
      </pc:sldChg>
    </pc:docChg>
  </pc:docChgLst>
  <pc:docChgLst>
    <pc:chgData name="Nádia Genebra Ahmad" userId="36126275-cace-419f-8e9b-04679c4f8ea6" providerId="ADAL" clId="{CFE3FE19-7D03-4B05-BE3E-644CCD81D9D6}"/>
    <pc:docChg chg="undo custSel addSld delSld modSld sldOrd">
      <pc:chgData name="Nádia Genebra Ahmad" userId="36126275-cace-419f-8e9b-04679c4f8ea6" providerId="ADAL" clId="{CFE3FE19-7D03-4B05-BE3E-644CCD81D9D6}" dt="2023-02-21T15:37:17.775" v="2202" actId="1076"/>
      <pc:docMkLst>
        <pc:docMk/>
      </pc:docMkLst>
      <pc:sldChg chg="addSp delSp modSp mod">
        <pc:chgData name="Nádia Genebra Ahmad" userId="36126275-cace-419f-8e9b-04679c4f8ea6" providerId="ADAL" clId="{CFE3FE19-7D03-4B05-BE3E-644CCD81D9D6}" dt="2023-02-21T15:26:10.527" v="1980" actId="14100"/>
        <pc:sldMkLst>
          <pc:docMk/>
          <pc:sldMk cId="326973016" sldId="330"/>
        </pc:sldMkLst>
        <pc:spChg chg="add del mod">
          <ac:chgData name="Nádia Genebra Ahmad" userId="36126275-cace-419f-8e9b-04679c4f8ea6" providerId="ADAL" clId="{CFE3FE19-7D03-4B05-BE3E-644CCD81D9D6}" dt="2023-02-21T15:26:10.527" v="1980" actId="14100"/>
          <ac:spMkLst>
            <pc:docMk/>
            <pc:sldMk cId="326973016" sldId="330"/>
            <ac:spMk id="4" creationId="{EFEC5897-52EA-7EEA-9788-85B735F6DB4F}"/>
          </ac:spMkLst>
        </pc:spChg>
        <pc:spChg chg="del">
          <ac:chgData name="Nádia Genebra Ahmad" userId="36126275-cace-419f-8e9b-04679c4f8ea6" providerId="ADAL" clId="{CFE3FE19-7D03-4B05-BE3E-644CCD81D9D6}" dt="2023-02-21T15:17:49.344" v="1802" actId="478"/>
          <ac:spMkLst>
            <pc:docMk/>
            <pc:sldMk cId="326973016" sldId="330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5:10.576" v="217" actId="20577"/>
          <ac:spMkLst>
            <pc:docMk/>
            <pc:sldMk cId="326973016" sldId="330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1T15:18:34.738" v="1827" actId="20577"/>
          <ac:spMkLst>
            <pc:docMk/>
            <pc:sldMk cId="326973016" sldId="330"/>
            <ac:spMk id="81" creationId="{00000000-0000-0000-0000-000000000000}"/>
          </ac:spMkLst>
        </pc:spChg>
      </pc:sldChg>
      <pc:sldChg chg="addSp modSp mod">
        <pc:chgData name="Nádia Genebra Ahmad" userId="36126275-cace-419f-8e9b-04679c4f8ea6" providerId="ADAL" clId="{CFE3FE19-7D03-4B05-BE3E-644CCD81D9D6}" dt="2023-02-21T15:37:17.775" v="2202" actId="1076"/>
        <pc:sldMkLst>
          <pc:docMk/>
          <pc:sldMk cId="3371953063" sldId="349"/>
        </pc:sldMkLst>
        <pc:spChg chg="add mod">
          <ac:chgData name="Nádia Genebra Ahmad" userId="36126275-cace-419f-8e9b-04679c4f8ea6" providerId="ADAL" clId="{CFE3FE19-7D03-4B05-BE3E-644CCD81D9D6}" dt="2023-02-21T15:37:17.775" v="2202" actId="1076"/>
          <ac:spMkLst>
            <pc:docMk/>
            <pc:sldMk cId="3371953063" sldId="349"/>
            <ac:spMk id="2" creationId="{C4DB8DF3-3288-CEB8-3F5F-D4A4790E4603}"/>
          </ac:spMkLst>
        </pc:spChg>
        <pc:spChg chg="mod">
          <ac:chgData name="Nádia Genebra Ahmad" userId="36126275-cace-419f-8e9b-04679c4f8ea6" providerId="ADAL" clId="{CFE3FE19-7D03-4B05-BE3E-644CCD81D9D6}" dt="2023-02-21T15:30:18.993" v="2061" actId="404"/>
          <ac:spMkLst>
            <pc:docMk/>
            <pc:sldMk cId="3371953063" sldId="349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CFE3FE19-7D03-4B05-BE3E-644CCD81D9D6}" dt="2023-02-21T15:36:49.386" v="2146" actId="20577"/>
          <ac:spMkLst>
            <pc:docMk/>
            <pc:sldMk cId="3371953063" sldId="349"/>
            <ac:spMk id="13" creationId="{8C86AB67-257B-4A72-BCFC-E86455F3F0AC}"/>
          </ac:spMkLst>
        </pc:spChg>
      </pc:sldChg>
      <pc:sldChg chg="addSp delSp modSp mod">
        <pc:chgData name="Nádia Genebra Ahmad" userId="36126275-cace-419f-8e9b-04679c4f8ea6" providerId="ADAL" clId="{CFE3FE19-7D03-4B05-BE3E-644CCD81D9D6}" dt="2023-02-21T15:22:11.058" v="1972" actId="478"/>
        <pc:sldMkLst>
          <pc:docMk/>
          <pc:sldMk cId="4031859946" sldId="351"/>
        </pc:sldMkLst>
        <pc:spChg chg="del">
          <ac:chgData name="Nádia Genebra Ahmad" userId="36126275-cace-419f-8e9b-04679c4f8ea6" providerId="ADAL" clId="{CFE3FE19-7D03-4B05-BE3E-644CCD81D9D6}" dt="2023-02-21T15:22:11.058" v="1972" actId="478"/>
          <ac:spMkLst>
            <pc:docMk/>
            <pc:sldMk cId="4031859946" sldId="351"/>
            <ac:spMk id="4" creationId="{00000000-0000-0000-0000-000000000000}"/>
          </ac:spMkLst>
        </pc:spChg>
        <pc:spChg chg="add mod">
          <ac:chgData name="Nádia Genebra Ahmad" userId="36126275-cace-419f-8e9b-04679c4f8ea6" providerId="ADAL" clId="{CFE3FE19-7D03-4B05-BE3E-644CCD81D9D6}" dt="2023-02-21T15:22:09.651" v="1971"/>
          <ac:spMkLst>
            <pc:docMk/>
            <pc:sldMk cId="4031859946" sldId="351"/>
            <ac:spMk id="6" creationId="{B94A3469-E14F-2CE7-70D8-422DF5C99E90}"/>
          </ac:spMkLst>
        </pc:spChg>
      </pc:sldChg>
      <pc:sldChg chg="modSp mod">
        <pc:chgData name="Nádia Genebra Ahmad" userId="36126275-cace-419f-8e9b-04679c4f8ea6" providerId="ADAL" clId="{CFE3FE19-7D03-4B05-BE3E-644CCD81D9D6}" dt="2023-02-21T15:26:47.550" v="1985" actId="14100"/>
        <pc:sldMkLst>
          <pc:docMk/>
          <pc:sldMk cId="4211747046" sldId="353"/>
        </pc:sldMkLst>
        <pc:spChg chg="mod">
          <ac:chgData name="Nádia Genebra Ahmad" userId="36126275-cace-419f-8e9b-04679c4f8ea6" providerId="ADAL" clId="{CFE3FE19-7D03-4B05-BE3E-644CCD81D9D6}" dt="2023-02-21T15:26:47.550" v="1985" actId="14100"/>
          <ac:spMkLst>
            <pc:docMk/>
            <pc:sldMk cId="4211747046" sldId="353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6:08.571" v="222" actId="20577"/>
          <ac:spMkLst>
            <pc:docMk/>
            <pc:sldMk cId="4211747046" sldId="353"/>
            <ac:spMk id="81" creationId="{00000000-0000-0000-0000-000000000000}"/>
          </ac:spMkLst>
        </pc:spChg>
      </pc:sldChg>
      <pc:sldChg chg="modSp mod">
        <pc:chgData name="Nádia Genebra Ahmad" userId="36126275-cace-419f-8e9b-04679c4f8ea6" providerId="ADAL" clId="{CFE3FE19-7D03-4B05-BE3E-644CCD81D9D6}" dt="2023-02-21T15:26:42.488" v="1984" actId="14100"/>
        <pc:sldMkLst>
          <pc:docMk/>
          <pc:sldMk cId="2213494510" sldId="354"/>
        </pc:sldMkLst>
        <pc:spChg chg="mod">
          <ac:chgData name="Nádia Genebra Ahmad" userId="36126275-cace-419f-8e9b-04679c4f8ea6" providerId="ADAL" clId="{CFE3FE19-7D03-4B05-BE3E-644CCD81D9D6}" dt="2023-02-21T15:26:42.488" v="1984" actId="14100"/>
          <ac:spMkLst>
            <pc:docMk/>
            <pc:sldMk cId="2213494510" sldId="354"/>
            <ac:spMk id="13" creationId="{00000000-0000-0000-0000-000000000000}"/>
          </ac:spMkLst>
        </pc:spChg>
      </pc:sldChg>
      <pc:sldChg chg="del">
        <pc:chgData name="Nádia Genebra Ahmad" userId="36126275-cace-419f-8e9b-04679c4f8ea6" providerId="ADAL" clId="{CFE3FE19-7D03-4B05-BE3E-644CCD81D9D6}" dt="2023-02-20T17:24:51.918" v="1" actId="47"/>
        <pc:sldMkLst>
          <pc:docMk/>
          <pc:sldMk cId="3691828548" sldId="355"/>
        </pc:sldMkLst>
      </pc:sldChg>
      <pc:sldChg chg="del">
        <pc:chgData name="Nádia Genebra Ahmad" userId="36126275-cace-419f-8e9b-04679c4f8ea6" providerId="ADAL" clId="{CFE3FE19-7D03-4B05-BE3E-644CCD81D9D6}" dt="2023-02-20T17:25:01.821" v="3" actId="47"/>
        <pc:sldMkLst>
          <pc:docMk/>
          <pc:sldMk cId="1794762086" sldId="356"/>
        </pc:sldMkLst>
      </pc:sldChg>
      <pc:sldChg chg="del">
        <pc:chgData name="Nádia Genebra Ahmad" userId="36126275-cace-419f-8e9b-04679c4f8ea6" providerId="ADAL" clId="{CFE3FE19-7D03-4B05-BE3E-644CCD81D9D6}" dt="2023-02-20T17:25:04.479" v="4" actId="47"/>
        <pc:sldMkLst>
          <pc:docMk/>
          <pc:sldMk cId="3900949716" sldId="357"/>
        </pc:sldMkLst>
      </pc:sldChg>
      <pc:sldChg chg="addSp delSp modSp add mod">
        <pc:chgData name="Nádia Genebra Ahmad" userId="36126275-cace-419f-8e9b-04679c4f8ea6" providerId="ADAL" clId="{CFE3FE19-7D03-4B05-BE3E-644CCD81D9D6}" dt="2023-02-21T15:26:35.974" v="1983" actId="14100"/>
        <pc:sldMkLst>
          <pc:docMk/>
          <pc:sldMk cId="932530539" sldId="358"/>
        </pc:sldMkLst>
        <pc:spChg chg="add del mod">
          <ac:chgData name="Nádia Genebra Ahmad" userId="36126275-cace-419f-8e9b-04679c4f8ea6" providerId="ADAL" clId="{CFE3FE19-7D03-4B05-BE3E-644CCD81D9D6}" dt="2023-02-20T20:32:20.416" v="667" actId="478"/>
          <ac:spMkLst>
            <pc:docMk/>
            <pc:sldMk cId="932530539" sldId="358"/>
            <ac:spMk id="2" creationId="{F193063F-2B8B-99DA-0426-23B716711139}"/>
          </ac:spMkLst>
        </pc:spChg>
        <pc:spChg chg="mod">
          <ac:chgData name="Nádia Genebra Ahmad" userId="36126275-cace-419f-8e9b-04679c4f8ea6" providerId="ADAL" clId="{CFE3FE19-7D03-4B05-BE3E-644CCD81D9D6}" dt="2023-02-20T20:32:40.536" v="676" actId="20577"/>
          <ac:spMkLst>
            <pc:docMk/>
            <pc:sldMk cId="932530539" sldId="358"/>
            <ac:spMk id="7" creationId="{73A208F6-5AB8-A553-3145-F5362921AE62}"/>
          </ac:spMkLst>
        </pc:spChg>
        <pc:spChg chg="mod">
          <ac:chgData name="Nádia Genebra Ahmad" userId="36126275-cace-419f-8e9b-04679c4f8ea6" providerId="ADAL" clId="{CFE3FE19-7D03-4B05-BE3E-644CCD81D9D6}" dt="2023-02-21T15:26:35.974" v="1983" actId="14100"/>
          <ac:spMkLst>
            <pc:docMk/>
            <pc:sldMk cId="932530539" sldId="358"/>
            <ac:spMk id="15" creationId="{00000000-0000-0000-0000-000000000000}"/>
          </ac:spMkLst>
        </pc:spChg>
      </pc:sldChg>
      <pc:sldChg chg="addSp delSp modSp add mod">
        <pc:chgData name="Nádia Genebra Ahmad" userId="36126275-cace-419f-8e9b-04679c4f8ea6" providerId="ADAL" clId="{CFE3FE19-7D03-4B05-BE3E-644CCD81D9D6}" dt="2023-02-21T15:26:31.491" v="1982" actId="14100"/>
        <pc:sldMkLst>
          <pc:docMk/>
          <pc:sldMk cId="331773752" sldId="359"/>
        </pc:sldMkLst>
        <pc:spChg chg="mod">
          <ac:chgData name="Nádia Genebra Ahmad" userId="36126275-cace-419f-8e9b-04679c4f8ea6" providerId="ADAL" clId="{CFE3FE19-7D03-4B05-BE3E-644CCD81D9D6}" dt="2023-02-21T15:26:31.491" v="1982" actId="14100"/>
          <ac:spMkLst>
            <pc:docMk/>
            <pc:sldMk cId="331773752" sldId="359"/>
            <ac:spMk id="4" creationId="{4B7515AF-BE8F-166D-017D-FFA2E7258BC8}"/>
          </ac:spMkLst>
        </pc:spChg>
        <pc:spChg chg="add del mod">
          <ac:chgData name="Nádia Genebra Ahmad" userId="36126275-cace-419f-8e9b-04679c4f8ea6" providerId="ADAL" clId="{CFE3FE19-7D03-4B05-BE3E-644CCD81D9D6}" dt="2023-02-20T20:24:24.308" v="607" actId="478"/>
          <ac:spMkLst>
            <pc:docMk/>
            <pc:sldMk cId="331773752" sldId="359"/>
            <ac:spMk id="9" creationId="{D5E1AA00-BDA7-442C-D9AB-E0F020812495}"/>
          </ac:spMkLst>
        </pc:spChg>
        <pc:spChg chg="mod">
          <ac:chgData name="Nádia Genebra Ahmad" userId="36126275-cace-419f-8e9b-04679c4f8ea6" providerId="ADAL" clId="{CFE3FE19-7D03-4B05-BE3E-644CCD81D9D6}" dt="2023-02-21T15:26:23.704" v="1981" actId="14100"/>
          <ac:spMkLst>
            <pc:docMk/>
            <pc:sldMk cId="331773752" sldId="359"/>
            <ac:spMk id="15" creationId="{00000000-0000-0000-0000-000000000000}"/>
          </ac:spMkLst>
        </pc:spChg>
        <pc:graphicFrameChg chg="mod modGraphic">
          <ac:chgData name="Nádia Genebra Ahmad" userId="36126275-cace-419f-8e9b-04679c4f8ea6" providerId="ADAL" clId="{CFE3FE19-7D03-4B05-BE3E-644CCD81D9D6}" dt="2023-02-20T20:23:36.080" v="606"/>
          <ac:graphicFrameMkLst>
            <pc:docMk/>
            <pc:sldMk cId="331773752" sldId="359"/>
            <ac:graphicFrameMk id="2" creationId="{909F8BDE-9239-AD09-EF31-CC46E4FB8645}"/>
          </ac:graphicFrameMkLst>
        </pc:graphicFrameChg>
      </pc:sldChg>
      <pc:sldChg chg="modSp add mod">
        <pc:chgData name="Nádia Genebra Ahmad" userId="36126275-cace-419f-8e9b-04679c4f8ea6" providerId="ADAL" clId="{CFE3FE19-7D03-4B05-BE3E-644CCD81D9D6}" dt="2023-02-21T15:25:53.877" v="1979" actId="14100"/>
        <pc:sldMkLst>
          <pc:docMk/>
          <pc:sldMk cId="3537588073" sldId="361"/>
        </pc:sldMkLst>
        <pc:spChg chg="mod">
          <ac:chgData name="Nádia Genebra Ahmad" userId="36126275-cace-419f-8e9b-04679c4f8ea6" providerId="ADAL" clId="{CFE3FE19-7D03-4B05-BE3E-644CCD81D9D6}" dt="2023-02-20T19:37:14.031" v="110" actId="20577"/>
          <ac:spMkLst>
            <pc:docMk/>
            <pc:sldMk cId="3537588073" sldId="361"/>
            <ac:spMk id="7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1T15:25:53.877" v="1979" actId="14100"/>
          <ac:spMkLst>
            <pc:docMk/>
            <pc:sldMk cId="3537588073" sldId="361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13:01.456" v="526" actId="20577"/>
          <ac:spMkLst>
            <pc:docMk/>
            <pc:sldMk cId="3537588073" sldId="361"/>
            <ac:spMk id="35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5:06.769" v="215" actId="20577"/>
          <ac:spMkLst>
            <pc:docMk/>
            <pc:sldMk cId="3537588073" sldId="361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8:32.299" v="326"/>
          <ac:spMkLst>
            <pc:docMk/>
            <pc:sldMk cId="3537588073" sldId="361"/>
            <ac:spMk id="81" creationId="{00000000-0000-0000-0000-000000000000}"/>
          </ac:spMkLst>
        </pc:spChg>
      </pc:sldChg>
      <pc:sldChg chg="delSp modSp mod">
        <pc:chgData name="Nádia Genebra Ahmad" userId="36126275-cace-419f-8e9b-04679c4f8ea6" providerId="ADAL" clId="{CFE3FE19-7D03-4B05-BE3E-644CCD81D9D6}" dt="2023-02-20T20:05:59.570" v="221" actId="20577"/>
        <pc:sldMkLst>
          <pc:docMk/>
          <pc:sldMk cId="2480120719" sldId="362"/>
        </pc:sldMkLst>
        <pc:spChg chg="mod">
          <ac:chgData name="Nádia Genebra Ahmad" userId="36126275-cace-419f-8e9b-04679c4f8ea6" providerId="ADAL" clId="{CFE3FE19-7D03-4B05-BE3E-644CCD81D9D6}" dt="2023-02-20T20:05:59.570" v="221" actId="20577"/>
          <ac:spMkLst>
            <pc:docMk/>
            <pc:sldMk cId="2480120719" sldId="362"/>
            <ac:spMk id="80" creationId="{00000000-0000-0000-0000-000000000000}"/>
          </ac:spMkLst>
        </pc:spChg>
        <pc:cxnChg chg="del">
          <ac:chgData name="Nádia Genebra Ahmad" userId="36126275-cace-419f-8e9b-04679c4f8ea6" providerId="ADAL" clId="{CFE3FE19-7D03-4B05-BE3E-644CCD81D9D6}" dt="2023-02-20T18:56:06.739" v="6" actId="478"/>
          <ac:cxnSpMkLst>
            <pc:docMk/>
            <pc:sldMk cId="2480120719" sldId="362"/>
            <ac:cxnSpMk id="47" creationId="{7B27E4F2-1BB6-421D-A899-460BD3DA6CCD}"/>
          </ac:cxnSpMkLst>
        </pc:cxnChg>
      </pc:sldChg>
      <pc:sldChg chg="addSp delSp modSp add mod ord">
        <pc:chgData name="Nádia Genebra Ahmad" userId="36126275-cace-419f-8e9b-04679c4f8ea6" providerId="ADAL" clId="{CFE3FE19-7D03-4B05-BE3E-644CCD81D9D6}" dt="2023-02-21T15:25:31.925" v="1977" actId="14100"/>
        <pc:sldMkLst>
          <pc:docMk/>
          <pc:sldMk cId="3591765744" sldId="363"/>
        </pc:sldMkLst>
        <pc:spChg chg="add del mod">
          <ac:chgData name="Nádia Genebra Ahmad" userId="36126275-cace-419f-8e9b-04679c4f8ea6" providerId="ADAL" clId="{CFE3FE19-7D03-4B05-BE3E-644CCD81D9D6}" dt="2023-02-20T20:14:30.756" v="575" actId="478"/>
          <ac:spMkLst>
            <pc:docMk/>
            <pc:sldMk cId="3591765744" sldId="363"/>
            <ac:spMk id="2" creationId="{241C91A1-9FEB-6B8F-9336-1984D7D00F2C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7" creationId="{00000000-0000-0000-0000-000000000000}"/>
          </ac:spMkLst>
        </pc:spChg>
        <pc:spChg chg="add mod">
          <ac:chgData name="Nádia Genebra Ahmad" userId="36126275-cace-419f-8e9b-04679c4f8ea6" providerId="ADAL" clId="{CFE3FE19-7D03-4B05-BE3E-644CCD81D9D6}" dt="2023-02-20T20:12:48.051" v="514" actId="20577"/>
          <ac:spMkLst>
            <pc:docMk/>
            <pc:sldMk cId="3591765744" sldId="363"/>
            <ac:spMk id="9" creationId="{EBB4D737-4769-DA22-3EBA-563EBC6CDD40}"/>
          </ac:spMkLst>
        </pc:spChg>
        <pc:spChg chg="mod">
          <ac:chgData name="Nádia Genebra Ahmad" userId="36126275-cace-419f-8e9b-04679c4f8ea6" providerId="ADAL" clId="{CFE3FE19-7D03-4B05-BE3E-644CCD81D9D6}" dt="2023-02-21T15:25:31.925" v="1977" actId="14100"/>
          <ac:spMkLst>
            <pc:docMk/>
            <pc:sldMk cId="3591765744" sldId="363"/>
            <ac:spMk id="15" creationId="{00000000-0000-0000-0000-000000000000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35" creationId="{00000000-0000-0000-0000-000000000000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36" creationId="{00000000-0000-0000-0000-000000000000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44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5:19.236" v="219" actId="20577"/>
          <ac:spMkLst>
            <pc:docMk/>
            <pc:sldMk cId="3591765744" sldId="363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7:01.995" v="261" actId="20577"/>
          <ac:spMkLst>
            <pc:docMk/>
            <pc:sldMk cId="3591765744" sldId="363"/>
            <ac:spMk id="81" creationId="{00000000-0000-0000-0000-000000000000}"/>
          </ac:spMkLst>
        </pc:spChg>
        <pc:graphicFrameChg chg="add del mod">
          <ac:chgData name="Nádia Genebra Ahmad" userId="36126275-cace-419f-8e9b-04679c4f8ea6" providerId="ADAL" clId="{CFE3FE19-7D03-4B05-BE3E-644CCD81D9D6}" dt="2023-02-20T20:08:57.245" v="327" actId="478"/>
          <ac:graphicFrameMkLst>
            <pc:docMk/>
            <pc:sldMk cId="3591765744" sldId="363"/>
            <ac:graphicFrameMk id="4" creationId="{7283EE90-FC5C-C122-AB5C-39BA8087B100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19:58:35.987" v="113" actId="478"/>
          <ac:graphicFrameMkLst>
            <pc:docMk/>
            <pc:sldMk cId="3591765744" sldId="363"/>
            <ac:graphicFrameMk id="6" creationId="{00000000-0000-0000-0000-000000000000}"/>
          </ac:graphicFrameMkLst>
        </pc:graphicFrameChg>
        <pc:graphicFrameChg chg="add mod modGraphic">
          <ac:chgData name="Nádia Genebra Ahmad" userId="36126275-cace-419f-8e9b-04679c4f8ea6" providerId="ADAL" clId="{CFE3FE19-7D03-4B05-BE3E-644CCD81D9D6}" dt="2023-02-20T20:29:21.538" v="614" actId="20577"/>
          <ac:graphicFrameMkLst>
            <pc:docMk/>
            <pc:sldMk cId="3591765744" sldId="363"/>
            <ac:graphicFrameMk id="8" creationId="{37790DD7-7A57-A5DD-1BF3-EDD100B3CFCB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19:58:35.987" v="113" actId="478"/>
          <ac:graphicFrameMkLst>
            <pc:docMk/>
            <pc:sldMk cId="3591765744" sldId="363"/>
            <ac:graphicFrameMk id="33" creationId="{1D5AD34C-9F22-0F96-ADAD-0463A560240D}"/>
          </ac:graphicFrameMkLst>
        </pc:graphicFrameChg>
        <pc:cxnChg chg="del mod">
          <ac:chgData name="Nádia Genebra Ahmad" userId="36126275-cace-419f-8e9b-04679c4f8ea6" providerId="ADAL" clId="{CFE3FE19-7D03-4B05-BE3E-644CCD81D9D6}" dt="2023-02-20T19:58:35.987" v="113" actId="478"/>
          <ac:cxnSpMkLst>
            <pc:docMk/>
            <pc:sldMk cId="3591765744" sldId="363"/>
            <ac:cxnSpMk id="38" creationId="{00000000-0000-0000-0000-000000000000}"/>
          </ac:cxnSpMkLst>
        </pc:cxnChg>
      </pc:sldChg>
      <pc:sldChg chg="addSp delSp modSp add mod ord">
        <pc:chgData name="Nádia Genebra Ahmad" userId="36126275-cace-419f-8e9b-04679c4f8ea6" providerId="ADAL" clId="{CFE3FE19-7D03-4B05-BE3E-644CCD81D9D6}" dt="2023-02-21T15:33:44.470" v="2127"/>
        <pc:sldMkLst>
          <pc:docMk/>
          <pc:sldMk cId="4208994639" sldId="364"/>
        </pc:sldMkLst>
        <pc:spChg chg="add del mod">
          <ac:chgData name="Nádia Genebra Ahmad" userId="36126275-cace-419f-8e9b-04679c4f8ea6" providerId="ADAL" clId="{CFE3FE19-7D03-4B05-BE3E-644CCD81D9D6}" dt="2023-02-20T20:35:12.141" v="744" actId="478"/>
          <ac:spMkLst>
            <pc:docMk/>
            <pc:sldMk cId="4208994639" sldId="364"/>
            <ac:spMk id="2" creationId="{6D4FE77E-2320-2798-2CEC-00F820BEDA2D}"/>
          </ac:spMkLst>
        </pc:spChg>
        <pc:spChg chg="mod">
          <ac:chgData name="Nádia Genebra Ahmad" userId="36126275-cace-419f-8e9b-04679c4f8ea6" providerId="ADAL" clId="{CFE3FE19-7D03-4B05-BE3E-644CCD81D9D6}" dt="2023-02-21T15:30:06.346" v="2051" actId="404"/>
          <ac:spMkLst>
            <pc:docMk/>
            <pc:sldMk cId="4208994639" sldId="364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CFE3FE19-7D03-4B05-BE3E-644CCD81D9D6}" dt="2023-02-21T15:21:06.589" v="1968" actId="20577"/>
          <ac:spMkLst>
            <pc:docMk/>
            <pc:sldMk cId="4208994639" sldId="364"/>
            <ac:spMk id="6" creationId="{61322F11-CB35-4BD6-A1BD-994340810293}"/>
          </ac:spMkLst>
        </pc:spChg>
        <pc:spChg chg="add del mod">
          <ac:chgData name="Nádia Genebra Ahmad" userId="36126275-cace-419f-8e9b-04679c4f8ea6" providerId="ADAL" clId="{CFE3FE19-7D03-4B05-BE3E-644CCD81D9D6}" dt="2023-02-21T15:29:21.183" v="2033" actId="478"/>
          <ac:spMkLst>
            <pc:docMk/>
            <pc:sldMk cId="4208994639" sldId="364"/>
            <ac:spMk id="7" creationId="{342D2006-F0D5-F34D-E8CA-FE038F7342B0}"/>
          </ac:spMkLst>
        </pc:spChg>
        <pc:spChg chg="add mod">
          <ac:chgData name="Nádia Genebra Ahmad" userId="36126275-cace-419f-8e9b-04679c4f8ea6" providerId="ADAL" clId="{CFE3FE19-7D03-4B05-BE3E-644CCD81D9D6}" dt="2023-02-21T15:31:50.773" v="2070" actId="114"/>
          <ac:spMkLst>
            <pc:docMk/>
            <pc:sldMk cId="4208994639" sldId="364"/>
            <ac:spMk id="8" creationId="{8ABDB758-49D6-DF64-0640-787254D8C769}"/>
          </ac:spMkLst>
        </pc:spChg>
        <pc:spChg chg="add del mod">
          <ac:chgData name="Nádia Genebra Ahmad" userId="36126275-cace-419f-8e9b-04679c4f8ea6" providerId="ADAL" clId="{CFE3FE19-7D03-4B05-BE3E-644CCD81D9D6}" dt="2023-02-21T15:30:49.568" v="2065" actId="478"/>
          <ac:spMkLst>
            <pc:docMk/>
            <pc:sldMk cId="4208994639" sldId="364"/>
            <ac:spMk id="10" creationId="{13687990-14D1-EA06-6496-100758789788}"/>
          </ac:spMkLst>
        </pc:spChg>
        <pc:spChg chg="del">
          <ac:chgData name="Nádia Genebra Ahmad" userId="36126275-cace-419f-8e9b-04679c4f8ea6" providerId="ADAL" clId="{CFE3FE19-7D03-4B05-BE3E-644CCD81D9D6}" dt="2023-02-21T14:57:57.167" v="897" actId="478"/>
          <ac:spMkLst>
            <pc:docMk/>
            <pc:sldMk cId="4208994639" sldId="364"/>
            <ac:spMk id="15" creationId="{7200FFCA-F1CF-419D-B201-55015DE975D0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0" creationId="{6A436EC5-7AD1-4622-9D4D-836200569CBB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3" creationId="{4A61B9C1-7B97-46CD-8226-E9048CCC1254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4" creationId="{24DB13A8-4E32-40F1-9F47-C855D21B4BD8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5" creationId="{F970F823-2E01-4308-B014-187F8759B064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6" creationId="{604B33CD-064E-46A4-B7B2-4E1F42332B5A}"/>
          </ac:spMkLst>
        </pc:spChg>
        <pc:spChg chg="del mod">
          <ac:chgData name="Nádia Genebra Ahmad" userId="36126275-cace-419f-8e9b-04679c4f8ea6" providerId="ADAL" clId="{CFE3FE19-7D03-4B05-BE3E-644CCD81D9D6}" dt="2023-02-21T15:30:47.473" v="2064" actId="478"/>
          <ac:spMkLst>
            <pc:docMk/>
            <pc:sldMk cId="4208994639" sldId="364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CFE3FE19-7D03-4B05-BE3E-644CCD81D9D6}" dt="2023-02-21T15:30:47.473" v="2064" actId="478"/>
          <ac:spMkLst>
            <pc:docMk/>
            <pc:sldMk cId="4208994639" sldId="364"/>
            <ac:spMk id="81" creationId="{00000000-0000-0000-0000-000000000000}"/>
          </ac:spMkLst>
        </pc:spChg>
        <pc:graphicFrameChg chg="add mod modGraphic">
          <ac:chgData name="Nádia Genebra Ahmad" userId="36126275-cace-419f-8e9b-04679c4f8ea6" providerId="ADAL" clId="{CFE3FE19-7D03-4B05-BE3E-644CCD81D9D6}" dt="2023-02-21T15:33:44.470" v="2127"/>
          <ac:graphicFrameMkLst>
            <pc:docMk/>
            <pc:sldMk cId="4208994639" sldId="364"/>
            <ac:graphicFrameMk id="4" creationId="{DFB88808-D1A1-0551-AFD9-87ABBF80E762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6.731" v="679" actId="478"/>
          <ac:graphicFrameMkLst>
            <pc:docMk/>
            <pc:sldMk cId="4208994639" sldId="364"/>
            <ac:graphicFrameMk id="23" creationId="{644C12CA-C815-405D-A669-1C04E68F0128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4.574" v="678" actId="478"/>
          <ac:graphicFrameMkLst>
            <pc:docMk/>
            <pc:sldMk cId="4208994639" sldId="364"/>
            <ac:graphicFrameMk id="38" creationId="{00000000-0000-0000-0000-000000000000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4.574" v="678" actId="478"/>
          <ac:graphicFrameMkLst>
            <pc:docMk/>
            <pc:sldMk cId="4208994639" sldId="364"/>
            <ac:graphicFrameMk id="39" creationId="{65AC3D7A-0F4B-4606-AFA3-9FCD3049166B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4.574" v="678" actId="478"/>
          <ac:graphicFrameMkLst>
            <pc:docMk/>
            <pc:sldMk cId="4208994639" sldId="364"/>
            <ac:graphicFrameMk id="48" creationId="{29B6B899-6ACA-41AB-914A-76573652C8C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22-4DF1-95B0-FB73BC46F6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22-4DF1-95B0-FB73BC46F6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22-4DF1-95B0-FB73BC46F6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61</c:v>
                </c:pt>
                <c:pt idx="3">
                  <c:v>69</c:v>
                </c:pt>
                <c:pt idx="4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22-4DF1-95B0-FB73BC46F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09/03/2023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09/03/2023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79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1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2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35" indent="0" algn="ctr">
              <a:buNone/>
              <a:defRPr sz="2000"/>
            </a:lvl2pPr>
            <a:lvl3pPr marL="914271" indent="0" algn="ctr">
              <a:buNone/>
              <a:defRPr sz="1800"/>
            </a:lvl3pPr>
            <a:lvl4pPr marL="1371405" indent="0" algn="ctr">
              <a:buNone/>
              <a:defRPr sz="1600"/>
            </a:lvl4pPr>
            <a:lvl5pPr marL="1828540" indent="0" algn="ctr">
              <a:buNone/>
              <a:defRPr sz="1600"/>
            </a:lvl5pPr>
            <a:lvl6pPr marL="2285675" indent="0" algn="ctr">
              <a:buNone/>
              <a:defRPr sz="1600"/>
            </a:lvl6pPr>
            <a:lvl7pPr marL="2742810" indent="0" algn="ctr">
              <a:buNone/>
              <a:defRPr sz="1600"/>
            </a:lvl7pPr>
            <a:lvl8pPr marL="3199944" indent="0" algn="ctr">
              <a:buNone/>
              <a:defRPr sz="1600"/>
            </a:lvl8pPr>
            <a:lvl9pPr marL="365708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35" indent="0">
              <a:buNone/>
              <a:defRPr sz="1300">
                <a:solidFill>
                  <a:schemeClr val="tx2"/>
                </a:solidFill>
              </a:defRPr>
            </a:lvl2pPr>
            <a:lvl3pPr marL="914271" indent="0">
              <a:buNone/>
              <a:defRPr sz="1300">
                <a:solidFill>
                  <a:schemeClr val="tx2"/>
                </a:solidFill>
              </a:defRPr>
            </a:lvl3pPr>
            <a:lvl4pPr marL="1371405" indent="0">
              <a:buNone/>
              <a:defRPr sz="1300">
                <a:solidFill>
                  <a:schemeClr val="tx2"/>
                </a:solidFill>
              </a:defRPr>
            </a:lvl4pPr>
            <a:lvl5pPr marL="182854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4238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67"/>
            <a:ext cx="1849821" cy="292374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939" indent="-395944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2810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1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3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4099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5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7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027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6" y="3199547"/>
            <a:ext cx="10758733" cy="3189036"/>
          </a:xfrm>
        </p:spPr>
        <p:txBody>
          <a:bodyPr numCol="2" spcCol="719898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3606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3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4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0797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124715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6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02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4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037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4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4" y="1232634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7" y="3811311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097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6"/>
            <a:ext cx="3365479" cy="1292647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914271"/>
            <a:endParaRPr lang="pt-PT" sz="1300">
              <a:solidFill>
                <a:srgbClr val="6E7678"/>
              </a:solidFill>
            </a:endParaRPr>
          </a:p>
          <a:p>
            <a:pPr defTabSz="914271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49714"/>
            <a:ext cx="3365479" cy="732138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3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1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104445037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104445037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427" tIns="45713" rIns="91427" bIns="45713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914271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104445037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90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l" defTabSz="91427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8" indent="-228568" algn="l" defTabSz="9142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3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0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7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1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4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 dirty="0" err="1"/>
              <a:t>Projeto</a:t>
            </a:r>
            <a:r>
              <a:rPr lang="es-ES" dirty="0"/>
              <a:t> </a:t>
            </a:r>
            <a:r>
              <a:rPr lang="es-ES" dirty="0" err="1"/>
              <a:t>Repositório</a:t>
            </a:r>
            <a:r>
              <a:rPr lang="es-ES" dirty="0"/>
              <a:t> Consolidado de </a:t>
            </a:r>
            <a:r>
              <a:rPr lang="es-ES" dirty="0" err="1"/>
              <a:t>Garantias</a:t>
            </a:r>
            <a:endParaRPr lang="es-ES" dirty="0"/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Para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conhecimento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Confidencial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 dirty="0">
                <a:solidFill>
                  <a:schemeClr val="tx2"/>
                </a:solidFill>
              </a:rPr>
              <a:t>22 de Fevereiro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Plano e </a:t>
            </a:r>
            <a:r>
              <a:rPr lang="pt-PT" i="1"/>
              <a:t>status</a:t>
            </a:r>
            <a:r>
              <a:rPr lang="pt-PT"/>
              <a:t> do projeto</a:t>
            </a:r>
            <a:br>
              <a:rPr lang="pt-PT"/>
            </a:b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135" name="Text Box 94">
            <a:extLst>
              <a:ext uri="{FF2B5EF4-FFF2-40B4-BE49-F238E27FC236}">
                <a16:creationId xmlns:a16="http://schemas.microsoft.com/office/drawing/2014/main" id="{25C840E4-CC1E-4688-B78A-DC480A52211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49862" y="3084385"/>
            <a:ext cx="684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i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Status</a:t>
            </a:r>
            <a:endParaRPr lang="en-US" sz="750" b="1" i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0213" y="3084385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jan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8694856" y="5432377"/>
            <a:ext cx="1140614" cy="215444"/>
            <a:chOff x="3461156" y="6486804"/>
            <a:chExt cx="1140614" cy="21544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Duração prevista</a:t>
              </a:r>
            </a:p>
          </p:txBody>
        </p:sp>
      </p:grpSp>
      <p:sp>
        <p:nvSpPr>
          <p:cNvPr id="76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5659" y="3383125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1. Análise e Especificação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3389917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sp>
        <p:nvSpPr>
          <p:cNvPr id="158" name="Text Box 94">
            <a:extLst>
              <a:ext uri="{FF2B5EF4-FFF2-40B4-BE49-F238E27FC236}">
                <a16:creationId xmlns:a16="http://schemas.microsoft.com/office/drawing/2014/main" id="{551A29D8-2A59-4DC8-BD2D-815823D5033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55659" y="4002861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defTabSz="679879" eaLnBrk="0"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rPr>
              <a:t>3.Validações com BDR</a:t>
            </a:r>
            <a:endParaRPr lang="en-US" sz="1000" b="1" kern="0" baseline="30000" dirty="0">
              <a:solidFill>
                <a:sysClr val="windowText" lastClr="000000"/>
              </a:solidFill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Text Box 94">
            <a:extLst>
              <a:ext uri="{FF2B5EF4-FFF2-40B4-BE49-F238E27FC236}">
                <a16:creationId xmlns:a16="http://schemas.microsoft.com/office/drawing/2014/main" id="{BECE4A3A-F8BF-4121-B485-62456EE1E66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40554" y="4061566"/>
            <a:ext cx="2196000" cy="1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BDR (2/2)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74564" y="308518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fev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278916" y="307965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mar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84578" y="3439894"/>
            <a:ext cx="6084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3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55659" y="3682068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2. Implementação IT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7850682" y="5442154"/>
            <a:ext cx="1116124" cy="215444"/>
            <a:chOff x="8508024" y="4687884"/>
            <a:chExt cx="1116124" cy="21544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8591534" y="468788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/>
                <a:t>Milestone</a:t>
              </a:r>
            </a:p>
          </p:txBody>
        </p:sp>
        <p:sp>
          <p:nvSpPr>
            <p:cNvPr id="144" name="Diamond 143"/>
            <p:cNvSpPr/>
            <p:nvPr/>
          </p:nvSpPr>
          <p:spPr>
            <a:xfrm>
              <a:off x="8508024" y="4724617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97944" y="5501450"/>
            <a:ext cx="7662486" cy="707886"/>
            <a:chOff x="897944" y="5420680"/>
            <a:chExt cx="7078341" cy="707886"/>
          </a:xfrm>
        </p:grpSpPr>
        <p:sp>
          <p:nvSpPr>
            <p:cNvPr id="2" name="TextBox 1"/>
            <p:cNvSpPr txBox="1"/>
            <p:nvPr/>
          </p:nvSpPr>
          <p:spPr>
            <a:xfrm>
              <a:off x="897944" y="5420680"/>
              <a:ext cx="7078341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1000" i="1" dirty="0"/>
                <a:t>      </a:t>
              </a:r>
              <a:r>
                <a:rPr lang="pt-PT" sz="1000" i="1" dirty="0" err="1"/>
                <a:t>Milestones</a:t>
              </a:r>
              <a:endParaRPr lang="pt-PT" sz="1000" i="1" dirty="0"/>
            </a:p>
            <a:p>
              <a:r>
                <a:rPr lang="pt-PT" sz="1000" dirty="0"/>
                <a:t>#1/2/3 Envio de ficheiros relativos ao fecho 31 de Dezembro para carga na BDR2</a:t>
              </a:r>
            </a:p>
            <a:p>
              <a:r>
                <a:rPr lang="pt-PT" sz="1000" dirty="0"/>
                <a:t>#4 Envio de ficheiros relativos ao fecho 31 de Janeiro 2023 para carga na BDR2</a:t>
              </a:r>
            </a:p>
            <a:p>
              <a:endParaRPr lang="pt-PT" sz="1000" dirty="0"/>
            </a:p>
          </p:txBody>
        </p:sp>
        <p:sp>
          <p:nvSpPr>
            <p:cNvPr id="59" name="Diamond 58"/>
            <p:cNvSpPr/>
            <p:nvPr/>
          </p:nvSpPr>
          <p:spPr>
            <a:xfrm>
              <a:off x="972676" y="5468643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8460DDC-2A11-4BED-9BC2-A49D694C5113}"/>
              </a:ext>
            </a:extLst>
          </p:cNvPr>
          <p:cNvGrpSpPr/>
          <p:nvPr/>
        </p:nvGrpSpPr>
        <p:grpSpPr>
          <a:xfrm>
            <a:off x="6963946" y="2202386"/>
            <a:ext cx="72000" cy="2016000"/>
            <a:chOff x="8591931" y="882133"/>
            <a:chExt cx="69623" cy="435104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8626743" y="882133"/>
              <a:ext cx="0" cy="43510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314BCB-D6F4-4EAC-AD52-975CC69FEC30}"/>
                </a:ext>
              </a:extLst>
            </p:cNvPr>
            <p:cNvSpPr/>
            <p:nvPr/>
          </p:nvSpPr>
          <p:spPr>
            <a:xfrm>
              <a:off x="8591931" y="882135"/>
              <a:ext cx="69623" cy="9577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05568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17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22243" y="1512018"/>
            <a:ext cx="10095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O plano apresentado têm como objetivo assegurar que a BDR, passe a receber informação do modelo consolidado de garantias.</a:t>
            </a:r>
            <a:endParaRPr lang="en-US" sz="1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993269" y="5422610"/>
            <a:ext cx="856499" cy="219258"/>
            <a:chOff x="6845932" y="5406463"/>
            <a:chExt cx="1169076" cy="21544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6982394" y="5406463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 err="1"/>
                <a:t>Go</a:t>
              </a:r>
              <a:r>
                <a:rPr lang="pt-PT" sz="800" i="1" dirty="0"/>
                <a:t> Live</a:t>
              </a:r>
            </a:p>
          </p:txBody>
        </p:sp>
        <p:sp>
          <p:nvSpPr>
            <p:cNvPr id="8" name="Wave 7"/>
            <p:cNvSpPr/>
            <p:nvPr/>
          </p:nvSpPr>
          <p:spPr>
            <a:xfrm>
              <a:off x="6845932" y="5455373"/>
              <a:ext cx="152292" cy="117625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6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497574" y="3741478"/>
            <a:ext cx="6048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442209" y="2624624"/>
            <a:ext cx="197635" cy="1584000"/>
            <a:chOff x="10285957" y="2624624"/>
            <a:chExt cx="197635" cy="2493762"/>
          </a:xfrm>
          <a:solidFill>
            <a:srgbClr val="92D050"/>
          </a:solidFill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10292618" y="2741318"/>
              <a:ext cx="0" cy="2377068"/>
            </a:xfrm>
            <a:prstGeom prst="line">
              <a:avLst/>
            </a:prstGeom>
            <a:grpFill/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6" name="Wave 5"/>
            <p:cNvSpPr/>
            <p:nvPr/>
          </p:nvSpPr>
          <p:spPr>
            <a:xfrm>
              <a:off x="10285957" y="2624624"/>
              <a:ext cx="197635" cy="186544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9721297" y="5441127"/>
            <a:ext cx="1140614" cy="215444"/>
            <a:chOff x="3461156" y="6486804"/>
            <a:chExt cx="1140614" cy="215444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pattFill prst="lt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Em atraso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4026834"/>
            <a:ext cx="940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45496" fontAlgn="ctr">
              <a:defRPr/>
            </a:pPr>
            <a:r>
              <a:rPr lang="pt-PT" sz="800" b="1" dirty="0">
                <a:solidFill>
                  <a:schemeClr val="bg1">
                    <a:lumMod val="75000"/>
                  </a:schemeClr>
                </a:solidFill>
                <a:sym typeface="Wingdings 3" panose="05040102010807070707" pitchFamily="18" charset="2"/>
              </a:rPr>
              <a:t>●</a:t>
            </a:r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 </a:t>
            </a:r>
            <a:r>
              <a:rPr lang="pt-PT" sz="800" dirty="0"/>
              <a:t>Por iniciar</a:t>
            </a:r>
            <a:endParaRPr lang="pt-PT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8709" y="3708376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0688" y="243941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Live BDR</a:t>
            </a:r>
            <a:endParaRPr lang="en-US" sz="800" dirty="0"/>
          </a:p>
        </p:txBody>
      </p:sp>
      <p:sp>
        <p:nvSpPr>
          <p:cNvPr id="4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683267" y="3082109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Abril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081383" y="3078811"/>
            <a:ext cx="576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…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5067681" y="2532735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47" name="Diamond 46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900126" y="241391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#1</a:t>
            </a:r>
            <a:endParaRPr lang="en-US" sz="500" dirty="0"/>
          </a:p>
        </p:txBody>
      </p:sp>
      <p:grpSp>
        <p:nvGrpSpPr>
          <p:cNvPr id="49" name="Group 48"/>
          <p:cNvGrpSpPr/>
          <p:nvPr/>
        </p:nvGrpSpPr>
        <p:grpSpPr>
          <a:xfrm>
            <a:off x="6878897" y="2545266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51" name="Diamond 50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711342" y="242644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#4</a:t>
            </a:r>
            <a:endParaRPr lang="en-US" sz="5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6670930" y="2483165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55" name="Diamond 54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503375" y="236434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#3</a:t>
            </a:r>
            <a:endParaRPr lang="en-US" sz="500" dirty="0"/>
          </a:p>
        </p:txBody>
      </p:sp>
      <p:grpSp>
        <p:nvGrpSpPr>
          <p:cNvPr id="57" name="Group 56"/>
          <p:cNvGrpSpPr/>
          <p:nvPr/>
        </p:nvGrpSpPr>
        <p:grpSpPr>
          <a:xfrm>
            <a:off x="5965110" y="2526386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60" name="Diamond 59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5797555" y="240756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#2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81127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073014"/>
              </p:ext>
            </p:extLst>
          </p:nvPr>
        </p:nvGraphicFramePr>
        <p:xfrm>
          <a:off x="722242" y="2202181"/>
          <a:ext cx="10003785" cy="3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975750986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42577957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1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2 317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-827 246 890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2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63 610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(957)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-4 416 223 401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(-263 055 095)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3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188 882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(188 882)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17 428 497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(17 428 497)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Fevereiro.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(237)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25 941 693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(25 941 693)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95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177 739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(177 739)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-5 753 154 056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(-5 753 154 056)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950" i="1" u="none" strike="noStrike" dirty="0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 dirty="0">
                          <a:effectLst/>
                          <a:latin typeface="+mj-lt"/>
                        </a:rPr>
                        <a:t>).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-74 632 852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(-1 071 700)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-169 529 027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(-15 301 001)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effectLst/>
                <a:ea typeface="Times New Roman" panose="02020603050405020304" pitchFamily="18" charset="0"/>
              </a:rPr>
              <a:t>alterações que foram realizadas no modelo face à situação existe atualmente no BIYR2500 com impacto nos resultados:</a:t>
            </a:r>
            <a:endParaRPr lang="en-US" sz="11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1</a:t>
            </a:r>
            <a:r>
              <a:rPr lang="pt-BR" sz="80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5A9D1-3D25-764B-470C-41E1E3DFF445}"/>
              </a:ext>
            </a:extLst>
          </p:cNvPr>
          <p:cNvSpPr/>
          <p:nvPr/>
        </p:nvSpPr>
        <p:spPr>
          <a:xfrm>
            <a:off x="-24384" y="355663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FFC000"/>
                </a:solidFill>
              </a:rPr>
              <a:t>ATUALIZADO</a:t>
            </a:r>
          </a:p>
        </p:txBody>
      </p:sp>
    </p:spTree>
    <p:extLst>
      <p:ext uri="{BB962C8B-B14F-4D97-AF65-F5344CB8AC3E}">
        <p14:creationId xmlns:p14="http://schemas.microsoft.com/office/powerpoint/2010/main" val="1115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185639"/>
              </p:ext>
            </p:extLst>
          </p:nvPr>
        </p:nvGraphicFramePr>
        <p:xfrm>
          <a:off x="722242" y="2202181"/>
          <a:ext cx="10003785" cy="19068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026657748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150223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-286 686 773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(-572 258)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691 118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(212)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95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95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367 626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(76)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-199 933 900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(-199 933 900)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63 508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(63 508)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-1 005 187 095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(-1 005 187 095)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ea typeface="Times New Roman" panose="02020603050405020304" pitchFamily="18" charset="0"/>
              </a:rPr>
              <a:t>alterações que foram realizadas no modelo face à situação existe atualmente no BIYR2500 com impacto nos resultados:</a:t>
            </a:r>
            <a:endParaRPr lang="en-US" sz="11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1</a:t>
            </a:r>
            <a:r>
              <a:rPr lang="pt-BR" sz="800" dirty="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819E3-7C99-EDCC-E06D-A812AF7F6974}"/>
              </a:ext>
            </a:extLst>
          </p:cNvPr>
          <p:cNvSpPr/>
          <p:nvPr/>
        </p:nvSpPr>
        <p:spPr>
          <a:xfrm>
            <a:off x="-24384" y="349567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DA675-2166-5710-9060-2789DFBAC0DE}"/>
              </a:ext>
            </a:extLst>
          </p:cNvPr>
          <p:cNvSpPr/>
          <p:nvPr/>
        </p:nvSpPr>
        <p:spPr>
          <a:xfrm>
            <a:off x="-24384" y="380047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</p:spTree>
    <p:extLst>
      <p:ext uri="{BB962C8B-B14F-4D97-AF65-F5344CB8AC3E}">
        <p14:creationId xmlns:p14="http://schemas.microsoft.com/office/powerpoint/2010/main" val="403185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144935"/>
              </p:ext>
            </p:extLst>
          </p:nvPr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(2)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78 435 758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4 205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44 715 312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-33 720 446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410 173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34 997 179 494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370 068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24 273 233 037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-40 105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-10 723 946 458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8 196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1 254 103 761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8 095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735 152 008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-518 951 753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1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373 867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58 495 118 376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406 438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57 755 557 052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-739 561 325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38 759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1 709 236 992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33 420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161 728 449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-5 339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-1 547 508 542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5 374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1 580 125 926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1 530 155 865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-49 970 061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lt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837 377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98 114 200 308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827 258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84 500 541 722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-10 119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-13 613 658 586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/>
              <a:t>Comparação de universo e montantes de avaliações (dados de dezembro 2022):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85123"/>
              </p:ext>
            </p:extLst>
          </p:nvPr>
        </p:nvGraphicFramePr>
        <p:xfrm>
          <a:off x="722243" y="1992456"/>
          <a:ext cx="10251850" cy="311203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598786217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baseline="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∆ Follow-up</a:t>
                      </a: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27 233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-2 600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1 974 112 045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1 974 112 045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339 388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339 388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21 049 160 744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27 790 073 398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-6 740 912 654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879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1 521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-320 230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14 091 691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13 987 674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104 017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368 142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16 558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23 037 364 480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29 778 173 117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-6 740 808 637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algn="l"/>
                      <a:r>
                        <a:rPr lang="pt-PT" sz="1000" b="1"/>
                        <a:t>2) Exclusivo Novo Modelo de Garantias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Resolvido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367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935 955 730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935 955 730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399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205 328 848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205 328 848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8044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199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-8 116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27 834 261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27 834 261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693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961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66 749 718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66 749 718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1 926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-7 817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1 235 868 557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1 235 868 557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6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64 729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1 033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4 740 394 645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-4 740 394 645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Resolvido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50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131 675 240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-131 675 240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981715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134 160 977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-134 160 977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92237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2 710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186 349 466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-186 349 466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79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26 426 050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-26 426 050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67 757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5 219 006 377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-5 219 006 377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3268" y="639758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5091377"/>
            <a:ext cx="9645107" cy="866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Montante da garantia pessoal reflete o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valor da reponsabilidade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 e não o do processo.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Montante da garantia resulta da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multiplicação do valor da responsabilidade pela percentagem de cobertura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 do cliente.</a:t>
            </a:r>
          </a:p>
          <a:p>
            <a:pPr marL="228600" indent="-228600">
              <a:buFont typeface="+mj-lt"/>
              <a:buAutoNum type="arabicPeriod"/>
            </a:pPr>
            <a:endParaRPr lang="pt-PT" sz="900" u="sng" dirty="0">
              <a:solidFill>
                <a:schemeClr val="tx1"/>
              </a:solidFill>
              <a:latin typeface="+mj-lt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 | 3) Exclusivo BIYR2500:</a:t>
            </a:r>
          </a:p>
          <a:p>
            <a:pPr marL="228600" indent="-228600">
              <a:buFont typeface="+mj-lt"/>
              <a:buAutoNum type="arabicPeriod"/>
            </a:pPr>
            <a:endParaRPr lang="pt-PT" sz="900" u="sng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garantias manuais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cauções carregadas pora o respetivo emitente/programa.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174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936975"/>
              </p:ext>
            </p:extLst>
          </p:nvPr>
        </p:nvGraphicFramePr>
        <p:xfrm>
          <a:off x="722243" y="1992456"/>
          <a:ext cx="10251850" cy="218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029540360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4 723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414 975 605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414 975 605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3 165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299 668 568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298 609 824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1 058 744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5 678 265,49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5 675 363,27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2 902,22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14 301 120,90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11 535 490,26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2 765 630,64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8 066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734 623 559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730 796 282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3 827 277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523 304 145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-523 304 145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523 307 479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-523 307 479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 | 1) Universo Comum: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 dirty="0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 dirty="0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 | 3) Exclusivo BIYR2500:</a:t>
            </a:r>
            <a:endParaRPr lang="pt-PT" sz="900" b="1" dirty="0">
              <a:solidFill>
                <a:schemeClr val="tx1"/>
              </a:solidFill>
              <a:latin typeface="+mj-lt"/>
            </a:endParaRP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1349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03503"/>
              </p:ext>
            </p:extLst>
          </p:nvPr>
        </p:nvGraphicFramePr>
        <p:xfrm>
          <a:off x="722243" y="1992456"/>
          <a:ext cx="10251850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178368914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215 126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9 459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430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1 734 391 534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2 164 665 641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-430 274 107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190 778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10 807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15 441 792 449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15 485 671 203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-43 878 754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406 334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57 754 906 496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58 229 059 357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-474 152 861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2)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 | 1) Universo Comum: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independentemente da origem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percentagem de avaliação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atribuida ao BST no que respeita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IFRRUs,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terá como base o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financiamento inicial do IFRRU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não o saldo em dívida atual.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 | 3) Exclusivo BIYR9500:</a:t>
            </a:r>
          </a:p>
          <a:p>
            <a:endParaRPr lang="pt-PT" sz="900" b="1" dirty="0">
              <a:solidFill>
                <a:schemeClr val="accent4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32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36324"/>
              </p:ext>
            </p:extLst>
          </p:nvPr>
        </p:nvGraphicFramePr>
        <p:xfrm>
          <a:off x="722243" y="1992456"/>
          <a:ext cx="10251850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230561210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5 116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1 551 374 926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1 551 374 926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2 628 496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975 300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5 133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1 554 003 422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1 552 350 226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  <a:endParaRPr lang="pt-PT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3746973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964666"/>
              </p:ext>
            </p:extLst>
          </p:nvPr>
        </p:nvGraphicFramePr>
        <p:xfrm>
          <a:off x="722243" y="4116413"/>
          <a:ext cx="10251850" cy="164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13395681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10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0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10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33 396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33 396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161 690 161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1 603 163 439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-1 441 473 278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329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33 419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33 419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161 690 161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1 603 163 439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-1 441 473 278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5 340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106 073 552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-106 073 552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5 340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106 073 552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-106 073 552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177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Factoring</a:t>
            </a:r>
            <a:r>
              <a:rPr lang="pt-PT" sz="10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833646"/>
              </p:ext>
            </p:extLst>
          </p:nvPr>
        </p:nvGraphicFramePr>
        <p:xfrm>
          <a:off x="722243" y="1992456"/>
          <a:ext cx="10251850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28658769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1 692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18 812 663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18 812 663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2 513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25 902 649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42 750 553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-16 847 904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4 205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4 205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44 715 312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61 563 216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-16 847 904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655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16 872 542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-16 872 542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655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16 872 542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-16 872 542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152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Capital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Modelo VS JM_GARANT_CTO</a:t>
            </a:r>
            <a:endParaRPr lang="en-US" sz="1000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031844"/>
              </p:ext>
            </p:extLst>
          </p:nvPr>
        </p:nvGraphicFramePr>
        <p:xfrm>
          <a:off x="722243" y="203843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Valor de avaliação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Tipologia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 dirty="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 dirty="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 dirty="0">
                          <a:effectLst/>
                          <a:latin typeface="+mj-lt"/>
                        </a:rPr>
                        <a:t> Financeira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9 043,00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9 042,00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752 650 981,03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752 650 816,91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377 707,00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377 707,00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59 960 655 257,64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59 960 655 257,64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 dirty="0">
                          <a:effectLst/>
                          <a:latin typeface="+mj-lt"/>
                        </a:rPr>
                        <a:t> Pessoais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378 071,00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377 872,00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-199,00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24 479 678 455,82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24 107 771 322,35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-371 907 133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764 821,00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764 621,00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-200,00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85 192 984 694,49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84 821 077 396,90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-371 907 298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5981029"/>
            <a:ext cx="53351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1. Tabela JM_GARANT_CTO carregada na BDR2 e resulta do processo utilizando o Novo Modelo de Garantias.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359176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3114675" y="3441975"/>
            <a:ext cx="6543676" cy="23301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Capital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Capital</a:t>
            </a:r>
            <a:r>
              <a:rPr lang="pt-PT" sz="1000" b="1" baseline="30000" dirty="0">
                <a:solidFill>
                  <a:schemeClr val="tx1"/>
                </a:solidFill>
              </a:rPr>
              <a:t>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6436" y="3576597"/>
          <a:ext cx="5460155" cy="1412305"/>
        </p:xfrm>
        <a:graphic>
          <a:graphicData uri="http://schemas.openxmlformats.org/drawingml/2006/table">
            <a:tbl>
              <a:tblPr/>
              <a:tblGrid>
                <a:gridCol w="1781861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9 247 573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6 647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9 254 219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43 708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46 691 409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103 817 908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150 509 316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Dos</a:t>
                      </a:r>
                      <a:r>
                        <a:rPr lang="pt-PT" sz="800" b="0" i="0" u="none" strike="noStrike" baseline="0" dirty="0">
                          <a:effectLst/>
                          <a:latin typeface="+mj-lt"/>
                        </a:rPr>
                        <a:t> quais: </a:t>
                      </a:r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Pessoais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10 088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18 927 079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103 626 611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122 553 690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105388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55 938 981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103 824 554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159 763 535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 Outras</a:t>
                      </a:r>
                      <a:r>
                        <a:rPr lang="pt-PT" sz="9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Diferenças *</a:t>
                      </a:r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251 197 783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-1 815 984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249 381 800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6436" y="5047431"/>
            <a:ext cx="5725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* Foram identificadas </a:t>
            </a:r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não inerentes ao novo modelo de garantias</a:t>
            </a: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Alteração da maturidade ao nível do motor (carteiras de Foundation IRB)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Cálculo do LTV diferente entre motores (utilização de montante de avaliação atual vs inicial)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no motor NDD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2038432"/>
          <a:ext cx="6420320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4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9 387 813 312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9 694 950 076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307 136 764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32 286 779 303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32 195 009 517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-91 769 786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1 704 824 158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1 806 832 729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102 008 571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21 423 368 106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21 015 833 210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-407 534 897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11 092 637 470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11 501 782 805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409 145 335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53 710 147 409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53 210 842 727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-499 304 682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5295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1. Universo definido com base na combinação entre o método de cálculo de capital, segmento e contrato BDR.</a:t>
            </a:r>
            <a:r>
              <a:rPr lang="pt-BR" sz="800" dirty="0"/>
              <a:t> </a:t>
            </a:r>
          </a:p>
          <a:p>
            <a:r>
              <a:rPr lang="pt-PT" sz="800" dirty="0"/>
              <a:t>2. BDR1 resulta do processo atual do BIYR9500.</a:t>
            </a:r>
          </a:p>
          <a:p>
            <a:r>
              <a:rPr lang="pt-PT" sz="800" dirty="0"/>
              <a:t>3. BDR2 resulta do processo utilizando o Novo Modelo de Garantias.</a:t>
            </a:r>
            <a:endParaRPr lang="pt-BR" sz="800" dirty="0"/>
          </a:p>
        </p:txBody>
      </p:sp>
      <p:sp>
        <p:nvSpPr>
          <p:cNvPr id="36" name="Rectangle 35"/>
          <p:cNvSpPr/>
          <p:nvPr/>
        </p:nvSpPr>
        <p:spPr>
          <a:xfrm>
            <a:off x="3228975" y="2152651"/>
            <a:ext cx="1028700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844827" y="1900289"/>
            <a:ext cx="440184" cy="264318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1.4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Imparidade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/>
              <a:t>Foi realizada uma simulação no dia </a:t>
            </a:r>
            <a:r>
              <a:rPr lang="pt-PT" sz="1000" b="1" u="sng" dirty="0"/>
              <a:t>13 de Janeiro</a:t>
            </a:r>
            <a:r>
              <a:rPr lang="pt-PT" sz="1000" dirty="0"/>
              <a:t>, com todas as correções realizadas até a data e foram obtidos os seguintes resultados: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contratos com diferenças de provisão: </a:t>
            </a:r>
            <a:r>
              <a:rPr lang="pt-PT" sz="1000" b="1" dirty="0"/>
              <a:t>2.159</a:t>
            </a:r>
            <a:r>
              <a:rPr lang="pt-PT" sz="1000" baseline="30000" dirty="0"/>
              <a:t>1</a:t>
            </a:r>
            <a:r>
              <a:rPr lang="pt-PT" sz="1000" b="1" dirty="0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garantias duplicadas: </a:t>
            </a:r>
            <a:r>
              <a:rPr lang="pt-PT" sz="1000" b="1" dirty="0"/>
              <a:t>0;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Aumento na provisão, da Análise Coletiva, apurada face ao rácio de Dezembro de 2022: </a:t>
            </a:r>
            <a:r>
              <a:rPr lang="pt-PT" sz="1000" b="1" dirty="0"/>
              <a:t>+1.965 milhões€ (em valores consolidados com Análise Individual representa um aumento de +947k€)</a:t>
            </a:r>
            <a:endParaRPr lang="pt-PT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722243" y="5999625"/>
            <a:ext cx="8008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aseline="30000" dirty="0"/>
              <a:t>1</a:t>
            </a:r>
            <a:r>
              <a:rPr lang="pt-PT" sz="800" dirty="0"/>
              <a:t> Valor considera todos os contratos com diferenças de provisão, cujo total das diferenças podem não estar todas relacionadas com o </a:t>
            </a:r>
            <a:r>
              <a:rPr lang="pt-PT" sz="800" i="1" dirty="0" err="1"/>
              <a:t>go</a:t>
            </a:r>
            <a:r>
              <a:rPr lang="pt-PT" sz="800" i="1" dirty="0"/>
              <a:t> live</a:t>
            </a:r>
            <a:r>
              <a:rPr lang="pt-PT" sz="800" dirty="0"/>
              <a:t> do modelo de garantias.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EC5897-52EA-7EEA-9788-85B735F6DB4F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Imparidade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1.5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Módulo de Controlos Garantias – Dezembro 2022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817972" y="6295641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 dirty="0">
                <a:latin typeface="Santander Text" panose="020B0504020201020104" pitchFamily="34" charset="0"/>
              </a:rPr>
              <a:t>1  </a:t>
            </a:r>
            <a:r>
              <a:rPr lang="pt-PT" sz="800" dirty="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1100" dirty="0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644C12CA-C815-405D-A669-1C04E68F01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805219"/>
              </p:ext>
            </p:extLst>
          </p:nvPr>
        </p:nvGraphicFramePr>
        <p:xfrm>
          <a:off x="10658645" y="1584088"/>
          <a:ext cx="4794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380753" imgH="806311" progId="Excel.Sheet.12">
                  <p:embed/>
                </p:oleObj>
              </mc:Choice>
              <mc:Fallback>
                <p:oleObj name="Worksheet" showAsIcon="1" r:id="rId2" imgW="380753" imgH="806311" progId="Excel.Sheet.12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644C12CA-C815-405D-A669-1C04E68F01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58645" y="1584088"/>
                        <a:ext cx="479425" cy="101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11028" y="2006816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Dezembro</a:t>
                      </a:r>
                      <a:endParaRPr lang="en-US" sz="1200" b="0" i="0" u="none" strike="noStrike" kern="120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200" b="0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/>
        </p:nvGraphicFramePr>
        <p:xfrm>
          <a:off x="4344921" y="2006060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46490" y="2006060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400" dirty="0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400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61B9C1-7B97-46CD-8226-E9048CCC1254}"/>
              </a:ext>
            </a:extLst>
          </p:cNvPr>
          <p:cNvSpPr/>
          <p:nvPr/>
        </p:nvSpPr>
        <p:spPr>
          <a:xfrm>
            <a:off x="7099704" y="364304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(6%)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8041625" y="3649968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(4%)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975679" y="3643040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(3%)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917878" y="364284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chemeClr val="bg1"/>
                </a:solidFill>
                <a:latin typeface="Santander Text" panose="020B0504020201020104" pitchFamily="34" charset="0"/>
              </a:rPr>
              <a:t>2 (2%) 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11028" y="4699382"/>
          <a:ext cx="10608249" cy="15931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1494 (0,52%)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Nov/22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5951 (1,47%)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Serviço de Crédito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(1,19%)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DPs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cativos sem saldo disponível ou que não cobre a o montante cativo de garantia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(2,01%)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(3,42%)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e equipa do projeto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1005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CC, TT ou FU dados como garantia com saldo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inferior ao montante cativo total</a:t>
                      </a:r>
                      <a:endParaRPr lang="pt-PT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Jan/23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140 (2,04%)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12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Próximos </a:t>
            </a:r>
            <a:r>
              <a:rPr lang="es-ES" dirty="0" err="1"/>
              <a:t>Passos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2. Próximos Passos </a:t>
            </a:r>
            <a:r>
              <a:rPr lang="es-ES" sz="1600" dirty="0"/>
              <a:t>(1|2)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17</a:t>
            </a:fld>
            <a:endParaRPr lang="es-E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B88808-D1A1-0551-AFD9-87ABBF80E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987102"/>
              </p:ext>
            </p:extLst>
          </p:nvPr>
        </p:nvGraphicFramePr>
        <p:xfrm>
          <a:off x="722242" y="1744981"/>
          <a:ext cx="10440001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72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5422476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1815613397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Área responsável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u="none" strike="noStrike" dirty="0">
                          <a:effectLst/>
                          <a:latin typeface="+mj-lt"/>
                        </a:rPr>
                        <a:t>Análise de impactos na ótica da </a:t>
                      </a:r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área de Modelos</a:t>
                      </a:r>
                      <a:endParaRPr lang="pt-PT" sz="11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Modelos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n/a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u="none" strike="noStrike" dirty="0">
                          <a:effectLst/>
                          <a:latin typeface="+mj-lt"/>
                        </a:rPr>
                        <a:t>Análise de diferenças de montantes de avaliação do universo de </a:t>
                      </a:r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garantias Imobiliárias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190 888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55 599 522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Definição de metodologia para aprovisionamento das avaliações de </a:t>
                      </a:r>
                      <a:r>
                        <a:rPr lang="pt-PT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 Imobiliário </a:t>
                      </a:r>
                      <a:r>
                        <a:rPr lang="pt-PT" sz="11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que “regressaram” da aplicação de contencioso</a:t>
                      </a:r>
                      <a:r>
                        <a:rPr lang="pt-PT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endParaRPr lang="pt-PT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 / </a:t>
                      </a:r>
                      <a:r>
                        <a:rPr lang="pt-PT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241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27 775 701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725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de diferenças de montantes de avaliação do universo de </a:t>
                      </a:r>
                      <a:r>
                        <a:rPr lang="pt-PT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garantias Pessoais, incluindo </a:t>
                      </a:r>
                      <a:r>
                        <a:rPr lang="pt-PT" sz="110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Leasing.</a:t>
                      </a:r>
                      <a:endParaRPr lang="pt-PT" sz="1100" b="1" i="1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dirty="0"/>
                        <a:t>6 381</a:t>
                      </a:r>
                      <a:r>
                        <a:rPr lang="pt-PT" sz="1100" baseline="30000" dirty="0"/>
                        <a:t>1</a:t>
                      </a:r>
                      <a:endParaRPr lang="pt-PT" sz="1100" b="0" i="0" u="none" strike="noStrike" kern="1200" baseline="300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dirty="0"/>
                        <a:t>199 287 609</a:t>
                      </a:r>
                      <a:endParaRPr lang="pt-PT" sz="1100" b="0" i="0" u="none" strike="noStrike" dirty="0">
                        <a:effectLst/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894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e resolução de diferenças entre o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Modelo Base de Garantias 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(GT018) e as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1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CDO / IT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e resolução de diferenças entre as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1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do Modelo de Garantias 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(GT015) e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BDR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(JM_GARANT_CTO)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CDO / 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200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371 907 298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Continuação da análise de impactos na ótica da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área de Capital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CDO / Capital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0" i="0" u="none" strike="noStrike" dirty="0"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516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ABDB758-49D6-DF64-0640-787254D8C769}"/>
              </a:ext>
            </a:extLst>
          </p:cNvPr>
          <p:cNvSpPr txBox="1"/>
          <p:nvPr/>
        </p:nvSpPr>
        <p:spPr>
          <a:xfrm>
            <a:off x="547532" y="792666"/>
            <a:ext cx="1075873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 dirty="0"/>
              <a:t>Atividades </a:t>
            </a:r>
            <a:r>
              <a:rPr lang="pt-PT" i="1" u="sng" dirty="0"/>
              <a:t>WIP</a:t>
            </a:r>
            <a:r>
              <a:rPr lang="pt-PT" u="sng" dirty="0"/>
              <a:t> com impacto no </a:t>
            </a:r>
            <a:r>
              <a:rPr lang="pt-PT" i="1" u="sng" dirty="0"/>
              <a:t>Go Live</a:t>
            </a:r>
            <a:r>
              <a:rPr lang="pt-PT" u="sng" dirty="0"/>
              <a:t> para rácio de Fevereiro 2023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510AB86-A3F2-3CD8-18B7-E2E5E383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99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2. Próximos Passos </a:t>
            </a:r>
            <a:r>
              <a:rPr lang="es-ES" sz="1600" dirty="0"/>
              <a:t>(2|2)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 dirty="0"/>
              <a:t>Outras atividades com impacto no </a:t>
            </a:r>
            <a:r>
              <a:rPr lang="pt-PT" i="1" u="sng" dirty="0"/>
              <a:t>Go Live</a:t>
            </a:r>
            <a:r>
              <a:rPr lang="pt-PT" u="sng" dirty="0"/>
              <a:t> para rácio de Fevereiro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Ingestas de tabelas de Factoring que foram recentemente adicionadas ao processo e ainda encontram-se a ser carregadas manualmente;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Automatização do processo de envio dos ficheiros produzidos para BDR;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Desativar o processo atual de geração dos ficheiros do lado da BDR de forma a receberem os novos ficheiros sem interferências;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Alteração do processo de envio das garantias </a:t>
            </a:r>
            <a:r>
              <a:rPr lang="pt-PT" sz="1400" dirty="0" err="1"/>
              <a:t>Cargabal</a:t>
            </a:r>
            <a:r>
              <a:rPr lang="pt-PT" sz="1400" dirty="0"/>
              <a:t> para a Contabilidade, para serem adaptados a incorporar os novos ficheiros.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PT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 dirty="0"/>
              <a:t>Atividades sem impacto no </a:t>
            </a:r>
            <a:r>
              <a:rPr lang="pt-PT" i="1" u="sng" dirty="0" err="1"/>
              <a:t>Go</a:t>
            </a:r>
            <a:r>
              <a:rPr lang="pt-PT" i="1" u="sng" dirty="0"/>
              <a:t> Live</a:t>
            </a:r>
            <a:r>
              <a:rPr lang="pt-PT" u="sng" dirty="0"/>
              <a:t> para rácio de Fevereiro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Implementação de novos requisitos/melhorias identificadas no processo;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 dirty="0"/>
              <a:t>Calenderização do re-apontar a CRC e porfolios de securitização para o novo modelo de garantias;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 dirty="0"/>
              <a:t>Contínuo acompanhamento das diferenças entre o modelo único e o processo antigo;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 dirty="0"/>
              <a:t>Implementação de controlos de Qualidade de Dados.</a:t>
            </a:r>
            <a:endParaRPr lang="pt-PT" sz="1400" b="1" dirty="0"/>
          </a:p>
        </p:txBody>
      </p:sp>
    </p:spTree>
    <p:extLst>
      <p:ext uri="{BB962C8B-B14F-4D97-AF65-F5344CB8AC3E}">
        <p14:creationId xmlns:p14="http://schemas.microsoft.com/office/powerpoint/2010/main" val="337195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Anexos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53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3. Anexos - Plano e status do 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(1/2)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3723049"/>
            <a:ext cx="994761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O </a:t>
            </a:r>
            <a:r>
              <a:rPr lang="pt-PT" sz="1600" i="1" dirty="0" err="1"/>
              <a:t>Go</a:t>
            </a:r>
            <a:r>
              <a:rPr lang="pt-PT" sz="1600" i="1" dirty="0"/>
              <a:t> Live</a:t>
            </a:r>
            <a:r>
              <a:rPr lang="pt-PT" sz="1600" dirty="0"/>
              <a:t> será realizado no inicio de Janeiro 2023 sobre o rácio de Dezembro de 2022, apenas para a área de Imparidade;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Apesar da alteração na BDR, isto não terá qualquer impacto quer nos seus processos ou de IT das áreas da Contabilidade e ALM que são consumidoras desta informação;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As equipas de Imparidade, Capital, Contabilidade e ALM terão que testar as suas partes, para assegurar o correto funcionamento e impactos das alterações realizadas;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 CRC não será alterada no ano de 2022.</a:t>
            </a:r>
            <a:endParaRPr lang="en-US" sz="1600" dirty="0"/>
          </a:p>
        </p:txBody>
      </p:sp>
      <p:sp>
        <p:nvSpPr>
          <p:cNvPr id="99" name="Rounded Rectangle 98"/>
          <p:cNvSpPr/>
          <p:nvPr/>
        </p:nvSpPr>
        <p:spPr>
          <a:xfrm>
            <a:off x="711028" y="3558056"/>
            <a:ext cx="2160000" cy="2880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Notas/Pressupostos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874" y="1786689"/>
            <a:ext cx="4604771" cy="148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3. Anexos -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de Correções - pós rácio de Novembro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138990"/>
              </p:ext>
            </p:extLst>
          </p:nvPr>
        </p:nvGraphicFramePr>
        <p:xfrm>
          <a:off x="1561993" y="1945535"/>
          <a:ext cx="7580151" cy="3745273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Criação de campos adicionais (</a:t>
                      </a:r>
                      <a:r>
                        <a:rPr lang="pt-P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dtproc_orig</a:t>
                      </a:r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Criação da parametrização via </a:t>
                      </a:r>
                      <a:r>
                        <a:rPr lang="pt-PT" sz="1200" b="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front</a:t>
                      </a:r>
                      <a:endParaRPr lang="pt-PT" sz="1200" b="0" i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Re-apontar</a:t>
                      </a:r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CRC para o novo modelo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Baixar</a:t>
                      </a:r>
                      <a:r>
                        <a:rPr lang="pt-PT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granularidade para bens ma BDR/IFRS9/Contabilidade e ALM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Ligar garantias CS com produtos </a:t>
                      </a:r>
                      <a:r>
                        <a:rPr lang="pt-PT" sz="12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Sigom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Correção de casuísticas de avaliações imóveis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Mapeamento de campos de</a:t>
                      </a:r>
                      <a:r>
                        <a:rPr lang="pt-PT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informação não aprovisionada em Datalake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Remediar</a:t>
                      </a:r>
                      <a:r>
                        <a:rPr lang="pt-PT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lacunas ou incoerências de dados nas diversas aplicações origem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B6808E-2F30-4A3E-86D7-9BE6F24DF713}">
  <ds:schemaRefs>
    <ds:schemaRef ds:uri="7b1ec8e5-5652-48eb-8550-a56a35f5f817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BDBD63-9024-43FD-845C-1BB0D885C1EC}"/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4635</TotalTime>
  <Words>3963</Words>
  <Application>Microsoft Office PowerPoint</Application>
  <PresentationFormat>Custom</PresentationFormat>
  <Paragraphs>926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Calibri</vt:lpstr>
      <vt:lpstr>Muli </vt:lpstr>
      <vt:lpstr>Santander Headline</vt:lpstr>
      <vt:lpstr>Santander Text</vt:lpstr>
      <vt:lpstr>Times New Roman</vt:lpstr>
      <vt:lpstr>Wingdings</vt:lpstr>
      <vt:lpstr>Tema de Office</vt:lpstr>
      <vt:lpstr>1_Tema de Office</vt:lpstr>
      <vt:lpstr>2_Tema de Office</vt:lpstr>
      <vt:lpstr>Worksheet</vt:lpstr>
      <vt:lpstr>Projeto Repositório Consolidado de Garantias</vt:lpstr>
      <vt:lpstr>Plano e status do projeto </vt:lpstr>
      <vt:lpstr>1.1</vt:lpstr>
      <vt:lpstr>1.2</vt:lpstr>
      <vt:lpstr>1.2</vt:lpstr>
      <vt:lpstr>3.3</vt:lpstr>
      <vt:lpstr>1.2</vt:lpstr>
      <vt:lpstr>1.2</vt:lpstr>
      <vt:lpstr>1.2</vt:lpstr>
      <vt:lpstr>1.2</vt:lpstr>
      <vt:lpstr>1.2</vt:lpstr>
      <vt:lpstr>1.3</vt:lpstr>
      <vt:lpstr>1.3</vt:lpstr>
      <vt:lpstr>1.4</vt:lpstr>
      <vt:lpstr>1.5</vt:lpstr>
      <vt:lpstr>Próximos Passos</vt:lpstr>
      <vt:lpstr>PowerPoint Presentation</vt:lpstr>
      <vt:lpstr>PowerPoint Presentation</vt:lpstr>
      <vt:lpstr>Anexos</vt:lpstr>
      <vt:lpstr>3.1</vt:lpstr>
      <vt:lpstr>3.2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Dora da Silva Roxo</cp:lastModifiedBy>
  <cp:revision>229</cp:revision>
  <dcterms:created xsi:type="dcterms:W3CDTF">2018-03-19T11:10:43Z</dcterms:created>
  <dcterms:modified xsi:type="dcterms:W3CDTF">2023-03-09T10:44:48Z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2023-02-20T16:51:39Z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17bcc4f9-058e-4b4b-b94b-a2fd398cc37d</vt:lpwstr>
  </property>
  <property fmtid="{D5CDD505-2E9C-101B-9397-08002B2CF9AE}" pid="10" name="MSIP_Label_3c41c091-3cbc-4dba-8b59-ce62f19500db_ContentBits">
    <vt:lpwstr>1</vt:lpwstr>
  </property>
</Properties>
</file>