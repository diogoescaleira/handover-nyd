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6" r:id="rId5"/>
  </p:sldMasterIdLst>
  <p:notesMasterIdLst>
    <p:notesMasterId r:id="rId13"/>
  </p:notesMasterIdLst>
  <p:handoutMasterIdLst>
    <p:handoutMasterId r:id="rId14"/>
  </p:handoutMasterIdLst>
  <p:sldIdLst>
    <p:sldId id="331" r:id="rId6"/>
    <p:sldId id="338" r:id="rId7"/>
    <p:sldId id="332" r:id="rId8"/>
    <p:sldId id="333" r:id="rId9"/>
    <p:sldId id="334" r:id="rId10"/>
    <p:sldId id="335" r:id="rId11"/>
    <p:sldId id="339" r:id="rId12"/>
  </p:sldIdLst>
  <p:sldSz cx="12192000" cy="7092950"/>
  <p:notesSz cx="6858000" cy="9144000"/>
  <p:defaultTextStyle>
    <a:defPPr>
      <a:defRPr lang="es-ES"/>
    </a:defPPr>
    <a:lvl1pPr marL="0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876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751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624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498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377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250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124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4998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E46BB9A7-573F-48DC-B429-02CEC7A84303}">
          <p14:sldIdLst>
            <p14:sldId id="331"/>
            <p14:sldId id="338"/>
            <p14:sldId id="332"/>
            <p14:sldId id="333"/>
            <p14:sldId id="334"/>
            <p14:sldId id="335"/>
            <p14:sldId id="33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23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xo, Dora Silva" initials="RDS" lastIdx="27" clrIdx="0">
    <p:extLst>
      <p:ext uri="{19B8F6BF-5375-455C-9EA6-DF929625EA0E}">
        <p15:presenceInfo xmlns:p15="http://schemas.microsoft.com/office/powerpoint/2012/main" userId="S::droxo@epimetheus.pt::d97429f7-5259-4f73-a74a-65d4c655fa50" providerId="AD"/>
      </p:ext>
    </p:extLst>
  </p:cmAuthor>
  <p:cmAuthor id="2" name="Hugo Alexandre" initials="HA" lastIdx="8" clrIdx="1">
    <p:extLst>
      <p:ext uri="{19B8F6BF-5375-455C-9EA6-DF929625EA0E}">
        <p15:presenceInfo xmlns:p15="http://schemas.microsoft.com/office/powerpoint/2012/main" userId="S::hreia@epimetheus.pt::dee69c61-2ac7-4b82-bc09-1c91e89a6358" providerId="AD"/>
      </p:ext>
    </p:extLst>
  </p:cmAuthor>
  <p:cmAuthor id="3" name="Mónica Filipa Cunha Guerreiro" initials="MFCG" lastIdx="4" clrIdx="2">
    <p:extLst>
      <p:ext uri="{19B8F6BF-5375-455C-9EA6-DF929625EA0E}">
        <p15:presenceInfo xmlns:p15="http://schemas.microsoft.com/office/powerpoint/2012/main" userId="S-1-5-21-478741036-1442749419-1446792091-1914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2EC"/>
    <a:srgbClr val="FCE4D6"/>
    <a:srgbClr val="D7D7D7"/>
    <a:srgbClr val="B7ABA4"/>
    <a:srgbClr val="E0F1E1"/>
    <a:srgbClr val="FF7575"/>
    <a:srgbClr val="C00000"/>
    <a:srgbClr val="3B3838"/>
    <a:srgbClr val="9ECFDE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C42019-3A86-4B74-B77E-911866AE08E8}" v="29" dt="2023-01-12T11:07:52.3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1044" y="56"/>
      </p:cViewPr>
      <p:guideLst>
        <p:guide orient="horz" pos="2160"/>
        <p:guide pos="3840"/>
        <p:guide orient="horz" pos="22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commentAuthors" Target="commentAuthors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ádia Genebra Ahmad" userId="36126275-cace-419f-8e9b-04679c4f8ea6" providerId="ADAL" clId="{87BA51E0-D7FB-4692-8E7A-62FF79CEC0F7}"/>
    <pc:docChg chg="undo redo custSel addSld modSld">
      <pc:chgData name="Nádia Genebra Ahmad" userId="36126275-cace-419f-8e9b-04679c4f8ea6" providerId="ADAL" clId="{87BA51E0-D7FB-4692-8E7A-62FF79CEC0F7}" dt="2023-01-11T22:25:25.759" v="820" actId="20577"/>
      <pc:docMkLst>
        <pc:docMk/>
      </pc:docMkLst>
      <pc:sldChg chg="addSp modSp mod">
        <pc:chgData name="Nádia Genebra Ahmad" userId="36126275-cace-419f-8e9b-04679c4f8ea6" providerId="ADAL" clId="{87BA51E0-D7FB-4692-8E7A-62FF79CEC0F7}" dt="2023-01-11T22:25:18.403" v="815" actId="20577"/>
        <pc:sldMkLst>
          <pc:docMk/>
          <pc:sldMk cId="2511839246" sldId="331"/>
        </pc:sldMkLst>
        <pc:spChg chg="mod">
          <ac:chgData name="Nádia Genebra Ahmad" userId="36126275-cace-419f-8e9b-04679c4f8ea6" providerId="ADAL" clId="{87BA51E0-D7FB-4692-8E7A-62FF79CEC0F7}" dt="2023-01-09T20:32:36.153" v="38" actId="20577"/>
          <ac:spMkLst>
            <pc:docMk/>
            <pc:sldMk cId="2511839246" sldId="331"/>
            <ac:spMk id="2" creationId="{8253D2F7-582B-9495-0091-F9EDA507B97C}"/>
          </ac:spMkLst>
        </pc:spChg>
        <pc:spChg chg="add mod">
          <ac:chgData name="Nádia Genebra Ahmad" userId="36126275-cace-419f-8e9b-04679c4f8ea6" providerId="ADAL" clId="{87BA51E0-D7FB-4692-8E7A-62FF79CEC0F7}" dt="2023-01-11T22:25:11.323" v="810" actId="20577"/>
          <ac:spMkLst>
            <pc:docMk/>
            <pc:sldMk cId="2511839246" sldId="331"/>
            <ac:spMk id="4" creationId="{BA8CC497-F543-2A37-9F0F-0F45773090FC}"/>
          </ac:spMkLst>
        </pc:spChg>
        <pc:spChg chg="add mod">
          <ac:chgData name="Nádia Genebra Ahmad" userId="36126275-cace-419f-8e9b-04679c4f8ea6" providerId="ADAL" clId="{87BA51E0-D7FB-4692-8E7A-62FF79CEC0F7}" dt="2023-01-11T22:25:18.403" v="815" actId="20577"/>
          <ac:spMkLst>
            <pc:docMk/>
            <pc:sldMk cId="2511839246" sldId="331"/>
            <ac:spMk id="6" creationId="{7DFD183F-0FF2-EDA2-1162-928FA7880D1E}"/>
          </ac:spMkLst>
        </pc:spChg>
        <pc:spChg chg="mod">
          <ac:chgData name="Nádia Genebra Ahmad" userId="36126275-cace-419f-8e9b-04679c4f8ea6" providerId="ADAL" clId="{87BA51E0-D7FB-4692-8E7A-62FF79CEC0F7}" dt="2023-01-09T20:40:25.416" v="123" actId="403"/>
          <ac:spMkLst>
            <pc:docMk/>
            <pc:sldMk cId="2511839246" sldId="331"/>
            <ac:spMk id="16" creationId="{5E391C80-8503-526C-1599-9EAA37A0065B}"/>
          </ac:spMkLst>
        </pc:spChg>
        <pc:graphicFrameChg chg="mod modGraphic">
          <ac:chgData name="Nádia Genebra Ahmad" userId="36126275-cace-419f-8e9b-04679c4f8ea6" providerId="ADAL" clId="{87BA51E0-D7FB-4692-8E7A-62FF79CEC0F7}" dt="2023-01-11T22:19:51.933" v="801" actId="20577"/>
          <ac:graphicFrameMkLst>
            <pc:docMk/>
            <pc:sldMk cId="2511839246" sldId="331"/>
            <ac:graphicFrameMk id="8" creationId="{DF17E78E-41EA-4899-8FEE-94E9E4145CC9}"/>
          </ac:graphicFrameMkLst>
        </pc:graphicFrameChg>
      </pc:sldChg>
      <pc:sldChg chg="addSp modSp mod">
        <pc:chgData name="Nádia Genebra Ahmad" userId="36126275-cace-419f-8e9b-04679c4f8ea6" providerId="ADAL" clId="{87BA51E0-D7FB-4692-8E7A-62FF79CEC0F7}" dt="2023-01-11T22:25:25.759" v="820" actId="20577"/>
        <pc:sldMkLst>
          <pc:docMk/>
          <pc:sldMk cId="3667396156" sldId="332"/>
        </pc:sldMkLst>
        <pc:spChg chg="add mod">
          <ac:chgData name="Nádia Genebra Ahmad" userId="36126275-cace-419f-8e9b-04679c4f8ea6" providerId="ADAL" clId="{87BA51E0-D7FB-4692-8E7A-62FF79CEC0F7}" dt="2023-01-11T18:47:50.086" v="248"/>
          <ac:spMkLst>
            <pc:docMk/>
            <pc:sldMk cId="3667396156" sldId="332"/>
            <ac:spMk id="2" creationId="{C2C83076-FD10-5B47-97E3-F24B175F2185}"/>
          </ac:spMkLst>
        </pc:spChg>
        <pc:spChg chg="add mod">
          <ac:chgData name="Nádia Genebra Ahmad" userId="36126275-cace-419f-8e9b-04679c4f8ea6" providerId="ADAL" clId="{87BA51E0-D7FB-4692-8E7A-62FF79CEC0F7}" dt="2023-01-11T22:25:25.759" v="820" actId="20577"/>
          <ac:spMkLst>
            <pc:docMk/>
            <pc:sldMk cId="3667396156" sldId="332"/>
            <ac:spMk id="4" creationId="{F1DA9849-3868-2EB0-DA54-305AB8155BDB}"/>
          </ac:spMkLst>
        </pc:spChg>
        <pc:graphicFrameChg chg="mod modGraphic">
          <ac:chgData name="Nádia Genebra Ahmad" userId="36126275-cace-419f-8e9b-04679c4f8ea6" providerId="ADAL" clId="{87BA51E0-D7FB-4692-8E7A-62FF79CEC0F7}" dt="2023-01-11T18:46:45.735" v="237"/>
          <ac:graphicFrameMkLst>
            <pc:docMk/>
            <pc:sldMk cId="3667396156" sldId="332"/>
            <ac:graphicFrameMk id="14" creationId="{00000000-0000-0000-0000-000000000000}"/>
          </ac:graphicFrameMkLst>
        </pc:graphicFrameChg>
      </pc:sldChg>
      <pc:sldChg chg="addSp modSp mod">
        <pc:chgData name="Nádia Genebra Ahmad" userId="36126275-cace-419f-8e9b-04679c4f8ea6" providerId="ADAL" clId="{87BA51E0-D7FB-4692-8E7A-62FF79CEC0F7}" dt="2023-01-11T18:47:52.488" v="249"/>
        <pc:sldMkLst>
          <pc:docMk/>
          <pc:sldMk cId="3960319929" sldId="333"/>
        </pc:sldMkLst>
        <pc:spChg chg="add mod">
          <ac:chgData name="Nádia Genebra Ahmad" userId="36126275-cace-419f-8e9b-04679c4f8ea6" providerId="ADAL" clId="{87BA51E0-D7FB-4692-8E7A-62FF79CEC0F7}" dt="2023-01-11T18:47:52.488" v="249"/>
          <ac:spMkLst>
            <pc:docMk/>
            <pc:sldMk cId="3960319929" sldId="333"/>
            <ac:spMk id="6" creationId="{A53ED6CB-870F-C2D2-E7BB-CCB3E8E32D01}"/>
          </ac:spMkLst>
        </pc:spChg>
        <pc:graphicFrameChg chg="mod modGraphic">
          <ac:chgData name="Nádia Genebra Ahmad" userId="36126275-cace-419f-8e9b-04679c4f8ea6" providerId="ADAL" clId="{87BA51E0-D7FB-4692-8E7A-62FF79CEC0F7}" dt="2023-01-11T18:47:19.171" v="243"/>
          <ac:graphicFrameMkLst>
            <pc:docMk/>
            <pc:sldMk cId="3960319929" sldId="333"/>
            <ac:graphicFrameMk id="20" creationId="{3DBE921F-5189-2684-9605-7881F2DD0E5E}"/>
          </ac:graphicFrameMkLst>
        </pc:graphicFrameChg>
      </pc:sldChg>
      <pc:sldChg chg="addSp delSp modSp mod">
        <pc:chgData name="Nádia Genebra Ahmad" userId="36126275-cace-419f-8e9b-04679c4f8ea6" providerId="ADAL" clId="{87BA51E0-D7FB-4692-8E7A-62FF79CEC0F7}" dt="2023-01-11T21:47:57.093" v="516" actId="115"/>
        <pc:sldMkLst>
          <pc:docMk/>
          <pc:sldMk cId="1984871019" sldId="334"/>
        </pc:sldMkLst>
        <pc:spChg chg="add del mod">
          <ac:chgData name="Nádia Genebra Ahmad" userId="36126275-cace-419f-8e9b-04679c4f8ea6" providerId="ADAL" clId="{87BA51E0-D7FB-4692-8E7A-62FF79CEC0F7}" dt="2023-01-11T21:45:16.289" v="510" actId="478"/>
          <ac:spMkLst>
            <pc:docMk/>
            <pc:sldMk cId="1984871019" sldId="334"/>
            <ac:spMk id="2" creationId="{3979D1D3-A775-4EF2-03EE-30AA0C117017}"/>
          </ac:spMkLst>
        </pc:spChg>
        <pc:spChg chg="mod">
          <ac:chgData name="Nádia Genebra Ahmad" userId="36126275-cace-419f-8e9b-04679c4f8ea6" providerId="ADAL" clId="{87BA51E0-D7FB-4692-8E7A-62FF79CEC0F7}" dt="2023-01-11T21:47:57.093" v="516" actId="115"/>
          <ac:spMkLst>
            <pc:docMk/>
            <pc:sldMk cId="1984871019" sldId="334"/>
            <ac:spMk id="7" creationId="{73A208F6-5AB8-A553-3145-F5362921AE62}"/>
          </ac:spMkLst>
        </pc:spChg>
        <pc:graphicFrameChg chg="add del mod modGraphic">
          <ac:chgData name="Nádia Genebra Ahmad" userId="36126275-cace-419f-8e9b-04679c4f8ea6" providerId="ADAL" clId="{87BA51E0-D7FB-4692-8E7A-62FF79CEC0F7}" dt="2023-01-11T21:41:08.849" v="480" actId="478"/>
          <ac:graphicFrameMkLst>
            <pc:docMk/>
            <pc:sldMk cId="1984871019" sldId="334"/>
            <ac:graphicFrameMk id="4" creationId="{68FC084E-6B92-52A2-AA8A-C0EF387C85BF}"/>
          </ac:graphicFrameMkLst>
        </pc:graphicFrameChg>
        <pc:graphicFrameChg chg="mod modGraphic">
          <ac:chgData name="Nádia Genebra Ahmad" userId="36126275-cace-419f-8e9b-04679c4f8ea6" providerId="ADAL" clId="{87BA51E0-D7FB-4692-8E7A-62FF79CEC0F7}" dt="2023-01-11T21:45:08.545" v="509" actId="207"/>
          <ac:graphicFrameMkLst>
            <pc:docMk/>
            <pc:sldMk cId="1984871019" sldId="334"/>
            <ac:graphicFrameMk id="20" creationId="{94EF0D11-64A1-95A7-5896-603B980711CC}"/>
          </ac:graphicFrameMkLst>
        </pc:graphicFrameChg>
      </pc:sldChg>
      <pc:sldChg chg="addSp delSp modSp mod">
        <pc:chgData name="Nádia Genebra Ahmad" userId="36126275-cace-419f-8e9b-04679c4f8ea6" providerId="ADAL" clId="{87BA51E0-D7FB-4692-8E7A-62FF79CEC0F7}" dt="2023-01-11T22:06:13.025" v="705" actId="403"/>
        <pc:sldMkLst>
          <pc:docMk/>
          <pc:sldMk cId="2656608788" sldId="335"/>
        </pc:sldMkLst>
        <pc:spChg chg="add del mod">
          <ac:chgData name="Nádia Genebra Ahmad" userId="36126275-cace-419f-8e9b-04679c4f8ea6" providerId="ADAL" clId="{87BA51E0-D7FB-4692-8E7A-62FF79CEC0F7}" dt="2023-01-11T21:52:46.152" v="542" actId="478"/>
          <ac:spMkLst>
            <pc:docMk/>
            <pc:sldMk cId="2656608788" sldId="335"/>
            <ac:spMk id="7" creationId="{1DF534D1-B6F3-D9E4-97E1-6728B4322BCA}"/>
          </ac:spMkLst>
        </pc:spChg>
        <pc:graphicFrameChg chg="mod modGraphic">
          <ac:chgData name="Nádia Genebra Ahmad" userId="36126275-cace-419f-8e9b-04679c4f8ea6" providerId="ADAL" clId="{87BA51E0-D7FB-4692-8E7A-62FF79CEC0F7}" dt="2023-01-11T22:06:13.025" v="705" actId="403"/>
          <ac:graphicFrameMkLst>
            <pc:docMk/>
            <pc:sldMk cId="2656608788" sldId="335"/>
            <ac:graphicFrameMk id="2" creationId="{909F8BDE-9239-AD09-EF31-CC46E4FB8645}"/>
          </ac:graphicFrameMkLst>
        </pc:graphicFrameChg>
        <pc:graphicFrameChg chg="mod modGraphic">
          <ac:chgData name="Nádia Genebra Ahmad" userId="36126275-cace-419f-8e9b-04679c4f8ea6" providerId="ADAL" clId="{87BA51E0-D7FB-4692-8E7A-62FF79CEC0F7}" dt="2023-01-11T21:52:39.288" v="541" actId="20577"/>
          <ac:graphicFrameMkLst>
            <pc:docMk/>
            <pc:sldMk cId="2656608788" sldId="335"/>
            <ac:graphicFrameMk id="6" creationId="{CAB80F0A-E11B-61FA-EFAD-1E764024BFDF}"/>
          </ac:graphicFrameMkLst>
        </pc:graphicFrameChg>
      </pc:sldChg>
      <pc:sldChg chg="addSp modSp mod">
        <pc:chgData name="Nádia Genebra Ahmad" userId="36126275-cace-419f-8e9b-04679c4f8ea6" providerId="ADAL" clId="{87BA51E0-D7FB-4692-8E7A-62FF79CEC0F7}" dt="2023-01-11T22:06:16.441" v="706" actId="403"/>
        <pc:sldMkLst>
          <pc:docMk/>
          <pc:sldMk cId="4197686812" sldId="337"/>
        </pc:sldMkLst>
        <pc:spChg chg="add mod">
          <ac:chgData name="Nádia Genebra Ahmad" userId="36126275-cace-419f-8e9b-04679c4f8ea6" providerId="ADAL" clId="{87BA51E0-D7FB-4692-8E7A-62FF79CEC0F7}" dt="2023-01-11T18:47:56.985" v="252"/>
          <ac:spMkLst>
            <pc:docMk/>
            <pc:sldMk cId="4197686812" sldId="337"/>
            <ac:spMk id="2" creationId="{EA439761-0121-E077-6F09-0FB3EC8FA064}"/>
          </ac:spMkLst>
        </pc:spChg>
        <pc:graphicFrameChg chg="mod modGraphic">
          <ac:chgData name="Nádia Genebra Ahmad" userId="36126275-cace-419f-8e9b-04679c4f8ea6" providerId="ADAL" clId="{87BA51E0-D7FB-4692-8E7A-62FF79CEC0F7}" dt="2023-01-11T22:06:16.441" v="706" actId="403"/>
          <ac:graphicFrameMkLst>
            <pc:docMk/>
            <pc:sldMk cId="4197686812" sldId="337"/>
            <ac:graphicFrameMk id="14" creationId="{00000000-0000-0000-0000-000000000000}"/>
          </ac:graphicFrameMkLst>
        </pc:graphicFrameChg>
      </pc:sldChg>
      <pc:sldChg chg="addSp delSp modSp mod">
        <pc:chgData name="Nádia Genebra Ahmad" userId="36126275-cace-419f-8e9b-04679c4f8ea6" providerId="ADAL" clId="{87BA51E0-D7FB-4692-8E7A-62FF79CEC0F7}" dt="2023-01-11T18:53:53.035" v="361" actId="13926"/>
        <pc:sldMkLst>
          <pc:docMk/>
          <pc:sldMk cId="1865004159" sldId="338"/>
        </pc:sldMkLst>
        <pc:spChg chg="add mod">
          <ac:chgData name="Nádia Genebra Ahmad" userId="36126275-cace-419f-8e9b-04679c4f8ea6" providerId="ADAL" clId="{87BA51E0-D7FB-4692-8E7A-62FF79CEC0F7}" dt="2023-01-11T18:53:53.035" v="361" actId="13926"/>
          <ac:spMkLst>
            <pc:docMk/>
            <pc:sldMk cId="1865004159" sldId="338"/>
            <ac:spMk id="2" creationId="{9723272F-AB10-3043-8618-31B79F0169DB}"/>
          </ac:spMkLst>
        </pc:spChg>
        <pc:spChg chg="add del mod">
          <ac:chgData name="Nádia Genebra Ahmad" userId="36126275-cace-419f-8e9b-04679c4f8ea6" providerId="ADAL" clId="{87BA51E0-D7FB-4692-8E7A-62FF79CEC0F7}" dt="2023-01-09T20:33:59.959" v="75" actId="478"/>
          <ac:spMkLst>
            <pc:docMk/>
            <pc:sldMk cId="1865004159" sldId="338"/>
            <ac:spMk id="2" creationId="{FA1296E7-86B6-D0A6-EFE4-0B18A3374E74}"/>
          </ac:spMkLst>
        </pc:spChg>
        <pc:spChg chg="mod">
          <ac:chgData name="Nádia Genebra Ahmad" userId="36126275-cace-419f-8e9b-04679c4f8ea6" providerId="ADAL" clId="{87BA51E0-D7FB-4692-8E7A-62FF79CEC0F7}" dt="2023-01-11T18:48:06.890" v="266" actId="20577"/>
          <ac:spMkLst>
            <pc:docMk/>
            <pc:sldMk cId="1865004159" sldId="338"/>
            <ac:spMk id="12" creationId="{00000000-0000-0000-0000-000000000000}"/>
          </ac:spMkLst>
        </pc:spChg>
        <pc:graphicFrameChg chg="add del mod">
          <ac:chgData name="Nádia Genebra Ahmad" userId="36126275-cace-419f-8e9b-04679c4f8ea6" providerId="ADAL" clId="{87BA51E0-D7FB-4692-8E7A-62FF79CEC0F7}" dt="2023-01-11T18:52:58.787" v="343" actId="478"/>
          <ac:graphicFrameMkLst>
            <pc:docMk/>
            <pc:sldMk cId="1865004159" sldId="338"/>
            <ac:graphicFrameMk id="4" creationId="{1C38EB2C-503F-AD26-0914-00DA00B81BA7}"/>
          </ac:graphicFrameMkLst>
        </pc:graphicFrameChg>
        <pc:graphicFrameChg chg="mod modGraphic">
          <ac:chgData name="Nádia Genebra Ahmad" userId="36126275-cace-419f-8e9b-04679c4f8ea6" providerId="ADAL" clId="{87BA51E0-D7FB-4692-8E7A-62FF79CEC0F7}" dt="2023-01-11T18:53:32.617" v="349" actId="13926"/>
          <ac:graphicFrameMkLst>
            <pc:docMk/>
            <pc:sldMk cId="1865004159" sldId="338"/>
            <ac:graphicFrameMk id="9" creationId="{00000000-0000-0000-0000-000000000000}"/>
          </ac:graphicFrameMkLst>
        </pc:graphicFrameChg>
      </pc:sldChg>
      <pc:sldChg chg="addSp delSp modSp add mod">
        <pc:chgData name="Nádia Genebra Ahmad" userId="36126275-cace-419f-8e9b-04679c4f8ea6" providerId="ADAL" clId="{87BA51E0-D7FB-4692-8E7A-62FF79CEC0F7}" dt="2023-01-11T22:16:05.669" v="799" actId="2062"/>
        <pc:sldMkLst>
          <pc:docMk/>
          <pc:sldMk cId="2931368953" sldId="339"/>
        </pc:sldMkLst>
        <pc:spChg chg="del mod">
          <ac:chgData name="Nádia Genebra Ahmad" userId="36126275-cace-419f-8e9b-04679c4f8ea6" providerId="ADAL" clId="{87BA51E0-D7FB-4692-8E7A-62FF79CEC0F7}" dt="2023-01-11T21:53:17.396" v="544" actId="478"/>
          <ac:spMkLst>
            <pc:docMk/>
            <pc:sldMk cId="2931368953" sldId="339"/>
            <ac:spMk id="2" creationId="{EA439761-0121-E077-6F09-0FB3EC8FA064}"/>
          </ac:spMkLst>
        </pc:spChg>
        <pc:spChg chg="mod">
          <ac:chgData name="Nádia Genebra Ahmad" userId="36126275-cace-419f-8e9b-04679c4f8ea6" providerId="ADAL" clId="{87BA51E0-D7FB-4692-8E7A-62FF79CEC0F7}" dt="2023-01-11T22:09:36.625" v="786" actId="1035"/>
          <ac:spMkLst>
            <pc:docMk/>
            <pc:sldMk cId="2931368953" sldId="339"/>
            <ac:spMk id="13" creationId="{00000000-0000-0000-0000-000000000000}"/>
          </ac:spMkLst>
        </pc:spChg>
        <pc:spChg chg="mod">
          <ac:chgData name="Nádia Genebra Ahmad" userId="36126275-cace-419f-8e9b-04679c4f8ea6" providerId="ADAL" clId="{87BA51E0-D7FB-4692-8E7A-62FF79CEC0F7}" dt="2023-01-11T21:28:17.259" v="462" actId="20577"/>
          <ac:spMkLst>
            <pc:docMk/>
            <pc:sldMk cId="2931368953" sldId="339"/>
            <ac:spMk id="15" creationId="{00000000-0000-0000-0000-000000000000}"/>
          </ac:spMkLst>
        </pc:spChg>
        <pc:graphicFrameChg chg="add mod modGraphic">
          <ac:chgData name="Nádia Genebra Ahmad" userId="36126275-cace-419f-8e9b-04679c4f8ea6" providerId="ADAL" clId="{87BA51E0-D7FB-4692-8E7A-62FF79CEC0F7}" dt="2023-01-11T22:16:05.669" v="799" actId="2062"/>
          <ac:graphicFrameMkLst>
            <pc:docMk/>
            <pc:sldMk cId="2931368953" sldId="339"/>
            <ac:graphicFrameMk id="4" creationId="{1D5AD34C-9F22-0F96-ADAD-0463A560240D}"/>
          </ac:graphicFrameMkLst>
        </pc:graphicFrameChg>
        <pc:graphicFrameChg chg="del">
          <ac:chgData name="Nádia Genebra Ahmad" userId="36126275-cace-419f-8e9b-04679c4f8ea6" providerId="ADAL" clId="{87BA51E0-D7FB-4692-8E7A-62FF79CEC0F7}" dt="2023-01-11T21:28:34.403" v="463" actId="478"/>
          <ac:graphicFrameMkLst>
            <pc:docMk/>
            <pc:sldMk cId="2931368953" sldId="339"/>
            <ac:graphicFrameMk id="14" creationId="{00000000-0000-0000-0000-000000000000}"/>
          </ac:graphicFrameMkLst>
        </pc:graphicFrameChg>
      </pc:sldChg>
    </pc:docChg>
  </pc:docChgLst>
  <pc:docChgLst>
    <pc:chgData name="Nádia Genebra Ahmad" userId="36126275-cace-419f-8e9b-04679c4f8ea6" providerId="ADAL" clId="{77BA88D0-9A2F-41B9-A33C-836B5EFBC572}"/>
    <pc:docChg chg="undo custSel modSld">
      <pc:chgData name="Nádia Genebra Ahmad" userId="36126275-cace-419f-8e9b-04679c4f8ea6" providerId="ADAL" clId="{77BA88D0-9A2F-41B9-A33C-836B5EFBC572}" dt="2023-01-12T12:29:36.997" v="155" actId="13926"/>
      <pc:docMkLst>
        <pc:docMk/>
      </pc:docMkLst>
      <pc:sldChg chg="modSp mod">
        <pc:chgData name="Nádia Genebra Ahmad" userId="36126275-cace-419f-8e9b-04679c4f8ea6" providerId="ADAL" clId="{77BA88D0-9A2F-41B9-A33C-836B5EFBC572}" dt="2023-01-12T10:45:15.997" v="95" actId="6549"/>
        <pc:sldMkLst>
          <pc:docMk/>
          <pc:sldMk cId="2511839246" sldId="331"/>
        </pc:sldMkLst>
        <pc:graphicFrameChg chg="modGraphic">
          <ac:chgData name="Nádia Genebra Ahmad" userId="36126275-cace-419f-8e9b-04679c4f8ea6" providerId="ADAL" clId="{77BA88D0-9A2F-41B9-A33C-836B5EFBC572}" dt="2023-01-12T10:45:15.997" v="95" actId="6549"/>
          <ac:graphicFrameMkLst>
            <pc:docMk/>
            <pc:sldMk cId="2511839246" sldId="331"/>
            <ac:graphicFrameMk id="8" creationId="{DF17E78E-41EA-4899-8FEE-94E9E4145CC9}"/>
          </ac:graphicFrameMkLst>
        </pc:graphicFrameChg>
      </pc:sldChg>
      <pc:sldChg chg="delSp modSp mod">
        <pc:chgData name="Nádia Genebra Ahmad" userId="36126275-cace-419f-8e9b-04679c4f8ea6" providerId="ADAL" clId="{77BA88D0-9A2F-41B9-A33C-836B5EFBC572}" dt="2023-01-12T10:30:22.422" v="87" actId="20577"/>
        <pc:sldMkLst>
          <pc:docMk/>
          <pc:sldMk cId="3667396156" sldId="332"/>
        </pc:sldMkLst>
        <pc:spChg chg="del mod">
          <ac:chgData name="Nádia Genebra Ahmad" userId="36126275-cace-419f-8e9b-04679c4f8ea6" providerId="ADAL" clId="{77BA88D0-9A2F-41B9-A33C-836B5EFBC572}" dt="2023-01-12T10:14:18.495" v="69" actId="478"/>
          <ac:spMkLst>
            <pc:docMk/>
            <pc:sldMk cId="3667396156" sldId="332"/>
            <ac:spMk id="4" creationId="{F1DA9849-3868-2EB0-DA54-305AB8155BDB}"/>
          </ac:spMkLst>
        </pc:spChg>
        <pc:spChg chg="mod">
          <ac:chgData name="Nádia Genebra Ahmad" userId="36126275-cace-419f-8e9b-04679c4f8ea6" providerId="ADAL" clId="{77BA88D0-9A2F-41B9-A33C-836B5EFBC572}" dt="2023-01-12T10:30:22.422" v="87" actId="20577"/>
          <ac:spMkLst>
            <pc:docMk/>
            <pc:sldMk cId="3667396156" sldId="332"/>
            <ac:spMk id="7" creationId="{6AAF56CD-ED3D-EFF2-896B-D465D8A8C9A8}"/>
          </ac:spMkLst>
        </pc:spChg>
        <pc:graphicFrameChg chg="mod modGraphic">
          <ac:chgData name="Nádia Genebra Ahmad" userId="36126275-cace-419f-8e9b-04679c4f8ea6" providerId="ADAL" clId="{77BA88D0-9A2F-41B9-A33C-836B5EFBC572}" dt="2023-01-12T10:14:05.811" v="66" actId="2164"/>
          <ac:graphicFrameMkLst>
            <pc:docMk/>
            <pc:sldMk cId="3667396156" sldId="332"/>
            <ac:graphicFrameMk id="14" creationId="{00000000-0000-0000-0000-000000000000}"/>
          </ac:graphicFrameMkLst>
        </pc:graphicFrameChg>
      </pc:sldChg>
      <pc:sldChg chg="addSp delSp modSp mod">
        <pc:chgData name="Nádia Genebra Ahmad" userId="36126275-cace-419f-8e9b-04679c4f8ea6" providerId="ADAL" clId="{77BA88D0-9A2F-41B9-A33C-836B5EFBC572}" dt="2023-01-12T10:16:46.608" v="83" actId="6549"/>
        <pc:sldMkLst>
          <pc:docMk/>
          <pc:sldMk cId="3960319929" sldId="333"/>
        </pc:sldMkLst>
        <pc:spChg chg="add del mod">
          <ac:chgData name="Nádia Genebra Ahmad" userId="36126275-cace-419f-8e9b-04679c4f8ea6" providerId="ADAL" clId="{77BA88D0-9A2F-41B9-A33C-836B5EFBC572}" dt="2023-01-12T10:14:20.971" v="70" actId="478"/>
          <ac:spMkLst>
            <pc:docMk/>
            <pc:sldMk cId="3960319929" sldId="333"/>
            <ac:spMk id="6" creationId="{C1D5C3EB-A607-82DC-5AEE-9100C88D576A}"/>
          </ac:spMkLst>
        </pc:spChg>
        <pc:spChg chg="del">
          <ac:chgData name="Nádia Genebra Ahmad" userId="36126275-cace-419f-8e9b-04679c4f8ea6" providerId="ADAL" clId="{77BA88D0-9A2F-41B9-A33C-836B5EFBC572}" dt="2023-01-12T08:56:10.016" v="61" actId="478"/>
          <ac:spMkLst>
            <pc:docMk/>
            <pc:sldMk cId="3960319929" sldId="333"/>
            <ac:spMk id="11" creationId="{1FE9B332-AA4D-4A5E-8D55-8E7CEC659B93}"/>
          </ac:spMkLst>
        </pc:spChg>
        <pc:graphicFrameChg chg="mod modGraphic">
          <ac:chgData name="Nádia Genebra Ahmad" userId="36126275-cace-419f-8e9b-04679c4f8ea6" providerId="ADAL" clId="{77BA88D0-9A2F-41B9-A33C-836B5EFBC572}" dt="2023-01-12T10:16:46.608" v="83" actId="6549"/>
          <ac:graphicFrameMkLst>
            <pc:docMk/>
            <pc:sldMk cId="3960319929" sldId="333"/>
            <ac:graphicFrameMk id="20" creationId="{3DBE921F-5189-2684-9605-7881F2DD0E5E}"/>
          </ac:graphicFrameMkLst>
        </pc:graphicFrameChg>
      </pc:sldChg>
      <pc:sldChg chg="addSp delSp modSp mod">
        <pc:chgData name="Nádia Genebra Ahmad" userId="36126275-cace-419f-8e9b-04679c4f8ea6" providerId="ADAL" clId="{77BA88D0-9A2F-41B9-A33C-836B5EFBC572}" dt="2023-01-12T10:14:23.080" v="71" actId="478"/>
        <pc:sldMkLst>
          <pc:docMk/>
          <pc:sldMk cId="1984871019" sldId="334"/>
        </pc:sldMkLst>
        <pc:spChg chg="add del mod">
          <ac:chgData name="Nádia Genebra Ahmad" userId="36126275-cace-419f-8e9b-04679c4f8ea6" providerId="ADAL" clId="{77BA88D0-9A2F-41B9-A33C-836B5EFBC572}" dt="2023-01-12T08:56:14.745" v="63" actId="478"/>
          <ac:spMkLst>
            <pc:docMk/>
            <pc:sldMk cId="1984871019" sldId="334"/>
            <ac:spMk id="2" creationId="{646A839E-7F1F-C4F9-8544-64DCEA49EDDA}"/>
          </ac:spMkLst>
        </pc:spChg>
        <pc:spChg chg="add del mod">
          <ac:chgData name="Nádia Genebra Ahmad" userId="36126275-cace-419f-8e9b-04679c4f8ea6" providerId="ADAL" clId="{77BA88D0-9A2F-41B9-A33C-836B5EFBC572}" dt="2023-01-12T10:14:23.080" v="71" actId="478"/>
          <ac:spMkLst>
            <pc:docMk/>
            <pc:sldMk cId="1984871019" sldId="334"/>
            <ac:spMk id="4" creationId="{8534EB4A-983E-68B6-36AF-2D4A2A66173A}"/>
          </ac:spMkLst>
        </pc:spChg>
        <pc:graphicFrameChg chg="mod modGraphic">
          <ac:chgData name="Nádia Genebra Ahmad" userId="36126275-cace-419f-8e9b-04679c4f8ea6" providerId="ADAL" clId="{77BA88D0-9A2F-41B9-A33C-836B5EFBC572}" dt="2023-01-12T10:14:13.386" v="68" actId="2164"/>
          <ac:graphicFrameMkLst>
            <pc:docMk/>
            <pc:sldMk cId="1984871019" sldId="334"/>
            <ac:graphicFrameMk id="20" creationId="{94EF0D11-64A1-95A7-5896-603B980711CC}"/>
          </ac:graphicFrameMkLst>
        </pc:graphicFrameChg>
      </pc:sldChg>
      <pc:sldChg chg="modSp mod">
        <pc:chgData name="Nádia Genebra Ahmad" userId="36126275-cace-419f-8e9b-04679c4f8ea6" providerId="ADAL" clId="{77BA88D0-9A2F-41B9-A33C-836B5EFBC572}" dt="2023-01-12T10:14:29.098" v="73" actId="2164"/>
        <pc:sldMkLst>
          <pc:docMk/>
          <pc:sldMk cId="2656608788" sldId="335"/>
        </pc:sldMkLst>
        <pc:graphicFrameChg chg="mod modGraphic">
          <ac:chgData name="Nádia Genebra Ahmad" userId="36126275-cace-419f-8e9b-04679c4f8ea6" providerId="ADAL" clId="{77BA88D0-9A2F-41B9-A33C-836B5EFBC572}" dt="2023-01-12T10:14:27.261" v="72" actId="2164"/>
          <ac:graphicFrameMkLst>
            <pc:docMk/>
            <pc:sldMk cId="2656608788" sldId="335"/>
            <ac:graphicFrameMk id="2" creationId="{909F8BDE-9239-AD09-EF31-CC46E4FB8645}"/>
          </ac:graphicFrameMkLst>
        </pc:graphicFrameChg>
        <pc:graphicFrameChg chg="mod modGraphic">
          <ac:chgData name="Nádia Genebra Ahmad" userId="36126275-cace-419f-8e9b-04679c4f8ea6" providerId="ADAL" clId="{77BA88D0-9A2F-41B9-A33C-836B5EFBC572}" dt="2023-01-12T10:14:29.098" v="73" actId="2164"/>
          <ac:graphicFrameMkLst>
            <pc:docMk/>
            <pc:sldMk cId="2656608788" sldId="335"/>
            <ac:graphicFrameMk id="6" creationId="{CAB80F0A-E11B-61FA-EFAD-1E764024BFDF}"/>
          </ac:graphicFrameMkLst>
        </pc:graphicFrameChg>
      </pc:sldChg>
      <pc:sldChg chg="modSp mod">
        <pc:chgData name="Nádia Genebra Ahmad" userId="36126275-cace-419f-8e9b-04679c4f8ea6" providerId="ADAL" clId="{77BA88D0-9A2F-41B9-A33C-836B5EFBC572}" dt="2023-01-12T12:29:36.997" v="155" actId="13926"/>
        <pc:sldMkLst>
          <pc:docMk/>
          <pc:sldMk cId="2931368953" sldId="339"/>
        </pc:sldMkLst>
        <pc:graphicFrameChg chg="modGraphic">
          <ac:chgData name="Nádia Genebra Ahmad" userId="36126275-cace-419f-8e9b-04679c4f8ea6" providerId="ADAL" clId="{77BA88D0-9A2F-41B9-A33C-836B5EFBC572}" dt="2023-01-12T12:29:36.997" v="155" actId="13926"/>
          <ac:graphicFrameMkLst>
            <pc:docMk/>
            <pc:sldMk cId="2931368953" sldId="339"/>
            <ac:graphicFrameMk id="4" creationId="{1D5AD34C-9F22-0F96-ADAD-0463A560240D}"/>
          </ac:graphicFrameMkLst>
        </pc:graphicFrameChg>
      </pc:sldChg>
    </pc:docChg>
  </pc:docChgLst>
  <pc:docChgLst>
    <pc:chgData name="Marharyta Synchak" userId="18542655-04ec-4b42-8aad-fd81f81ee43b" providerId="ADAL" clId="{6DC42019-3A86-4B74-B77E-911866AE08E8}"/>
    <pc:docChg chg="undo custSel addSld delSld modSld modSection">
      <pc:chgData name="Marharyta Synchak" userId="18542655-04ec-4b42-8aad-fd81f81ee43b" providerId="ADAL" clId="{6DC42019-3A86-4B74-B77E-911866AE08E8}" dt="2023-02-22T10:05:18.989" v="113" actId="20577"/>
      <pc:docMkLst>
        <pc:docMk/>
      </pc:docMkLst>
      <pc:sldChg chg="delSp modSp mod">
        <pc:chgData name="Marharyta Synchak" userId="18542655-04ec-4b42-8aad-fd81f81ee43b" providerId="ADAL" clId="{6DC42019-3A86-4B74-B77E-911866AE08E8}" dt="2023-01-12T11:07:57.325" v="111" actId="113"/>
        <pc:sldMkLst>
          <pc:docMk/>
          <pc:sldMk cId="2511839246" sldId="331"/>
        </pc:sldMkLst>
        <pc:spChg chg="mod">
          <ac:chgData name="Marharyta Synchak" userId="18542655-04ec-4b42-8aad-fd81f81ee43b" providerId="ADAL" clId="{6DC42019-3A86-4B74-B77E-911866AE08E8}" dt="2023-01-12T11:02:46.860" v="69" actId="20577"/>
          <ac:spMkLst>
            <pc:docMk/>
            <pc:sldMk cId="2511839246" sldId="331"/>
            <ac:spMk id="2" creationId="{8253D2F7-582B-9495-0091-F9EDA507B97C}"/>
          </ac:spMkLst>
        </pc:spChg>
        <pc:spChg chg="del">
          <ac:chgData name="Marharyta Synchak" userId="18542655-04ec-4b42-8aad-fd81f81ee43b" providerId="ADAL" clId="{6DC42019-3A86-4B74-B77E-911866AE08E8}" dt="2023-01-12T11:00:44.382" v="61" actId="478"/>
          <ac:spMkLst>
            <pc:docMk/>
            <pc:sldMk cId="2511839246" sldId="331"/>
            <ac:spMk id="4" creationId="{BA8CC497-F543-2A37-9F0F-0F45773090FC}"/>
          </ac:spMkLst>
        </pc:spChg>
        <pc:spChg chg="del">
          <ac:chgData name="Marharyta Synchak" userId="18542655-04ec-4b42-8aad-fd81f81ee43b" providerId="ADAL" clId="{6DC42019-3A86-4B74-B77E-911866AE08E8}" dt="2023-01-12T11:00:45.826" v="62" actId="478"/>
          <ac:spMkLst>
            <pc:docMk/>
            <pc:sldMk cId="2511839246" sldId="331"/>
            <ac:spMk id="6" creationId="{7DFD183F-0FF2-EDA2-1162-928FA7880D1E}"/>
          </ac:spMkLst>
        </pc:spChg>
        <pc:graphicFrameChg chg="mod modGraphic">
          <ac:chgData name="Marharyta Synchak" userId="18542655-04ec-4b42-8aad-fd81f81ee43b" providerId="ADAL" clId="{6DC42019-3A86-4B74-B77E-911866AE08E8}" dt="2023-01-12T11:07:57.325" v="111" actId="113"/>
          <ac:graphicFrameMkLst>
            <pc:docMk/>
            <pc:sldMk cId="2511839246" sldId="331"/>
            <ac:graphicFrameMk id="8" creationId="{DF17E78E-41EA-4899-8FEE-94E9E4145CC9}"/>
          </ac:graphicFrameMkLst>
        </pc:graphicFrameChg>
      </pc:sldChg>
      <pc:sldChg chg="delSp modSp mod">
        <pc:chgData name="Marharyta Synchak" userId="18542655-04ec-4b42-8aad-fd81f81ee43b" providerId="ADAL" clId="{6DC42019-3A86-4B74-B77E-911866AE08E8}" dt="2023-01-12T08:33:45.564" v="41" actId="1076"/>
        <pc:sldMkLst>
          <pc:docMk/>
          <pc:sldMk cId="3667396156" sldId="332"/>
        </pc:sldMkLst>
        <pc:spChg chg="del">
          <ac:chgData name="Marharyta Synchak" userId="18542655-04ec-4b42-8aad-fd81f81ee43b" providerId="ADAL" clId="{6DC42019-3A86-4B74-B77E-911866AE08E8}" dt="2023-01-12T08:30:06.554" v="13" actId="478"/>
          <ac:spMkLst>
            <pc:docMk/>
            <pc:sldMk cId="3667396156" sldId="332"/>
            <ac:spMk id="2" creationId="{C2C83076-FD10-5B47-97E3-F24B175F2185}"/>
          </ac:spMkLst>
        </pc:spChg>
        <pc:spChg chg="mod">
          <ac:chgData name="Marharyta Synchak" userId="18542655-04ec-4b42-8aad-fd81f81ee43b" providerId="ADAL" clId="{6DC42019-3A86-4B74-B77E-911866AE08E8}" dt="2023-01-12T08:33:45.564" v="41" actId="1076"/>
          <ac:spMkLst>
            <pc:docMk/>
            <pc:sldMk cId="3667396156" sldId="332"/>
            <ac:spMk id="4" creationId="{F1DA9849-3868-2EB0-DA54-305AB8155BDB}"/>
          </ac:spMkLst>
        </pc:spChg>
        <pc:graphicFrameChg chg="mod modGraphic">
          <ac:chgData name="Marharyta Synchak" userId="18542655-04ec-4b42-8aad-fd81f81ee43b" providerId="ADAL" clId="{6DC42019-3A86-4B74-B77E-911866AE08E8}" dt="2023-01-12T08:33:41.925" v="40" actId="113"/>
          <ac:graphicFrameMkLst>
            <pc:docMk/>
            <pc:sldMk cId="3667396156" sldId="332"/>
            <ac:graphicFrameMk id="14" creationId="{00000000-0000-0000-0000-000000000000}"/>
          </ac:graphicFrameMkLst>
        </pc:graphicFrameChg>
      </pc:sldChg>
      <pc:sldChg chg="addSp delSp modSp mod">
        <pc:chgData name="Marharyta Synchak" userId="18542655-04ec-4b42-8aad-fd81f81ee43b" providerId="ADAL" clId="{6DC42019-3A86-4B74-B77E-911866AE08E8}" dt="2023-01-12T08:36:11.534" v="59" actId="1076"/>
        <pc:sldMkLst>
          <pc:docMk/>
          <pc:sldMk cId="3960319929" sldId="333"/>
        </pc:sldMkLst>
        <pc:spChg chg="mod">
          <ac:chgData name="Marharyta Synchak" userId="18542655-04ec-4b42-8aad-fd81f81ee43b" providerId="ADAL" clId="{6DC42019-3A86-4B74-B77E-911866AE08E8}" dt="2023-01-12T08:36:11.534" v="59" actId="1076"/>
          <ac:spMkLst>
            <pc:docMk/>
            <pc:sldMk cId="3960319929" sldId="333"/>
            <ac:spMk id="2" creationId="{D9B12163-7231-98A4-752B-C91842F7088D}"/>
          </ac:spMkLst>
        </pc:spChg>
        <pc:spChg chg="del">
          <ac:chgData name="Marharyta Synchak" userId="18542655-04ec-4b42-8aad-fd81f81ee43b" providerId="ADAL" clId="{6DC42019-3A86-4B74-B77E-911866AE08E8}" dt="2023-01-12T08:33:55.484" v="42" actId="478"/>
          <ac:spMkLst>
            <pc:docMk/>
            <pc:sldMk cId="3960319929" sldId="333"/>
            <ac:spMk id="6" creationId="{A53ED6CB-870F-C2D2-E7BB-CCB3E8E32D01}"/>
          </ac:spMkLst>
        </pc:spChg>
        <pc:spChg chg="add mod">
          <ac:chgData name="Marharyta Synchak" userId="18542655-04ec-4b42-8aad-fd81f81ee43b" providerId="ADAL" clId="{6DC42019-3A86-4B74-B77E-911866AE08E8}" dt="2023-01-12T08:33:59.835" v="43"/>
          <ac:spMkLst>
            <pc:docMk/>
            <pc:sldMk cId="3960319929" sldId="333"/>
            <ac:spMk id="11" creationId="{1FE9B332-AA4D-4A5E-8D55-8E7CEC659B93}"/>
          </ac:spMkLst>
        </pc:spChg>
        <pc:graphicFrameChg chg="mod modGraphic">
          <ac:chgData name="Marharyta Synchak" userId="18542655-04ec-4b42-8aad-fd81f81ee43b" providerId="ADAL" clId="{6DC42019-3A86-4B74-B77E-911866AE08E8}" dt="2023-01-12T08:36:09.774" v="58" actId="113"/>
          <ac:graphicFrameMkLst>
            <pc:docMk/>
            <pc:sldMk cId="3960319929" sldId="333"/>
            <ac:graphicFrameMk id="20" creationId="{3DBE921F-5189-2684-9605-7881F2DD0E5E}"/>
          </ac:graphicFrameMkLst>
        </pc:graphicFrameChg>
      </pc:sldChg>
      <pc:sldChg chg="del">
        <pc:chgData name="Marharyta Synchak" userId="18542655-04ec-4b42-8aad-fd81f81ee43b" providerId="ADAL" clId="{6DC42019-3A86-4B74-B77E-911866AE08E8}" dt="2023-01-12T08:02:49.897" v="0" actId="47"/>
        <pc:sldMkLst>
          <pc:docMk/>
          <pc:sldMk cId="4197686812" sldId="337"/>
        </pc:sldMkLst>
      </pc:sldChg>
      <pc:sldChg chg="delSp modSp mod">
        <pc:chgData name="Marharyta Synchak" userId="18542655-04ec-4b42-8aad-fd81f81ee43b" providerId="ADAL" clId="{6DC42019-3A86-4B74-B77E-911866AE08E8}" dt="2023-02-22T10:05:18.989" v="113" actId="20577"/>
        <pc:sldMkLst>
          <pc:docMk/>
          <pc:sldMk cId="1865004159" sldId="338"/>
        </pc:sldMkLst>
        <pc:spChg chg="del">
          <ac:chgData name="Marharyta Synchak" userId="18542655-04ec-4b42-8aad-fd81f81ee43b" providerId="ADAL" clId="{6DC42019-3A86-4B74-B77E-911866AE08E8}" dt="2023-01-12T08:30:00.343" v="12" actId="478"/>
          <ac:spMkLst>
            <pc:docMk/>
            <pc:sldMk cId="1865004159" sldId="338"/>
            <ac:spMk id="2" creationId="{9723272F-AB10-3043-8618-31B79F0169DB}"/>
          </ac:spMkLst>
        </pc:spChg>
        <pc:graphicFrameChg chg="modGraphic">
          <ac:chgData name="Marharyta Synchak" userId="18542655-04ec-4b42-8aad-fd81f81ee43b" providerId="ADAL" clId="{6DC42019-3A86-4B74-B77E-911866AE08E8}" dt="2023-02-22T10:05:18.989" v="113" actId="20577"/>
          <ac:graphicFrameMkLst>
            <pc:docMk/>
            <pc:sldMk cId="1865004159" sldId="338"/>
            <ac:graphicFrameMk id="9" creationId="{00000000-0000-0000-0000-000000000000}"/>
          </ac:graphicFrameMkLst>
        </pc:graphicFrameChg>
      </pc:sldChg>
      <pc:sldChg chg="addSp delSp modSp new del mod">
        <pc:chgData name="Marharyta Synchak" userId="18542655-04ec-4b42-8aad-fd81f81ee43b" providerId="ADAL" clId="{6DC42019-3A86-4B74-B77E-911866AE08E8}" dt="2023-01-12T11:08:50.727" v="112" actId="2696"/>
        <pc:sldMkLst>
          <pc:docMk/>
          <pc:sldMk cId="2434106522" sldId="340"/>
        </pc:sldMkLst>
        <pc:spChg chg="del">
          <ac:chgData name="Marharyta Synchak" userId="18542655-04ec-4b42-8aad-fd81f81ee43b" providerId="ADAL" clId="{6DC42019-3A86-4B74-B77E-911866AE08E8}" dt="2023-01-12T11:01:46.714" v="64" actId="478"/>
          <ac:spMkLst>
            <pc:docMk/>
            <pc:sldMk cId="2434106522" sldId="340"/>
            <ac:spMk id="2" creationId="{8EAF0741-3008-4A4D-9025-9239D5FA24A8}"/>
          </ac:spMkLst>
        </pc:spChg>
        <pc:spChg chg="del">
          <ac:chgData name="Marharyta Synchak" userId="18542655-04ec-4b42-8aad-fd81f81ee43b" providerId="ADAL" clId="{6DC42019-3A86-4B74-B77E-911866AE08E8}" dt="2023-01-12T11:01:47.763" v="65" actId="478"/>
          <ac:spMkLst>
            <pc:docMk/>
            <pc:sldMk cId="2434106522" sldId="340"/>
            <ac:spMk id="5" creationId="{63BD79CA-6314-49F1-BC03-669C5CD8C7F6}"/>
          </ac:spMkLst>
        </pc:spChg>
        <pc:graphicFrameChg chg="add mod">
          <ac:chgData name="Marharyta Synchak" userId="18542655-04ec-4b42-8aad-fd81f81ee43b" providerId="ADAL" clId="{6DC42019-3A86-4B74-B77E-911866AE08E8}" dt="2023-01-12T11:03:12.452" v="70"/>
          <ac:graphicFrameMkLst>
            <pc:docMk/>
            <pc:sldMk cId="2434106522" sldId="340"/>
            <ac:graphicFrameMk id="6" creationId="{4FF3F3B3-179D-43F2-9F90-C56EA52D9044}"/>
          </ac:graphicFrameMkLst>
        </pc:graphicFrameChg>
      </pc:sldChg>
      <pc:sldChg chg="addSp delSp modSp new del mod">
        <pc:chgData name="Marharyta Synchak" userId="18542655-04ec-4b42-8aad-fd81f81ee43b" providerId="ADAL" clId="{6DC42019-3A86-4B74-B77E-911866AE08E8}" dt="2023-01-12T08:36:26.592" v="60" actId="47"/>
        <pc:sldMkLst>
          <pc:docMk/>
          <pc:sldMk cId="3180283243" sldId="340"/>
        </pc:sldMkLst>
        <pc:spChg chg="del">
          <ac:chgData name="Marharyta Synchak" userId="18542655-04ec-4b42-8aad-fd81f81ee43b" providerId="ADAL" clId="{6DC42019-3A86-4B74-B77E-911866AE08E8}" dt="2023-01-12T08:27:04.252" v="2" actId="478"/>
          <ac:spMkLst>
            <pc:docMk/>
            <pc:sldMk cId="3180283243" sldId="340"/>
            <ac:spMk id="2" creationId="{15407783-AC34-4D94-89EF-454200E1FB00}"/>
          </ac:spMkLst>
        </pc:spChg>
        <pc:spChg chg="del">
          <ac:chgData name="Marharyta Synchak" userId="18542655-04ec-4b42-8aad-fd81f81ee43b" providerId="ADAL" clId="{6DC42019-3A86-4B74-B77E-911866AE08E8}" dt="2023-01-12T08:27:06.047" v="4" actId="478"/>
          <ac:spMkLst>
            <pc:docMk/>
            <pc:sldMk cId="3180283243" sldId="340"/>
            <ac:spMk id="4" creationId="{01277DAC-8391-459A-AAFD-98FE31ED3B5B}"/>
          </ac:spMkLst>
        </pc:spChg>
        <pc:spChg chg="del">
          <ac:chgData name="Marharyta Synchak" userId="18542655-04ec-4b42-8aad-fd81f81ee43b" providerId="ADAL" clId="{6DC42019-3A86-4B74-B77E-911866AE08E8}" dt="2023-01-12T08:27:05.244" v="3" actId="478"/>
          <ac:spMkLst>
            <pc:docMk/>
            <pc:sldMk cId="3180283243" sldId="340"/>
            <ac:spMk id="5" creationId="{61E3B215-00D0-4948-8585-7BE71C917719}"/>
          </ac:spMkLst>
        </pc:spChg>
        <pc:graphicFrameChg chg="add del mod modGraphic">
          <ac:chgData name="Marharyta Synchak" userId="18542655-04ec-4b42-8aad-fd81f81ee43b" providerId="ADAL" clId="{6DC42019-3A86-4B74-B77E-911866AE08E8}" dt="2023-01-12T08:30:14.683" v="16" actId="478"/>
          <ac:graphicFrameMkLst>
            <pc:docMk/>
            <pc:sldMk cId="3180283243" sldId="340"/>
            <ac:graphicFrameMk id="6" creationId="{3E43AC0F-1900-4D94-9718-6730D1686D94}"/>
          </ac:graphicFrameMkLst>
        </pc:graphicFrameChg>
        <pc:graphicFrameChg chg="add del mod modGraphic">
          <ac:chgData name="Marharyta Synchak" userId="18542655-04ec-4b42-8aad-fd81f81ee43b" providerId="ADAL" clId="{6DC42019-3A86-4B74-B77E-911866AE08E8}" dt="2023-01-12T08:34:03.686" v="44" actId="478"/>
          <ac:graphicFrameMkLst>
            <pc:docMk/>
            <pc:sldMk cId="3180283243" sldId="340"/>
            <ac:graphicFrameMk id="7" creationId="{57CB17F7-C98B-4023-B532-0C5A99FBC336}"/>
          </ac:graphicFrameMkLst>
        </pc:graphicFrameChg>
        <pc:graphicFrameChg chg="add mod modGraphic">
          <ac:chgData name="Marharyta Synchak" userId="18542655-04ec-4b42-8aad-fd81f81ee43b" providerId="ADAL" clId="{6DC42019-3A86-4B74-B77E-911866AE08E8}" dt="2023-01-12T08:34:34.561" v="46" actId="2165"/>
          <ac:graphicFrameMkLst>
            <pc:docMk/>
            <pc:sldMk cId="3180283243" sldId="340"/>
            <ac:graphicFrameMk id="8" creationId="{BF52FD62-0E2F-4ABA-A49B-2F998DAF6959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0B1AF7E-5BC2-4D30-87FE-E1B659CA15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1D35212-2950-4BB8-B0AA-EE77368993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5188B-02CB-4126-A12E-C27940239E67}" type="datetimeFigureOut">
              <a:rPr lang="es-ES" smtClean="0"/>
              <a:t>22/02/2023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AF009-7545-4A39-A198-6416D3420C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8A1D82-08B5-4B1F-860C-695167F2EE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4CB31-C4D0-4176-AC65-C48107E4212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68674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1D6FC-8B18-4D83-81FA-5ECA9E5C1AAF}" type="datetimeFigureOut">
              <a:rPr lang="es-ES" smtClean="0"/>
              <a:t>22/02/2023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76288" y="1143000"/>
            <a:ext cx="5305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D618-BBD3-4FF5-9218-0E9FEB4B2F8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6315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876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751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624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498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377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250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124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4998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0563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6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3" y="2815401"/>
            <a:ext cx="4934309" cy="251992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6876" indent="0" algn="ctr">
              <a:buNone/>
              <a:defRPr sz="2000"/>
            </a:lvl2pPr>
            <a:lvl3pPr marL="913751" indent="0" algn="ctr">
              <a:buNone/>
              <a:defRPr sz="1800"/>
            </a:lvl3pPr>
            <a:lvl4pPr marL="1370624" indent="0" algn="ctr">
              <a:buNone/>
              <a:defRPr sz="1600"/>
            </a:lvl4pPr>
            <a:lvl5pPr marL="1827498" indent="0" algn="ctr">
              <a:buNone/>
              <a:defRPr sz="1600"/>
            </a:lvl5pPr>
            <a:lvl6pPr marL="2284377" indent="0" algn="ctr">
              <a:buNone/>
              <a:defRPr sz="1600"/>
            </a:lvl6pPr>
            <a:lvl7pPr marL="2741250" indent="0" algn="ctr">
              <a:buNone/>
              <a:defRPr sz="1600"/>
            </a:lvl7pPr>
            <a:lvl8pPr marL="3198124" indent="0" algn="ctr">
              <a:buNone/>
              <a:defRPr sz="1600"/>
            </a:lvl8pPr>
            <a:lvl9pPr marL="3654998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6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5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6876" indent="0">
              <a:buNone/>
              <a:defRPr sz="1300">
                <a:solidFill>
                  <a:schemeClr val="tx2"/>
                </a:solidFill>
              </a:defRPr>
            </a:lvl2pPr>
            <a:lvl3pPr marL="913751" indent="0">
              <a:buNone/>
              <a:defRPr sz="1300">
                <a:solidFill>
                  <a:schemeClr val="tx2"/>
                </a:solidFill>
              </a:defRPr>
            </a:lvl3pPr>
            <a:lvl4pPr marL="1370624" indent="0">
              <a:buNone/>
              <a:defRPr sz="1300">
                <a:solidFill>
                  <a:schemeClr val="tx2"/>
                </a:solidFill>
              </a:defRPr>
            </a:lvl4pPr>
            <a:lvl5pPr marL="1827498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8095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71"/>
            <a:ext cx="1849821" cy="292319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es-ES" sz="130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1692" indent="-395719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01068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3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79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bg1"/>
                </a:solidFill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32452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20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8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29190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8" y="3199548"/>
            <a:ext cx="10758733" cy="3189036"/>
          </a:xfrm>
        </p:spPr>
        <p:txBody>
          <a:bodyPr numCol="2" spcCol="719487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95669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8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5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77070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0" y="1124721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1" y="1124693"/>
            <a:ext cx="6683551" cy="5298367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7120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89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2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8082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1232635"/>
            <a:ext cx="3911401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9" y="1232635"/>
            <a:ext cx="6456737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8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402" y="3811316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73" tIns="45686" rIns="91373" bIns="45686"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992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102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73" tIns="45686" rIns="91373" bIns="45686" rtlCol="0" anchor="ctr"/>
          <a:lstStyle/>
          <a:p>
            <a:pPr algn="ctr"/>
            <a:endParaRPr lang="es-ES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76"/>
            <a:ext cx="1347483" cy="47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09"/>
            <a:ext cx="3365479" cy="1292593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pt-PT" sz="1300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300">
              <a:solidFill>
                <a:schemeClr val="tx2"/>
              </a:solidFill>
            </a:endParaRPr>
          </a:p>
          <a:p>
            <a:r>
              <a:rPr lang="pt-PT" sz="1300">
                <a:solidFill>
                  <a:schemeClr val="tx2"/>
                </a:solidFill>
              </a:rPr>
              <a:t>A nossa cultura baseia-se no princípio</a:t>
            </a:r>
            <a:r>
              <a:rPr lang="pt-PT" sz="1300" baseline="0">
                <a:solidFill>
                  <a:schemeClr val="tx2"/>
                </a:solidFill>
              </a:rPr>
              <a:t> </a:t>
            </a:r>
            <a:r>
              <a:rPr lang="pt-PT" sz="1300">
                <a:solidFill>
                  <a:schemeClr val="tx2"/>
                </a:solidFill>
              </a:rPr>
              <a:t>de que tudo</a:t>
            </a:r>
            <a:r>
              <a:rPr lang="pt-PT" sz="1300" baseline="0">
                <a:solidFill>
                  <a:schemeClr val="tx2"/>
                </a:solidFill>
              </a:rPr>
              <a:t> o </a:t>
            </a:r>
            <a:r>
              <a:rPr lang="pt-PT" sz="1300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11" y="649714"/>
            <a:ext cx="3365479" cy="732138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es-ES" sz="4000" err="1">
                <a:solidFill>
                  <a:schemeClr val="accent1"/>
                </a:solidFill>
              </a:rPr>
              <a:t>Obrigado</a:t>
            </a:r>
            <a:r>
              <a:rPr lang="es-ES" sz="400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6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pic>
        <p:nvPicPr>
          <p:cNvPr id="13" name="Picture 2" descr="G:\Com_MarketingCorp\Pastas\Mudança de Imagem\2018\Logos\Simples Próximo Justo\FA_Simples Próximo Justo_RGB\JPG\FA_SANTANDER_Simples Próximo Justo_POS_RGB.jpg"/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30228" r="7698" b="19124"/>
          <a:stretch/>
        </p:blipFill>
        <p:spPr bwMode="auto">
          <a:xfrm>
            <a:off x="731018" y="3540414"/>
            <a:ext cx="2785913" cy="413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163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8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0" y="2815400"/>
            <a:ext cx="4934309" cy="251992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15"/>
              </a:spcAft>
              <a:buNone/>
              <a:defRPr sz="2000">
                <a:solidFill>
                  <a:schemeClr val="tx2"/>
                </a:solidFill>
              </a:defRPr>
            </a:lvl1pPr>
            <a:lvl2pPr marL="462483" indent="0" algn="ctr">
              <a:buNone/>
              <a:defRPr sz="2000"/>
            </a:lvl2pPr>
            <a:lvl3pPr marL="924967" indent="0" algn="ctr">
              <a:buNone/>
              <a:defRPr sz="1800"/>
            </a:lvl3pPr>
            <a:lvl4pPr marL="1387450" indent="0" algn="ctr">
              <a:buNone/>
              <a:defRPr sz="1600"/>
            </a:lvl4pPr>
            <a:lvl5pPr marL="1849933" indent="0" algn="ctr">
              <a:buNone/>
              <a:defRPr sz="1600"/>
            </a:lvl5pPr>
            <a:lvl6pPr marL="2312414" indent="0" algn="ctr">
              <a:buNone/>
              <a:defRPr sz="1600"/>
            </a:lvl6pPr>
            <a:lvl7pPr marL="2774901" indent="0" algn="ctr">
              <a:buNone/>
              <a:defRPr sz="1600"/>
            </a:lvl7pPr>
            <a:lvl8pPr marL="3237382" indent="0" algn="ctr">
              <a:buNone/>
              <a:defRPr sz="1600"/>
            </a:lvl8pPr>
            <a:lvl9pPr marL="3699865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7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7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62483" indent="0">
              <a:buNone/>
              <a:defRPr sz="1300">
                <a:solidFill>
                  <a:schemeClr val="tx2"/>
                </a:solidFill>
              </a:defRPr>
            </a:lvl2pPr>
            <a:lvl3pPr marL="924967" indent="0">
              <a:buNone/>
              <a:defRPr sz="1300">
                <a:solidFill>
                  <a:schemeClr val="tx2"/>
                </a:solidFill>
              </a:defRPr>
            </a:lvl3pPr>
            <a:lvl4pPr marL="1387450" indent="0">
              <a:buNone/>
              <a:defRPr sz="1300">
                <a:solidFill>
                  <a:schemeClr val="tx2"/>
                </a:solidFill>
              </a:defRPr>
            </a:lvl4pPr>
            <a:lvl5pPr marL="1849933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072362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72"/>
            <a:ext cx="1849821" cy="324591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es-ES" sz="1300">
                <a:solidFill>
                  <a:srgbClr val="EB0000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6992" indent="-400577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867141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77125" y="82637"/>
            <a:ext cx="10515600" cy="721375"/>
          </a:xfrm>
        </p:spPr>
        <p:txBody>
          <a:bodyPr vert="horz" lIns="123329" tIns="61666" rIns="123329" bIns="61666" rtlCol="0" anchor="t">
            <a:noAutofit/>
          </a:bodyPr>
          <a:lstStyle>
            <a:lvl1pPr>
              <a:defRPr lang="pt-PT"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11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7127" y="1124713"/>
            <a:ext cx="10903849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61852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3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80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700">
                <a:solidFill>
                  <a:schemeClr val="bg1"/>
                </a:solidFill>
              </a:defRPr>
            </a:lvl1pPr>
            <a:lvl2pPr>
              <a:defRPr sz="14000">
                <a:solidFill>
                  <a:schemeClr val="tx1"/>
                </a:solidFill>
              </a:defRPr>
            </a:lvl2pPr>
            <a:lvl3pPr>
              <a:defRPr sz="11600">
                <a:solidFill>
                  <a:schemeClr val="tx1"/>
                </a:solidFill>
              </a:defRPr>
            </a:lvl3pPr>
            <a:lvl4pPr>
              <a:defRPr sz="9700">
                <a:solidFill>
                  <a:schemeClr val="tx1"/>
                </a:solidFill>
              </a:defRPr>
            </a:lvl4pPr>
            <a:lvl5pPr>
              <a:defRPr sz="97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400938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20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8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9003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4" y="3199548"/>
            <a:ext cx="10758733" cy="3189036"/>
          </a:xfrm>
        </p:spPr>
        <p:txBody>
          <a:bodyPr numCol="2" spcCol="971090"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507820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8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5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048666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1" y="1124722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3" y="1124694"/>
            <a:ext cx="6683551" cy="5298368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6695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91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3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46419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1232631"/>
            <a:ext cx="3911401" cy="6800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70" y="1232631"/>
            <a:ext cx="6456737" cy="6800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8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403" y="3811316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3329" tIns="61666" rIns="123329" bIns="61666" rtlCol="0" anchor="ctr"/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794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102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3329" tIns="61666" rIns="123329" bIns="61666" rtlCol="0" anchor="ctr"/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83"/>
            <a:ext cx="1347483" cy="471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10"/>
            <a:ext cx="3365479" cy="1324865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pt-PT" sz="1300">
                <a:solidFill>
                  <a:srgbClr val="6E7678"/>
                </a:solidFill>
              </a:rPr>
              <a:t>A nossa missão é contribuir para o desenvolvimento das pessoas e das empresas.</a:t>
            </a:r>
          </a:p>
          <a:p>
            <a:pPr defTabSz="1233288"/>
            <a:endParaRPr lang="pt-PT" sz="1300">
              <a:solidFill>
                <a:srgbClr val="6E7678"/>
              </a:solidFill>
            </a:endParaRPr>
          </a:p>
          <a:p>
            <a:pPr defTabSz="1233288"/>
            <a:r>
              <a:rPr lang="pt-PT" sz="1300">
                <a:solidFill>
                  <a:srgbClr val="6E7678"/>
                </a:solidFill>
              </a:rPr>
              <a:t>A nossa cultura baseia-se no princípio de que tudo o 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13" y="649715"/>
            <a:ext cx="3365479" cy="763970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es-ES" sz="4000" err="1">
                <a:solidFill>
                  <a:srgbClr val="EB0000"/>
                </a:solidFill>
              </a:rPr>
              <a:t>Obrigado</a:t>
            </a:r>
            <a:r>
              <a:rPr lang="es-ES" sz="4000">
                <a:solidFill>
                  <a:srgbClr val="EB0000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7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pic>
        <p:nvPicPr>
          <p:cNvPr id="14" name="Imagen 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56" y="3576683"/>
            <a:ext cx="3046637" cy="30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620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91373" tIns="45686" rIns="91373" bIns="4568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69"/>
            <a:ext cx="10515600" cy="4500412"/>
          </a:xfrm>
          <a:prstGeom prst="rect">
            <a:avLst/>
          </a:prstGeom>
        </p:spPr>
        <p:txBody>
          <a:bodyPr vert="horz" lIns="91373" tIns="45686" rIns="91373" bIns="4568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asas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/>
              <a:t>‹#›</a:t>
            </a:fld>
            <a:endParaRPr lang="es-ES"/>
          </a:p>
        </p:txBody>
      </p:sp>
      <p:sp>
        <p:nvSpPr>
          <p:cNvPr id="8" name="MSIPCMContentMarking" descr="{&quot;HashCode&quot;:-665463564,&quot;Placement&quot;:&quot;Header&quot;,&quot;Top&quot;:0.0,&quot;Left&quot;:0.0,&quot;SlideWidth&quot;:960,&quot;SlideHeight&quot;:558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80468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</p:sldLayoutIdLst>
  <p:hf hdr="0" dt="0"/>
  <p:txStyles>
    <p:titleStyle>
      <a:lvl1pPr algn="l" defTabSz="913751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38" indent="-228438" algn="l" defTabSz="91375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313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189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061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937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2812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69687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6563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3438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876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51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624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498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377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250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124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998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123329" tIns="61666" rIns="123329" bIns="6166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70"/>
            <a:ext cx="10515600" cy="4500412"/>
          </a:xfrm>
          <a:prstGeom prst="rect">
            <a:avLst/>
          </a:prstGeom>
        </p:spPr>
        <p:txBody>
          <a:bodyPr vert="horz" lIns="123329" tIns="61666" rIns="123329" bIns="6166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r>
              <a:rPr lang="es-ES">
                <a:solidFill>
                  <a:prstClr val="black">
                    <a:tint val="75000"/>
                  </a:prstClr>
                </a:solidFill>
              </a:rPr>
              <a:t>asas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fld id="{BC0D97B6-E32F-4D7D-B839-7C3B51F2640F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1233288"/>
              <a:t>‹#›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SIPCMContentMarking" descr="{&quot;HashCode&quot;:-665463564,&quot;Placement&quot;:&quot;Header&quot;,&quot;Top&quot;:0.0,&quot;Left&quot;:0.0,&quot;SlideWidth&quot;:960,&quot;SlideHeight&quot;:558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95304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dt="0"/>
  <p:txStyles>
    <p:titleStyle>
      <a:lvl1pPr algn="l" defTabSz="924967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1243" indent="-231243" algn="l" defTabSz="924967" rtl="0" eaLnBrk="1" latinLnBrk="0" hangingPunct="1">
        <a:lnSpc>
          <a:spcPct val="90000"/>
        </a:lnSpc>
        <a:spcBef>
          <a:spcPts val="1012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3726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56207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18691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81174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43658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006140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68621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931105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2483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24967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87450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9933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12414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74901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37382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99865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</a:t>
            </a:fld>
            <a:endParaRPr lang="es-ES" dirty="0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2243" y="1637202"/>
            <a:ext cx="1957457" cy="163005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 dirty="0"/>
              <a:t>CDO</a:t>
            </a:r>
            <a:endParaRPr lang="en-US" sz="11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F17E78E-41EA-4899-8FEE-94E9E4145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140685"/>
              </p:ext>
            </p:extLst>
          </p:nvPr>
        </p:nvGraphicFramePr>
        <p:xfrm>
          <a:off x="722242" y="2202181"/>
          <a:ext cx="10003785" cy="39102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272">
                  <a:extLst>
                    <a:ext uri="{9D8B030D-6E8A-4147-A177-3AD203B41FA5}">
                      <a16:colId xmlns:a16="http://schemas.microsoft.com/office/drawing/2014/main" val="2195827580"/>
                    </a:ext>
                  </a:extLst>
                </a:gridCol>
                <a:gridCol w="6149513">
                  <a:extLst>
                    <a:ext uri="{9D8B030D-6E8A-4147-A177-3AD203B41FA5}">
                      <a16:colId xmlns:a16="http://schemas.microsoft.com/office/drawing/2014/main" val="3847489052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688265970"/>
                    </a:ext>
                  </a:extLst>
                </a:gridCol>
                <a:gridCol w="1836000">
                  <a:extLst>
                    <a:ext uri="{9D8B030D-6E8A-4147-A177-3AD203B41FA5}">
                      <a16:colId xmlns:a16="http://schemas.microsoft.com/office/drawing/2014/main" val="331130350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ID</a:t>
                      </a:r>
                      <a:endParaRPr lang="pt-PT" sz="95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Temas</a:t>
                      </a:r>
                      <a:endParaRPr lang="pt-PT" sz="95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# Responsabilidade/ Processo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Diferenças de MAVALIAA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911135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 dirty="0">
                          <a:effectLst/>
                          <a:latin typeface="+mj-lt"/>
                        </a:rPr>
                        <a:t>1</a:t>
                      </a:r>
                      <a:endParaRPr lang="pt-PT" sz="95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 dirty="0">
                          <a:effectLst/>
                          <a:latin typeface="+mj-lt"/>
                        </a:rPr>
                        <a:t>Apenas serão contempladas responsabilidades/processos com bens associados e com datas de vencimento válidas (exceto bens com origem </a:t>
                      </a:r>
                      <a:r>
                        <a:rPr lang="pt-PT" sz="950" i="1" u="none" strike="noStrike" dirty="0">
                          <a:effectLst/>
                          <a:latin typeface="+mj-lt"/>
                        </a:rPr>
                        <a:t>leasing</a:t>
                      </a:r>
                      <a:r>
                        <a:rPr lang="pt-PT" sz="950" u="none" strike="noStrike" dirty="0">
                          <a:effectLst/>
                          <a:latin typeface="+mj-lt"/>
                        </a:rPr>
                        <a:t>).</a:t>
                      </a:r>
                      <a:endParaRPr lang="pt-PT" sz="95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2 317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-827 246 890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395443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 dirty="0">
                          <a:effectLst/>
                          <a:latin typeface="+mj-lt"/>
                        </a:rPr>
                        <a:t>2</a:t>
                      </a:r>
                      <a:endParaRPr lang="pt-PT" sz="95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 dirty="0">
                          <a:effectLst/>
                          <a:latin typeface="+mj-lt"/>
                        </a:rPr>
                        <a:t>Todos os titulares, utilizados atualmente como garantias pessoais, serão excluídos.</a:t>
                      </a:r>
                      <a:endParaRPr lang="pt-PT" sz="95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62 653</a:t>
                      </a:r>
                      <a:r>
                        <a:rPr lang="pt-PT" sz="900" b="0" baseline="30000" dirty="0">
                          <a:solidFill>
                            <a:schemeClr val="tx1"/>
                          </a:solidFill>
                        </a:rPr>
                        <a:t>1 </a:t>
                      </a:r>
                      <a:endParaRPr lang="pt-PT" sz="95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-4 153 168 305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875890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 dirty="0">
                          <a:effectLst/>
                          <a:latin typeface="+mj-lt"/>
                        </a:rPr>
                        <a:t>3</a:t>
                      </a:r>
                      <a:endParaRPr lang="pt-PT" sz="95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 dirty="0">
                          <a:effectLst/>
                          <a:latin typeface="+mj-lt"/>
                        </a:rPr>
                        <a:t>O algoritmos de apuramento de saldos das responsabilidades, relevantes para a distribuição dos montantes das garantias, passará a contemplar contas contabilisticas de juros e despesas vencidas.</a:t>
                      </a:r>
                      <a:endParaRPr lang="pt-PT" sz="95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Por quantificar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200727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 dirty="0">
                          <a:effectLst/>
                          <a:latin typeface="+mj-lt"/>
                        </a:rPr>
                        <a:t>4</a:t>
                      </a:r>
                      <a:endParaRPr lang="pt-PT" sz="95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 dirty="0">
                          <a:effectLst/>
                          <a:latin typeface="+mj-lt"/>
                        </a:rPr>
                        <a:t>A metodologia de aprovisionamento de montantes de avaliação para fomentos à construção e IFRRUs, manter-se-á como no BIYR9500. A mesma será revista após o rácio de Novembro.</a:t>
                      </a:r>
                      <a:endParaRPr lang="pt-PT" sz="95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057866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 dirty="0">
                          <a:effectLst/>
                          <a:latin typeface="+mj-lt"/>
                        </a:rPr>
                        <a:t>5</a:t>
                      </a:r>
                      <a:endParaRPr lang="pt-PT" sz="95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 dirty="0">
                          <a:effectLst/>
                          <a:latin typeface="+mj-lt"/>
                        </a:rPr>
                        <a:t>O montante considerado em garantias pessoais deve ser o da responsabilidade e não o do processo. </a:t>
                      </a:r>
                      <a:endParaRPr lang="pt-PT" sz="950" b="1" i="0" u="none" strike="noStrike" dirty="0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Por quantificar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077517"/>
                  </a:ext>
                </a:extLst>
              </a:tr>
              <a:tr h="456412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>
                          <a:effectLst/>
                          <a:latin typeface="+mj-lt"/>
                        </a:rPr>
                        <a:t>No caso das garantias financeiras, serão descartadas as garantias cuja data de vencimento seja inferior à data do rácio, mesmo tendo uma data de cativo válida (uma vez que a data de cativo pode ser referente à DO e não ao bem contratualizado incialmente com o cliente). Metodologia que será aplicada após quantificação de impactos. </a:t>
                      </a:r>
                      <a:endParaRPr lang="pt-PT" sz="950" b="1" i="0" u="none" strike="noStrike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Por quantificar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576559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>
                          <a:effectLst/>
                          <a:latin typeface="+mj-lt"/>
                        </a:rPr>
                        <a:t>Apenas serão contemplados bens com datas de avaliação válidas (exceto bens com origem </a:t>
                      </a:r>
                      <a:r>
                        <a:rPr lang="pt-PT" sz="950" i="1" u="none" strike="noStrike">
                          <a:effectLst/>
                          <a:latin typeface="+mj-lt"/>
                        </a:rPr>
                        <a:t>leasing</a:t>
                      </a:r>
                      <a:r>
                        <a:rPr lang="pt-PT" sz="950" u="none" strike="noStrike">
                          <a:effectLst/>
                          <a:latin typeface="+mj-lt"/>
                        </a:rPr>
                        <a:t>). </a:t>
                      </a:r>
                      <a:endParaRPr lang="pt-PT" sz="950" b="0" i="0" u="none" strike="noStrike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302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-73 561 152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40860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 dirty="0">
                          <a:effectLst/>
                          <a:latin typeface="+mj-lt"/>
                        </a:rPr>
                        <a:t>A metodologia de aprovisionamento de montantes/datas de avaliação aplicada a Fomentos à Construção deve ser igual para todas as origens. </a:t>
                      </a:r>
                      <a:endParaRPr lang="pt-PT" sz="95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-154 228 026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4316186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 dirty="0">
                          <a:effectLst/>
                          <a:latin typeface="+mj-lt"/>
                        </a:rPr>
                        <a:t>O rateio dos bens pelos processos/responsabilidades deve ser feito independentemente da origem.</a:t>
                      </a:r>
                      <a:endParaRPr lang="pt-PT" sz="95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93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-286 114 515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737352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u="none" strike="noStrike" dirty="0">
                          <a:effectLst/>
                          <a:latin typeface="+mj-lt"/>
                        </a:rPr>
                        <a:t>Saldos de bens financeiros utilizados no modelo apresentam lag de um dia face ao BIYR (BIYR utiliza saldos de D+1). </a:t>
                      </a:r>
                      <a:endParaRPr lang="pt-PT" sz="95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3 083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690 906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796925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11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São consideradas todas as garantias financeiras válidas dentro da mesma caução, independentemente da sua tipologia (exemplo, DO e TT).</a:t>
                      </a:r>
                      <a:r>
                        <a:rPr lang="pt-PT" sz="950" b="1" u="none" strike="noStrike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pt-PT" sz="95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367 626</a:t>
                      </a:r>
                      <a:endParaRPr lang="pt-PT" sz="95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937" marR="3937" marT="393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613097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391C80-8503-526C-1599-9EAA37A0065B}"/>
              </a:ext>
            </a:extLst>
          </p:cNvPr>
          <p:cNvSpPr txBox="1"/>
          <p:nvPr/>
        </p:nvSpPr>
        <p:spPr>
          <a:xfrm>
            <a:off x="711028" y="1837443"/>
            <a:ext cx="99476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100" dirty="0"/>
              <a:t>Os temas abaixo identificados, representam alterações que foram realizadas no modelo face à situação que existe atualmente e cuja sua alteração têm impacto nos resultados:</a:t>
            </a:r>
            <a:endParaRPr lang="en-US" sz="1100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253D2F7-582B-9495-0091-F9EDA507B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28" y="6098749"/>
            <a:ext cx="418576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800" dirty="0"/>
              <a:t>1</a:t>
            </a:r>
            <a:r>
              <a:rPr lang="pt-BR" sz="800" dirty="0"/>
              <a:t> A granularidade utilizada para análise foi ao nivel do bem (garantia pessoal – Cliente)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839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/>
              <a:t>3. Plano e </a:t>
            </a:r>
            <a:r>
              <a:rPr lang="es-ES" sz="2000" i="1"/>
              <a:t>status</a:t>
            </a:r>
            <a:r>
              <a:rPr lang="es-ES" sz="2000"/>
              <a:t> do </a:t>
            </a:r>
            <a:r>
              <a:rPr lang="es-ES" sz="2000" err="1"/>
              <a:t>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2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</a:rPr>
              <a:t>3.3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</a:rPr>
              <a:t>Quadro Resumo de Controlos e Resultados</a:t>
            </a:r>
            <a:endParaRPr lang="en-US" sz="1000" b="1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2243" y="1637202"/>
            <a:ext cx="1957457" cy="163005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/>
              <a:t>CDO</a:t>
            </a:r>
            <a:endParaRPr lang="en-US" sz="110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4013635"/>
              </p:ext>
            </p:extLst>
          </p:nvPr>
        </p:nvGraphicFramePr>
        <p:xfrm>
          <a:off x="722242" y="2455200"/>
          <a:ext cx="9936401" cy="2625600"/>
        </p:xfrm>
        <a:graphic>
          <a:graphicData uri="http://schemas.openxmlformats.org/drawingml/2006/table">
            <a:tbl>
              <a:tblPr firstRow="1" firstCol="1" bandRow="1"/>
              <a:tblGrid>
                <a:gridCol w="14775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1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94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94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94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9486">
                  <a:extLst>
                    <a:ext uri="{9D8B030D-6E8A-4147-A177-3AD203B41FA5}">
                      <a16:colId xmlns:a16="http://schemas.microsoft.com/office/drawing/2014/main" val="4093056714"/>
                    </a:ext>
                  </a:extLst>
                </a:gridCol>
                <a:gridCol w="1419486">
                  <a:extLst>
                    <a:ext uri="{9D8B030D-6E8A-4147-A177-3AD203B41FA5}">
                      <a16:colId xmlns:a16="http://schemas.microsoft.com/office/drawing/2014/main" val="2876392654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en-US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BIYR9500 (1)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Novo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 (2)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1000" b="1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∆ </a:t>
                      </a:r>
                      <a:r>
                        <a:rPr lang="pt-PT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(2-1)</a:t>
                      </a:r>
                      <a:r>
                        <a:rPr lang="pt-PT" sz="1000" b="1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endParaRPr lang="en-US" sz="10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Tipo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</a:t>
                      </a:r>
                      <a:r>
                        <a:rPr lang="en-US" sz="1000" b="1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Responsabilidade</a:t>
                      </a:r>
                      <a:r>
                        <a:rPr lang="en-US" sz="1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/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</a:t>
                      </a:r>
                      <a:r>
                        <a:rPr lang="en-US" sz="1000" b="1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Responsabilidade</a:t>
                      </a:r>
                      <a:r>
                        <a:rPr lang="en-US" sz="1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/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</a:t>
                      </a:r>
                      <a:r>
                        <a:rPr lang="en-US" sz="1000" b="1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Responsabilidade</a:t>
                      </a:r>
                      <a:r>
                        <a:rPr lang="en-US" sz="1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/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Factoring*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 dirty="0">
                          <a:effectLst/>
                        </a:rPr>
                        <a:t>1 008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 dirty="0">
                          <a:effectLst/>
                        </a:rPr>
                        <a:t>78 435 758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 dirty="0">
                          <a:effectLst/>
                        </a:rPr>
                        <a:t>6 468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 dirty="0">
                          <a:effectLst/>
                        </a:rPr>
                        <a:t>945 762 685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>
                          <a:effectLst/>
                        </a:rPr>
                        <a:t>5 460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>
                          <a:effectLst/>
                        </a:rPr>
                        <a:t>867 326 927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Pessoais</a:t>
                      </a: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(excl. </a:t>
                      </a:r>
                      <a:r>
                        <a:rPr lang="en-US" sz="1000" b="0" i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Leasing e Factoring</a:t>
                      </a:r>
                      <a:r>
                        <a:rPr lang="en-US" sz="1000" b="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)</a:t>
                      </a: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*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410 173</a:t>
                      </a:r>
                      <a:endParaRPr lang="pt-PT" sz="10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34 997 179 494</a:t>
                      </a:r>
                      <a:endParaRPr lang="pt-PT" sz="10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361 327</a:t>
                      </a:r>
                      <a:endParaRPr lang="pt-PT" sz="10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22 969 651 445</a:t>
                      </a:r>
                      <a:endParaRPr lang="pt-PT" sz="10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-48 846</a:t>
                      </a:r>
                      <a:endParaRPr lang="pt-PT" sz="10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-12 027 528 050</a:t>
                      </a:r>
                      <a:endParaRPr lang="pt-PT" sz="10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Financeiras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8 196</a:t>
                      </a:r>
                      <a:endParaRPr lang="pt-PT" sz="10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1 254 103 761</a:t>
                      </a:r>
                      <a:endParaRPr lang="pt-PT" sz="10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8 034</a:t>
                      </a:r>
                      <a:endParaRPr lang="pt-PT" sz="10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734 909 650</a:t>
                      </a:r>
                      <a:endParaRPr lang="pt-PT" sz="10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-162</a:t>
                      </a:r>
                      <a:endParaRPr lang="pt-PT" sz="10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-519 194 111</a:t>
                      </a:r>
                      <a:endParaRPr lang="pt-PT" sz="10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506073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Imóveis</a:t>
                      </a: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(excl. </a:t>
                      </a:r>
                      <a:r>
                        <a:rPr lang="en-US" sz="1000" b="0" i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1000" b="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)</a:t>
                      </a:r>
                      <a:endParaRPr lang="en-US" sz="1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>
                          <a:effectLst/>
                        </a:rPr>
                        <a:t>373 867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>
                          <a:effectLst/>
                        </a:rPr>
                        <a:t>58 495 118 376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 dirty="0">
                          <a:effectLst/>
                        </a:rPr>
                        <a:t>385 882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 dirty="0">
                          <a:effectLst/>
                        </a:rPr>
                        <a:t>57 721 688 944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>
                          <a:effectLst/>
                        </a:rPr>
                        <a:t>12 015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 dirty="0">
                          <a:effectLst/>
                        </a:rPr>
                        <a:t>-773 429 432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i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1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Pessoais</a:t>
                      </a: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* 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>
                          <a:effectLst/>
                        </a:rPr>
                        <a:t>38 759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>
                          <a:effectLst/>
                        </a:rPr>
                        <a:t>1 709 236 992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 dirty="0">
                          <a:effectLst/>
                        </a:rPr>
                        <a:t>32 534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 dirty="0">
                          <a:effectLst/>
                        </a:rPr>
                        <a:t>161 395 126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>
                          <a:effectLst/>
                        </a:rPr>
                        <a:t>-6 225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 dirty="0">
                          <a:effectLst/>
                        </a:rPr>
                        <a:t>-1 547 841 866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7319531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i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1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Imóveis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>
                          <a:effectLst/>
                        </a:rPr>
                        <a:t>5 374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>
                          <a:effectLst/>
                        </a:rPr>
                        <a:t>1 580 125 926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 dirty="0">
                          <a:effectLst/>
                        </a:rPr>
                        <a:t>4 889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 dirty="0">
                          <a:effectLst/>
                        </a:rPr>
                        <a:t>1 498 994 348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>
                          <a:effectLst/>
                        </a:rPr>
                        <a:t>-485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 dirty="0">
                          <a:effectLst/>
                        </a:rPr>
                        <a:t>-81 131 578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997582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effectLst/>
                          <a:latin typeface="+mj-lt"/>
                          <a:ea typeface="Calibri" panose="020F0502020204030204" pitchFamily="34" charset="0"/>
                        </a:rPr>
                        <a:t>Total</a:t>
                      </a: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</a:rPr>
                        <a:t>852 996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>
                          <a:effectLst/>
                        </a:rPr>
                        <a:t>98 090 070 185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</a:rPr>
                        <a:t>810 985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</a:rPr>
                        <a:t>84 057 989 622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</a:rPr>
                        <a:t>-42 011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</a:rPr>
                        <a:t>-14 032 080 562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36366"/>
                  </a:ext>
                </a:extLst>
              </a:tr>
            </a:tbl>
          </a:graphicData>
        </a:graphic>
      </p:graphicFrame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711028" y="6160304"/>
            <a:ext cx="4168129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800"/>
              <a:t>*</a:t>
            </a:r>
            <a:r>
              <a:rPr lang="pt-BR" sz="800"/>
              <a:t> A granularidade utilizada para análise foi ao nivel do bem (garantia pessoal – Cliente)</a:t>
            </a:r>
            <a:endParaRPr kumimoji="0" lang="pt-PT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1028" y="1837443"/>
            <a:ext cx="85111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100" dirty="0"/>
              <a:t>Comparação de universo e montantes de avaliações (dados de dezembro 2022):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865004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3</a:t>
            </a:fld>
            <a:endParaRPr lang="es-ES" dirty="0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Garantias Pessoais</a:t>
            </a:r>
            <a:r>
              <a:rPr lang="pt-PT" sz="1000" b="1" baseline="30000" dirty="0">
                <a:solidFill>
                  <a:schemeClr val="tx1"/>
                </a:solidFill>
              </a:rPr>
              <a:t>1 2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9906030"/>
              </p:ext>
            </p:extLst>
          </p:nvPr>
        </p:nvGraphicFramePr>
        <p:xfrm>
          <a:off x="722243" y="1992456"/>
          <a:ext cx="9174866" cy="2199652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66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719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Processo/ Cliente </a:t>
                      </a:r>
                      <a:r>
                        <a:rPr lang="pt-PT" sz="900" b="1" baseline="30000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</a:t>
                      </a:r>
                      <a:endParaRPr lang="pt-PT" sz="900" baseline="300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476">
                <a:tc rowSpan="3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29 833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2 189 852 894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2 189 852 894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321 751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20 095 079 690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27 567 617 666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-7 472 537 977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351 584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22 284 932 583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29 757 470 560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-7 472 537 977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476">
                <a:tc rowSpan="3">
                  <a:txBody>
                    <a:bodyPr/>
                    <a:lstStyle/>
                    <a:p>
                      <a:r>
                        <a:rPr lang="pt-PT" sz="1000" b="1" dirty="0"/>
                        <a:t>2) Exclusivo Novo Modelo de Garantias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8 315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531 162 011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531 162 011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718942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1 428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153 556 851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153 556 851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9 743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684 718 861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684 718 861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476">
                <a:tc rowSpan="4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63 696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4 277 405 650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-4 277 405 650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3 181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241 835 372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-241 835 372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310498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214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720 467 913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-720 467 913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67 091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5 239 708 934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-5 239 708 934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11028" y="6072469"/>
            <a:ext cx="43428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análise exclui o universo de </a:t>
            </a:r>
            <a:r>
              <a:rPr lang="pt-BR" sz="800" i="1" dirty="0"/>
              <a:t>Leasing</a:t>
            </a:r>
            <a:r>
              <a:rPr lang="pt-BR" sz="800" dirty="0"/>
              <a:t> e </a:t>
            </a:r>
            <a:r>
              <a:rPr lang="pt-BR" sz="800" i="1" dirty="0"/>
              <a:t>Factoring</a:t>
            </a:r>
          </a:p>
          <a:p>
            <a:r>
              <a:rPr lang="pt-BR" sz="800" dirty="0"/>
              <a:t>2. A granularidade utilizada para análise foi ao nivel do bem (garantia pessoal – Cliente)</a:t>
            </a:r>
          </a:p>
          <a:p>
            <a:r>
              <a:rPr lang="pt-BR" sz="800" dirty="0"/>
              <a:t>3. A granularidade apresentada é a do Novo Modelo de Garantias (granularidade de IC’s)</a:t>
            </a:r>
            <a:endParaRPr lang="en-US" sz="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AF56CD-ED3D-EFF2-896B-D465D8A8C9A8}"/>
              </a:ext>
            </a:extLst>
          </p:cNvPr>
          <p:cNvSpPr/>
          <p:nvPr/>
        </p:nvSpPr>
        <p:spPr>
          <a:xfrm>
            <a:off x="722243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+mj-lt"/>
              </a:rPr>
              <a:t>*Diferenças de metodologia refletidas:</a:t>
            </a:r>
          </a:p>
          <a:p>
            <a:endParaRPr lang="pt-PT" sz="900" dirty="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u="sng" dirty="0">
                <a:solidFill>
                  <a:schemeClr val="tx1"/>
                </a:solidFill>
                <a:latin typeface="+mj-lt"/>
              </a:rPr>
              <a:t>Todos os titulares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, utilizados atualmente como garantias pessoais,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serão excluídos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Apenas serão contempladas responsabilidades/processos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com bens associados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endParaRPr lang="pt-PT" sz="9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67396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4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Garantias Financeiras</a:t>
            </a:r>
            <a:endParaRPr 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DBE921F-5189-2684-9605-7881F2DD0E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874263"/>
              </p:ext>
            </p:extLst>
          </p:nvPr>
        </p:nvGraphicFramePr>
        <p:xfrm>
          <a:off x="722243" y="1992456"/>
          <a:ext cx="9174866" cy="236256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66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900" b="1" baseline="30000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1</a:t>
                      </a:r>
                      <a:endParaRPr lang="pt-PT" sz="900" baseline="300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4 689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414 957 418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414 957 418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3 136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299 400 575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298 342 043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1 058 532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1786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5 734 519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5 731 617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2 902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51067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159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14 288 689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11 522 432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2 766 258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8 005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734 381 201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730 553 509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3 827 692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dirty="0"/>
                        <a:t>2) Exclusivo Novo Modelo de Garantias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528 449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528 449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528 449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528 449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391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523 304 145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-523 304 145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48 101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-48 101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198 006</a:t>
                      </a:r>
                      <a:endParaRPr lang="pt-PT" sz="900" b="0" i="0" u="none" strike="noStrike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-198 006</a:t>
                      </a:r>
                      <a:endParaRPr lang="pt-PT" sz="900" b="0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405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523 550 252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-523 550 252</a:t>
                      </a:r>
                      <a:endParaRPr lang="pt-PT" sz="1000" b="1" i="0" u="none" strike="noStrike" dirty="0">
                        <a:effectLst/>
                        <a:latin typeface="+mn-lt"/>
                      </a:endParaRPr>
                    </a:p>
                  </a:txBody>
                  <a:tcPr marL="5461" marR="5461" marT="5461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D9B12163-7231-98A4-752B-C91842F7088D}"/>
              </a:ext>
            </a:extLst>
          </p:cNvPr>
          <p:cNvSpPr/>
          <p:nvPr/>
        </p:nvSpPr>
        <p:spPr>
          <a:xfrm>
            <a:off x="711028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+mj-lt"/>
              </a:rPr>
              <a:t>*Diferenças de metodologia refletidas:</a:t>
            </a:r>
          </a:p>
          <a:p>
            <a:endParaRPr lang="pt-PT" sz="900" dirty="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Saldos de bens financeiros utilizados no modelo apresentam </a:t>
            </a:r>
            <a:r>
              <a:rPr lang="pt-PT" sz="900" i="1" u="sng" dirty="0">
                <a:solidFill>
                  <a:schemeClr val="tx1"/>
                </a:solidFill>
                <a:latin typeface="+mj-lt"/>
              </a:rPr>
              <a:t>lag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 de um dia 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face ao BIYR (BIYR utiliza saldos de D+1).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Apenas serão contempladas responsabilidades/processos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com bens associados 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e com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datas de vencimento válidas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b="0" i="0" u="none" strike="noStrike" dirty="0">
                <a:solidFill>
                  <a:schemeClr val="tx1"/>
                </a:solidFill>
                <a:effectLst/>
                <a:latin typeface="+mj-lt"/>
              </a:rPr>
              <a:t>São consideradas todas as </a:t>
            </a:r>
            <a:r>
              <a:rPr lang="pt-PT" sz="900" b="0" i="0" u="sng" strike="noStrike" dirty="0">
                <a:solidFill>
                  <a:schemeClr val="tx1"/>
                </a:solidFill>
                <a:effectLst/>
                <a:latin typeface="+mj-lt"/>
              </a:rPr>
              <a:t>garantias financeiras válidas dentro da mesma caução</a:t>
            </a:r>
            <a:r>
              <a:rPr lang="pt-PT" sz="900" b="0" i="0" u="none" strike="noStrike" dirty="0">
                <a:solidFill>
                  <a:schemeClr val="tx1"/>
                </a:solidFill>
                <a:effectLst/>
                <a:latin typeface="+mj-lt"/>
              </a:rPr>
              <a:t>, independentemente da sua tipologia (exemplo, DO e TT)</a:t>
            </a:r>
            <a:endParaRPr lang="pt-PT" sz="9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D0D770-CF7C-B3A4-7476-7F7C8EE33F02}"/>
              </a:ext>
            </a:extLst>
          </p:cNvPr>
          <p:cNvSpPr txBox="1"/>
          <p:nvPr/>
        </p:nvSpPr>
        <p:spPr>
          <a:xfrm>
            <a:off x="711028" y="6072469"/>
            <a:ext cx="43428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granularidade apresentada é a do Novo Modelo de Garantias (granularidade de IC’s) 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960319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5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Garantias Imóveis</a:t>
            </a:r>
            <a:r>
              <a:rPr lang="pt-PT" sz="1000" b="1" baseline="30000" dirty="0">
                <a:solidFill>
                  <a:schemeClr val="tx1"/>
                </a:solidFill>
              </a:rPr>
              <a:t>1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94EF0D11-64A1-95A7-5896-603B980711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782930"/>
              </p:ext>
            </p:extLst>
          </p:nvPr>
        </p:nvGraphicFramePr>
        <p:xfrm>
          <a:off x="722243" y="1992456"/>
          <a:ext cx="9174866" cy="236232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66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900" b="1" baseline="30000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205 667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40 565 773 113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40 565 773 113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103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290 735 185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731 077 726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-440 342 541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115583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37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93 016 157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54 031 550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38 984 607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210713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179 971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16 771 513 933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16 761 614 868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9 899 066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385 778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57 721 038 388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58 112 497 257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-391 458 868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2)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Novo </a:t>
                      </a:r>
                    </a:p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Em análise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9530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104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650 556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650 556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60737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104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650 556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 650 556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049901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3)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1 185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253 266 552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-253 266 552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2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93 193 964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-93 193 964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240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36 160 605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-36 160 605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1 427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382 621 120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-382 621 120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27" marR="6627" marT="6627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73A208F6-5AB8-A553-3145-F5362921AE62}"/>
              </a:ext>
            </a:extLst>
          </p:cNvPr>
          <p:cNvSpPr/>
          <p:nvPr/>
        </p:nvSpPr>
        <p:spPr>
          <a:xfrm>
            <a:off x="722243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+mj-lt"/>
              </a:rPr>
              <a:t>*Diferenças de metodologia refletidas:</a:t>
            </a:r>
          </a:p>
          <a:p>
            <a:endParaRPr lang="pt-PT" sz="900" dirty="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Apenas serão contempladas responsabilidades/processos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com bens associados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Apenas serão contemplados bens com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datas de avaliação válidas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u="none" strike="noStrike" dirty="0">
                <a:solidFill>
                  <a:schemeClr val="tx1"/>
                </a:solidFill>
                <a:effectLst/>
                <a:latin typeface="+mj-lt"/>
              </a:rPr>
              <a:t>A metodologia de aprovisionamento </a:t>
            </a:r>
            <a:r>
              <a:rPr lang="pt-PT" sz="900" u="sng" strike="noStrike" dirty="0">
                <a:solidFill>
                  <a:schemeClr val="tx1"/>
                </a:solidFill>
                <a:effectLst/>
                <a:latin typeface="+mj-lt"/>
              </a:rPr>
              <a:t>de montantes/datas de avaliação </a:t>
            </a:r>
            <a:r>
              <a:rPr lang="pt-PT" sz="900" u="none" strike="noStrike" dirty="0">
                <a:solidFill>
                  <a:schemeClr val="tx1"/>
                </a:solidFill>
                <a:effectLst/>
                <a:latin typeface="+mj-lt"/>
              </a:rPr>
              <a:t>aplicada a Fomentos à Construção </a:t>
            </a:r>
            <a:r>
              <a:rPr lang="pt-PT" sz="900" u="sng" strike="noStrike" dirty="0">
                <a:solidFill>
                  <a:schemeClr val="tx1"/>
                </a:solidFill>
                <a:effectLst/>
                <a:latin typeface="+mj-lt"/>
              </a:rPr>
              <a:t>deve ser igual para todas as origens</a:t>
            </a:r>
            <a:r>
              <a:rPr lang="pt-PT" sz="900" u="none" strike="noStrike" dirty="0"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u="none" strike="noStrike" dirty="0">
                <a:solidFill>
                  <a:schemeClr val="tx1"/>
                </a:solidFill>
                <a:effectLst/>
                <a:latin typeface="+mj-lt"/>
              </a:rPr>
              <a:t>O </a:t>
            </a:r>
            <a:r>
              <a:rPr lang="pt-PT" sz="900" u="sng" strike="noStrike" dirty="0">
                <a:solidFill>
                  <a:schemeClr val="tx1"/>
                </a:solidFill>
                <a:effectLst/>
                <a:latin typeface="+mj-lt"/>
              </a:rPr>
              <a:t>rateio dos bens </a:t>
            </a:r>
            <a:r>
              <a:rPr lang="pt-PT" sz="900" u="none" strike="noStrike" dirty="0">
                <a:solidFill>
                  <a:schemeClr val="tx1"/>
                </a:solidFill>
                <a:effectLst/>
                <a:latin typeface="+mj-lt"/>
              </a:rPr>
              <a:t>pelos processos/responsabilidades deve ser feito </a:t>
            </a:r>
            <a:r>
              <a:rPr lang="pt-PT" sz="900" u="sng" strike="noStrike" dirty="0">
                <a:solidFill>
                  <a:schemeClr val="tx1"/>
                </a:solidFill>
                <a:effectLst/>
                <a:latin typeface="+mj-lt"/>
              </a:rPr>
              <a:t>independentemente da origem</a:t>
            </a:r>
            <a:r>
              <a:rPr lang="pt-PT" sz="900" u="none" strike="noStrike" dirty="0">
                <a:solidFill>
                  <a:schemeClr val="tx1"/>
                </a:solidFill>
                <a:effectLst/>
                <a:latin typeface="+mj-lt"/>
              </a:rPr>
              <a:t>. </a:t>
            </a:r>
            <a:endParaRPr lang="pt-PT" sz="900" dirty="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endParaRPr lang="pt-PT" sz="9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E7CA54-E9D4-15E2-B844-863EF76FF921}"/>
              </a:ext>
            </a:extLst>
          </p:cNvPr>
          <p:cNvSpPr txBox="1"/>
          <p:nvPr/>
        </p:nvSpPr>
        <p:spPr>
          <a:xfrm>
            <a:off x="711028" y="6072469"/>
            <a:ext cx="4342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análise exclui o universo de </a:t>
            </a:r>
            <a:r>
              <a:rPr lang="pt-BR" sz="800" i="1" dirty="0"/>
              <a:t>Leasing</a:t>
            </a:r>
          </a:p>
          <a:p>
            <a:r>
              <a:rPr lang="pt-BR" sz="800" dirty="0"/>
              <a:t>2. A granularidade apresentada é a do Novo Modelo de Garantias (granularidade de IC’s) 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984871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6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i="1" dirty="0">
                <a:solidFill>
                  <a:schemeClr val="tx1"/>
                </a:solidFill>
              </a:rPr>
              <a:t>Leasing</a:t>
            </a:r>
            <a:r>
              <a:rPr lang="pt-PT" sz="1000" b="1" dirty="0">
                <a:solidFill>
                  <a:schemeClr val="tx1"/>
                </a:solidFill>
              </a:rPr>
              <a:t> Imóveis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9F8BDE-9239-AD09-EF31-CC46E4FB8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020227"/>
              </p:ext>
            </p:extLst>
          </p:nvPr>
        </p:nvGraphicFramePr>
        <p:xfrm>
          <a:off x="722243" y="1992456"/>
          <a:ext cx="9174866" cy="142632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66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900" b="1" baseline="30000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4 872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1 496 365 853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1 496 365 853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2 628 496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975 300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1 653 196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4 889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1 498 994 348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1 497 341 153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1 653 196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68 169 352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-68 169 352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14 615 421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-14 615 421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85985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485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82 784 774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-82 784 774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4B7515AF-BE8F-166D-017D-FFA2E7258BC8}"/>
              </a:ext>
            </a:extLst>
          </p:cNvPr>
          <p:cNvSpPr txBox="1">
            <a:spLocks/>
          </p:cNvSpPr>
          <p:nvPr/>
        </p:nvSpPr>
        <p:spPr>
          <a:xfrm>
            <a:off x="722243" y="4001414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i="1" dirty="0">
                <a:solidFill>
                  <a:schemeClr val="tx1"/>
                </a:solidFill>
              </a:rPr>
              <a:t>Leasing </a:t>
            </a:r>
            <a:r>
              <a:rPr lang="pt-PT" sz="1000" b="1" dirty="0">
                <a:solidFill>
                  <a:schemeClr val="tx1"/>
                </a:solidFill>
              </a:rPr>
              <a:t>Pessoais</a:t>
            </a:r>
            <a:r>
              <a:rPr lang="pt-PT" sz="1000" b="1" baseline="30000" dirty="0">
                <a:solidFill>
                  <a:schemeClr val="tx1"/>
                </a:solidFill>
              </a:rPr>
              <a:t> 1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AB80F0A-E11B-61FA-EFAD-1E764024BF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9279624"/>
              </p:ext>
            </p:extLst>
          </p:nvPr>
        </p:nvGraphicFramePr>
        <p:xfrm>
          <a:off x="722243" y="4370854"/>
          <a:ext cx="9174866" cy="164256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66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Processo/Cliente </a:t>
                      </a:r>
                      <a:r>
                        <a:rPr lang="pt-PT" sz="900" b="1" baseline="30000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 1) </a:t>
                      </a:r>
                      <a:r>
                        <a:rPr lang="en-US" sz="1000" b="1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Universo</a:t>
                      </a:r>
                      <a:r>
                        <a:rPr lang="en-US" sz="10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 </a:t>
                      </a:r>
                      <a:r>
                        <a:rPr lang="en-US" sz="1000" b="1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Comum</a:t>
                      </a:r>
                      <a:endParaRPr lang="en-US" sz="10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32 533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161 393 098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1 605 912 981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-1 444 519 884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82715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32 533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161 393 098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1 605 912 981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-1 444 519 884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Novo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2 028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2 028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2 028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2 028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10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6 226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103 324 010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-103 324 010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6 226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103 324 010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-103 324 010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88421B6-A6DF-B07E-F687-FF291458F5AF}"/>
              </a:ext>
            </a:extLst>
          </p:cNvPr>
          <p:cNvSpPr txBox="1"/>
          <p:nvPr/>
        </p:nvSpPr>
        <p:spPr>
          <a:xfrm>
            <a:off x="711028" y="6072469"/>
            <a:ext cx="42851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granularidade utilizada para análise foi ao nivel do bem (garantia pessoal – Cliente)</a:t>
            </a:r>
          </a:p>
          <a:p>
            <a:r>
              <a:rPr lang="pt-BR" sz="800" dirty="0"/>
              <a:t>2. A granularidade apresentada é a do Novo Modelo de Garantias (granularidade de IC’s)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656608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7</a:t>
            </a:fld>
            <a:endParaRPr lang="es-ES" dirty="0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Impactos Capital</a:t>
            </a:r>
            <a:r>
              <a:rPr lang="pt-PT" sz="1000" b="1" baseline="30000" dirty="0">
                <a:solidFill>
                  <a:schemeClr val="tx1"/>
                </a:solidFill>
              </a:rPr>
              <a:t>1 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1028" y="5981029"/>
            <a:ext cx="57983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AutoNum type="arabicPeriod"/>
            </a:pPr>
            <a:r>
              <a:rPr lang="pt-BR" sz="800" dirty="0"/>
              <a:t>Análise com base na execução do dia 17 de novembro, referente à informação de garantias e contratos de setembro.</a:t>
            </a:r>
          </a:p>
          <a:p>
            <a:pPr marL="228600" indent="-228600">
              <a:buAutoNum type="arabicPeriod"/>
            </a:pPr>
            <a:r>
              <a:rPr lang="pt-PT" sz="800" dirty="0"/>
              <a:t>Universo definido com base na combinação entre o método de cálculo de capital, segmento e contrato BDR.</a:t>
            </a:r>
            <a:r>
              <a:rPr lang="pt-BR" sz="800" dirty="0"/>
              <a:t> </a:t>
            </a:r>
          </a:p>
          <a:p>
            <a:pPr marL="228600" indent="-228600">
              <a:buAutoNum type="arabicPeriod"/>
            </a:pPr>
            <a:r>
              <a:rPr lang="pt-PT" sz="800" dirty="0"/>
              <a:t>BDR1 resulta do processo atual do BIYR9500.</a:t>
            </a:r>
          </a:p>
          <a:p>
            <a:pPr marL="228600" indent="-228600">
              <a:buAutoNum type="arabicPeriod"/>
            </a:pPr>
            <a:r>
              <a:rPr lang="pt-PT" sz="800" dirty="0"/>
              <a:t>BDR2 resulta do processo utilizando o Novo Modelo de Garantias.</a:t>
            </a:r>
            <a:endParaRPr lang="pt-BR" sz="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AF56CD-ED3D-EFF2-896B-D465D8A8C9A8}"/>
              </a:ext>
            </a:extLst>
          </p:cNvPr>
          <p:cNvSpPr/>
          <p:nvPr/>
        </p:nvSpPr>
        <p:spPr>
          <a:xfrm>
            <a:off x="722243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D5AD34C-9F22-0F96-ADAD-0463A56024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6469"/>
              </p:ext>
            </p:extLst>
          </p:nvPr>
        </p:nvGraphicFramePr>
        <p:xfrm>
          <a:off x="722244" y="1995488"/>
          <a:ext cx="10044976" cy="4023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8320">
                  <a:extLst>
                    <a:ext uri="{9D8B030D-6E8A-4147-A177-3AD203B41FA5}">
                      <a16:colId xmlns:a16="http://schemas.microsoft.com/office/drawing/2014/main" val="3950466940"/>
                    </a:ext>
                  </a:extLst>
                </a:gridCol>
                <a:gridCol w="816320">
                  <a:extLst>
                    <a:ext uri="{9D8B030D-6E8A-4147-A177-3AD203B41FA5}">
                      <a16:colId xmlns:a16="http://schemas.microsoft.com/office/drawing/2014/main" val="1285549034"/>
                    </a:ext>
                  </a:extLst>
                </a:gridCol>
                <a:gridCol w="2556000">
                  <a:extLst>
                    <a:ext uri="{9D8B030D-6E8A-4147-A177-3AD203B41FA5}">
                      <a16:colId xmlns:a16="http://schemas.microsoft.com/office/drawing/2014/main" val="2840638076"/>
                    </a:ext>
                  </a:extLst>
                </a:gridCol>
                <a:gridCol w="806358">
                  <a:extLst>
                    <a:ext uri="{9D8B030D-6E8A-4147-A177-3AD203B41FA5}">
                      <a16:colId xmlns:a16="http://schemas.microsoft.com/office/drawing/2014/main" val="1156208378"/>
                    </a:ext>
                  </a:extLst>
                </a:gridCol>
                <a:gridCol w="879663">
                  <a:extLst>
                    <a:ext uri="{9D8B030D-6E8A-4147-A177-3AD203B41FA5}">
                      <a16:colId xmlns:a16="http://schemas.microsoft.com/office/drawing/2014/main" val="975938831"/>
                    </a:ext>
                  </a:extLst>
                </a:gridCol>
                <a:gridCol w="879663">
                  <a:extLst>
                    <a:ext uri="{9D8B030D-6E8A-4147-A177-3AD203B41FA5}">
                      <a16:colId xmlns:a16="http://schemas.microsoft.com/office/drawing/2014/main" val="3198698529"/>
                    </a:ext>
                  </a:extLst>
                </a:gridCol>
                <a:gridCol w="879663">
                  <a:extLst>
                    <a:ext uri="{9D8B030D-6E8A-4147-A177-3AD203B41FA5}">
                      <a16:colId xmlns:a16="http://schemas.microsoft.com/office/drawing/2014/main" val="719171195"/>
                    </a:ext>
                  </a:extLst>
                </a:gridCol>
                <a:gridCol w="879663">
                  <a:extLst>
                    <a:ext uri="{9D8B030D-6E8A-4147-A177-3AD203B41FA5}">
                      <a16:colId xmlns:a16="http://schemas.microsoft.com/office/drawing/2014/main" val="2734526999"/>
                    </a:ext>
                  </a:extLst>
                </a:gridCol>
                <a:gridCol w="879663">
                  <a:extLst>
                    <a:ext uri="{9D8B030D-6E8A-4147-A177-3AD203B41FA5}">
                      <a16:colId xmlns:a16="http://schemas.microsoft.com/office/drawing/2014/main" val="3705975520"/>
                    </a:ext>
                  </a:extLst>
                </a:gridCol>
                <a:gridCol w="879663">
                  <a:extLst>
                    <a:ext uri="{9D8B030D-6E8A-4147-A177-3AD203B41FA5}">
                      <a16:colId xmlns:a16="http://schemas.microsoft.com/office/drawing/2014/main" val="395914557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RWA</a:t>
                      </a:r>
                      <a:endParaRPr lang="pt-PT" sz="10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EAD</a:t>
                      </a:r>
                      <a:endParaRPr lang="pt-PT" sz="10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95882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Método</a:t>
                      </a:r>
                      <a:endParaRPr lang="pt-PT" sz="10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Universo</a:t>
                      </a:r>
                      <a:r>
                        <a:rPr lang="pt-PT" sz="1000" b="1" u="none" strike="noStrike" baseline="3000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</a:t>
                      </a:r>
                      <a:endParaRPr lang="pt-PT" sz="1000" b="1" i="0" u="none" strike="noStrike" baseline="30000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Casuistica</a:t>
                      </a:r>
                      <a:endParaRPr lang="pt-PT" sz="10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# Registos</a:t>
                      </a:r>
                      <a:endParaRPr lang="pt-PT" sz="10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BDR2</a:t>
                      </a:r>
                      <a:r>
                        <a:rPr lang="pt-PT" sz="1000" b="1" u="none" strike="noStrike" baseline="30000" dirty="0">
                          <a:effectLst/>
                          <a:latin typeface="+mj-lt"/>
                        </a:rPr>
                        <a:t>4</a:t>
                      </a:r>
                      <a:endParaRPr lang="pt-PT" sz="10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BDR1</a:t>
                      </a:r>
                      <a:r>
                        <a:rPr lang="pt-PT" sz="1000" b="1" u="none" strike="noStrike" baseline="30000" dirty="0">
                          <a:effectLst/>
                          <a:latin typeface="+mj-lt"/>
                        </a:rPr>
                        <a:t>3</a:t>
                      </a:r>
                      <a:endParaRPr lang="pt-PT" sz="10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Impactos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BDR2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BDR1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Impactos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378503"/>
                  </a:ext>
                </a:extLst>
              </a:tr>
              <a:tr h="180000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IRB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Comum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Em resolução - requisitos definidos e planificados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235 797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4 002 146 696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2 362 944 594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1 639 202 102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16 895 036 943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16 895 036 943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06618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Impactos não inerentes a garantias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1 144 038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3 378 025 079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3 176 950 409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201 074 670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7 043 720 668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7 036 372 923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7 347 744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8647418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Impactos não significativos (threshold = 1)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2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186 165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2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1 138 476 198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2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1 138 471 598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2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4 600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2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3 062 244 401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2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3 062 244 400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2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2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58127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Em análise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108 745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3 087 973 270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2 295 486 345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792 486 925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6 739 882 496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6 700 677 270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39 205 226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822018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Exclusivo BDR1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Em análise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103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2 410 473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-2 410 473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428 521 704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-428 521 704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40301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Exclusivo BDR2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Em análise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192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289 851 034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289 851 034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442 383 914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442 383 914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29846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Total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11 896 472 277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8 976 263 419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2 920 208 858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34 183 268 421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34 122 853 240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60 415 181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003828"/>
                  </a:ext>
                </a:extLst>
              </a:tr>
              <a:tr h="72000">
                <a:tc>
                  <a:txBody>
                    <a:bodyPr/>
                    <a:lstStyle/>
                    <a:p>
                      <a:pPr algn="ctr" fontAlgn="ctr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0010675"/>
                  </a:ext>
                </a:extLst>
              </a:tr>
              <a:tr h="180000"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STD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Comum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Impactos não inerentes a garantias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5 810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1 148 028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44 276 451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-43 128 423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13 508 902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40 688 729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-27 179 827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9788856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Impactos não significativos (threshold = 1)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2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137 383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2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554 750 800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2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554 750 801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2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-1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2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18 144 128 274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2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18 144 128 257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2E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16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2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733465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Em análise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11 367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30 415 901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45 890 830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-15 474 929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673 407 208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605 552 745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67 854 462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583717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Exclusivo BDR1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Diferenças de Reconciliação (Cont/Cargabal) </a:t>
                      </a:r>
                      <a:r>
                        <a:rPr lang="pt-PT" sz="900" u="none" strike="noStrike" dirty="0">
                          <a:effectLst/>
                          <a:highlight>
                            <a:srgbClr val="FFFF00"/>
                          </a:highlight>
                          <a:latin typeface="+mj-lt"/>
                        </a:rPr>
                        <a:t>+ Exposições não contratuais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123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9 968 040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-9 968 040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320 745 104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-320 745 104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597905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Em análise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59 102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1 103 370 931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-1 103 370 931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3 367 772 451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-3 367 772 451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892986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Exclusivo BDR2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highlight>
                            <a:srgbClr val="FFFF00"/>
                          </a:highlight>
                          <a:latin typeface="+mj-lt"/>
                        </a:rPr>
                        <a:t>Exposições não contratuais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21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5 502 659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5 502 659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5 451 281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+mj-lt"/>
                        </a:rPr>
                        <a:t>5 451 281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002816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Em análise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66 062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2 242 965 790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2 242 965 790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3 700 100 977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+mj-lt"/>
                        </a:rPr>
                        <a:t>3 700 100 977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45543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Total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2 834 783 179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1 758 257 053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1 076 526 126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22 536 596 641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22 478 887 287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57 709 354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6384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1355479"/>
                  </a:ext>
                </a:extLst>
              </a:tr>
              <a:tr h="180000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Impacto Global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14 731 255 457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10 734 520 473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3 996 734 984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56 719 865 061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56 601 740 527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u="none" strike="noStrike" dirty="0">
                          <a:effectLst/>
                          <a:latin typeface="+mj-lt"/>
                        </a:rPr>
                        <a:t>118 124 534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84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1368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a9b50dc7-8f72-473c-8b7e-4a8c46ecad32">
      <Terms xmlns="http://schemas.microsoft.com/office/infopath/2007/PartnerControls"/>
    </lcf76f155ced4ddcb4097134ff3c332f>
    <TaxCatchAll xmlns="7b1ec8e5-5652-48eb-8550-a56a35f5f817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D051AEB2C48B458F82B58F7F6D9A00" ma:contentTypeVersion="15" ma:contentTypeDescription="Create a new document." ma:contentTypeScope="" ma:versionID="227ef61e06442c04571c71c62bc066b5">
  <xsd:schema xmlns:xsd="http://www.w3.org/2001/XMLSchema" xmlns:xs="http://www.w3.org/2001/XMLSchema" xmlns:p="http://schemas.microsoft.com/office/2006/metadata/properties" xmlns:ns1="http://schemas.microsoft.com/sharepoint/v3" xmlns:ns2="a9b50dc7-8f72-473c-8b7e-4a8c46ecad32" xmlns:ns3="7b1ec8e5-5652-48eb-8550-a56a35f5f817" targetNamespace="http://schemas.microsoft.com/office/2006/metadata/properties" ma:root="true" ma:fieldsID="664ccac259a9ef08632df25fa10eaa8b" ns1:_="" ns2:_="" ns3:_="">
    <xsd:import namespace="http://schemas.microsoft.com/sharepoint/v3"/>
    <xsd:import namespace="a9b50dc7-8f72-473c-8b7e-4a8c46ecad32"/>
    <xsd:import namespace="7b1ec8e5-5652-48eb-8550-a56a35f5f8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b50dc7-8f72-473c-8b7e-4a8c46ecad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1ec8e5-5652-48eb-8550-a56a35f5f81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a5ce08-dc66-4f05-9d75-293f82016f98}" ma:internalName="TaxCatchAll" ma:showField="CatchAllData" ma:web="7b1ec8e5-5652-48eb-8550-a56a35f5f81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77CA2D-DDA6-4B62-8B11-431A258D07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5B6808E-2F30-4A3E-86D7-9BE6F24DF713}">
  <ds:schemaRefs>
    <ds:schemaRef ds:uri="621ea064-9f67-4017-b065-3d285bfa18a7"/>
    <ds:schemaRef ds:uri="7beef631-8f1e-4c1a-be60-1d5dcae54ef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D5120FF-6516-4DE1-AF28-73F7FBB3FD7C}"/>
</file>

<file path=docProps/app.xml><?xml version="1.0" encoding="utf-8"?>
<Properties xmlns="http://schemas.openxmlformats.org/officeDocument/2006/extended-properties" xmlns:vt="http://schemas.openxmlformats.org/officeDocument/2006/docPropsVTypes">
  <TotalTime>4267</TotalTime>
  <Words>2223</Words>
  <Application>Microsoft Office PowerPoint</Application>
  <PresentationFormat>Custom</PresentationFormat>
  <Paragraphs>597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Times New Roman</vt:lpstr>
      <vt:lpstr>Wingdings</vt:lpstr>
      <vt:lpstr>Tema de Office</vt:lpstr>
      <vt:lpstr>1_Tema de Office</vt:lpstr>
      <vt:lpstr>3.3</vt:lpstr>
      <vt:lpstr>3.3</vt:lpstr>
      <vt:lpstr>3.3</vt:lpstr>
      <vt:lpstr>3.3</vt:lpstr>
      <vt:lpstr>3.3</vt:lpstr>
      <vt:lpstr>3.3</vt:lpstr>
      <vt:lpstr>3.3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Power Point SANTANDER</dc:title>
  <dc:creator>Presentalia (info@presentalia.com)</dc:creator>
  <cp:lastModifiedBy>Marharyta Synchak</cp:lastModifiedBy>
  <cp:revision>167</cp:revision>
  <dcterms:created xsi:type="dcterms:W3CDTF">2018-03-19T11:10:43Z</dcterms:created>
  <dcterms:modified xsi:type="dcterms:W3CDTF">2023-02-22T10:05:27Z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0x010100C6D051AEB2C48B458F82B58F7F6D9A00</vt:lpwstr>
  </property>
  <property fmtid="{D5CDD505-2E9C-101B-9397-08002B2CF9AE}" pid="3" name="MediaServiceImageTags">
    <vt:lpwstr/>
  </property>
  <property fmtid="{D5CDD505-2E9C-101B-9397-08002B2CF9AE}" pid="4" name="MSIP_Label_3c41c091-3cbc-4dba-8b59-ce62f19500db_Enabled">
    <vt:lpwstr>true</vt:lpwstr>
  </property>
  <property fmtid="{D5CDD505-2E9C-101B-9397-08002B2CF9AE}" pid="5" name="MSIP_Label_3c41c091-3cbc-4dba-8b59-ce62f19500db_SetDate">
    <vt:lpwstr>2023-01-09T20:33:50Z</vt:lpwstr>
  </property>
  <property fmtid="{D5CDD505-2E9C-101B-9397-08002B2CF9AE}" pid="6" name="MSIP_Label_3c41c091-3cbc-4dba-8b59-ce62f19500db_Method">
    <vt:lpwstr>Privileged</vt:lpwstr>
  </property>
  <property fmtid="{D5CDD505-2E9C-101B-9397-08002B2CF9AE}" pid="7" name="MSIP_Label_3c41c091-3cbc-4dba-8b59-ce62f19500db_Name">
    <vt:lpwstr>Confidential_0_1</vt:lpwstr>
  </property>
  <property fmtid="{D5CDD505-2E9C-101B-9397-08002B2CF9AE}" pid="8" name="MSIP_Label_3c41c091-3cbc-4dba-8b59-ce62f19500db_SiteId">
    <vt:lpwstr>35595a02-4d6d-44ac-99e1-f9ab4cd872db</vt:lpwstr>
  </property>
  <property fmtid="{D5CDD505-2E9C-101B-9397-08002B2CF9AE}" pid="9" name="MSIP_Label_3c41c091-3cbc-4dba-8b59-ce62f19500db_ActionId">
    <vt:lpwstr>252cb5ac-9ba1-4de5-9e2c-f0eacb757eec</vt:lpwstr>
  </property>
  <property fmtid="{D5CDD505-2E9C-101B-9397-08002B2CF9AE}" pid="10" name="MSIP_Label_3c41c091-3cbc-4dba-8b59-ce62f19500db_ContentBits">
    <vt:lpwstr>1</vt:lpwstr>
  </property>
</Properties>
</file>