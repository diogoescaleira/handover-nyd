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7"/>
  </p:notesMasterIdLst>
  <p:handoutMasterIdLst>
    <p:handoutMasterId r:id="rId8"/>
  </p:handoutMasterIdLst>
  <p:sldIdLst>
    <p:sldId id="361" r:id="rId6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75"/>
    <a:srgbClr val="C00000"/>
    <a:srgbClr val="3B3838"/>
    <a:srgbClr val="9ECFDE"/>
    <a:srgbClr val="7F7F7F"/>
    <a:srgbClr val="D9D9D9"/>
    <a:srgbClr val="13868C"/>
    <a:srgbClr val="EB0000"/>
    <a:srgbClr val="DEEDF2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9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ádia Genebra Ahmad" userId="36126275-cace-419f-8e9b-04679c4f8ea6" providerId="ADAL" clId="{5FBD353E-CF99-47FA-8369-EC9A57842D74}"/>
    <pc:docChg chg="custSel delSld modSld sldOrd">
      <pc:chgData name="Nádia Genebra Ahmad" userId="36126275-cace-419f-8e9b-04679c4f8ea6" providerId="ADAL" clId="{5FBD353E-CF99-47FA-8369-EC9A57842D74}" dt="2023-04-03T18:16:37.521" v="4" actId="478"/>
      <pc:docMkLst>
        <pc:docMk/>
      </pc:docMkLst>
      <pc:sldChg chg="del">
        <pc:chgData name="Nádia Genebra Ahmad" userId="36126275-cace-419f-8e9b-04679c4f8ea6" providerId="ADAL" clId="{5FBD353E-CF99-47FA-8369-EC9A57842D74}" dt="2023-04-03T18:16:25.973" v="1" actId="47"/>
        <pc:sldMkLst>
          <pc:docMk/>
          <pc:sldMk cId="3757026652" sldId="324"/>
        </pc:sldMkLst>
      </pc:sldChg>
      <pc:sldChg chg="del ord">
        <pc:chgData name="Nádia Genebra Ahmad" userId="36126275-cace-419f-8e9b-04679c4f8ea6" providerId="ADAL" clId="{5FBD353E-CF99-47FA-8369-EC9A57842D74}" dt="2023-04-03T18:16:25.973" v="1" actId="47"/>
        <pc:sldMkLst>
          <pc:docMk/>
          <pc:sldMk cId="326973016" sldId="330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1865004159" sldId="338"/>
        </pc:sldMkLst>
      </pc:sldChg>
      <pc:sldChg chg="del">
        <pc:chgData name="Nádia Genebra Ahmad" userId="36126275-cace-419f-8e9b-04679c4f8ea6" providerId="ADAL" clId="{5FBD353E-CF99-47FA-8369-EC9A57842D74}" dt="2023-04-03T18:16:25.973" v="1" actId="47"/>
        <pc:sldMkLst>
          <pc:docMk/>
          <pc:sldMk cId="2088130186" sldId="358"/>
        </pc:sldMkLst>
      </pc:sldChg>
      <pc:sldChg chg="delSp mod">
        <pc:chgData name="Nádia Genebra Ahmad" userId="36126275-cace-419f-8e9b-04679c4f8ea6" providerId="ADAL" clId="{5FBD353E-CF99-47FA-8369-EC9A57842D74}" dt="2023-04-03T18:16:37.521" v="4" actId="478"/>
        <pc:sldMkLst>
          <pc:docMk/>
          <pc:sldMk cId="3537588073" sldId="361"/>
        </pc:sldMkLst>
        <pc:spChg chg="del">
          <ac:chgData name="Nádia Genebra Ahmad" userId="36126275-cace-419f-8e9b-04679c4f8ea6" providerId="ADAL" clId="{5FBD353E-CF99-47FA-8369-EC9A57842D74}" dt="2023-04-03T18:16:37.521" v="4" actId="478"/>
          <ac:spMkLst>
            <pc:docMk/>
            <pc:sldMk cId="3537588073" sldId="361"/>
            <ac:spMk id="10" creationId="{018BD304-8530-7D98-FDA1-BEF32A1C80DF}"/>
          </ac:spMkLst>
        </pc:spChg>
      </pc:sldChg>
      <pc:sldChg chg="del">
        <pc:chgData name="Nádia Genebra Ahmad" userId="36126275-cace-419f-8e9b-04679c4f8ea6" providerId="ADAL" clId="{5FBD353E-CF99-47FA-8369-EC9A57842D74}" dt="2023-04-03T18:16:25.973" v="1" actId="47"/>
        <pc:sldMkLst>
          <pc:docMk/>
          <pc:sldMk cId="4208994639" sldId="364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1215262335" sldId="365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111535585" sldId="367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304460049" sldId="368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3156286407" sldId="369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1965639224" sldId="370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932530539" sldId="371"/>
        </pc:sldMkLst>
      </pc:sldChg>
      <pc:sldChg chg="del">
        <pc:chgData name="Nádia Genebra Ahmad" userId="36126275-cace-419f-8e9b-04679c4f8ea6" providerId="ADAL" clId="{5FBD353E-CF99-47FA-8369-EC9A57842D74}" dt="2023-04-03T18:16:28.904" v="2" actId="47"/>
        <pc:sldMkLst>
          <pc:docMk/>
          <pc:sldMk cId="331773752" sldId="372"/>
        </pc:sldMkLst>
      </pc:sldChg>
      <pc:sldChg chg="del">
        <pc:chgData name="Nádia Genebra Ahmad" userId="36126275-cace-419f-8e9b-04679c4f8ea6" providerId="ADAL" clId="{5FBD353E-CF99-47FA-8369-EC9A57842D74}" dt="2023-04-03T18:16:35.166" v="3" actId="47"/>
        <pc:sldMkLst>
          <pc:docMk/>
          <pc:sldMk cId="230364981" sldId="3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03/04/2023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03/04/2023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752600" y="3441975"/>
            <a:ext cx="7905751" cy="252626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/>
              <a:t>1. Plano e status do projeto</a:t>
            </a:r>
            <a:endParaRPr lang="es-ES" sz="2000"/>
          </a:p>
          <a:p>
            <a:endParaRPr lang="es-ES" sz="2000"/>
          </a:p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</a:rPr>
              <a:t>1.3</a:t>
            </a:r>
            <a:endParaRPr lang="en-US" sz="1000" b="1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 – Impactos Área de Capital (relativo a 31 de Janeiro 2023)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Impactos Capital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97704"/>
              </p:ext>
            </p:extLst>
          </p:nvPr>
        </p:nvGraphicFramePr>
        <p:xfrm>
          <a:off x="2085975" y="3481347"/>
          <a:ext cx="7030616" cy="1642310"/>
        </p:xfrm>
        <a:graphic>
          <a:graphicData uri="http://schemas.openxmlformats.org/drawingml/2006/table">
            <a:tbl>
              <a:tblPr/>
              <a:tblGrid>
                <a:gridCol w="3352322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# Registos</a:t>
                      </a:r>
                      <a:r>
                        <a:rPr lang="pt-PT" sz="1000" b="1" i="0" u="none" strike="noStrike" baseline="3000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4 195 479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4 206 570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Diferenças de Metodologia + Alteração PD (Reestruturados)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1 779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33 120 989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33 120 989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7129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7 989 064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35 183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8 024 247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+mj-lt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1 632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3 486 983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-19 379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3 467 605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+mj-lt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48 792 514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26 896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48 819 411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-31 506 977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-76 791 189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-108 298 167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7186" y="5171256"/>
            <a:ext cx="57256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Erros do motor (falha na identificação do cliente – IDNUMCLI = 0) | - 78M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Diferenças de Reconciliação que são apenas calculadas na BDR1 | -75M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Alteração do grupo de assignação de PD (diferenças na informação de reestruturados) | 43M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Outras diferenças | 3M €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62701"/>
              </p:ext>
            </p:extLst>
          </p:nvPr>
        </p:nvGraphicFramePr>
        <p:xfrm>
          <a:off x="722243" y="2038432"/>
          <a:ext cx="6420320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32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+mj-lt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BDR2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BDR1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+mj-lt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10 609 928 578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10 592 643 041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17 285 537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34 154 864 754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34 361 579 786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-206 715 032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+mj-lt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1 298 040 416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1 374 804 709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-76 764 293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18 209 816 743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18 838 703 951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-628 887 208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11 907 968 994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11 967 447 750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-59 478 756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52 364 681 497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53 200 283 736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-835 602 240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5295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/>
              <a:t>1. Universo definido com base na combinação entre o método de cálculo de capital, segmento e contrato BDR.</a:t>
            </a:r>
            <a:r>
              <a:rPr lang="pt-BR" sz="800" dirty="0"/>
              <a:t> </a:t>
            </a:r>
          </a:p>
          <a:p>
            <a:r>
              <a:rPr lang="pt-PT" sz="800" dirty="0"/>
              <a:t>2. BDR1 resulta do processo atual do BIYR9500.</a:t>
            </a:r>
          </a:p>
          <a:p>
            <a:r>
              <a:rPr lang="pt-PT" sz="800" dirty="0"/>
              <a:t>3. BDR2 resulta do processo utilizando o Novo Modelo de Garantias.</a:t>
            </a:r>
            <a:endParaRPr lang="pt-BR" sz="800" dirty="0"/>
          </a:p>
        </p:txBody>
      </p:sp>
      <p:sp>
        <p:nvSpPr>
          <p:cNvPr id="36" name="Rectangle 35"/>
          <p:cNvSpPr/>
          <p:nvPr/>
        </p:nvSpPr>
        <p:spPr>
          <a:xfrm>
            <a:off x="3267075" y="2152651"/>
            <a:ext cx="971550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509071" y="2245570"/>
            <a:ext cx="440184" cy="195262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B6808E-2F30-4A3E-86D7-9BE6F24DF713}">
  <ds:schemaRefs>
    <ds:schemaRef ds:uri="http://purl.org/dc/terms/"/>
    <ds:schemaRef ds:uri="http://schemas.microsoft.com/office/2006/metadata/properties"/>
    <ds:schemaRef ds:uri="http://purl.org/dc/dcmitype/"/>
    <ds:schemaRef ds:uri="a9b50dc7-8f72-473c-8b7e-4a8c46ecad32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b1ec8e5-5652-48eb-8550-a56a35f5f817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E0DA99B-5FF0-486E-B3FC-9AD031855C52}"/>
</file>

<file path=customXml/itemProps3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316</Words>
  <Application>Microsoft Office PowerPoint</Application>
  <PresentationFormat>Custom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Tema de Office</vt:lpstr>
      <vt:lpstr>1_Tema de Office</vt:lpstr>
      <vt:lpstr>1.3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5</cp:revision>
  <dcterms:created xsi:type="dcterms:W3CDTF">2018-03-19T11:10:43Z</dcterms:created>
  <dcterms:modified xsi:type="dcterms:W3CDTF">2023-04-03T18:16:42Z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