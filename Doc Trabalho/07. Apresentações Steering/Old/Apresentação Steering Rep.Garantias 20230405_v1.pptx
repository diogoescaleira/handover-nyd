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6" r:id="rId5"/>
  </p:sldMasterIdLst>
  <p:notesMasterIdLst>
    <p:notesMasterId r:id="rId26"/>
  </p:notesMasterIdLst>
  <p:handoutMasterIdLst>
    <p:handoutMasterId r:id="rId27"/>
  </p:handoutMasterIdLst>
  <p:sldIdLst>
    <p:sldId id="256" r:id="rId6"/>
    <p:sldId id="306" r:id="rId7"/>
    <p:sldId id="367" r:id="rId8"/>
    <p:sldId id="368" r:id="rId9"/>
    <p:sldId id="338" r:id="rId10"/>
    <p:sldId id="369" r:id="rId11"/>
    <p:sldId id="370" r:id="rId12"/>
    <p:sldId id="371" r:id="rId13"/>
    <p:sldId id="372" r:id="rId14"/>
    <p:sldId id="375" r:id="rId15"/>
    <p:sldId id="365" r:id="rId16"/>
    <p:sldId id="373" r:id="rId17"/>
    <p:sldId id="361" r:id="rId18"/>
    <p:sldId id="374" r:id="rId19"/>
    <p:sldId id="330" r:id="rId20"/>
    <p:sldId id="358" r:id="rId21"/>
    <p:sldId id="324" r:id="rId22"/>
    <p:sldId id="364" r:id="rId23"/>
    <p:sldId id="349" r:id="rId24"/>
    <p:sldId id="267" r:id="rId25"/>
  </p:sldIdLst>
  <p:sldSz cx="12192000" cy="7092950"/>
  <p:notesSz cx="6858000" cy="9144000"/>
  <p:defaultTextStyle>
    <a:defPPr>
      <a:defRPr lang="es-ES"/>
    </a:defPPr>
    <a:lvl1pPr marL="0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6876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3751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0624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7498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4377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1250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8124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4998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223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xo, Dora Silva" initials="RDS" lastIdx="27" clrIdx="0">
    <p:extLst>
      <p:ext uri="{19B8F6BF-5375-455C-9EA6-DF929625EA0E}">
        <p15:presenceInfo xmlns:p15="http://schemas.microsoft.com/office/powerpoint/2012/main" userId="S::droxo@epimetheus.pt::d97429f7-5259-4f73-a74a-65d4c655fa50" providerId="AD"/>
      </p:ext>
    </p:extLst>
  </p:cmAuthor>
  <p:cmAuthor id="2" name="Hugo Alexandre" initials="HA" lastIdx="8" clrIdx="1">
    <p:extLst>
      <p:ext uri="{19B8F6BF-5375-455C-9EA6-DF929625EA0E}">
        <p15:presenceInfo xmlns:p15="http://schemas.microsoft.com/office/powerpoint/2012/main" userId="S::hreia@epimetheus.pt::dee69c61-2ac7-4b82-bc09-1c91e89a6358" providerId="AD"/>
      </p:ext>
    </p:extLst>
  </p:cmAuthor>
  <p:cmAuthor id="3" name="Mónica Filipa Cunha Guerreiro" initials="MFCG" lastIdx="4" clrIdx="2">
    <p:extLst>
      <p:ext uri="{19B8F6BF-5375-455C-9EA6-DF929625EA0E}">
        <p15:presenceInfo xmlns:p15="http://schemas.microsoft.com/office/powerpoint/2012/main" userId="S-1-5-21-478741036-1442749419-1446792091-19144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D7D7"/>
    <a:srgbClr val="FCE4D6"/>
    <a:srgbClr val="FF7575"/>
    <a:srgbClr val="C00000"/>
    <a:srgbClr val="3B3838"/>
    <a:srgbClr val="9ECFDE"/>
    <a:srgbClr val="7F7F7F"/>
    <a:srgbClr val="D9D9D9"/>
    <a:srgbClr val="13868C"/>
    <a:srgbClr val="EB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058DC6-F967-48C2-86C2-0E6DC3B82F99}" v="2535" dt="2024-04-04T10:29:19.3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84" y="56"/>
      </p:cViewPr>
      <p:guideLst>
        <p:guide orient="horz" pos="2160"/>
        <p:guide pos="3840"/>
        <p:guide orient="horz" pos="223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microsoft.com/office/2015/10/relationships/revisionInfo" Target="revisionInfo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commentAuthors" Target="commentAuthor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Relationship Id="rId8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ádia Genebra Ahmad" userId="36126275-cace-419f-8e9b-04679c4f8ea6" providerId="ADAL" clId="{4ED3BD61-000E-4A6F-9093-1471A340E41D}"/>
    <pc:docChg chg="undo redo custSel addSld delSld modSld delMainMaster">
      <pc:chgData name="Nádia Genebra Ahmad" userId="36126275-cace-419f-8e9b-04679c4f8ea6" providerId="ADAL" clId="{4ED3BD61-000E-4A6F-9093-1471A340E41D}" dt="2023-04-04T16:42:55.851" v="2715" actId="478"/>
      <pc:docMkLst>
        <pc:docMk/>
      </pc:docMkLst>
      <pc:sldChg chg="modSp add del mod">
        <pc:chgData name="Nádia Genebra Ahmad" userId="36126275-cace-419f-8e9b-04679c4f8ea6" providerId="ADAL" clId="{4ED3BD61-000E-4A6F-9093-1471A340E41D}" dt="2023-04-04T13:26:08.652" v="1311" actId="20577"/>
        <pc:sldMkLst>
          <pc:docMk/>
          <pc:sldMk cId="1125657622" sldId="256"/>
        </pc:sldMkLst>
        <pc:spChg chg="mod">
          <ac:chgData name="Nádia Genebra Ahmad" userId="36126275-cace-419f-8e9b-04679c4f8ea6" providerId="ADAL" clId="{4ED3BD61-000E-4A6F-9093-1471A340E41D}" dt="2023-04-04T13:26:08.652" v="1311" actId="20577"/>
          <ac:spMkLst>
            <pc:docMk/>
            <pc:sldMk cId="1125657622" sldId="256"/>
            <ac:spMk id="4" creationId="{00000000-0000-0000-0000-000000000000}"/>
          </ac:spMkLst>
        </pc:spChg>
      </pc:sldChg>
      <pc:sldChg chg="add del">
        <pc:chgData name="Nádia Genebra Ahmad" userId="36126275-cace-419f-8e9b-04679c4f8ea6" providerId="ADAL" clId="{4ED3BD61-000E-4A6F-9093-1471A340E41D}" dt="2023-04-04T13:29:25.204" v="1312"/>
        <pc:sldMkLst>
          <pc:docMk/>
          <pc:sldMk cId="1005498502" sldId="267"/>
        </pc:sldMkLst>
      </pc:sldChg>
      <pc:sldChg chg="modSp add del mod">
        <pc:chgData name="Nádia Genebra Ahmad" userId="36126275-cace-419f-8e9b-04679c4f8ea6" providerId="ADAL" clId="{4ED3BD61-000E-4A6F-9093-1471A340E41D}" dt="2023-04-04T14:03:45.087" v="1928" actId="20577"/>
        <pc:sldMkLst>
          <pc:docMk/>
          <pc:sldMk cId="4215426283" sldId="306"/>
        </pc:sldMkLst>
        <pc:spChg chg="mod">
          <ac:chgData name="Nádia Genebra Ahmad" userId="36126275-cace-419f-8e9b-04679c4f8ea6" providerId="ADAL" clId="{4ED3BD61-000E-4A6F-9093-1471A340E41D}" dt="2023-04-04T14:03:45.087" v="1928" actId="20577"/>
          <ac:spMkLst>
            <pc:docMk/>
            <pc:sldMk cId="4215426283" sldId="306"/>
            <ac:spMk id="2" creationId="{6D3E78DA-069E-4823-8E49-CBFF8D792C2E}"/>
          </ac:spMkLst>
        </pc:spChg>
      </pc:sldChg>
      <pc:sldChg chg="add del">
        <pc:chgData name="Nádia Genebra Ahmad" userId="36126275-cace-419f-8e9b-04679c4f8ea6" providerId="ADAL" clId="{4ED3BD61-000E-4A6F-9093-1471A340E41D}" dt="2023-04-03T07:29:00.131" v="107" actId="47"/>
        <pc:sldMkLst>
          <pc:docMk/>
          <pc:sldMk cId="3757026652" sldId="324"/>
        </pc:sldMkLst>
      </pc:sldChg>
      <pc:sldChg chg="del">
        <pc:chgData name="Nádia Genebra Ahmad" userId="36126275-cace-419f-8e9b-04679c4f8ea6" providerId="ADAL" clId="{4ED3BD61-000E-4A6F-9093-1471A340E41D}" dt="2023-04-03T07:28:53.702" v="103" actId="47"/>
        <pc:sldMkLst>
          <pc:docMk/>
          <pc:sldMk cId="136012540" sldId="325"/>
        </pc:sldMkLst>
      </pc:sldChg>
      <pc:sldChg chg="del">
        <pc:chgData name="Nádia Genebra Ahmad" userId="36126275-cace-419f-8e9b-04679c4f8ea6" providerId="ADAL" clId="{4ED3BD61-000E-4A6F-9093-1471A340E41D}" dt="2023-04-03T07:28:55.573" v="104" actId="47"/>
        <pc:sldMkLst>
          <pc:docMk/>
          <pc:sldMk cId="1184307580" sldId="326"/>
        </pc:sldMkLst>
      </pc:sldChg>
      <pc:sldChg chg="addSp delSp modSp mod">
        <pc:chgData name="Nádia Genebra Ahmad" userId="36126275-cace-419f-8e9b-04679c4f8ea6" providerId="ADAL" clId="{4ED3BD61-000E-4A6F-9093-1471A340E41D}" dt="2023-04-04T16:00:55.601" v="2633" actId="947"/>
        <pc:sldMkLst>
          <pc:docMk/>
          <pc:sldMk cId="326973016" sldId="330"/>
        </pc:sldMkLst>
        <pc:spChg chg="mod">
          <ac:chgData name="Nádia Genebra Ahmad" userId="36126275-cace-419f-8e9b-04679c4f8ea6" providerId="ADAL" clId="{4ED3BD61-000E-4A6F-9093-1471A340E41D}" dt="2023-04-04T11:05:44.362" v="1163" actId="2711"/>
          <ac:spMkLst>
            <pc:docMk/>
            <pc:sldMk cId="326973016" sldId="330"/>
            <ac:spMk id="2" creationId="{00000000-0000-0000-0000-000000000000}"/>
          </ac:spMkLst>
        </pc:spChg>
        <pc:spChg chg="add mod">
          <ac:chgData name="Nádia Genebra Ahmad" userId="36126275-cace-419f-8e9b-04679c4f8ea6" providerId="ADAL" clId="{4ED3BD61-000E-4A6F-9093-1471A340E41D}" dt="2023-04-04T16:00:45.491" v="2628" actId="20577"/>
          <ac:spMkLst>
            <pc:docMk/>
            <pc:sldMk cId="326973016" sldId="330"/>
            <ac:spMk id="2" creationId="{06C6B63B-CDB2-98E0-54E2-768992CCD6F5}"/>
          </ac:spMkLst>
        </pc:spChg>
        <pc:spChg chg="mod">
          <ac:chgData name="Nádia Genebra Ahmad" userId="36126275-cace-419f-8e9b-04679c4f8ea6" providerId="ADAL" clId="{4ED3BD61-000E-4A6F-9093-1471A340E41D}" dt="2023-04-04T14:04:06.787" v="1929"/>
          <ac:spMkLst>
            <pc:docMk/>
            <pc:sldMk cId="326973016" sldId="330"/>
            <ac:spMk id="3" creationId="{E125DFD4-F75B-4CEF-A4D7-EA79824B5320}"/>
          </ac:spMkLst>
        </pc:spChg>
        <pc:spChg chg="add mod">
          <ac:chgData name="Nádia Genebra Ahmad" userId="36126275-cace-419f-8e9b-04679c4f8ea6" providerId="ADAL" clId="{4ED3BD61-000E-4A6F-9093-1471A340E41D}" dt="2023-04-04T12:24:57.113" v="1247" actId="1076"/>
          <ac:spMkLst>
            <pc:docMk/>
            <pc:sldMk cId="326973016" sldId="330"/>
            <ac:spMk id="4" creationId="{EF094708-4E98-E15D-55CE-B9FFBFAFBE07}"/>
          </ac:spMkLst>
        </pc:spChg>
        <pc:spChg chg="mod">
          <ac:chgData name="Nádia Genebra Ahmad" userId="36126275-cace-419f-8e9b-04679c4f8ea6" providerId="ADAL" clId="{4ED3BD61-000E-4A6F-9093-1471A340E41D}" dt="2023-04-04T15:57:20.187" v="2571" actId="6549"/>
          <ac:spMkLst>
            <pc:docMk/>
            <pc:sldMk cId="326973016" sldId="330"/>
            <ac:spMk id="6" creationId="{96E1D030-109C-9A49-378B-6C82B5FF0708}"/>
          </ac:spMkLst>
        </pc:spChg>
        <pc:spChg chg="add mod">
          <ac:chgData name="Nádia Genebra Ahmad" userId="36126275-cace-419f-8e9b-04679c4f8ea6" providerId="ADAL" clId="{4ED3BD61-000E-4A6F-9093-1471A340E41D}" dt="2023-04-04T16:00:49.054" v="2629"/>
          <ac:spMkLst>
            <pc:docMk/>
            <pc:sldMk cId="326973016" sldId="330"/>
            <ac:spMk id="7" creationId="{38CD3599-9E8E-E2E3-63E1-809343B775A7}"/>
          </ac:spMkLst>
        </pc:spChg>
        <pc:spChg chg="mod">
          <ac:chgData name="Nádia Genebra Ahmad" userId="36126275-cace-419f-8e9b-04679c4f8ea6" providerId="ADAL" clId="{4ED3BD61-000E-4A6F-9093-1471A340E41D}" dt="2023-04-04T11:05:44.362" v="1163" actId="2711"/>
          <ac:spMkLst>
            <pc:docMk/>
            <pc:sldMk cId="326973016" sldId="330"/>
            <ac:spMk id="10" creationId="{00000000-0000-0000-0000-000000000000}"/>
          </ac:spMkLst>
        </pc:spChg>
        <pc:spChg chg="mod">
          <ac:chgData name="Nádia Genebra Ahmad" userId="36126275-cace-419f-8e9b-04679c4f8ea6" providerId="ADAL" clId="{4ED3BD61-000E-4A6F-9093-1471A340E41D}" dt="2023-04-04T11:05:44.362" v="1163" actId="2711"/>
          <ac:spMkLst>
            <pc:docMk/>
            <pc:sldMk cId="326973016" sldId="330"/>
            <ac:spMk id="12" creationId="{00000000-0000-0000-0000-000000000000}"/>
          </ac:spMkLst>
        </pc:spChg>
        <pc:spChg chg="del">
          <ac:chgData name="Nádia Genebra Ahmad" userId="36126275-cace-419f-8e9b-04679c4f8ea6" providerId="ADAL" clId="{4ED3BD61-000E-4A6F-9093-1471A340E41D}" dt="2023-04-04T15:59:20.423" v="2582" actId="478"/>
          <ac:spMkLst>
            <pc:docMk/>
            <pc:sldMk cId="326973016" sldId="330"/>
            <ac:spMk id="13" creationId="{2E23487A-5C84-5333-A7B0-8D593D18E778}"/>
          </ac:spMkLst>
        </pc:spChg>
        <pc:spChg chg="mod">
          <ac:chgData name="Nádia Genebra Ahmad" userId="36126275-cace-419f-8e9b-04679c4f8ea6" providerId="ADAL" clId="{4ED3BD61-000E-4A6F-9093-1471A340E41D}" dt="2023-04-04T16:00:55.601" v="2633" actId="947"/>
          <ac:spMkLst>
            <pc:docMk/>
            <pc:sldMk cId="326973016" sldId="330"/>
            <ac:spMk id="81" creationId="{00000000-0000-0000-0000-000000000000}"/>
          </ac:spMkLst>
        </pc:spChg>
        <pc:graphicFrameChg chg="mod modGraphic">
          <ac:chgData name="Nádia Genebra Ahmad" userId="36126275-cace-419f-8e9b-04679c4f8ea6" providerId="ADAL" clId="{4ED3BD61-000E-4A6F-9093-1471A340E41D}" dt="2023-04-04T15:58:55.385" v="2581"/>
          <ac:graphicFrameMkLst>
            <pc:docMk/>
            <pc:sldMk cId="326973016" sldId="330"/>
            <ac:graphicFrameMk id="11" creationId="{97CBBE27-E806-7F25-9E76-FE3304FE8F8B}"/>
          </ac:graphicFrameMkLst>
        </pc:graphicFrameChg>
      </pc:sldChg>
      <pc:sldChg chg="addSp delSp modSp mod">
        <pc:chgData name="Nádia Genebra Ahmad" userId="36126275-cace-419f-8e9b-04679c4f8ea6" providerId="ADAL" clId="{4ED3BD61-000E-4A6F-9093-1471A340E41D}" dt="2023-04-04T15:37:47.153" v="2176" actId="15"/>
        <pc:sldMkLst>
          <pc:docMk/>
          <pc:sldMk cId="1865004159" sldId="338"/>
        </pc:sldMkLst>
        <pc:spChg chg="add del mod">
          <ac:chgData name="Nádia Genebra Ahmad" userId="36126275-cace-419f-8e9b-04679c4f8ea6" providerId="ADAL" clId="{4ED3BD61-000E-4A6F-9093-1471A340E41D}" dt="2023-04-04T15:37:29.972" v="2170" actId="478"/>
          <ac:spMkLst>
            <pc:docMk/>
            <pc:sldMk cId="1865004159" sldId="338"/>
            <ac:spMk id="2" creationId="{33B83A71-8AD6-3FAF-0E6A-0AF662DDB211}"/>
          </ac:spMkLst>
        </pc:spChg>
        <pc:spChg chg="mod">
          <ac:chgData name="Nádia Genebra Ahmad" userId="36126275-cace-419f-8e9b-04679c4f8ea6" providerId="ADAL" clId="{4ED3BD61-000E-4A6F-9093-1471A340E41D}" dt="2023-04-04T14:04:06.787" v="1929"/>
          <ac:spMkLst>
            <pc:docMk/>
            <pc:sldMk cId="1865004159" sldId="338"/>
            <ac:spMk id="3" creationId="{E125DFD4-F75B-4CEF-A4D7-EA79824B5320}"/>
          </ac:spMkLst>
        </pc:spChg>
        <pc:spChg chg="add mod">
          <ac:chgData name="Nádia Genebra Ahmad" userId="36126275-cace-419f-8e9b-04679c4f8ea6" providerId="ADAL" clId="{4ED3BD61-000E-4A6F-9093-1471A340E41D}" dt="2023-04-04T13:56:44.194" v="1695"/>
          <ac:spMkLst>
            <pc:docMk/>
            <pc:sldMk cId="1865004159" sldId="338"/>
            <ac:spMk id="4" creationId="{1395CC0C-E4E9-D409-255D-6A32BEE35502}"/>
          </ac:spMkLst>
        </pc:spChg>
        <pc:spChg chg="mod">
          <ac:chgData name="Nádia Genebra Ahmad" userId="36126275-cace-419f-8e9b-04679c4f8ea6" providerId="ADAL" clId="{4ED3BD61-000E-4A6F-9093-1471A340E41D}" dt="2023-04-04T11:03:31.847" v="1143" actId="2711"/>
          <ac:spMkLst>
            <pc:docMk/>
            <pc:sldMk cId="1865004159" sldId="338"/>
            <ac:spMk id="10" creationId="{00000000-0000-0000-0000-000000000000}"/>
          </ac:spMkLst>
        </pc:spChg>
        <pc:spChg chg="del mod">
          <ac:chgData name="Nádia Genebra Ahmad" userId="36126275-cace-419f-8e9b-04679c4f8ea6" providerId="ADAL" clId="{4ED3BD61-000E-4A6F-9093-1471A340E41D}" dt="2023-04-04T13:56:43.940" v="1694" actId="478"/>
          <ac:spMkLst>
            <pc:docMk/>
            <pc:sldMk cId="1865004159" sldId="338"/>
            <ac:spMk id="11" creationId="{00000000-0000-0000-0000-000000000000}"/>
          </ac:spMkLst>
        </pc:spChg>
        <pc:spChg chg="mod">
          <ac:chgData name="Nádia Genebra Ahmad" userId="36126275-cace-419f-8e9b-04679c4f8ea6" providerId="ADAL" clId="{4ED3BD61-000E-4A6F-9093-1471A340E41D}" dt="2023-04-04T11:03:31.847" v="1143" actId="2711"/>
          <ac:spMkLst>
            <pc:docMk/>
            <pc:sldMk cId="1865004159" sldId="338"/>
            <ac:spMk id="12" creationId="{00000000-0000-0000-0000-000000000000}"/>
          </ac:spMkLst>
        </pc:spChg>
        <pc:spChg chg="mod">
          <ac:chgData name="Nádia Genebra Ahmad" userId="36126275-cace-419f-8e9b-04679c4f8ea6" providerId="ADAL" clId="{4ED3BD61-000E-4A6F-9093-1471A340E41D}" dt="2023-04-04T13:57:24.658" v="1707" actId="20577"/>
          <ac:spMkLst>
            <pc:docMk/>
            <pc:sldMk cId="1865004159" sldId="338"/>
            <ac:spMk id="80" creationId="{00000000-0000-0000-0000-000000000000}"/>
          </ac:spMkLst>
        </pc:spChg>
        <pc:spChg chg="mod">
          <ac:chgData name="Nádia Genebra Ahmad" userId="36126275-cace-419f-8e9b-04679c4f8ea6" providerId="ADAL" clId="{4ED3BD61-000E-4A6F-9093-1471A340E41D}" dt="2023-04-04T13:56:35.851" v="1693" actId="947"/>
          <ac:spMkLst>
            <pc:docMk/>
            <pc:sldMk cId="1865004159" sldId="338"/>
            <ac:spMk id="81" creationId="{00000000-0000-0000-0000-000000000000}"/>
          </ac:spMkLst>
        </pc:spChg>
        <pc:graphicFrameChg chg="mod modGraphic">
          <ac:chgData name="Nádia Genebra Ahmad" userId="36126275-cace-419f-8e9b-04679c4f8ea6" providerId="ADAL" clId="{4ED3BD61-000E-4A6F-9093-1471A340E41D}" dt="2023-04-04T15:37:47.153" v="2176" actId="15"/>
          <ac:graphicFrameMkLst>
            <pc:docMk/>
            <pc:sldMk cId="1865004159" sldId="338"/>
            <ac:graphicFrameMk id="9" creationId="{00000000-0000-0000-0000-000000000000}"/>
          </ac:graphicFrameMkLst>
        </pc:graphicFrameChg>
      </pc:sldChg>
      <pc:sldChg chg="del">
        <pc:chgData name="Nádia Genebra Ahmad" userId="36126275-cace-419f-8e9b-04679c4f8ea6" providerId="ADAL" clId="{4ED3BD61-000E-4A6F-9093-1471A340E41D}" dt="2023-04-03T07:28:52.152" v="102" actId="47"/>
        <pc:sldMkLst>
          <pc:docMk/>
          <pc:sldMk cId="152537382" sldId="348"/>
        </pc:sldMkLst>
      </pc:sldChg>
      <pc:sldChg chg="addSp delSp modSp add del mod">
        <pc:chgData name="Nádia Genebra Ahmad" userId="36126275-cace-419f-8e9b-04679c4f8ea6" providerId="ADAL" clId="{4ED3BD61-000E-4A6F-9093-1471A340E41D}" dt="2023-04-04T16:42:55.851" v="2715" actId="478"/>
        <pc:sldMkLst>
          <pc:docMk/>
          <pc:sldMk cId="3371953063" sldId="349"/>
        </pc:sldMkLst>
        <pc:spChg chg="add mod">
          <ac:chgData name="Nádia Genebra Ahmad" userId="36126275-cace-419f-8e9b-04679c4f8ea6" providerId="ADAL" clId="{4ED3BD61-000E-4A6F-9093-1471A340E41D}" dt="2023-04-04T16:37:00.113" v="2683" actId="404"/>
          <ac:spMkLst>
            <pc:docMk/>
            <pc:sldMk cId="3371953063" sldId="349"/>
            <ac:spMk id="2" creationId="{75B33793-1BDD-D1D6-8928-095E3045E598}"/>
          </ac:spMkLst>
        </pc:spChg>
        <pc:spChg chg="mod">
          <ac:chgData name="Nádia Genebra Ahmad" userId="36126275-cace-419f-8e9b-04679c4f8ea6" providerId="ADAL" clId="{4ED3BD61-000E-4A6F-9093-1471A340E41D}" dt="2023-04-04T15:32:05.352" v="2102" actId="20577"/>
          <ac:spMkLst>
            <pc:docMk/>
            <pc:sldMk cId="3371953063" sldId="349"/>
            <ac:spMk id="3" creationId="{E125DFD4-F75B-4CEF-A4D7-EA79824B5320}"/>
          </ac:spMkLst>
        </pc:spChg>
        <pc:spChg chg="mod">
          <ac:chgData name="Nádia Genebra Ahmad" userId="36126275-cace-419f-8e9b-04679c4f8ea6" providerId="ADAL" clId="{4ED3BD61-000E-4A6F-9093-1471A340E41D}" dt="2023-04-04T13:30:01.374" v="1313" actId="2711"/>
          <ac:spMkLst>
            <pc:docMk/>
            <pc:sldMk cId="3371953063" sldId="349"/>
            <ac:spMk id="4" creationId="{00000000-0000-0000-0000-000000000000}"/>
          </ac:spMkLst>
        </pc:spChg>
        <pc:spChg chg="mod">
          <ac:chgData name="Nádia Genebra Ahmad" userId="36126275-cace-419f-8e9b-04679c4f8ea6" providerId="ADAL" clId="{4ED3BD61-000E-4A6F-9093-1471A340E41D}" dt="2023-04-04T13:30:01.374" v="1313" actId="2711"/>
          <ac:spMkLst>
            <pc:docMk/>
            <pc:sldMk cId="3371953063" sldId="349"/>
            <ac:spMk id="6" creationId="{00000000-0000-0000-0000-000000000000}"/>
          </ac:spMkLst>
        </pc:spChg>
        <pc:spChg chg="add del mod">
          <ac:chgData name="Nádia Genebra Ahmad" userId="36126275-cace-419f-8e9b-04679c4f8ea6" providerId="ADAL" clId="{4ED3BD61-000E-4A6F-9093-1471A340E41D}" dt="2023-04-04T16:42:55.851" v="2715" actId="478"/>
          <ac:spMkLst>
            <pc:docMk/>
            <pc:sldMk cId="3371953063" sldId="349"/>
            <ac:spMk id="8" creationId="{3F39434F-39F9-1783-1BA9-7A671DABFEAC}"/>
          </ac:spMkLst>
        </pc:spChg>
        <pc:spChg chg="mod">
          <ac:chgData name="Nádia Genebra Ahmad" userId="36126275-cace-419f-8e9b-04679c4f8ea6" providerId="ADAL" clId="{4ED3BD61-000E-4A6F-9093-1471A340E41D}" dt="2023-04-04T16:36:54.285" v="2682" actId="404"/>
          <ac:spMkLst>
            <pc:docMk/>
            <pc:sldMk cId="3371953063" sldId="349"/>
            <ac:spMk id="13" creationId="{8C86AB67-257B-4A72-BCFC-E86455F3F0AC}"/>
          </ac:spMkLst>
        </pc:spChg>
        <pc:grpChg chg="del">
          <ac:chgData name="Nádia Genebra Ahmad" userId="36126275-cace-419f-8e9b-04679c4f8ea6" providerId="ADAL" clId="{4ED3BD61-000E-4A6F-9093-1471A340E41D}" dt="2023-04-04T14:53:28.768" v="1936" actId="478"/>
          <ac:grpSpMkLst>
            <pc:docMk/>
            <pc:sldMk cId="3371953063" sldId="349"/>
            <ac:grpSpMk id="7" creationId="{00000000-0000-0000-0000-000000000000}"/>
          </ac:grpSpMkLst>
        </pc:grpChg>
      </pc:sldChg>
      <pc:sldChg chg="del">
        <pc:chgData name="Nádia Genebra Ahmad" userId="36126275-cace-419f-8e9b-04679c4f8ea6" providerId="ADAL" clId="{4ED3BD61-000E-4A6F-9093-1471A340E41D}" dt="2023-04-03T07:27:06.844" v="18" actId="47"/>
        <pc:sldMkLst>
          <pc:docMk/>
          <pc:sldMk cId="3811271935" sldId="350"/>
        </pc:sldMkLst>
      </pc:sldChg>
      <pc:sldChg chg="addSp delSp modSp mod">
        <pc:chgData name="Nádia Genebra Ahmad" userId="36126275-cace-419f-8e9b-04679c4f8ea6" providerId="ADAL" clId="{4ED3BD61-000E-4A6F-9093-1471A340E41D}" dt="2023-04-04T15:57:07.963" v="2568" actId="478"/>
        <pc:sldMkLst>
          <pc:docMk/>
          <pc:sldMk cId="2088130186" sldId="358"/>
        </pc:sldMkLst>
        <pc:spChg chg="add mod">
          <ac:chgData name="Nádia Genebra Ahmad" userId="36126275-cace-419f-8e9b-04679c4f8ea6" providerId="ADAL" clId="{4ED3BD61-000E-4A6F-9093-1471A340E41D}" dt="2023-04-03T07:28:28.341" v="93"/>
          <ac:spMkLst>
            <pc:docMk/>
            <pc:sldMk cId="2088130186" sldId="358"/>
            <ac:spMk id="2" creationId="{446B704A-05E4-E717-C194-5EBA62BDACB2}"/>
          </ac:spMkLst>
        </pc:spChg>
        <pc:spChg chg="add del mod">
          <ac:chgData name="Nádia Genebra Ahmad" userId="36126275-cace-419f-8e9b-04679c4f8ea6" providerId="ADAL" clId="{4ED3BD61-000E-4A6F-9093-1471A340E41D}" dt="2023-04-04T15:57:07.963" v="2568" actId="478"/>
          <ac:spMkLst>
            <pc:docMk/>
            <pc:sldMk cId="2088130186" sldId="358"/>
            <ac:spMk id="2" creationId="{D2AFFC41-7AC5-D973-B723-BD060961485C}"/>
          </ac:spMkLst>
        </pc:spChg>
        <pc:spChg chg="mod">
          <ac:chgData name="Nádia Genebra Ahmad" userId="36126275-cace-419f-8e9b-04679c4f8ea6" providerId="ADAL" clId="{4ED3BD61-000E-4A6F-9093-1471A340E41D}" dt="2023-04-04T14:04:06.787" v="1929"/>
          <ac:spMkLst>
            <pc:docMk/>
            <pc:sldMk cId="2088130186" sldId="358"/>
            <ac:spMk id="3" creationId="{E125DFD4-F75B-4CEF-A4D7-EA79824B5320}"/>
          </ac:spMkLst>
        </pc:spChg>
        <pc:spChg chg="mod">
          <ac:chgData name="Nádia Genebra Ahmad" userId="36126275-cace-419f-8e9b-04679c4f8ea6" providerId="ADAL" clId="{4ED3BD61-000E-4A6F-9093-1471A340E41D}" dt="2023-04-04T11:07:16.440" v="1175" actId="113"/>
          <ac:spMkLst>
            <pc:docMk/>
            <pc:sldMk cId="2088130186" sldId="358"/>
            <ac:spMk id="51" creationId="{6A436EC5-7AD1-4622-9D4D-836200569CBB}"/>
          </ac:spMkLst>
        </pc:spChg>
        <pc:spChg chg="mod">
          <ac:chgData name="Nádia Genebra Ahmad" userId="36126275-cace-419f-8e9b-04679c4f8ea6" providerId="ADAL" clId="{4ED3BD61-000E-4A6F-9093-1471A340E41D}" dt="2023-04-04T11:05:51.503" v="1164" actId="2711"/>
          <ac:spMkLst>
            <pc:docMk/>
            <pc:sldMk cId="2088130186" sldId="358"/>
            <ac:spMk id="53" creationId="{2CEF6F44-A6B1-4A9F-A96A-C1F135FD6C3A}"/>
          </ac:spMkLst>
        </pc:spChg>
        <pc:spChg chg="del">
          <ac:chgData name="Nádia Genebra Ahmad" userId="36126275-cace-419f-8e9b-04679c4f8ea6" providerId="ADAL" clId="{4ED3BD61-000E-4A6F-9093-1471A340E41D}" dt="2023-04-04T09:32:50.943" v="809" actId="478"/>
          <ac:spMkLst>
            <pc:docMk/>
            <pc:sldMk cId="2088130186" sldId="358"/>
            <ac:spMk id="54" creationId="{4A61B9C1-7B97-46CD-8226-E9048CCC1254}"/>
          </ac:spMkLst>
        </pc:spChg>
        <pc:spChg chg="mod">
          <ac:chgData name="Nádia Genebra Ahmad" userId="36126275-cace-419f-8e9b-04679c4f8ea6" providerId="ADAL" clId="{4ED3BD61-000E-4A6F-9093-1471A340E41D}" dt="2023-04-04T09:33:07.090" v="812" actId="164"/>
          <ac:spMkLst>
            <pc:docMk/>
            <pc:sldMk cId="2088130186" sldId="358"/>
            <ac:spMk id="55" creationId="{24DB13A8-4E32-40F1-9F47-C855D21B4BD8}"/>
          </ac:spMkLst>
        </pc:spChg>
        <pc:spChg chg="mod">
          <ac:chgData name="Nádia Genebra Ahmad" userId="36126275-cace-419f-8e9b-04679c4f8ea6" providerId="ADAL" clId="{4ED3BD61-000E-4A6F-9093-1471A340E41D}" dt="2023-04-04T09:34:08.468" v="973" actId="1038"/>
          <ac:spMkLst>
            <pc:docMk/>
            <pc:sldMk cId="2088130186" sldId="358"/>
            <ac:spMk id="56" creationId="{F970F823-2E01-4308-B014-187F8759B064}"/>
          </ac:spMkLst>
        </pc:spChg>
        <pc:spChg chg="mod">
          <ac:chgData name="Nádia Genebra Ahmad" userId="36126275-cace-419f-8e9b-04679c4f8ea6" providerId="ADAL" clId="{4ED3BD61-000E-4A6F-9093-1471A340E41D}" dt="2023-04-04T09:34:14.646" v="999" actId="1037"/>
          <ac:spMkLst>
            <pc:docMk/>
            <pc:sldMk cId="2088130186" sldId="358"/>
            <ac:spMk id="57" creationId="{604B33CD-064E-46A4-B7B2-4E1F42332B5A}"/>
          </ac:spMkLst>
        </pc:spChg>
        <pc:spChg chg="mod">
          <ac:chgData name="Nádia Genebra Ahmad" userId="36126275-cace-419f-8e9b-04679c4f8ea6" providerId="ADAL" clId="{4ED3BD61-000E-4A6F-9093-1471A340E41D}" dt="2023-04-04T09:34:23.373" v="1030" actId="1037"/>
          <ac:spMkLst>
            <pc:docMk/>
            <pc:sldMk cId="2088130186" sldId="358"/>
            <ac:spMk id="58" creationId="{49CE0D7D-E475-486C-84CA-5212474003E6}"/>
          </ac:spMkLst>
        </pc:spChg>
        <pc:spChg chg="mod">
          <ac:chgData name="Nádia Genebra Ahmad" userId="36126275-cace-419f-8e9b-04679c4f8ea6" providerId="ADAL" clId="{4ED3BD61-000E-4A6F-9093-1471A340E41D}" dt="2023-04-04T09:34:49.004" v="1031" actId="552"/>
          <ac:spMkLst>
            <pc:docMk/>
            <pc:sldMk cId="2088130186" sldId="358"/>
            <ac:spMk id="62" creationId="{7200FFCA-F1CF-419D-B201-55015DE975D0}"/>
          </ac:spMkLst>
        </pc:spChg>
        <pc:spChg chg="mod">
          <ac:chgData name="Nádia Genebra Ahmad" userId="36126275-cace-419f-8e9b-04679c4f8ea6" providerId="ADAL" clId="{4ED3BD61-000E-4A6F-9093-1471A340E41D}" dt="2023-04-04T09:35:07.004" v="1060" actId="20577"/>
          <ac:spMkLst>
            <pc:docMk/>
            <pc:sldMk cId="2088130186" sldId="358"/>
            <ac:spMk id="81" creationId="{00000000-0000-0000-0000-000000000000}"/>
          </ac:spMkLst>
        </pc:spChg>
        <pc:grpChg chg="add mod">
          <ac:chgData name="Nádia Genebra Ahmad" userId="36126275-cace-419f-8e9b-04679c4f8ea6" providerId="ADAL" clId="{4ED3BD61-000E-4A6F-9093-1471A340E41D}" dt="2023-04-04T09:32:35.961" v="808" actId="164"/>
          <ac:grpSpMkLst>
            <pc:docMk/>
            <pc:sldMk cId="2088130186" sldId="358"/>
            <ac:grpSpMk id="4" creationId="{0898D6D6-B86D-424A-97D1-092376140181}"/>
          </ac:grpSpMkLst>
        </pc:grpChg>
        <pc:grpChg chg="add mod">
          <ac:chgData name="Nádia Genebra Ahmad" userId="36126275-cace-419f-8e9b-04679c4f8ea6" providerId="ADAL" clId="{4ED3BD61-000E-4A6F-9093-1471A340E41D}" dt="2023-04-04T11:05:51.503" v="1164" actId="2711"/>
          <ac:grpSpMkLst>
            <pc:docMk/>
            <pc:sldMk cId="2088130186" sldId="358"/>
            <ac:grpSpMk id="6" creationId="{8179B468-5618-35D8-E774-9BDD9C0B39BC}"/>
          </ac:grpSpMkLst>
        </pc:grpChg>
        <pc:graphicFrameChg chg="mod modGraphic">
          <ac:chgData name="Nádia Genebra Ahmad" userId="36126275-cace-419f-8e9b-04679c4f8ea6" providerId="ADAL" clId="{4ED3BD61-000E-4A6F-9093-1471A340E41D}" dt="2023-04-04T11:06:38.653" v="1170" actId="2062"/>
          <ac:graphicFrameMkLst>
            <pc:docMk/>
            <pc:sldMk cId="2088130186" sldId="358"/>
            <ac:graphicFrameMk id="49" creationId="{00000000-0000-0000-0000-000000000000}"/>
          </ac:graphicFrameMkLst>
        </pc:graphicFrameChg>
        <pc:graphicFrameChg chg="mod">
          <ac:chgData name="Nádia Genebra Ahmad" userId="36126275-cace-419f-8e9b-04679c4f8ea6" providerId="ADAL" clId="{4ED3BD61-000E-4A6F-9093-1471A340E41D}" dt="2023-04-04T11:05:51.503" v="1164" actId="2711"/>
          <ac:graphicFrameMkLst>
            <pc:docMk/>
            <pc:sldMk cId="2088130186" sldId="358"/>
            <ac:graphicFrameMk id="50" creationId="{65AC3D7A-0F4B-4606-AFA3-9FCD3049166B}"/>
          </ac:graphicFrameMkLst>
        </pc:graphicFrameChg>
        <pc:graphicFrameChg chg="mod modGraphic">
          <ac:chgData name="Nádia Genebra Ahmad" userId="36126275-cace-419f-8e9b-04679c4f8ea6" providerId="ADAL" clId="{4ED3BD61-000E-4A6F-9093-1471A340E41D}" dt="2023-04-04T11:06:56.326" v="1173" actId="404"/>
          <ac:graphicFrameMkLst>
            <pc:docMk/>
            <pc:sldMk cId="2088130186" sldId="358"/>
            <ac:graphicFrameMk id="60" creationId="{29B6B899-6ACA-41AB-914A-76573652C8C8}"/>
          </ac:graphicFrameMkLst>
        </pc:graphicFrameChg>
        <pc:picChg chg="mod">
          <ac:chgData name="Nádia Genebra Ahmad" userId="36126275-cace-419f-8e9b-04679c4f8ea6" providerId="ADAL" clId="{4ED3BD61-000E-4A6F-9093-1471A340E41D}" dt="2023-04-04T11:05:51.503" v="1164" actId="2711"/>
          <ac:picMkLst>
            <pc:docMk/>
            <pc:sldMk cId="2088130186" sldId="358"/>
            <ac:picMk id="52" creationId="{39DD8DEA-13F3-4183-9376-B9E57DFDA734}"/>
          </ac:picMkLst>
        </pc:picChg>
        <pc:cxnChg chg="mod">
          <ac:chgData name="Nádia Genebra Ahmad" userId="36126275-cace-419f-8e9b-04679c4f8ea6" providerId="ADAL" clId="{4ED3BD61-000E-4A6F-9093-1471A340E41D}" dt="2023-04-04T11:05:51.503" v="1164" actId="2711"/>
          <ac:cxnSpMkLst>
            <pc:docMk/>
            <pc:sldMk cId="2088130186" sldId="358"/>
            <ac:cxnSpMk id="59" creationId="{7B27E4F2-1BB6-421D-A899-460BD3DA6CCD}"/>
          </ac:cxnSpMkLst>
        </pc:cxnChg>
      </pc:sldChg>
      <pc:sldChg chg="addSp delSp modSp add del mod">
        <pc:chgData name="Nádia Genebra Ahmad" userId="36126275-cace-419f-8e9b-04679c4f8ea6" providerId="ADAL" clId="{4ED3BD61-000E-4A6F-9093-1471A340E41D}" dt="2023-04-04T14:54:10.075" v="2000" actId="47"/>
        <pc:sldMkLst>
          <pc:docMk/>
          <pc:sldMk cId="2941407195" sldId="359"/>
        </pc:sldMkLst>
        <pc:spChg chg="mod">
          <ac:chgData name="Nádia Genebra Ahmad" userId="36126275-cace-419f-8e9b-04679c4f8ea6" providerId="ADAL" clId="{4ED3BD61-000E-4A6F-9093-1471A340E41D}" dt="2023-04-04T13:30:08.590" v="1315" actId="2711"/>
          <ac:spMkLst>
            <pc:docMk/>
            <pc:sldMk cId="2941407195" sldId="359"/>
            <ac:spMk id="13" creationId="{8C86AB67-257B-4A72-BCFC-E86455F3F0AC}"/>
          </ac:spMkLst>
        </pc:spChg>
        <pc:picChg chg="add del">
          <ac:chgData name="Nádia Genebra Ahmad" userId="36126275-cace-419f-8e9b-04679c4f8ea6" providerId="ADAL" clId="{4ED3BD61-000E-4A6F-9093-1471A340E41D}" dt="2023-04-04T14:08:02.743" v="1932" actId="22"/>
          <ac:picMkLst>
            <pc:docMk/>
            <pc:sldMk cId="2941407195" sldId="359"/>
            <ac:picMk id="4" creationId="{E8B7F6DB-B0CA-4D96-E1EA-CC73A4FACEE6}"/>
          </ac:picMkLst>
        </pc:picChg>
      </pc:sldChg>
      <pc:sldChg chg="addSp delSp modSp mod">
        <pc:chgData name="Nádia Genebra Ahmad" userId="36126275-cace-419f-8e9b-04679c4f8ea6" providerId="ADAL" clId="{4ED3BD61-000E-4A6F-9093-1471A340E41D}" dt="2023-04-04T16:01:28.274" v="2634" actId="478"/>
        <pc:sldMkLst>
          <pc:docMk/>
          <pc:sldMk cId="3537588073" sldId="361"/>
        </pc:sldMkLst>
        <pc:spChg chg="add del mod">
          <ac:chgData name="Nádia Genebra Ahmad" userId="36126275-cace-419f-8e9b-04679c4f8ea6" providerId="ADAL" clId="{4ED3BD61-000E-4A6F-9093-1471A340E41D}" dt="2023-04-03T17:58:40.280" v="688" actId="478"/>
          <ac:spMkLst>
            <pc:docMk/>
            <pc:sldMk cId="3537588073" sldId="361"/>
            <ac:spMk id="2" creationId="{E90B2587-17C5-6C6B-3A42-6278E47A9566}"/>
          </ac:spMkLst>
        </pc:spChg>
        <pc:spChg chg="mod">
          <ac:chgData name="Nádia Genebra Ahmad" userId="36126275-cace-419f-8e9b-04679c4f8ea6" providerId="ADAL" clId="{4ED3BD61-000E-4A6F-9093-1471A340E41D}" dt="2023-04-04T14:04:06.787" v="1929"/>
          <ac:spMkLst>
            <pc:docMk/>
            <pc:sldMk cId="3537588073" sldId="361"/>
            <ac:spMk id="3" creationId="{E125DFD4-F75B-4CEF-A4D7-EA79824B5320}"/>
          </ac:spMkLst>
        </pc:spChg>
        <pc:spChg chg="mod">
          <ac:chgData name="Nádia Genebra Ahmad" userId="36126275-cace-419f-8e9b-04679c4f8ea6" providerId="ADAL" clId="{4ED3BD61-000E-4A6F-9093-1471A340E41D}" dt="2023-04-04T14:01:17.703" v="1841" actId="1035"/>
          <ac:spMkLst>
            <pc:docMk/>
            <pc:sldMk cId="3537588073" sldId="361"/>
            <ac:spMk id="7" creationId="{00000000-0000-0000-0000-000000000000}"/>
          </ac:spMkLst>
        </pc:spChg>
        <pc:spChg chg="add del mod">
          <ac:chgData name="Nádia Genebra Ahmad" userId="36126275-cace-419f-8e9b-04679c4f8ea6" providerId="ADAL" clId="{4ED3BD61-000E-4A6F-9093-1471A340E41D}" dt="2023-04-04T16:01:28.274" v="2634" actId="478"/>
          <ac:spMkLst>
            <pc:docMk/>
            <pc:sldMk cId="3537588073" sldId="361"/>
            <ac:spMk id="10" creationId="{018BD304-8530-7D98-FDA1-BEF32A1C80DF}"/>
          </ac:spMkLst>
        </pc:spChg>
        <pc:spChg chg="mod">
          <ac:chgData name="Nádia Genebra Ahmad" userId="36126275-cace-419f-8e9b-04679c4f8ea6" providerId="ADAL" clId="{4ED3BD61-000E-4A6F-9093-1471A340E41D}" dt="2023-04-04T11:05:30.094" v="1160" actId="2711"/>
          <ac:spMkLst>
            <pc:docMk/>
            <pc:sldMk cId="3537588073" sldId="361"/>
            <ac:spMk id="15" creationId="{00000000-0000-0000-0000-000000000000}"/>
          </ac:spMkLst>
        </pc:spChg>
        <pc:spChg chg="mod">
          <ac:chgData name="Nádia Genebra Ahmad" userId="36126275-cace-419f-8e9b-04679c4f8ea6" providerId="ADAL" clId="{4ED3BD61-000E-4A6F-9093-1471A340E41D}" dt="2023-04-04T14:01:04.188" v="1837" actId="20577"/>
          <ac:spMkLst>
            <pc:docMk/>
            <pc:sldMk cId="3537588073" sldId="361"/>
            <ac:spMk id="35" creationId="{00000000-0000-0000-0000-000000000000}"/>
          </ac:spMkLst>
        </pc:spChg>
        <pc:spChg chg="mod">
          <ac:chgData name="Nádia Genebra Ahmad" userId="36126275-cace-419f-8e9b-04679c4f8ea6" providerId="ADAL" clId="{4ED3BD61-000E-4A6F-9093-1471A340E41D}" dt="2023-04-04T11:05:30.094" v="1160" actId="2711"/>
          <ac:spMkLst>
            <pc:docMk/>
            <pc:sldMk cId="3537588073" sldId="361"/>
            <ac:spMk id="36" creationId="{00000000-0000-0000-0000-000000000000}"/>
          </ac:spMkLst>
        </pc:spChg>
        <pc:spChg chg="mod">
          <ac:chgData name="Nádia Genebra Ahmad" userId="36126275-cace-419f-8e9b-04679c4f8ea6" providerId="ADAL" clId="{4ED3BD61-000E-4A6F-9093-1471A340E41D}" dt="2023-04-04T14:01:17.703" v="1841" actId="1035"/>
          <ac:spMkLst>
            <pc:docMk/>
            <pc:sldMk cId="3537588073" sldId="361"/>
            <ac:spMk id="44" creationId="{00000000-0000-0000-0000-000000000000}"/>
          </ac:spMkLst>
        </pc:spChg>
        <pc:spChg chg="mod">
          <ac:chgData name="Nádia Genebra Ahmad" userId="36126275-cace-419f-8e9b-04679c4f8ea6" providerId="ADAL" clId="{4ED3BD61-000E-4A6F-9093-1471A340E41D}" dt="2023-04-04T14:00:49.824" v="1832" actId="947"/>
          <ac:spMkLst>
            <pc:docMk/>
            <pc:sldMk cId="3537588073" sldId="361"/>
            <ac:spMk id="81" creationId="{00000000-0000-0000-0000-000000000000}"/>
          </ac:spMkLst>
        </pc:spChg>
        <pc:graphicFrameChg chg="mod modGraphic">
          <ac:chgData name="Nádia Genebra Ahmad" userId="36126275-cace-419f-8e9b-04679c4f8ea6" providerId="ADAL" clId="{4ED3BD61-000E-4A6F-9093-1471A340E41D}" dt="2023-04-04T14:01:17.703" v="1841" actId="1035"/>
          <ac:graphicFrameMkLst>
            <pc:docMk/>
            <pc:sldMk cId="3537588073" sldId="361"/>
            <ac:graphicFrameMk id="6" creationId="{00000000-0000-0000-0000-000000000000}"/>
          </ac:graphicFrameMkLst>
        </pc:graphicFrameChg>
        <pc:graphicFrameChg chg="mod modGraphic">
          <ac:chgData name="Nádia Genebra Ahmad" userId="36126275-cace-419f-8e9b-04679c4f8ea6" providerId="ADAL" clId="{4ED3BD61-000E-4A6F-9093-1471A340E41D}" dt="2023-04-04T11:05:32.873" v="1161" actId="2711"/>
          <ac:graphicFrameMkLst>
            <pc:docMk/>
            <pc:sldMk cId="3537588073" sldId="361"/>
            <ac:graphicFrameMk id="33" creationId="{1D5AD34C-9F22-0F96-ADAD-0463A560240D}"/>
          </ac:graphicFrameMkLst>
        </pc:graphicFrameChg>
        <pc:cxnChg chg="mod">
          <ac:chgData name="Nádia Genebra Ahmad" userId="36126275-cace-419f-8e9b-04679c4f8ea6" providerId="ADAL" clId="{4ED3BD61-000E-4A6F-9093-1471A340E41D}" dt="2023-04-04T14:01:17.703" v="1841" actId="1035"/>
          <ac:cxnSpMkLst>
            <pc:docMk/>
            <pc:sldMk cId="3537588073" sldId="361"/>
            <ac:cxnSpMk id="38" creationId="{00000000-0000-0000-0000-000000000000}"/>
          </ac:cxnSpMkLst>
        </pc:cxnChg>
      </pc:sldChg>
      <pc:sldChg chg="addSp modSp del">
        <pc:chgData name="Nádia Genebra Ahmad" userId="36126275-cace-419f-8e9b-04679c4f8ea6" providerId="ADAL" clId="{4ED3BD61-000E-4A6F-9093-1471A340E41D}" dt="2023-04-03T07:27:46.070" v="60" actId="47"/>
        <pc:sldMkLst>
          <pc:docMk/>
          <pc:sldMk cId="3591765744" sldId="363"/>
        </pc:sldMkLst>
        <pc:spChg chg="add mod">
          <ac:chgData name="Nádia Genebra Ahmad" userId="36126275-cace-419f-8e9b-04679c4f8ea6" providerId="ADAL" clId="{4ED3BD61-000E-4A6F-9093-1471A340E41D}" dt="2023-04-03T07:27:42.213" v="59"/>
          <ac:spMkLst>
            <pc:docMk/>
            <pc:sldMk cId="3591765744" sldId="363"/>
            <ac:spMk id="2" creationId="{CEFE3E20-A904-872F-5C82-C2D9EBB7E977}"/>
          </ac:spMkLst>
        </pc:spChg>
      </pc:sldChg>
      <pc:sldChg chg="addSp delSp modSp mod">
        <pc:chgData name="Nádia Genebra Ahmad" userId="36126275-cace-419f-8e9b-04679c4f8ea6" providerId="ADAL" clId="{4ED3BD61-000E-4A6F-9093-1471A340E41D}" dt="2023-04-04T16:37:54.866" v="2714" actId="20577"/>
        <pc:sldMkLst>
          <pc:docMk/>
          <pc:sldMk cId="4208994639" sldId="364"/>
        </pc:sldMkLst>
        <pc:spChg chg="add del mod">
          <ac:chgData name="Nádia Genebra Ahmad" userId="36126275-cace-419f-8e9b-04679c4f8ea6" providerId="ADAL" clId="{4ED3BD61-000E-4A6F-9093-1471A340E41D}" dt="2023-04-04T16:34:51.369" v="2679" actId="478"/>
          <ac:spMkLst>
            <pc:docMk/>
            <pc:sldMk cId="4208994639" sldId="364"/>
            <ac:spMk id="2" creationId="{4D190164-8BF5-2677-6352-AC6C373DBFE2}"/>
          </ac:spMkLst>
        </pc:spChg>
        <pc:spChg chg="mod">
          <ac:chgData name="Nádia Genebra Ahmad" userId="36126275-cace-419f-8e9b-04679c4f8ea6" providerId="ADAL" clId="{4ED3BD61-000E-4A6F-9093-1471A340E41D}" dt="2023-04-04T15:32:02.330" v="2100" actId="20577"/>
          <ac:spMkLst>
            <pc:docMk/>
            <pc:sldMk cId="4208994639" sldId="364"/>
            <ac:spMk id="3" creationId="{E125DFD4-F75B-4CEF-A4D7-EA79824B5320}"/>
          </ac:spMkLst>
        </pc:spChg>
        <pc:spChg chg="add mod">
          <ac:chgData name="Nádia Genebra Ahmad" userId="36126275-cace-419f-8e9b-04679c4f8ea6" providerId="ADAL" clId="{4ED3BD61-000E-4A6F-9093-1471A340E41D}" dt="2023-04-04T16:37:54.866" v="2714" actId="20577"/>
          <ac:spMkLst>
            <pc:docMk/>
            <pc:sldMk cId="4208994639" sldId="364"/>
            <ac:spMk id="6" creationId="{1A2715E1-F83F-1D43-7B2D-C5E62404D9E2}"/>
          </ac:spMkLst>
        </pc:spChg>
        <pc:spChg chg="mod">
          <ac:chgData name="Nádia Genebra Ahmad" userId="36126275-cace-419f-8e9b-04679c4f8ea6" providerId="ADAL" clId="{4ED3BD61-000E-4A6F-9093-1471A340E41D}" dt="2023-04-04T11:05:59.788" v="1166" actId="2711"/>
          <ac:spMkLst>
            <pc:docMk/>
            <pc:sldMk cId="4208994639" sldId="364"/>
            <ac:spMk id="7" creationId="{3510AB86-A3F2-3CD8-18B7-E2E5E383949F}"/>
          </ac:spMkLst>
        </pc:spChg>
        <pc:spChg chg="del mod">
          <ac:chgData name="Nádia Genebra Ahmad" userId="36126275-cace-419f-8e9b-04679c4f8ea6" providerId="ADAL" clId="{4ED3BD61-000E-4A6F-9093-1471A340E41D}" dt="2023-04-04T14:53:19.204" v="1935" actId="478"/>
          <ac:spMkLst>
            <pc:docMk/>
            <pc:sldMk cId="4208994639" sldId="364"/>
            <ac:spMk id="8" creationId="{8ABDB758-49D6-DF64-0640-787254D8C769}"/>
          </ac:spMkLst>
        </pc:spChg>
        <pc:graphicFrameChg chg="mod modGraphic">
          <ac:chgData name="Nádia Genebra Ahmad" userId="36126275-cace-419f-8e9b-04679c4f8ea6" providerId="ADAL" clId="{4ED3BD61-000E-4A6F-9093-1471A340E41D}" dt="2023-04-04T16:37:27.997" v="2703" actId="1035"/>
          <ac:graphicFrameMkLst>
            <pc:docMk/>
            <pc:sldMk cId="4208994639" sldId="364"/>
            <ac:graphicFrameMk id="4" creationId="{DFB88808-D1A1-0551-AFD9-87ABBF80E762}"/>
          </ac:graphicFrameMkLst>
        </pc:graphicFrameChg>
      </pc:sldChg>
      <pc:sldChg chg="addSp delSp modSp mod">
        <pc:chgData name="Nádia Genebra Ahmad" userId="36126275-cace-419f-8e9b-04679c4f8ea6" providerId="ADAL" clId="{4ED3BD61-000E-4A6F-9093-1471A340E41D}" dt="2023-04-04T16:22:38.165" v="2650" actId="478"/>
        <pc:sldMkLst>
          <pc:docMk/>
          <pc:sldMk cId="1215262335" sldId="365"/>
        </pc:sldMkLst>
        <pc:spChg chg="mod">
          <ac:chgData name="Nádia Genebra Ahmad" userId="36126275-cace-419f-8e9b-04679c4f8ea6" providerId="ADAL" clId="{4ED3BD61-000E-4A6F-9093-1471A340E41D}" dt="2023-04-04T14:04:06.787" v="1929"/>
          <ac:spMkLst>
            <pc:docMk/>
            <pc:sldMk cId="1215262335" sldId="365"/>
            <ac:spMk id="3" creationId="{E125DFD4-F75B-4CEF-A4D7-EA79824B5320}"/>
          </ac:spMkLst>
        </pc:spChg>
        <pc:spChg chg="add del mod">
          <ac:chgData name="Nádia Genebra Ahmad" userId="36126275-cace-419f-8e9b-04679c4f8ea6" providerId="ADAL" clId="{4ED3BD61-000E-4A6F-9093-1471A340E41D}" dt="2023-04-04T15:53:52.045" v="2385" actId="478"/>
          <ac:spMkLst>
            <pc:docMk/>
            <pc:sldMk cId="1215262335" sldId="365"/>
            <ac:spMk id="4" creationId="{8B1E43B7-2B94-C66D-0089-28F74A80CF3B}"/>
          </ac:spMkLst>
        </pc:spChg>
        <pc:spChg chg="add del mod">
          <ac:chgData name="Nádia Genebra Ahmad" userId="36126275-cace-419f-8e9b-04679c4f8ea6" providerId="ADAL" clId="{4ED3BD61-000E-4A6F-9093-1471A340E41D}" dt="2023-04-04T16:22:36.015" v="2649" actId="478"/>
          <ac:spMkLst>
            <pc:docMk/>
            <pc:sldMk cId="1215262335" sldId="365"/>
            <ac:spMk id="6" creationId="{C18FAE61-DB71-F234-BFC0-4125DF30F367}"/>
          </ac:spMkLst>
        </pc:spChg>
        <pc:spChg chg="add del mod">
          <ac:chgData name="Nádia Genebra Ahmad" userId="36126275-cace-419f-8e9b-04679c4f8ea6" providerId="ADAL" clId="{4ED3BD61-000E-4A6F-9093-1471A340E41D}" dt="2023-04-04T16:22:38.165" v="2650" actId="478"/>
          <ac:spMkLst>
            <pc:docMk/>
            <pc:sldMk cId="1215262335" sldId="365"/>
            <ac:spMk id="7" creationId="{A598836F-3390-52A0-9D66-79E9D1D6FF1F}"/>
          </ac:spMkLst>
        </pc:spChg>
        <pc:spChg chg="mod">
          <ac:chgData name="Nádia Genebra Ahmad" userId="36126275-cace-419f-8e9b-04679c4f8ea6" providerId="ADAL" clId="{4ED3BD61-000E-4A6F-9093-1471A340E41D}" dt="2023-04-04T11:05:01.684" v="1154" actId="2711"/>
          <ac:spMkLst>
            <pc:docMk/>
            <pc:sldMk cId="1215262335" sldId="365"/>
            <ac:spMk id="8" creationId="{B88421B6-A6DF-B07E-F687-FF291458F5AF}"/>
          </ac:spMkLst>
        </pc:spChg>
        <pc:spChg chg="mod">
          <ac:chgData name="Nádia Genebra Ahmad" userId="36126275-cace-419f-8e9b-04679c4f8ea6" providerId="ADAL" clId="{4ED3BD61-000E-4A6F-9093-1471A340E41D}" dt="2023-04-04T11:05:01.684" v="1154" actId="2711"/>
          <ac:spMkLst>
            <pc:docMk/>
            <pc:sldMk cId="1215262335" sldId="365"/>
            <ac:spMk id="15" creationId="{00000000-0000-0000-0000-000000000000}"/>
          </ac:spMkLst>
        </pc:spChg>
        <pc:spChg chg="mod">
          <ac:chgData name="Nádia Genebra Ahmad" userId="36126275-cace-419f-8e9b-04679c4f8ea6" providerId="ADAL" clId="{4ED3BD61-000E-4A6F-9093-1471A340E41D}" dt="2023-04-04T13:58:22.441" v="1769"/>
          <ac:spMkLst>
            <pc:docMk/>
            <pc:sldMk cId="1215262335" sldId="365"/>
            <ac:spMk id="81" creationId="{00000000-0000-0000-0000-000000000000}"/>
          </ac:spMkLst>
        </pc:spChg>
        <pc:graphicFrameChg chg="mod modGraphic">
          <ac:chgData name="Nádia Genebra Ahmad" userId="36126275-cace-419f-8e9b-04679c4f8ea6" providerId="ADAL" clId="{4ED3BD61-000E-4A6F-9093-1471A340E41D}" dt="2023-04-04T15:52:51.374" v="2384" actId="255"/>
          <ac:graphicFrameMkLst>
            <pc:docMk/>
            <pc:sldMk cId="1215262335" sldId="365"/>
            <ac:graphicFrameMk id="2" creationId="{909F8BDE-9239-AD09-EF31-CC46E4FB8645}"/>
          </ac:graphicFrameMkLst>
        </pc:graphicFrameChg>
      </pc:sldChg>
      <pc:sldChg chg="addSp delSp modSp mod">
        <pc:chgData name="Nádia Genebra Ahmad" userId="36126275-cace-419f-8e9b-04679c4f8ea6" providerId="ADAL" clId="{4ED3BD61-000E-4A6F-9093-1471A340E41D}" dt="2023-04-04T16:31:15.812" v="2663" actId="478"/>
        <pc:sldMkLst>
          <pc:docMk/>
          <pc:sldMk cId="111535585" sldId="367"/>
        </pc:sldMkLst>
        <pc:spChg chg="mod">
          <ac:chgData name="Nádia Genebra Ahmad" userId="36126275-cace-419f-8e9b-04679c4f8ea6" providerId="ADAL" clId="{4ED3BD61-000E-4A6F-9093-1471A340E41D}" dt="2023-04-04T13:56:03.086" v="1681" actId="6549"/>
          <ac:spMkLst>
            <pc:docMk/>
            <pc:sldMk cId="111535585" sldId="367"/>
            <ac:spMk id="2" creationId="{8253D2F7-582B-9495-0091-F9EDA507B97C}"/>
          </ac:spMkLst>
        </pc:spChg>
        <pc:spChg chg="mod">
          <ac:chgData name="Nádia Genebra Ahmad" userId="36126275-cace-419f-8e9b-04679c4f8ea6" providerId="ADAL" clId="{4ED3BD61-000E-4A6F-9093-1471A340E41D}" dt="2023-04-04T14:04:06.787" v="1929"/>
          <ac:spMkLst>
            <pc:docMk/>
            <pc:sldMk cId="111535585" sldId="367"/>
            <ac:spMk id="3" creationId="{E125DFD4-F75B-4CEF-A4D7-EA79824B5320}"/>
          </ac:spMkLst>
        </pc:spChg>
        <pc:spChg chg="del">
          <ac:chgData name="Nádia Genebra Ahmad" userId="36126275-cace-419f-8e9b-04679c4f8ea6" providerId="ADAL" clId="{4ED3BD61-000E-4A6F-9093-1471A340E41D}" dt="2023-04-04T09:58:11.618" v="1127" actId="478"/>
          <ac:spMkLst>
            <pc:docMk/>
            <pc:sldMk cId="111535585" sldId="367"/>
            <ac:spMk id="4" creationId="{2005A9D1-3D25-764B-470C-41E1E3DFF445}"/>
          </ac:spMkLst>
        </pc:spChg>
        <pc:spChg chg="add del mod">
          <ac:chgData name="Nádia Genebra Ahmad" userId="36126275-cace-419f-8e9b-04679c4f8ea6" providerId="ADAL" clId="{4ED3BD61-000E-4A6F-9093-1471A340E41D}" dt="2023-04-04T13:32:11.817" v="1323" actId="21"/>
          <ac:spMkLst>
            <pc:docMk/>
            <pc:sldMk cId="111535585" sldId="367"/>
            <ac:spMk id="4" creationId="{7F78EA7D-6BC0-7F00-3814-05783C31A2D7}"/>
          </ac:spMkLst>
        </pc:spChg>
        <pc:spChg chg="add del mod">
          <ac:chgData name="Nádia Genebra Ahmad" userId="36126275-cace-419f-8e9b-04679c4f8ea6" providerId="ADAL" clId="{4ED3BD61-000E-4A6F-9093-1471A340E41D}" dt="2023-04-04T16:31:15.812" v="2663" actId="478"/>
          <ac:spMkLst>
            <pc:docMk/>
            <pc:sldMk cId="111535585" sldId="367"/>
            <ac:spMk id="6" creationId="{B7E7BC1F-48B6-EA3C-66E5-EEDA7E952CC6}"/>
          </ac:spMkLst>
        </pc:spChg>
        <pc:spChg chg="mod">
          <ac:chgData name="Nádia Genebra Ahmad" userId="36126275-cace-419f-8e9b-04679c4f8ea6" providerId="ADAL" clId="{4ED3BD61-000E-4A6F-9093-1471A340E41D}" dt="2023-04-04T11:02:45.759" v="1137" actId="2711"/>
          <ac:spMkLst>
            <pc:docMk/>
            <pc:sldMk cId="111535585" sldId="367"/>
            <ac:spMk id="10" creationId="{00000000-0000-0000-0000-000000000000}"/>
          </ac:spMkLst>
        </pc:spChg>
        <pc:spChg chg="mod">
          <ac:chgData name="Nádia Genebra Ahmad" userId="36126275-cace-419f-8e9b-04679c4f8ea6" providerId="ADAL" clId="{4ED3BD61-000E-4A6F-9093-1471A340E41D}" dt="2023-04-04T13:35:51.694" v="1480" actId="20577"/>
          <ac:spMkLst>
            <pc:docMk/>
            <pc:sldMk cId="111535585" sldId="367"/>
            <ac:spMk id="16" creationId="{5E391C80-8503-526C-1599-9EAA37A0065B}"/>
          </ac:spMkLst>
        </pc:spChg>
        <pc:spChg chg="mod">
          <ac:chgData name="Nádia Genebra Ahmad" userId="36126275-cace-419f-8e9b-04679c4f8ea6" providerId="ADAL" clId="{4ED3BD61-000E-4A6F-9093-1471A340E41D}" dt="2023-04-04T13:57:09.062" v="1701" actId="20577"/>
          <ac:spMkLst>
            <pc:docMk/>
            <pc:sldMk cId="111535585" sldId="367"/>
            <ac:spMk id="80" creationId="{00000000-0000-0000-0000-000000000000}"/>
          </ac:spMkLst>
        </pc:spChg>
        <pc:spChg chg="mod">
          <ac:chgData name="Nádia Genebra Ahmad" userId="36126275-cace-419f-8e9b-04679c4f8ea6" providerId="ADAL" clId="{4ED3BD61-000E-4A6F-9093-1471A340E41D}" dt="2023-04-04T13:33:13.981" v="1398" actId="947"/>
          <ac:spMkLst>
            <pc:docMk/>
            <pc:sldMk cId="111535585" sldId="367"/>
            <ac:spMk id="81" creationId="{00000000-0000-0000-0000-000000000000}"/>
          </ac:spMkLst>
        </pc:spChg>
        <pc:graphicFrameChg chg="mod modGraphic">
          <ac:chgData name="Nádia Genebra Ahmad" userId="36126275-cace-419f-8e9b-04679c4f8ea6" providerId="ADAL" clId="{4ED3BD61-000E-4A6F-9093-1471A340E41D}" dt="2023-04-04T16:31:12.741" v="2662" actId="947"/>
          <ac:graphicFrameMkLst>
            <pc:docMk/>
            <pc:sldMk cId="111535585" sldId="367"/>
            <ac:graphicFrameMk id="8" creationId="{DF17E78E-41EA-4899-8FEE-94E9E4145CC9}"/>
          </ac:graphicFrameMkLst>
        </pc:graphicFrameChg>
      </pc:sldChg>
      <pc:sldChg chg="addSp delSp modSp mod">
        <pc:chgData name="Nádia Genebra Ahmad" userId="36126275-cace-419f-8e9b-04679c4f8ea6" providerId="ADAL" clId="{4ED3BD61-000E-4A6F-9093-1471A340E41D}" dt="2023-04-04T16:35:37.626" v="2680" actId="478"/>
        <pc:sldMkLst>
          <pc:docMk/>
          <pc:sldMk cId="304460049" sldId="368"/>
        </pc:sldMkLst>
        <pc:spChg chg="del mod">
          <ac:chgData name="Nádia Genebra Ahmad" userId="36126275-cace-419f-8e9b-04679c4f8ea6" providerId="ADAL" clId="{4ED3BD61-000E-4A6F-9093-1471A340E41D}" dt="2023-04-04T13:34:46.235" v="1470" actId="478"/>
          <ac:spMkLst>
            <pc:docMk/>
            <pc:sldMk cId="304460049" sldId="368"/>
            <ac:spMk id="2" creationId="{8253D2F7-582B-9495-0091-F9EDA507B97C}"/>
          </ac:spMkLst>
        </pc:spChg>
        <pc:spChg chg="mod">
          <ac:chgData name="Nádia Genebra Ahmad" userId="36126275-cace-419f-8e9b-04679c4f8ea6" providerId="ADAL" clId="{4ED3BD61-000E-4A6F-9093-1471A340E41D}" dt="2023-04-04T14:04:06.787" v="1929"/>
          <ac:spMkLst>
            <pc:docMk/>
            <pc:sldMk cId="304460049" sldId="368"/>
            <ac:spMk id="3" creationId="{E125DFD4-F75B-4CEF-A4D7-EA79824B5320}"/>
          </ac:spMkLst>
        </pc:spChg>
        <pc:spChg chg="add del mod">
          <ac:chgData name="Nádia Genebra Ahmad" userId="36126275-cace-419f-8e9b-04679c4f8ea6" providerId="ADAL" clId="{4ED3BD61-000E-4A6F-9093-1471A340E41D}" dt="2023-04-04T16:35:37.626" v="2680" actId="478"/>
          <ac:spMkLst>
            <pc:docMk/>
            <pc:sldMk cId="304460049" sldId="368"/>
            <ac:spMk id="4" creationId="{CCC51AFF-2061-C0D8-DF92-8174A6EF3A94}"/>
          </ac:spMkLst>
        </pc:spChg>
        <pc:spChg chg="add mod">
          <ac:chgData name="Nádia Genebra Ahmad" userId="36126275-cace-419f-8e9b-04679c4f8ea6" providerId="ADAL" clId="{4ED3BD61-000E-4A6F-9093-1471A340E41D}" dt="2023-04-04T13:32:18.222" v="1359" actId="1035"/>
          <ac:spMkLst>
            <pc:docMk/>
            <pc:sldMk cId="304460049" sldId="368"/>
            <ac:spMk id="6" creationId="{94D31158-A6EE-FC67-32EE-D546D5EF43CE}"/>
          </ac:spMkLst>
        </pc:spChg>
        <pc:spChg chg="del">
          <ac:chgData name="Nádia Genebra Ahmad" userId="36126275-cace-419f-8e9b-04679c4f8ea6" providerId="ADAL" clId="{4ED3BD61-000E-4A6F-9093-1471A340E41D}" dt="2023-04-04T09:58:08.397" v="1126" actId="478"/>
          <ac:spMkLst>
            <pc:docMk/>
            <pc:sldMk cId="304460049" sldId="368"/>
            <ac:spMk id="7" creationId="{2B6819E3-7C99-EDCC-E06D-A812AF7F6974}"/>
          </ac:spMkLst>
        </pc:spChg>
        <pc:spChg chg="add mod">
          <ac:chgData name="Nádia Genebra Ahmad" userId="36126275-cace-419f-8e9b-04679c4f8ea6" providerId="ADAL" clId="{4ED3BD61-000E-4A6F-9093-1471A340E41D}" dt="2023-04-04T13:32:30.723" v="1378" actId="1036"/>
          <ac:spMkLst>
            <pc:docMk/>
            <pc:sldMk cId="304460049" sldId="368"/>
            <ac:spMk id="7" creationId="{BE81D586-B3A4-FFE9-CA88-29DE168AE118}"/>
          </ac:spMkLst>
        </pc:spChg>
        <pc:spChg chg="add del mod">
          <ac:chgData name="Nádia Genebra Ahmad" userId="36126275-cace-419f-8e9b-04679c4f8ea6" providerId="ADAL" clId="{4ED3BD61-000E-4A6F-9093-1471A340E41D}" dt="2023-04-04T13:56:12.316" v="1682" actId="478"/>
          <ac:spMkLst>
            <pc:docMk/>
            <pc:sldMk cId="304460049" sldId="368"/>
            <ac:spMk id="9" creationId="{6E5D15F9-E65A-E76E-B1BF-8263A92BF59E}"/>
          </ac:spMkLst>
        </pc:spChg>
        <pc:spChg chg="del">
          <ac:chgData name="Nádia Genebra Ahmad" userId="36126275-cace-419f-8e9b-04679c4f8ea6" providerId="ADAL" clId="{4ED3BD61-000E-4A6F-9093-1471A340E41D}" dt="2023-04-04T09:58:08.397" v="1126" actId="478"/>
          <ac:spMkLst>
            <pc:docMk/>
            <pc:sldMk cId="304460049" sldId="368"/>
            <ac:spMk id="9" creationId="{EFADA675-2166-5710-9060-2789DFBAC0DE}"/>
          </ac:spMkLst>
        </pc:spChg>
        <pc:spChg chg="mod">
          <ac:chgData name="Nádia Genebra Ahmad" userId="36126275-cace-419f-8e9b-04679c4f8ea6" providerId="ADAL" clId="{4ED3BD61-000E-4A6F-9093-1471A340E41D}" dt="2023-04-04T11:03:19.860" v="1141" actId="2711"/>
          <ac:spMkLst>
            <pc:docMk/>
            <pc:sldMk cId="304460049" sldId="368"/>
            <ac:spMk id="10" creationId="{00000000-0000-0000-0000-000000000000}"/>
          </ac:spMkLst>
        </pc:spChg>
        <pc:spChg chg="add mod">
          <ac:chgData name="Nádia Genebra Ahmad" userId="36126275-cace-419f-8e9b-04679c4f8ea6" providerId="ADAL" clId="{4ED3BD61-000E-4A6F-9093-1471A340E41D}" dt="2023-04-04T13:56:12.551" v="1683"/>
          <ac:spMkLst>
            <pc:docMk/>
            <pc:sldMk cId="304460049" sldId="368"/>
            <ac:spMk id="11" creationId="{35D750DF-A697-68D7-B1BD-D2D54EDCD51B}"/>
          </ac:spMkLst>
        </pc:spChg>
        <pc:spChg chg="mod">
          <ac:chgData name="Nádia Genebra Ahmad" userId="36126275-cace-419f-8e9b-04679c4f8ea6" providerId="ADAL" clId="{4ED3BD61-000E-4A6F-9093-1471A340E41D}" dt="2023-04-04T11:03:19.860" v="1141" actId="2711"/>
          <ac:spMkLst>
            <pc:docMk/>
            <pc:sldMk cId="304460049" sldId="368"/>
            <ac:spMk id="16" creationId="{5E391C80-8503-526C-1599-9EAA37A0065B}"/>
          </ac:spMkLst>
        </pc:spChg>
        <pc:spChg chg="mod">
          <ac:chgData name="Nádia Genebra Ahmad" userId="36126275-cace-419f-8e9b-04679c4f8ea6" providerId="ADAL" clId="{4ED3BD61-000E-4A6F-9093-1471A340E41D}" dt="2023-04-04T13:57:18.755" v="1705" actId="20577"/>
          <ac:spMkLst>
            <pc:docMk/>
            <pc:sldMk cId="304460049" sldId="368"/>
            <ac:spMk id="80" creationId="{00000000-0000-0000-0000-000000000000}"/>
          </ac:spMkLst>
        </pc:spChg>
        <pc:spChg chg="mod">
          <ac:chgData name="Nádia Genebra Ahmad" userId="36126275-cace-419f-8e9b-04679c4f8ea6" providerId="ADAL" clId="{4ED3BD61-000E-4A6F-9093-1471A340E41D}" dt="2023-04-04T13:34:55.981" v="1472"/>
          <ac:spMkLst>
            <pc:docMk/>
            <pc:sldMk cId="304460049" sldId="368"/>
            <ac:spMk id="81" creationId="{00000000-0000-0000-0000-000000000000}"/>
          </ac:spMkLst>
        </pc:spChg>
        <pc:graphicFrameChg chg="mod modGraphic">
          <ac:chgData name="Nádia Genebra Ahmad" userId="36126275-cace-419f-8e9b-04679c4f8ea6" providerId="ADAL" clId="{4ED3BD61-000E-4A6F-9093-1471A340E41D}" dt="2023-04-04T16:30:55.767" v="2660"/>
          <ac:graphicFrameMkLst>
            <pc:docMk/>
            <pc:sldMk cId="304460049" sldId="368"/>
            <ac:graphicFrameMk id="8" creationId="{DF17E78E-41EA-4899-8FEE-94E9E4145CC9}"/>
          </ac:graphicFrameMkLst>
        </pc:graphicFrameChg>
      </pc:sldChg>
      <pc:sldChg chg="addSp modSp mod">
        <pc:chgData name="Nádia Genebra Ahmad" userId="36126275-cace-419f-8e9b-04679c4f8ea6" providerId="ADAL" clId="{4ED3BD61-000E-4A6F-9093-1471A340E41D}" dt="2023-04-04T16:04:48.025" v="2642" actId="255"/>
        <pc:sldMkLst>
          <pc:docMk/>
          <pc:sldMk cId="3156286407" sldId="369"/>
        </pc:sldMkLst>
        <pc:spChg chg="add mod">
          <ac:chgData name="Nádia Genebra Ahmad" userId="36126275-cace-419f-8e9b-04679c4f8ea6" providerId="ADAL" clId="{4ED3BD61-000E-4A6F-9093-1471A340E41D}" dt="2023-04-04T15:42:13.305" v="2250" actId="20577"/>
          <ac:spMkLst>
            <pc:docMk/>
            <pc:sldMk cId="3156286407" sldId="369"/>
            <ac:spMk id="2" creationId="{CD9005FA-50B1-1033-3FB7-093B9985C901}"/>
          </ac:spMkLst>
        </pc:spChg>
        <pc:spChg chg="mod">
          <ac:chgData name="Nádia Genebra Ahmad" userId="36126275-cace-419f-8e9b-04679c4f8ea6" providerId="ADAL" clId="{4ED3BD61-000E-4A6F-9093-1471A340E41D}" dt="2023-04-04T14:04:06.787" v="1929"/>
          <ac:spMkLst>
            <pc:docMk/>
            <pc:sldMk cId="3156286407" sldId="369"/>
            <ac:spMk id="3" creationId="{E125DFD4-F75B-4CEF-A4D7-EA79824B5320}"/>
          </ac:spMkLst>
        </pc:spChg>
        <pc:spChg chg="mod">
          <ac:chgData name="Nádia Genebra Ahmad" userId="36126275-cace-419f-8e9b-04679c4f8ea6" providerId="ADAL" clId="{4ED3BD61-000E-4A6F-9093-1471A340E41D}" dt="2023-04-04T13:54:35.144" v="1580" actId="1036"/>
          <ac:spMkLst>
            <pc:docMk/>
            <pc:sldMk cId="3156286407" sldId="369"/>
            <ac:spMk id="7" creationId="{6AAF56CD-ED3D-EFF2-896B-D465D8A8C9A8}"/>
          </ac:spMkLst>
        </pc:spChg>
        <pc:spChg chg="mod">
          <ac:chgData name="Nádia Genebra Ahmad" userId="36126275-cace-419f-8e9b-04679c4f8ea6" providerId="ADAL" clId="{4ED3BD61-000E-4A6F-9093-1471A340E41D}" dt="2023-04-04T11:03:51.611" v="1145" actId="2711"/>
          <ac:spMkLst>
            <pc:docMk/>
            <pc:sldMk cId="3156286407" sldId="369"/>
            <ac:spMk id="13" creationId="{00000000-0000-0000-0000-000000000000}"/>
          </ac:spMkLst>
        </pc:spChg>
        <pc:spChg chg="mod">
          <ac:chgData name="Nádia Genebra Ahmad" userId="36126275-cace-419f-8e9b-04679c4f8ea6" providerId="ADAL" clId="{4ED3BD61-000E-4A6F-9093-1471A340E41D}" dt="2023-04-04T11:03:51.611" v="1145" actId="2711"/>
          <ac:spMkLst>
            <pc:docMk/>
            <pc:sldMk cId="3156286407" sldId="369"/>
            <ac:spMk id="15" creationId="{00000000-0000-0000-0000-000000000000}"/>
          </ac:spMkLst>
        </pc:spChg>
        <pc:spChg chg="mod">
          <ac:chgData name="Nádia Genebra Ahmad" userId="36126275-cace-419f-8e9b-04679c4f8ea6" providerId="ADAL" clId="{4ED3BD61-000E-4A6F-9093-1471A340E41D}" dt="2023-04-04T13:58:06.874" v="1765" actId="20577"/>
          <ac:spMkLst>
            <pc:docMk/>
            <pc:sldMk cId="3156286407" sldId="369"/>
            <ac:spMk id="81" creationId="{00000000-0000-0000-0000-000000000000}"/>
          </ac:spMkLst>
        </pc:spChg>
        <pc:graphicFrameChg chg="mod modGraphic">
          <ac:chgData name="Nádia Genebra Ahmad" userId="36126275-cace-419f-8e9b-04679c4f8ea6" providerId="ADAL" clId="{4ED3BD61-000E-4A6F-9093-1471A340E41D}" dt="2023-04-04T16:04:48.025" v="2642" actId="255"/>
          <ac:graphicFrameMkLst>
            <pc:docMk/>
            <pc:sldMk cId="3156286407" sldId="369"/>
            <ac:graphicFrameMk id="14" creationId="{00000000-0000-0000-0000-000000000000}"/>
          </ac:graphicFrameMkLst>
        </pc:graphicFrameChg>
      </pc:sldChg>
      <pc:sldChg chg="addSp delSp modSp mod">
        <pc:chgData name="Nádia Genebra Ahmad" userId="36126275-cace-419f-8e9b-04679c4f8ea6" providerId="ADAL" clId="{4ED3BD61-000E-4A6F-9093-1471A340E41D}" dt="2023-04-04T16:22:47.259" v="2651" actId="478"/>
        <pc:sldMkLst>
          <pc:docMk/>
          <pc:sldMk cId="1965639224" sldId="370"/>
        </pc:sldMkLst>
        <pc:spChg chg="mod">
          <ac:chgData name="Nádia Genebra Ahmad" userId="36126275-cace-419f-8e9b-04679c4f8ea6" providerId="ADAL" clId="{4ED3BD61-000E-4A6F-9093-1471A340E41D}" dt="2023-04-04T13:54:40.387" v="1582" actId="20577"/>
          <ac:spMkLst>
            <pc:docMk/>
            <pc:sldMk cId="1965639224" sldId="370"/>
            <ac:spMk id="2" creationId="{D9B12163-7231-98A4-752B-C91842F7088D}"/>
          </ac:spMkLst>
        </pc:spChg>
        <pc:spChg chg="mod">
          <ac:chgData name="Nádia Genebra Ahmad" userId="36126275-cace-419f-8e9b-04679c4f8ea6" providerId="ADAL" clId="{4ED3BD61-000E-4A6F-9093-1471A340E41D}" dt="2023-04-04T14:04:06.787" v="1929"/>
          <ac:spMkLst>
            <pc:docMk/>
            <pc:sldMk cId="1965639224" sldId="370"/>
            <ac:spMk id="3" creationId="{E125DFD4-F75B-4CEF-A4D7-EA79824B5320}"/>
          </ac:spMkLst>
        </pc:spChg>
        <pc:spChg chg="mod">
          <ac:chgData name="Nádia Genebra Ahmad" userId="36126275-cace-419f-8e9b-04679c4f8ea6" providerId="ADAL" clId="{4ED3BD61-000E-4A6F-9093-1471A340E41D}" dt="2023-04-04T11:04:04.355" v="1147" actId="2711"/>
          <ac:spMkLst>
            <pc:docMk/>
            <pc:sldMk cId="1965639224" sldId="370"/>
            <ac:spMk id="4" creationId="{97D0D770-CF7C-B3A4-7476-7F7C8EE33F02}"/>
          </ac:spMkLst>
        </pc:spChg>
        <pc:spChg chg="add del mod">
          <ac:chgData name="Nádia Genebra Ahmad" userId="36126275-cace-419f-8e9b-04679c4f8ea6" providerId="ADAL" clId="{4ED3BD61-000E-4A6F-9093-1471A340E41D}" dt="2023-04-04T15:42:21.794" v="2251" actId="478"/>
          <ac:spMkLst>
            <pc:docMk/>
            <pc:sldMk cId="1965639224" sldId="370"/>
            <ac:spMk id="6" creationId="{07D18473-82A2-8635-FB35-F6D80E9136E9}"/>
          </ac:spMkLst>
        </pc:spChg>
        <pc:spChg chg="add del mod">
          <ac:chgData name="Nádia Genebra Ahmad" userId="36126275-cace-419f-8e9b-04679c4f8ea6" providerId="ADAL" clId="{4ED3BD61-000E-4A6F-9093-1471A340E41D}" dt="2023-04-04T16:22:47.259" v="2651" actId="478"/>
          <ac:spMkLst>
            <pc:docMk/>
            <pc:sldMk cId="1965639224" sldId="370"/>
            <ac:spMk id="7" creationId="{A676126E-90F4-F2AF-18FD-B3DF5E6E053D}"/>
          </ac:spMkLst>
        </pc:spChg>
        <pc:spChg chg="mod">
          <ac:chgData name="Nádia Genebra Ahmad" userId="36126275-cace-419f-8e9b-04679c4f8ea6" providerId="ADAL" clId="{4ED3BD61-000E-4A6F-9093-1471A340E41D}" dt="2023-04-04T11:04:04.355" v="1147" actId="2711"/>
          <ac:spMkLst>
            <pc:docMk/>
            <pc:sldMk cId="1965639224" sldId="370"/>
            <ac:spMk id="13" creationId="{00000000-0000-0000-0000-000000000000}"/>
          </ac:spMkLst>
        </pc:spChg>
        <pc:spChg chg="mod">
          <ac:chgData name="Nádia Genebra Ahmad" userId="36126275-cace-419f-8e9b-04679c4f8ea6" providerId="ADAL" clId="{4ED3BD61-000E-4A6F-9093-1471A340E41D}" dt="2023-04-04T13:58:13.625" v="1766"/>
          <ac:spMkLst>
            <pc:docMk/>
            <pc:sldMk cId="1965639224" sldId="370"/>
            <ac:spMk id="81" creationId="{00000000-0000-0000-0000-000000000000}"/>
          </ac:spMkLst>
        </pc:spChg>
        <pc:graphicFrameChg chg="mod modGraphic">
          <ac:chgData name="Nádia Genebra Ahmad" userId="36126275-cace-419f-8e9b-04679c4f8ea6" providerId="ADAL" clId="{4ED3BD61-000E-4A6F-9093-1471A340E41D}" dt="2023-04-04T16:04:57.721" v="2645" actId="255"/>
          <ac:graphicFrameMkLst>
            <pc:docMk/>
            <pc:sldMk cId="1965639224" sldId="370"/>
            <ac:graphicFrameMk id="20" creationId="{3DBE921F-5189-2684-9605-7881F2DD0E5E}"/>
          </ac:graphicFrameMkLst>
        </pc:graphicFrameChg>
      </pc:sldChg>
      <pc:sldChg chg="addSp delSp modSp mod">
        <pc:chgData name="Nádia Genebra Ahmad" userId="36126275-cace-419f-8e9b-04679c4f8ea6" providerId="ADAL" clId="{4ED3BD61-000E-4A6F-9093-1471A340E41D}" dt="2023-04-04T16:32:17.974" v="2666" actId="478"/>
        <pc:sldMkLst>
          <pc:docMk/>
          <pc:sldMk cId="932530539" sldId="371"/>
        </pc:sldMkLst>
        <pc:spChg chg="add del mod">
          <ac:chgData name="Nádia Genebra Ahmad" userId="36126275-cace-419f-8e9b-04679c4f8ea6" providerId="ADAL" clId="{4ED3BD61-000E-4A6F-9093-1471A340E41D}" dt="2023-04-04T12:59:05.072" v="1298" actId="478"/>
          <ac:spMkLst>
            <pc:docMk/>
            <pc:sldMk cId="932530539" sldId="371"/>
            <ac:spMk id="2" creationId="{2A6A28B2-05FC-113B-47C7-9C62704E6237}"/>
          </ac:spMkLst>
        </pc:spChg>
        <pc:spChg chg="mod">
          <ac:chgData name="Nádia Genebra Ahmad" userId="36126275-cace-419f-8e9b-04679c4f8ea6" providerId="ADAL" clId="{4ED3BD61-000E-4A6F-9093-1471A340E41D}" dt="2023-04-04T14:04:06.787" v="1929"/>
          <ac:spMkLst>
            <pc:docMk/>
            <pc:sldMk cId="932530539" sldId="371"/>
            <ac:spMk id="3" creationId="{E125DFD4-F75B-4CEF-A4D7-EA79824B5320}"/>
          </ac:spMkLst>
        </pc:spChg>
        <pc:spChg chg="add del mod">
          <ac:chgData name="Nádia Genebra Ahmad" userId="36126275-cace-419f-8e9b-04679c4f8ea6" providerId="ADAL" clId="{4ED3BD61-000E-4A6F-9093-1471A340E41D}" dt="2023-04-04T16:32:17.974" v="2666" actId="478"/>
          <ac:spMkLst>
            <pc:docMk/>
            <pc:sldMk cId="932530539" sldId="371"/>
            <ac:spMk id="4" creationId="{35886481-8193-A0AB-BFBE-BD8A38F33750}"/>
          </ac:spMkLst>
        </pc:spChg>
        <pc:spChg chg="mod">
          <ac:chgData name="Nádia Genebra Ahmad" userId="36126275-cace-419f-8e9b-04679c4f8ea6" providerId="ADAL" clId="{4ED3BD61-000E-4A6F-9093-1471A340E41D}" dt="2023-04-04T13:54:48.801" v="1584" actId="20577"/>
          <ac:spMkLst>
            <pc:docMk/>
            <pc:sldMk cId="932530539" sldId="371"/>
            <ac:spMk id="7" creationId="{73A208F6-5AB8-A553-3145-F5362921AE62}"/>
          </ac:spMkLst>
        </pc:spChg>
        <pc:spChg chg="mod">
          <ac:chgData name="Nádia Genebra Ahmad" userId="36126275-cace-419f-8e9b-04679c4f8ea6" providerId="ADAL" clId="{4ED3BD61-000E-4A6F-9093-1471A340E41D}" dt="2023-04-04T12:53:55.555" v="1286" actId="1076"/>
          <ac:spMkLst>
            <pc:docMk/>
            <pc:sldMk cId="932530539" sldId="371"/>
            <ac:spMk id="8" creationId="{05E7CA54-E9D4-15E2-B844-863EF76FF921}"/>
          </ac:spMkLst>
        </pc:spChg>
        <pc:spChg chg="mod">
          <ac:chgData name="Nádia Genebra Ahmad" userId="36126275-cace-419f-8e9b-04679c4f8ea6" providerId="ADAL" clId="{4ED3BD61-000E-4A6F-9093-1471A340E41D}" dt="2023-04-04T11:04:16.963" v="1149" actId="2711"/>
          <ac:spMkLst>
            <pc:docMk/>
            <pc:sldMk cId="932530539" sldId="371"/>
            <ac:spMk id="15" creationId="{00000000-0000-0000-0000-000000000000}"/>
          </ac:spMkLst>
        </pc:spChg>
        <pc:spChg chg="mod">
          <ac:chgData name="Nádia Genebra Ahmad" userId="36126275-cace-419f-8e9b-04679c4f8ea6" providerId="ADAL" clId="{4ED3BD61-000E-4A6F-9093-1471A340E41D}" dt="2023-04-04T13:58:16.413" v="1767"/>
          <ac:spMkLst>
            <pc:docMk/>
            <pc:sldMk cId="932530539" sldId="371"/>
            <ac:spMk id="81" creationId="{00000000-0000-0000-0000-000000000000}"/>
          </ac:spMkLst>
        </pc:spChg>
        <pc:graphicFrameChg chg="mod modGraphic">
          <ac:chgData name="Nádia Genebra Ahmad" userId="36126275-cace-419f-8e9b-04679c4f8ea6" providerId="ADAL" clId="{4ED3BD61-000E-4A6F-9093-1471A340E41D}" dt="2023-04-04T16:05:04.818" v="2648" actId="255"/>
          <ac:graphicFrameMkLst>
            <pc:docMk/>
            <pc:sldMk cId="932530539" sldId="371"/>
            <ac:graphicFrameMk id="20" creationId="{94EF0D11-64A1-95A7-5896-603B980711CC}"/>
          </ac:graphicFrameMkLst>
        </pc:graphicFrameChg>
      </pc:sldChg>
      <pc:sldChg chg="addSp delSp modSp mod">
        <pc:chgData name="Nádia Genebra Ahmad" userId="36126275-cace-419f-8e9b-04679c4f8ea6" providerId="ADAL" clId="{4ED3BD61-000E-4A6F-9093-1471A340E41D}" dt="2023-04-04T16:01:48.745" v="2639" actId="20577"/>
        <pc:sldMkLst>
          <pc:docMk/>
          <pc:sldMk cId="331773752" sldId="372"/>
        </pc:sldMkLst>
        <pc:spChg chg="mod">
          <ac:chgData name="Nádia Genebra Ahmad" userId="36126275-cace-419f-8e9b-04679c4f8ea6" providerId="ADAL" clId="{4ED3BD61-000E-4A6F-9093-1471A340E41D}" dt="2023-04-04T14:04:06.787" v="1929"/>
          <ac:spMkLst>
            <pc:docMk/>
            <pc:sldMk cId="331773752" sldId="372"/>
            <ac:spMk id="3" creationId="{E125DFD4-F75B-4CEF-A4D7-EA79824B5320}"/>
          </ac:spMkLst>
        </pc:spChg>
        <pc:spChg chg="del mod">
          <ac:chgData name="Nádia Genebra Ahmad" userId="36126275-cace-419f-8e9b-04679c4f8ea6" providerId="ADAL" clId="{4ED3BD61-000E-4A6F-9093-1471A340E41D}" dt="2023-04-04T15:54:11.777" v="2388" actId="478"/>
          <ac:spMkLst>
            <pc:docMk/>
            <pc:sldMk cId="331773752" sldId="372"/>
            <ac:spMk id="4" creationId="{4B7515AF-BE8F-166D-017D-FFA2E7258BC8}"/>
          </ac:spMkLst>
        </pc:spChg>
        <pc:spChg chg="add del mod">
          <ac:chgData name="Nádia Genebra Ahmad" userId="36126275-cace-419f-8e9b-04679c4f8ea6" providerId="ADAL" clId="{4ED3BD61-000E-4A6F-9093-1471A340E41D}" dt="2023-04-04T15:48:00.020" v="2324" actId="478"/>
          <ac:spMkLst>
            <pc:docMk/>
            <pc:sldMk cId="331773752" sldId="372"/>
            <ac:spMk id="7" creationId="{F40195E5-E6C5-36A5-978E-3C020582FEF4}"/>
          </ac:spMkLst>
        </pc:spChg>
        <pc:spChg chg="mod">
          <ac:chgData name="Nádia Genebra Ahmad" userId="36126275-cace-419f-8e9b-04679c4f8ea6" providerId="ADAL" clId="{4ED3BD61-000E-4A6F-9093-1471A340E41D}" dt="2023-04-04T16:01:48.745" v="2639" actId="20577"/>
          <ac:spMkLst>
            <pc:docMk/>
            <pc:sldMk cId="331773752" sldId="372"/>
            <ac:spMk id="8" creationId="{B88421B6-A6DF-B07E-F687-FF291458F5AF}"/>
          </ac:spMkLst>
        </pc:spChg>
        <pc:spChg chg="add del mod">
          <ac:chgData name="Nádia Genebra Ahmad" userId="36126275-cace-419f-8e9b-04679c4f8ea6" providerId="ADAL" clId="{4ED3BD61-000E-4A6F-9093-1471A340E41D}" dt="2023-04-04T15:54:12.963" v="2389" actId="478"/>
          <ac:spMkLst>
            <pc:docMk/>
            <pc:sldMk cId="331773752" sldId="372"/>
            <ac:spMk id="9" creationId="{263B933F-796B-4B13-CBA1-38C80B711C3C}"/>
          </ac:spMkLst>
        </pc:spChg>
        <pc:spChg chg="mod">
          <ac:chgData name="Nádia Genebra Ahmad" userId="36126275-cace-419f-8e9b-04679c4f8ea6" providerId="ADAL" clId="{4ED3BD61-000E-4A6F-9093-1471A340E41D}" dt="2023-04-04T11:04:50.060" v="1151" actId="2711"/>
          <ac:spMkLst>
            <pc:docMk/>
            <pc:sldMk cId="331773752" sldId="372"/>
            <ac:spMk id="15" creationId="{00000000-0000-0000-0000-000000000000}"/>
          </ac:spMkLst>
        </pc:spChg>
        <pc:spChg chg="mod">
          <ac:chgData name="Nádia Genebra Ahmad" userId="36126275-cace-419f-8e9b-04679c4f8ea6" providerId="ADAL" clId="{4ED3BD61-000E-4A6F-9093-1471A340E41D}" dt="2023-04-04T13:58:18.810" v="1768"/>
          <ac:spMkLst>
            <pc:docMk/>
            <pc:sldMk cId="331773752" sldId="372"/>
            <ac:spMk id="81" creationId="{00000000-0000-0000-0000-000000000000}"/>
          </ac:spMkLst>
        </pc:spChg>
        <pc:graphicFrameChg chg="mod modGraphic">
          <ac:chgData name="Nádia Genebra Ahmad" userId="36126275-cace-419f-8e9b-04679c4f8ea6" providerId="ADAL" clId="{4ED3BD61-000E-4A6F-9093-1471A340E41D}" dt="2023-04-04T16:01:45.157" v="2637" actId="20577"/>
          <ac:graphicFrameMkLst>
            <pc:docMk/>
            <pc:sldMk cId="331773752" sldId="372"/>
            <ac:graphicFrameMk id="2" creationId="{909F8BDE-9239-AD09-EF31-CC46E4FB8645}"/>
          </ac:graphicFrameMkLst>
        </pc:graphicFrameChg>
        <pc:graphicFrameChg chg="del mod modGraphic">
          <ac:chgData name="Nádia Genebra Ahmad" userId="36126275-cace-419f-8e9b-04679c4f8ea6" providerId="ADAL" clId="{4ED3BD61-000E-4A6F-9093-1471A340E41D}" dt="2023-04-04T15:54:11.777" v="2388" actId="478"/>
          <ac:graphicFrameMkLst>
            <pc:docMk/>
            <pc:sldMk cId="331773752" sldId="372"/>
            <ac:graphicFrameMk id="6" creationId="{CAB80F0A-E11B-61FA-EFAD-1E764024BFDF}"/>
          </ac:graphicFrameMkLst>
        </pc:graphicFrameChg>
      </pc:sldChg>
      <pc:sldChg chg="addSp delSp modSp add del mod">
        <pc:chgData name="Nádia Genebra Ahmad" userId="36126275-cace-419f-8e9b-04679c4f8ea6" providerId="ADAL" clId="{4ED3BD61-000E-4A6F-9093-1471A340E41D}" dt="2023-04-04T16:01:32.848" v="2635" actId="478"/>
        <pc:sldMkLst>
          <pc:docMk/>
          <pc:sldMk cId="230364981" sldId="373"/>
        </pc:sldMkLst>
        <pc:spChg chg="add del mod">
          <ac:chgData name="Nádia Genebra Ahmad" userId="36126275-cace-419f-8e9b-04679c4f8ea6" providerId="ADAL" clId="{4ED3BD61-000E-4A6F-9093-1471A340E41D}" dt="2023-04-04T14:01:49.663" v="1877" actId="478"/>
          <ac:spMkLst>
            <pc:docMk/>
            <pc:sldMk cId="230364981" sldId="373"/>
            <ac:spMk id="2" creationId="{10FC39C1-81BF-48AC-EC0A-5826F5500D68}"/>
          </ac:spMkLst>
        </pc:spChg>
        <pc:spChg chg="del mod">
          <ac:chgData name="Nádia Genebra Ahmad" userId="36126275-cace-419f-8e9b-04679c4f8ea6" providerId="ADAL" clId="{4ED3BD61-000E-4A6F-9093-1471A340E41D}" dt="2023-04-03T07:28:11.584" v="76" actId="478"/>
          <ac:spMkLst>
            <pc:docMk/>
            <pc:sldMk cId="230364981" sldId="373"/>
            <ac:spMk id="2" creationId="{1DF90A05-396F-15DB-CA88-C7CF672A1A53}"/>
          </ac:spMkLst>
        </pc:spChg>
        <pc:spChg chg="mod">
          <ac:chgData name="Nádia Genebra Ahmad" userId="36126275-cace-419f-8e9b-04679c4f8ea6" providerId="ADAL" clId="{4ED3BD61-000E-4A6F-9093-1471A340E41D}" dt="2023-04-04T14:04:06.787" v="1929"/>
          <ac:spMkLst>
            <pc:docMk/>
            <pc:sldMk cId="230364981" sldId="373"/>
            <ac:spMk id="3" creationId="{E125DFD4-F75B-4CEF-A4D7-EA79824B5320}"/>
          </ac:spMkLst>
        </pc:spChg>
        <pc:spChg chg="add del mod">
          <ac:chgData name="Nádia Genebra Ahmad" userId="36126275-cace-419f-8e9b-04679c4f8ea6" providerId="ADAL" clId="{4ED3BD61-000E-4A6F-9093-1471A340E41D}" dt="2023-04-04T16:01:32.848" v="2635" actId="478"/>
          <ac:spMkLst>
            <pc:docMk/>
            <pc:sldMk cId="230364981" sldId="373"/>
            <ac:spMk id="4" creationId="{C5B6D98B-3E9D-C5C2-0902-E675D7CE0DDD}"/>
          </ac:spMkLst>
        </pc:spChg>
        <pc:spChg chg="mod">
          <ac:chgData name="Nádia Genebra Ahmad" userId="36126275-cace-419f-8e9b-04679c4f8ea6" providerId="ADAL" clId="{4ED3BD61-000E-4A6F-9093-1471A340E41D}" dt="2023-04-04T14:03:04.502" v="1906" actId="553"/>
          <ac:spMkLst>
            <pc:docMk/>
            <pc:sldMk cId="230364981" sldId="373"/>
            <ac:spMk id="7" creationId="{88ECC50B-117E-FC80-C5A0-31682E40DD74}"/>
          </ac:spMkLst>
        </pc:spChg>
        <pc:spChg chg="mod">
          <ac:chgData name="Nádia Genebra Ahmad" userId="36126275-cace-419f-8e9b-04679c4f8ea6" providerId="ADAL" clId="{4ED3BD61-000E-4A6F-9093-1471A340E41D}" dt="2023-04-04T14:01:46.773" v="1876" actId="554"/>
          <ac:spMkLst>
            <pc:docMk/>
            <pc:sldMk cId="230364981" sldId="373"/>
            <ac:spMk id="9" creationId="{EBB4D737-4769-DA22-3EBA-563EBC6CDD40}"/>
          </ac:spMkLst>
        </pc:spChg>
        <pc:spChg chg="mod">
          <ac:chgData name="Nádia Genebra Ahmad" userId="36126275-cace-419f-8e9b-04679c4f8ea6" providerId="ADAL" clId="{4ED3BD61-000E-4A6F-9093-1471A340E41D}" dt="2023-04-04T14:03:04.502" v="1906" actId="553"/>
          <ac:spMkLst>
            <pc:docMk/>
            <pc:sldMk cId="230364981" sldId="373"/>
            <ac:spMk id="11" creationId="{B5110827-6A0C-3EB9-5778-7CC7F8E958DE}"/>
          </ac:spMkLst>
        </pc:spChg>
        <pc:spChg chg="mod">
          <ac:chgData name="Nádia Genebra Ahmad" userId="36126275-cace-419f-8e9b-04679c4f8ea6" providerId="ADAL" clId="{4ED3BD61-000E-4A6F-9093-1471A340E41D}" dt="2023-04-04T11:05:12.818" v="1156" actId="2711"/>
          <ac:spMkLst>
            <pc:docMk/>
            <pc:sldMk cId="230364981" sldId="373"/>
            <ac:spMk id="13" creationId="{FB8B0167-9E94-4E0E-9F4A-A0B3B210ACC7}"/>
          </ac:spMkLst>
        </pc:spChg>
        <pc:spChg chg="mod">
          <ac:chgData name="Nádia Genebra Ahmad" userId="36126275-cace-419f-8e9b-04679c4f8ea6" providerId="ADAL" clId="{4ED3BD61-000E-4A6F-9093-1471A340E41D}" dt="2023-04-04T14:03:00.205" v="1905" actId="552"/>
          <ac:spMkLst>
            <pc:docMk/>
            <pc:sldMk cId="230364981" sldId="373"/>
            <ac:spMk id="15" creationId="{00000000-0000-0000-0000-000000000000}"/>
          </ac:spMkLst>
        </pc:spChg>
        <pc:spChg chg="mod">
          <ac:chgData name="Nádia Genebra Ahmad" userId="36126275-cace-419f-8e9b-04679c4f8ea6" providerId="ADAL" clId="{4ED3BD61-000E-4A6F-9093-1471A340E41D}" dt="2023-04-04T11:05:12.818" v="1156" actId="2711"/>
          <ac:spMkLst>
            <pc:docMk/>
            <pc:sldMk cId="230364981" sldId="373"/>
            <ac:spMk id="21" creationId="{35249DB2-AB51-3A3A-3CD5-98E67E069580}"/>
          </ac:spMkLst>
        </pc:spChg>
        <pc:spChg chg="mod">
          <ac:chgData name="Nádia Genebra Ahmad" userId="36126275-cace-419f-8e9b-04679c4f8ea6" providerId="ADAL" clId="{4ED3BD61-000E-4A6F-9093-1471A340E41D}" dt="2023-04-04T13:59:05.414" v="1804" actId="114"/>
          <ac:spMkLst>
            <pc:docMk/>
            <pc:sldMk cId="230364981" sldId="373"/>
            <ac:spMk id="81" creationId="{00000000-0000-0000-0000-000000000000}"/>
          </ac:spMkLst>
        </pc:spChg>
        <pc:grpChg chg="mod">
          <ac:chgData name="Nádia Genebra Ahmad" userId="36126275-cace-419f-8e9b-04679c4f8ea6" providerId="ADAL" clId="{4ED3BD61-000E-4A6F-9093-1471A340E41D}" dt="2023-04-04T14:03:18.871" v="1925" actId="1036"/>
          <ac:grpSpMkLst>
            <pc:docMk/>
            <pc:sldMk cId="230364981" sldId="373"/>
            <ac:grpSpMk id="18" creationId="{CD585925-A3F8-83DE-F85D-65C7D98656F2}"/>
          </ac:grpSpMkLst>
        </pc:grpChg>
        <pc:grpChg chg="mod">
          <ac:chgData name="Nádia Genebra Ahmad" userId="36126275-cace-419f-8e9b-04679c4f8ea6" providerId="ADAL" clId="{4ED3BD61-000E-4A6F-9093-1471A340E41D}" dt="2023-04-04T14:03:15.949" v="1924" actId="1035"/>
          <ac:grpSpMkLst>
            <pc:docMk/>
            <pc:sldMk cId="230364981" sldId="373"/>
            <ac:grpSpMk id="19" creationId="{BEA76A0D-D2C9-81FC-334A-F979CDA30ED4}"/>
          </ac:grpSpMkLst>
        </pc:grpChg>
        <pc:graphicFrameChg chg="modGraphic">
          <ac:chgData name="Nádia Genebra Ahmad" userId="36126275-cace-419f-8e9b-04679c4f8ea6" providerId="ADAL" clId="{4ED3BD61-000E-4A6F-9093-1471A340E41D}" dt="2023-04-04T14:02:11.253" v="1880" actId="2062"/>
          <ac:graphicFrameMkLst>
            <pc:docMk/>
            <pc:sldMk cId="230364981" sldId="373"/>
            <ac:graphicFrameMk id="8" creationId="{37790DD7-7A57-A5DD-1BF3-EDD100B3CFCB}"/>
          </ac:graphicFrameMkLst>
        </pc:graphicFrameChg>
        <pc:graphicFrameChg chg="mod modGraphic">
          <ac:chgData name="Nádia Genebra Ahmad" userId="36126275-cace-419f-8e9b-04679c4f8ea6" providerId="ADAL" clId="{4ED3BD61-000E-4A6F-9093-1471A340E41D}" dt="2023-04-04T14:03:11.824" v="1915" actId="1035"/>
          <ac:graphicFrameMkLst>
            <pc:docMk/>
            <pc:sldMk cId="230364981" sldId="373"/>
            <ac:graphicFrameMk id="10" creationId="{5349DF03-51C3-E098-A4B4-331DEF7F0FBB}"/>
          </ac:graphicFrameMkLst>
        </pc:graphicFrameChg>
        <pc:graphicFrameChg chg="modGraphic">
          <ac:chgData name="Nádia Genebra Ahmad" userId="36126275-cace-419f-8e9b-04679c4f8ea6" providerId="ADAL" clId="{4ED3BD61-000E-4A6F-9093-1471A340E41D}" dt="2023-04-04T14:02:05.413" v="1878" actId="2062"/>
          <ac:graphicFrameMkLst>
            <pc:docMk/>
            <pc:sldMk cId="230364981" sldId="373"/>
            <ac:graphicFrameMk id="12" creationId="{F1D7B62E-0BC4-AE03-FF27-D6E7004AE5D8}"/>
          </ac:graphicFrameMkLst>
        </pc:graphicFrameChg>
      </pc:sldChg>
      <pc:sldChg chg="delSp add del mod">
        <pc:chgData name="Nádia Genebra Ahmad" userId="36126275-cace-419f-8e9b-04679c4f8ea6" providerId="ADAL" clId="{4ED3BD61-000E-4A6F-9093-1471A340E41D}" dt="2023-04-03T07:26:19.045" v="4" actId="47"/>
        <pc:sldMkLst>
          <pc:docMk/>
          <pc:sldMk cId="3664959187" sldId="374"/>
        </pc:sldMkLst>
        <pc:spChg chg="del">
          <ac:chgData name="Nádia Genebra Ahmad" userId="36126275-cace-419f-8e9b-04679c4f8ea6" providerId="ADAL" clId="{4ED3BD61-000E-4A6F-9093-1471A340E41D}" dt="2023-04-03T07:08:16.878" v="2" actId="478"/>
          <ac:spMkLst>
            <pc:docMk/>
            <pc:sldMk cId="3664959187" sldId="374"/>
            <ac:spMk id="2" creationId="{1DF90A05-396F-15DB-CA88-C7CF672A1A53}"/>
          </ac:spMkLst>
        </pc:spChg>
      </pc:sldChg>
      <pc:sldChg chg="addSp delSp modSp mod">
        <pc:chgData name="Nádia Genebra Ahmad" userId="36126275-cace-419f-8e9b-04679c4f8ea6" providerId="ADAL" clId="{4ED3BD61-000E-4A6F-9093-1471A340E41D}" dt="2023-04-04T16:36:11.939" v="2681" actId="13926"/>
        <pc:sldMkLst>
          <pc:docMk/>
          <pc:sldMk cId="3809727174" sldId="374"/>
        </pc:sldMkLst>
        <pc:spChg chg="add del mod">
          <ac:chgData name="Nádia Genebra Ahmad" userId="36126275-cace-419f-8e9b-04679c4f8ea6" providerId="ADAL" clId="{4ED3BD61-000E-4A6F-9093-1471A340E41D}" dt="2023-04-04T15:24:32.990" v="2098" actId="478"/>
          <ac:spMkLst>
            <pc:docMk/>
            <pc:sldMk cId="3809727174" sldId="374"/>
            <ac:spMk id="2" creationId="{B3FFDC62-8680-83E7-3AD2-713C57C90177}"/>
          </ac:spMkLst>
        </pc:spChg>
        <pc:spChg chg="mod">
          <ac:chgData name="Nádia Genebra Ahmad" userId="36126275-cace-419f-8e9b-04679c4f8ea6" providerId="ADAL" clId="{4ED3BD61-000E-4A6F-9093-1471A340E41D}" dt="2023-04-04T14:04:06.787" v="1929"/>
          <ac:spMkLst>
            <pc:docMk/>
            <pc:sldMk cId="3809727174" sldId="374"/>
            <ac:spMk id="3" creationId="{E125DFD4-F75B-4CEF-A4D7-EA79824B5320}"/>
          </ac:spMkLst>
        </pc:spChg>
        <pc:spChg chg="del">
          <ac:chgData name="Nádia Genebra Ahmad" userId="36126275-cace-419f-8e9b-04679c4f8ea6" providerId="ADAL" clId="{4ED3BD61-000E-4A6F-9093-1471A340E41D}" dt="2023-04-04T15:59:29.282" v="2583" actId="478"/>
          <ac:spMkLst>
            <pc:docMk/>
            <pc:sldMk cId="3809727174" sldId="374"/>
            <ac:spMk id="4" creationId="{C5B6D98B-3E9D-C5C2-0902-E675D7CE0DDD}"/>
          </ac:spMkLst>
        </pc:spChg>
        <pc:spChg chg="mod">
          <ac:chgData name="Nádia Genebra Ahmad" userId="36126275-cace-419f-8e9b-04679c4f8ea6" providerId="ADAL" clId="{4ED3BD61-000E-4A6F-9093-1471A340E41D}" dt="2023-04-04T16:36:11.939" v="2681" actId="13926"/>
          <ac:spMkLst>
            <pc:docMk/>
            <pc:sldMk cId="3809727174" sldId="374"/>
            <ac:spMk id="9" creationId="{EBB4D737-4769-DA22-3EBA-563EBC6CDD40}"/>
          </ac:spMkLst>
        </pc:spChg>
        <pc:spChg chg="add mod">
          <ac:chgData name="Nádia Genebra Ahmad" userId="36126275-cace-419f-8e9b-04679c4f8ea6" providerId="ADAL" clId="{4ED3BD61-000E-4A6F-9093-1471A340E41D}" dt="2023-04-04T16:00:30.938" v="2622" actId="20577"/>
          <ac:spMkLst>
            <pc:docMk/>
            <pc:sldMk cId="3809727174" sldId="374"/>
            <ac:spMk id="14" creationId="{F4DCBE8B-C498-F4BD-5897-15EECEC7F750}"/>
          </ac:spMkLst>
        </pc:spChg>
        <pc:spChg chg="mod">
          <ac:chgData name="Nádia Genebra Ahmad" userId="36126275-cace-419f-8e9b-04679c4f8ea6" providerId="ADAL" clId="{4ED3BD61-000E-4A6F-9093-1471A340E41D}" dt="2023-04-04T15:59:48.257" v="2587" actId="20577"/>
          <ac:spMkLst>
            <pc:docMk/>
            <pc:sldMk cId="3809727174" sldId="374"/>
            <ac:spMk id="81" creationId="{00000000-0000-0000-0000-000000000000}"/>
          </ac:spMkLst>
        </pc:spChg>
        <pc:graphicFrameChg chg="modGraphic">
          <ac:chgData name="Nádia Genebra Ahmad" userId="36126275-cace-419f-8e9b-04679c4f8ea6" providerId="ADAL" clId="{4ED3BD61-000E-4A6F-9093-1471A340E41D}" dt="2023-04-04T15:59:57.606" v="2589" actId="20577"/>
          <ac:graphicFrameMkLst>
            <pc:docMk/>
            <pc:sldMk cId="3809727174" sldId="374"/>
            <ac:graphicFrameMk id="8" creationId="{37790DD7-7A57-A5DD-1BF3-EDD100B3CFCB}"/>
          </ac:graphicFrameMkLst>
        </pc:graphicFrameChg>
      </pc:sldChg>
      <pc:sldChg chg="addSp delSp modSp add mod">
        <pc:chgData name="Nádia Genebra Ahmad" userId="36126275-cace-419f-8e9b-04679c4f8ea6" providerId="ADAL" clId="{4ED3BD61-000E-4A6F-9093-1471A340E41D}" dt="2023-04-04T15:55:47.884" v="2513" actId="1076"/>
        <pc:sldMkLst>
          <pc:docMk/>
          <pc:sldMk cId="1271757370" sldId="375"/>
        </pc:sldMkLst>
        <pc:spChg chg="mod">
          <ac:chgData name="Nádia Genebra Ahmad" userId="36126275-cace-419f-8e9b-04679c4f8ea6" providerId="ADAL" clId="{4ED3BD61-000E-4A6F-9093-1471A340E41D}" dt="2023-04-04T15:54:59.724" v="2463" actId="554"/>
          <ac:spMkLst>
            <pc:docMk/>
            <pc:sldMk cId="1271757370" sldId="375"/>
            <ac:spMk id="4" creationId="{4B7515AF-BE8F-166D-017D-FFA2E7258BC8}"/>
          </ac:spMkLst>
        </pc:spChg>
        <pc:spChg chg="add mod">
          <ac:chgData name="Nádia Genebra Ahmad" userId="36126275-cace-419f-8e9b-04679c4f8ea6" providerId="ADAL" clId="{4ED3BD61-000E-4A6F-9093-1471A340E41D}" dt="2023-04-04T15:55:44.843" v="2512" actId="20577"/>
          <ac:spMkLst>
            <pc:docMk/>
            <pc:sldMk cId="1271757370" sldId="375"/>
            <ac:spMk id="7" creationId="{FA460541-F1A5-22A6-3107-8623D4A2824A}"/>
          </ac:spMkLst>
        </pc:spChg>
        <pc:spChg chg="mod">
          <ac:chgData name="Nádia Genebra Ahmad" userId="36126275-cace-419f-8e9b-04679c4f8ea6" providerId="ADAL" clId="{4ED3BD61-000E-4A6F-9093-1471A340E41D}" dt="2023-04-04T15:55:47.884" v="2513" actId="1076"/>
          <ac:spMkLst>
            <pc:docMk/>
            <pc:sldMk cId="1271757370" sldId="375"/>
            <ac:spMk id="9" creationId="{263B933F-796B-4B13-CBA1-38C80B711C3C}"/>
          </ac:spMkLst>
        </pc:spChg>
        <pc:spChg chg="del mod">
          <ac:chgData name="Nádia Genebra Ahmad" userId="36126275-cace-419f-8e9b-04679c4f8ea6" providerId="ADAL" clId="{4ED3BD61-000E-4A6F-9093-1471A340E41D}" dt="2023-04-04T15:55:02.085" v="2464" actId="478"/>
          <ac:spMkLst>
            <pc:docMk/>
            <pc:sldMk cId="1271757370" sldId="375"/>
            <ac:spMk id="15" creationId="{00000000-0000-0000-0000-000000000000}"/>
          </ac:spMkLst>
        </pc:spChg>
        <pc:graphicFrameChg chg="add del mod">
          <ac:chgData name="Nádia Genebra Ahmad" userId="36126275-cace-419f-8e9b-04679c4f8ea6" providerId="ADAL" clId="{4ED3BD61-000E-4A6F-9093-1471A340E41D}" dt="2023-04-04T15:55:10.227" v="2466" actId="478"/>
          <ac:graphicFrameMkLst>
            <pc:docMk/>
            <pc:sldMk cId="1271757370" sldId="375"/>
            <ac:graphicFrameMk id="2" creationId="{909F8BDE-9239-AD09-EF31-CC46E4FB8645}"/>
          </ac:graphicFrameMkLst>
        </pc:graphicFrameChg>
        <pc:graphicFrameChg chg="mod">
          <ac:chgData name="Nádia Genebra Ahmad" userId="36126275-cace-419f-8e9b-04679c4f8ea6" providerId="ADAL" clId="{4ED3BD61-000E-4A6F-9093-1471A340E41D}" dt="2023-04-04T15:55:07.396" v="2465" actId="554"/>
          <ac:graphicFrameMkLst>
            <pc:docMk/>
            <pc:sldMk cId="1271757370" sldId="375"/>
            <ac:graphicFrameMk id="6" creationId="{CAB80F0A-E11B-61FA-EFAD-1E764024BFDF}"/>
          </ac:graphicFrameMkLst>
        </pc:graphicFrameChg>
      </pc:sldChg>
      <pc:sldChg chg="modSp">
        <pc:chgData name="Nádia Genebra Ahmad" userId="36126275-cace-419f-8e9b-04679c4f8ea6" providerId="ADAL" clId="{4ED3BD61-000E-4A6F-9093-1471A340E41D}" dt="2023-04-04T14:04:06.787" v="1929"/>
        <pc:sldMkLst>
          <pc:docMk/>
          <pc:sldMk cId="2817709709" sldId="375"/>
        </pc:sldMkLst>
        <pc:spChg chg="mod">
          <ac:chgData name="Nádia Genebra Ahmad" userId="36126275-cace-419f-8e9b-04679c4f8ea6" providerId="ADAL" clId="{4ED3BD61-000E-4A6F-9093-1471A340E41D}" dt="2023-04-04T14:04:06.787" v="1929"/>
          <ac:spMkLst>
            <pc:docMk/>
            <pc:sldMk cId="2817709709" sldId="375"/>
            <ac:spMk id="3" creationId="{E125DFD4-F75B-4CEF-A4D7-EA79824B5320}"/>
          </ac:spMkLst>
        </pc:spChg>
      </pc:sldChg>
      <pc:sldMasterChg chg="del delSldLayout">
        <pc:chgData name="Nádia Genebra Ahmad" userId="36126275-cace-419f-8e9b-04679c4f8ea6" providerId="ADAL" clId="{4ED3BD61-000E-4A6F-9093-1471A340E41D}" dt="2023-04-03T07:28:57.015" v="105" actId="47"/>
        <pc:sldMasterMkLst>
          <pc:docMk/>
          <pc:sldMasterMk cId="3439044603" sldId="2147483678"/>
        </pc:sldMasterMkLst>
        <pc:sldLayoutChg chg="del">
          <pc:chgData name="Nádia Genebra Ahmad" userId="36126275-cace-419f-8e9b-04679c4f8ea6" providerId="ADAL" clId="{4ED3BD61-000E-4A6F-9093-1471A340E41D}" dt="2023-04-03T07:28:57.015" v="105" actId="47"/>
          <pc:sldLayoutMkLst>
            <pc:docMk/>
            <pc:sldMasterMk cId="3439044603" sldId="2147483678"/>
            <pc:sldLayoutMk cId="3642383350" sldId="2147483679"/>
          </pc:sldLayoutMkLst>
        </pc:sldLayoutChg>
        <pc:sldLayoutChg chg="del">
          <pc:chgData name="Nádia Genebra Ahmad" userId="36126275-cace-419f-8e9b-04679c4f8ea6" providerId="ADAL" clId="{4ED3BD61-000E-4A6F-9093-1471A340E41D}" dt="2023-04-03T07:28:57.015" v="105" actId="47"/>
          <pc:sldLayoutMkLst>
            <pc:docMk/>
            <pc:sldMasterMk cId="3439044603" sldId="2147483678"/>
            <pc:sldLayoutMk cId="281052327" sldId="2147483680"/>
          </pc:sldLayoutMkLst>
        </pc:sldLayoutChg>
        <pc:sldLayoutChg chg="del">
          <pc:chgData name="Nádia Genebra Ahmad" userId="36126275-cace-419f-8e9b-04679c4f8ea6" providerId="ADAL" clId="{4ED3BD61-000E-4A6F-9093-1471A340E41D}" dt="2023-04-03T07:28:57.015" v="105" actId="47"/>
          <pc:sldLayoutMkLst>
            <pc:docMk/>
            <pc:sldMasterMk cId="3439044603" sldId="2147483678"/>
            <pc:sldLayoutMk cId="2840998749" sldId="2147483681"/>
          </pc:sldLayoutMkLst>
        </pc:sldLayoutChg>
        <pc:sldLayoutChg chg="del">
          <pc:chgData name="Nádia Genebra Ahmad" userId="36126275-cace-419f-8e9b-04679c4f8ea6" providerId="ADAL" clId="{4ED3BD61-000E-4A6F-9093-1471A340E41D}" dt="2023-04-03T07:28:57.015" v="105" actId="47"/>
          <pc:sldLayoutMkLst>
            <pc:docMk/>
            <pc:sldMasterMk cId="3439044603" sldId="2147483678"/>
            <pc:sldLayoutMk cId="902793163" sldId="2147483682"/>
          </pc:sldLayoutMkLst>
        </pc:sldLayoutChg>
        <pc:sldLayoutChg chg="del">
          <pc:chgData name="Nádia Genebra Ahmad" userId="36126275-cace-419f-8e9b-04679c4f8ea6" providerId="ADAL" clId="{4ED3BD61-000E-4A6F-9093-1471A340E41D}" dt="2023-04-03T07:28:57.015" v="105" actId="47"/>
          <pc:sldLayoutMkLst>
            <pc:docMk/>
            <pc:sldMasterMk cId="3439044603" sldId="2147483678"/>
            <pc:sldLayoutMk cId="3736067159" sldId="2147483683"/>
          </pc:sldLayoutMkLst>
        </pc:sldLayoutChg>
        <pc:sldLayoutChg chg="del">
          <pc:chgData name="Nádia Genebra Ahmad" userId="36126275-cace-419f-8e9b-04679c4f8ea6" providerId="ADAL" clId="{4ED3BD61-000E-4A6F-9093-1471A340E41D}" dt="2023-04-03T07:28:57.015" v="105" actId="47"/>
          <pc:sldLayoutMkLst>
            <pc:docMk/>
            <pc:sldMasterMk cId="3439044603" sldId="2147483678"/>
            <pc:sldLayoutMk cId="2607973248" sldId="2147483684"/>
          </pc:sldLayoutMkLst>
        </pc:sldLayoutChg>
        <pc:sldLayoutChg chg="del">
          <pc:chgData name="Nádia Genebra Ahmad" userId="36126275-cace-419f-8e9b-04679c4f8ea6" providerId="ADAL" clId="{4ED3BD61-000E-4A6F-9093-1471A340E41D}" dt="2023-04-03T07:28:57.015" v="105" actId="47"/>
          <pc:sldLayoutMkLst>
            <pc:docMk/>
            <pc:sldMasterMk cId="3439044603" sldId="2147483678"/>
            <pc:sldLayoutMk cId="1780023394" sldId="2147483685"/>
          </pc:sldLayoutMkLst>
        </pc:sldLayoutChg>
        <pc:sldLayoutChg chg="del">
          <pc:chgData name="Nádia Genebra Ahmad" userId="36126275-cace-419f-8e9b-04679c4f8ea6" providerId="ADAL" clId="{4ED3BD61-000E-4A6F-9093-1471A340E41D}" dt="2023-04-03T07:28:57.015" v="105" actId="47"/>
          <pc:sldLayoutMkLst>
            <pc:docMk/>
            <pc:sldMasterMk cId="3439044603" sldId="2147483678"/>
            <pc:sldLayoutMk cId="160378146" sldId="2147483686"/>
          </pc:sldLayoutMkLst>
        </pc:sldLayoutChg>
        <pc:sldLayoutChg chg="del">
          <pc:chgData name="Nádia Genebra Ahmad" userId="36126275-cace-419f-8e9b-04679c4f8ea6" providerId="ADAL" clId="{4ED3BD61-000E-4A6F-9093-1471A340E41D}" dt="2023-04-03T07:28:57.015" v="105" actId="47"/>
          <pc:sldLayoutMkLst>
            <pc:docMk/>
            <pc:sldMasterMk cId="3439044603" sldId="2147483678"/>
            <pc:sldLayoutMk cId="2219466805" sldId="2147483687"/>
          </pc:sldLayoutMkLst>
        </pc:sldLayoutChg>
        <pc:sldLayoutChg chg="del">
          <pc:chgData name="Nádia Genebra Ahmad" userId="36126275-cace-419f-8e9b-04679c4f8ea6" providerId="ADAL" clId="{4ED3BD61-000E-4A6F-9093-1471A340E41D}" dt="2023-04-03T07:28:57.015" v="105" actId="47"/>
          <pc:sldLayoutMkLst>
            <pc:docMk/>
            <pc:sldMasterMk cId="3439044603" sldId="2147483678"/>
            <pc:sldLayoutMk cId="3669157277" sldId="2147483688"/>
          </pc:sldLayoutMkLst>
        </pc:sldLayoutChg>
      </pc:sldMasterChg>
    </pc:docChg>
  </pc:docChgLst>
  <pc:docChgLst>
    <pc:chgData name="Marharyta Synchak" userId="18542655-04ec-4b42-8aad-fd81f81ee43b" providerId="ADAL" clId="{B5058DC6-F967-48C2-86C2-0E6DC3B82F99}"/>
    <pc:docChg chg="undo custSel addSld delSld modSld sldOrd">
      <pc:chgData name="Marharyta Synchak" userId="18542655-04ec-4b42-8aad-fd81f81ee43b" providerId="ADAL" clId="{B5058DC6-F967-48C2-86C2-0E6DC3B82F99}" dt="2023-04-04T16:39:02.992" v="2524"/>
      <pc:docMkLst>
        <pc:docMk/>
      </pc:docMkLst>
      <pc:sldChg chg="addSp delSp modSp add del mod">
        <pc:chgData name="Marharyta Synchak" userId="18542655-04ec-4b42-8aad-fd81f81ee43b" providerId="ADAL" clId="{B5058DC6-F967-48C2-86C2-0E6DC3B82F99}" dt="2023-04-04T16:37:23.957" v="2518" actId="478"/>
        <pc:sldMkLst>
          <pc:docMk/>
          <pc:sldMk cId="326973016" sldId="330"/>
        </pc:sldMkLst>
        <pc:spChg chg="del">
          <ac:chgData name="Marharyta Synchak" userId="18542655-04ec-4b42-8aad-fd81f81ee43b" providerId="ADAL" clId="{B5058DC6-F967-48C2-86C2-0E6DC3B82F99}" dt="2023-04-04T14:24:14.986" v="1869" actId="478"/>
          <ac:spMkLst>
            <pc:docMk/>
            <pc:sldMk cId="326973016" sldId="330"/>
            <ac:spMk id="2" creationId="{00000000-0000-0000-0000-000000000000}"/>
          </ac:spMkLst>
        </pc:spChg>
        <pc:spChg chg="mod">
          <ac:chgData name="Marharyta Synchak" userId="18542655-04ec-4b42-8aad-fd81f81ee43b" providerId="ADAL" clId="{B5058DC6-F967-48C2-86C2-0E6DC3B82F99}" dt="2023-04-04T16:37:20.206" v="2517" actId="20577"/>
          <ac:spMkLst>
            <pc:docMk/>
            <pc:sldMk cId="326973016" sldId="330"/>
            <ac:spMk id="2" creationId="{06C6B63B-CDB2-98E0-54E2-768992CCD6F5}"/>
          </ac:spMkLst>
        </pc:spChg>
        <pc:spChg chg="del">
          <ac:chgData name="Marharyta Synchak" userId="18542655-04ec-4b42-8aad-fd81f81ee43b" providerId="ADAL" clId="{B5058DC6-F967-48C2-86C2-0E6DC3B82F99}" dt="2023-04-04T14:44:54.838" v="2224" actId="478"/>
          <ac:spMkLst>
            <pc:docMk/>
            <pc:sldMk cId="326973016" sldId="330"/>
            <ac:spMk id="4" creationId="{EF094708-4E98-E15D-55CE-B9FFBFAFBE07}"/>
          </ac:spMkLst>
        </pc:spChg>
        <pc:spChg chg="add mod">
          <ac:chgData name="Marharyta Synchak" userId="18542655-04ec-4b42-8aad-fd81f81ee43b" providerId="ADAL" clId="{B5058DC6-F967-48C2-86C2-0E6DC3B82F99}" dt="2023-04-04T14:19:47.121" v="1520" actId="20577"/>
          <ac:spMkLst>
            <pc:docMk/>
            <pc:sldMk cId="326973016" sldId="330"/>
            <ac:spMk id="6" creationId="{96E1D030-109C-9A49-378B-6C82B5FF0708}"/>
          </ac:spMkLst>
        </pc:spChg>
        <pc:spChg chg="del">
          <ac:chgData name="Marharyta Synchak" userId="18542655-04ec-4b42-8aad-fd81f81ee43b" providerId="ADAL" clId="{B5058DC6-F967-48C2-86C2-0E6DC3B82F99}" dt="2023-04-04T16:37:23.957" v="2518" actId="478"/>
          <ac:spMkLst>
            <pc:docMk/>
            <pc:sldMk cId="326973016" sldId="330"/>
            <ac:spMk id="7" creationId="{38CD3599-9E8E-E2E3-63E1-809343B775A7}"/>
          </ac:spMkLst>
        </pc:spChg>
        <pc:spChg chg="del">
          <ac:chgData name="Marharyta Synchak" userId="18542655-04ec-4b42-8aad-fd81f81ee43b" providerId="ADAL" clId="{B5058DC6-F967-48C2-86C2-0E6DC3B82F99}" dt="2023-04-04T14:19:04.220" v="1404" actId="478"/>
          <ac:spMkLst>
            <pc:docMk/>
            <pc:sldMk cId="326973016" sldId="330"/>
            <ac:spMk id="10" creationId="{00000000-0000-0000-0000-000000000000}"/>
          </ac:spMkLst>
        </pc:spChg>
        <pc:spChg chg="mod">
          <ac:chgData name="Marharyta Synchak" userId="18542655-04ec-4b42-8aad-fd81f81ee43b" providerId="ADAL" clId="{B5058DC6-F967-48C2-86C2-0E6DC3B82F99}" dt="2023-04-04T14:26:53.085" v="2010" actId="20577"/>
          <ac:spMkLst>
            <pc:docMk/>
            <pc:sldMk cId="326973016" sldId="330"/>
            <ac:spMk id="12" creationId="{00000000-0000-0000-0000-000000000000}"/>
          </ac:spMkLst>
        </pc:spChg>
        <pc:spChg chg="add mod">
          <ac:chgData name="Marharyta Synchak" userId="18542655-04ec-4b42-8aad-fd81f81ee43b" providerId="ADAL" clId="{B5058DC6-F967-48C2-86C2-0E6DC3B82F99}" dt="2023-04-04T14:45:00.361" v="2225"/>
          <ac:spMkLst>
            <pc:docMk/>
            <pc:sldMk cId="326973016" sldId="330"/>
            <ac:spMk id="13" creationId="{2E23487A-5C84-5333-A7B0-8D593D18E778}"/>
          </ac:spMkLst>
        </pc:spChg>
        <pc:spChg chg="mod">
          <ac:chgData name="Marharyta Synchak" userId="18542655-04ec-4b42-8aad-fd81f81ee43b" providerId="ADAL" clId="{B5058DC6-F967-48C2-86C2-0E6DC3B82F99}" dt="2023-04-04T14:21:32.561" v="1628"/>
          <ac:spMkLst>
            <pc:docMk/>
            <pc:sldMk cId="326973016" sldId="330"/>
            <ac:spMk id="81" creationId="{00000000-0000-0000-0000-000000000000}"/>
          </ac:spMkLst>
        </pc:spChg>
        <pc:graphicFrameChg chg="add del mod">
          <ac:chgData name="Marharyta Synchak" userId="18542655-04ec-4b42-8aad-fd81f81ee43b" providerId="ADAL" clId="{B5058DC6-F967-48C2-86C2-0E6DC3B82F99}" dt="2023-04-04T14:32:09.870" v="2013" actId="478"/>
          <ac:graphicFrameMkLst>
            <pc:docMk/>
            <pc:sldMk cId="326973016" sldId="330"/>
            <ac:graphicFrameMk id="7" creationId="{C5C5B2CF-D4A1-5D9D-0BEB-3652037688F1}"/>
          </ac:graphicFrameMkLst>
        </pc:graphicFrameChg>
        <pc:graphicFrameChg chg="add del mod">
          <ac:chgData name="Marharyta Synchak" userId="18542655-04ec-4b42-8aad-fd81f81ee43b" providerId="ADAL" clId="{B5058DC6-F967-48C2-86C2-0E6DC3B82F99}" dt="2023-04-04T14:32:19.438" v="2015" actId="478"/>
          <ac:graphicFrameMkLst>
            <pc:docMk/>
            <pc:sldMk cId="326973016" sldId="330"/>
            <ac:graphicFrameMk id="8" creationId="{A3793AE6-C147-D30A-D543-1BA073B05222}"/>
          </ac:graphicFrameMkLst>
        </pc:graphicFrameChg>
        <pc:graphicFrameChg chg="add del mod modGraphic">
          <ac:chgData name="Marharyta Synchak" userId="18542655-04ec-4b42-8aad-fd81f81ee43b" providerId="ADAL" clId="{B5058DC6-F967-48C2-86C2-0E6DC3B82F99}" dt="2023-04-04T14:35:29.056" v="2041" actId="478"/>
          <ac:graphicFrameMkLst>
            <pc:docMk/>
            <pc:sldMk cId="326973016" sldId="330"/>
            <ac:graphicFrameMk id="9" creationId="{BBAE2F53-7B19-FB93-6960-75F11B159F08}"/>
          </ac:graphicFrameMkLst>
        </pc:graphicFrameChg>
        <pc:graphicFrameChg chg="add mod modGraphic">
          <ac:chgData name="Marharyta Synchak" userId="18542655-04ec-4b42-8aad-fd81f81ee43b" providerId="ADAL" clId="{B5058DC6-F967-48C2-86C2-0E6DC3B82F99}" dt="2023-04-04T14:44:47.752" v="2223" actId="114"/>
          <ac:graphicFrameMkLst>
            <pc:docMk/>
            <pc:sldMk cId="326973016" sldId="330"/>
            <ac:graphicFrameMk id="11" creationId="{97CBBE27-E806-7F25-9E76-FE3304FE8F8B}"/>
          </ac:graphicFrameMkLst>
        </pc:graphicFrameChg>
      </pc:sldChg>
      <pc:sldChg chg="addSp modSp mod">
        <pc:chgData name="Marharyta Synchak" userId="18542655-04ec-4b42-8aad-fd81f81ee43b" providerId="ADAL" clId="{B5058DC6-F967-48C2-86C2-0E6DC3B82F99}" dt="2023-04-04T16:34:34.332" v="2475" actId="115"/>
        <pc:sldMkLst>
          <pc:docMk/>
          <pc:sldMk cId="1215262335" sldId="365"/>
        </pc:sldMkLst>
        <pc:spChg chg="add mod">
          <ac:chgData name="Marharyta Synchak" userId="18542655-04ec-4b42-8aad-fd81f81ee43b" providerId="ADAL" clId="{B5058DC6-F967-48C2-86C2-0E6DC3B82F99}" dt="2023-04-04T16:34:34.332" v="2475" actId="115"/>
          <ac:spMkLst>
            <pc:docMk/>
            <pc:sldMk cId="1215262335" sldId="365"/>
            <ac:spMk id="9" creationId="{6643CEB4-3F97-6292-8DF9-FED5B9D3721D}"/>
          </ac:spMkLst>
        </pc:spChg>
      </pc:sldChg>
      <pc:sldChg chg="delSp mod">
        <pc:chgData name="Marharyta Synchak" userId="18542655-04ec-4b42-8aad-fd81f81ee43b" providerId="ADAL" clId="{B5058DC6-F967-48C2-86C2-0E6DC3B82F99}" dt="2023-04-04T16:31:39.537" v="2234" actId="478"/>
        <pc:sldMkLst>
          <pc:docMk/>
          <pc:sldMk cId="3156286407" sldId="369"/>
        </pc:sldMkLst>
        <pc:spChg chg="del">
          <ac:chgData name="Marharyta Synchak" userId="18542655-04ec-4b42-8aad-fd81f81ee43b" providerId="ADAL" clId="{B5058DC6-F967-48C2-86C2-0E6DC3B82F99}" dt="2023-04-04T16:31:39.537" v="2234" actId="478"/>
          <ac:spMkLst>
            <pc:docMk/>
            <pc:sldMk cId="3156286407" sldId="369"/>
            <ac:spMk id="2" creationId="{CD9005FA-50B1-1033-3FB7-093B9985C901}"/>
          </ac:spMkLst>
        </pc:spChg>
      </pc:sldChg>
      <pc:sldChg chg="delSp modSp add mod ord">
        <pc:chgData name="Marharyta Synchak" userId="18542655-04ec-4b42-8aad-fd81f81ee43b" providerId="ADAL" clId="{B5058DC6-F967-48C2-86C2-0E6DC3B82F99}" dt="2023-04-04T16:39:02.992" v="2524"/>
        <pc:sldMkLst>
          <pc:docMk/>
          <pc:sldMk cId="3809727174" sldId="374"/>
        </pc:sldMkLst>
        <pc:spChg chg="mod">
          <ac:chgData name="Marharyta Synchak" userId="18542655-04ec-4b42-8aad-fd81f81ee43b" providerId="ADAL" clId="{B5058DC6-F967-48C2-86C2-0E6DC3B82F99}" dt="2023-04-04T16:39:02.992" v="2524"/>
          <ac:spMkLst>
            <pc:docMk/>
            <pc:sldMk cId="3809727174" sldId="374"/>
            <ac:spMk id="7" creationId="{88ECC50B-117E-FC80-C5A0-31682E40DD74}"/>
          </ac:spMkLst>
        </pc:spChg>
        <pc:spChg chg="mod">
          <ac:chgData name="Marharyta Synchak" userId="18542655-04ec-4b42-8aad-fd81f81ee43b" providerId="ADAL" clId="{B5058DC6-F967-48C2-86C2-0E6DC3B82F99}" dt="2023-04-04T16:35:41.965" v="2515" actId="20577"/>
          <ac:spMkLst>
            <pc:docMk/>
            <pc:sldMk cId="3809727174" sldId="374"/>
            <ac:spMk id="9" creationId="{EBB4D737-4769-DA22-3EBA-563EBC6CDD40}"/>
          </ac:spMkLst>
        </pc:spChg>
        <pc:spChg chg="del mod">
          <ac:chgData name="Marharyta Synchak" userId="18542655-04ec-4b42-8aad-fd81f81ee43b" providerId="ADAL" clId="{B5058DC6-F967-48C2-86C2-0E6DC3B82F99}" dt="2023-04-04T13:43:19.117" v="148" actId="478"/>
          <ac:spMkLst>
            <pc:docMk/>
            <pc:sldMk cId="3809727174" sldId="374"/>
            <ac:spMk id="11" creationId="{B5110827-6A0C-3EB9-5778-7CC7F8E958DE}"/>
          </ac:spMkLst>
        </pc:spChg>
        <pc:spChg chg="del mod">
          <ac:chgData name="Marharyta Synchak" userId="18542655-04ec-4b42-8aad-fd81f81ee43b" providerId="ADAL" clId="{B5058DC6-F967-48C2-86C2-0E6DC3B82F99}" dt="2023-04-04T16:30:41.190" v="2233" actId="478"/>
          <ac:spMkLst>
            <pc:docMk/>
            <pc:sldMk cId="3809727174" sldId="374"/>
            <ac:spMk id="14" creationId="{F4DCBE8B-C498-F4BD-5897-15EECEC7F750}"/>
          </ac:spMkLst>
        </pc:spChg>
        <pc:spChg chg="mod">
          <ac:chgData name="Marharyta Synchak" userId="18542655-04ec-4b42-8aad-fd81f81ee43b" providerId="ADAL" clId="{B5058DC6-F967-48C2-86C2-0E6DC3B82F99}" dt="2023-04-04T13:36:37.669" v="37" actId="20577"/>
          <ac:spMkLst>
            <pc:docMk/>
            <pc:sldMk cId="3809727174" sldId="374"/>
            <ac:spMk id="15" creationId="{00000000-0000-0000-0000-000000000000}"/>
          </ac:spMkLst>
        </pc:spChg>
        <pc:spChg chg="mod">
          <ac:chgData name="Marharyta Synchak" userId="18542655-04ec-4b42-8aad-fd81f81ee43b" providerId="ADAL" clId="{B5058DC6-F967-48C2-86C2-0E6DC3B82F99}" dt="2023-04-04T13:36:54.131" v="58" actId="20577"/>
          <ac:spMkLst>
            <pc:docMk/>
            <pc:sldMk cId="3809727174" sldId="374"/>
            <ac:spMk id="81" creationId="{00000000-0000-0000-0000-000000000000}"/>
          </ac:spMkLst>
        </pc:spChg>
        <pc:grpChg chg="del">
          <ac:chgData name="Marharyta Synchak" userId="18542655-04ec-4b42-8aad-fd81f81ee43b" providerId="ADAL" clId="{B5058DC6-F967-48C2-86C2-0E6DC3B82F99}" dt="2023-04-04T13:43:21.812" v="150" actId="478"/>
          <ac:grpSpMkLst>
            <pc:docMk/>
            <pc:sldMk cId="3809727174" sldId="374"/>
            <ac:grpSpMk id="18" creationId="{CD585925-A3F8-83DE-F85D-65C7D98656F2}"/>
          </ac:grpSpMkLst>
        </pc:grpChg>
        <pc:grpChg chg="del">
          <ac:chgData name="Marharyta Synchak" userId="18542655-04ec-4b42-8aad-fd81f81ee43b" providerId="ADAL" clId="{B5058DC6-F967-48C2-86C2-0E6DC3B82F99}" dt="2023-04-04T13:47:31.180" v="284" actId="478"/>
          <ac:grpSpMkLst>
            <pc:docMk/>
            <pc:sldMk cId="3809727174" sldId="374"/>
            <ac:grpSpMk id="19" creationId="{BEA76A0D-D2C9-81FC-334A-F979CDA30ED4}"/>
          </ac:grpSpMkLst>
        </pc:grpChg>
        <pc:graphicFrameChg chg="mod modGraphic">
          <ac:chgData name="Marharyta Synchak" userId="18542655-04ec-4b42-8aad-fd81f81ee43b" providerId="ADAL" clId="{B5058DC6-F967-48C2-86C2-0E6DC3B82F99}" dt="2023-04-04T16:38:41.151" v="2519" actId="20577"/>
          <ac:graphicFrameMkLst>
            <pc:docMk/>
            <pc:sldMk cId="3809727174" sldId="374"/>
            <ac:graphicFrameMk id="8" creationId="{37790DD7-7A57-A5DD-1BF3-EDD100B3CFCB}"/>
          </ac:graphicFrameMkLst>
        </pc:graphicFrameChg>
        <pc:graphicFrameChg chg="del">
          <ac:chgData name="Marharyta Synchak" userId="18542655-04ec-4b42-8aad-fd81f81ee43b" providerId="ADAL" clId="{B5058DC6-F967-48C2-86C2-0E6DC3B82F99}" dt="2023-04-04T13:47:29.548" v="283" actId="478"/>
          <ac:graphicFrameMkLst>
            <pc:docMk/>
            <pc:sldMk cId="3809727174" sldId="374"/>
            <ac:graphicFrameMk id="10" creationId="{5349DF03-51C3-E098-A4B4-331DEF7F0FBB}"/>
          </ac:graphicFrameMkLst>
        </pc:graphicFrameChg>
        <pc:graphicFrameChg chg="del mod">
          <ac:chgData name="Marharyta Synchak" userId="18542655-04ec-4b42-8aad-fd81f81ee43b" providerId="ADAL" clId="{B5058DC6-F967-48C2-86C2-0E6DC3B82F99}" dt="2023-04-04T13:43:20.386" v="149" actId="478"/>
          <ac:graphicFrameMkLst>
            <pc:docMk/>
            <pc:sldMk cId="3809727174" sldId="374"/>
            <ac:graphicFrameMk id="12" creationId="{F1D7B62E-0BC4-AE03-FF27-D6E7004AE5D8}"/>
          </ac:graphicFrameMkLst>
        </pc:graphicFrameChg>
        <pc:cxnChg chg="mod">
          <ac:chgData name="Marharyta Synchak" userId="18542655-04ec-4b42-8aad-fd81f81ee43b" providerId="ADAL" clId="{B5058DC6-F967-48C2-86C2-0E6DC3B82F99}" dt="2023-04-04T13:43:21.812" v="150" actId="478"/>
          <ac:cxnSpMkLst>
            <pc:docMk/>
            <pc:sldMk cId="3809727174" sldId="374"/>
            <ac:cxnSpMk id="6" creationId="{71B1DA16-FF52-8FA8-A00F-F66DC2D4B380}"/>
          </ac:cxnSpMkLst>
        </pc:cxnChg>
        <pc:cxnChg chg="mod">
          <ac:chgData name="Marharyta Synchak" userId="18542655-04ec-4b42-8aad-fd81f81ee43b" providerId="ADAL" clId="{B5058DC6-F967-48C2-86C2-0E6DC3B82F99}" dt="2023-04-04T13:47:31.180" v="284" actId="478"/>
          <ac:cxnSpMkLst>
            <pc:docMk/>
            <pc:sldMk cId="3809727174" sldId="374"/>
            <ac:cxnSpMk id="20" creationId="{A881EE9A-7708-CD11-0E53-A73542568215}"/>
          </ac:cxnSpMkLst>
        </pc:cxnChg>
      </pc:sldChg>
      <pc:sldChg chg="add del">
        <pc:chgData name="Marharyta Synchak" userId="18542655-04ec-4b42-8aad-fd81f81ee43b" providerId="ADAL" clId="{B5058DC6-F967-48C2-86C2-0E6DC3B82F99}" dt="2023-04-04T13:33:38.611" v="1" actId="47"/>
        <pc:sldMkLst>
          <pc:docMk/>
          <pc:sldMk cId="4177266261" sldId="374"/>
        </pc:sldMkLst>
      </pc:sldChg>
      <pc:sldChg chg="addSp delSp modSp add del mod">
        <pc:chgData name="Marharyta Synchak" userId="18542655-04ec-4b42-8aad-fd81f81ee43b" providerId="ADAL" clId="{B5058DC6-F967-48C2-86C2-0E6DC3B82F99}" dt="2023-04-04T14:45:05.031" v="2226" actId="2696"/>
        <pc:sldMkLst>
          <pc:docMk/>
          <pc:sldMk cId="6456694" sldId="375"/>
        </pc:sldMkLst>
        <pc:spChg chg="del mod">
          <ac:chgData name="Marharyta Synchak" userId="18542655-04ec-4b42-8aad-fd81f81ee43b" providerId="ADAL" clId="{B5058DC6-F967-48C2-86C2-0E6DC3B82F99}" dt="2023-04-04T14:34:11.272" v="2030" actId="478"/>
          <ac:spMkLst>
            <pc:docMk/>
            <pc:sldMk cId="6456694" sldId="375"/>
            <ac:spMk id="12" creationId="{00000000-0000-0000-0000-000000000000}"/>
          </ac:spMkLst>
        </pc:spChg>
        <pc:graphicFrameChg chg="add mod">
          <ac:chgData name="Marharyta Synchak" userId="18542655-04ec-4b42-8aad-fd81f81ee43b" providerId="ADAL" clId="{B5058DC6-F967-48C2-86C2-0E6DC3B82F99}" dt="2023-04-04T14:34:25.902" v="2031"/>
          <ac:graphicFrameMkLst>
            <pc:docMk/>
            <pc:sldMk cId="6456694" sldId="375"/>
            <ac:graphicFrameMk id="2" creationId="{38F90CE2-7668-B9FC-BCE2-5F2CCDCFDE6A}"/>
          </ac:graphicFrameMkLst>
        </pc:graphicFrameChg>
        <pc:graphicFrameChg chg="del">
          <ac:chgData name="Marharyta Synchak" userId="18542655-04ec-4b42-8aad-fd81f81ee43b" providerId="ADAL" clId="{B5058DC6-F967-48C2-86C2-0E6DC3B82F99}" dt="2023-04-04T14:34:08.223" v="2028" actId="478"/>
          <ac:graphicFrameMkLst>
            <pc:docMk/>
            <pc:sldMk cId="6456694" sldId="375"/>
            <ac:graphicFrameMk id="9" creationId="{BBAE2F53-7B19-FB93-6960-75F11B159F08}"/>
          </ac:graphicFrameMkLst>
        </pc:graphicFrameChg>
      </pc:sldChg>
      <pc:sldChg chg="delSp modSp mod">
        <pc:chgData name="Marharyta Synchak" userId="18542655-04ec-4b42-8aad-fd81f81ee43b" providerId="ADAL" clId="{B5058DC6-F967-48C2-86C2-0E6DC3B82F99}" dt="2023-04-04T16:33:25.318" v="2281" actId="478"/>
        <pc:sldMkLst>
          <pc:docMk/>
          <pc:sldMk cId="1271757370" sldId="375"/>
        </pc:sldMkLst>
        <pc:spChg chg="mod">
          <ac:chgData name="Marharyta Synchak" userId="18542655-04ec-4b42-8aad-fd81f81ee43b" providerId="ADAL" clId="{B5058DC6-F967-48C2-86C2-0E6DC3B82F99}" dt="2023-04-04T16:33:19.300" v="2280"/>
          <ac:spMkLst>
            <pc:docMk/>
            <pc:sldMk cId="1271757370" sldId="375"/>
            <ac:spMk id="7" creationId="{FA460541-F1A5-22A6-3107-8623D4A2824A}"/>
          </ac:spMkLst>
        </pc:spChg>
        <pc:spChg chg="del">
          <ac:chgData name="Marharyta Synchak" userId="18542655-04ec-4b42-8aad-fd81f81ee43b" providerId="ADAL" clId="{B5058DC6-F967-48C2-86C2-0E6DC3B82F99}" dt="2023-04-04T16:33:25.318" v="2281" actId="478"/>
          <ac:spMkLst>
            <pc:docMk/>
            <pc:sldMk cId="1271757370" sldId="375"/>
            <ac:spMk id="9" creationId="{263B933F-796B-4B13-CBA1-38C80B711C3C}"/>
          </ac:spMkLst>
        </pc:spChg>
      </pc:sldChg>
      <pc:sldChg chg="addSp delSp modSp add del mod">
        <pc:chgData name="Marharyta Synchak" userId="18542655-04ec-4b42-8aad-fd81f81ee43b" providerId="ADAL" clId="{B5058DC6-F967-48C2-86C2-0E6DC3B82F99}" dt="2023-04-04T14:18:29.479" v="1403" actId="47"/>
        <pc:sldMkLst>
          <pc:docMk/>
          <pc:sldMk cId="2817709709" sldId="375"/>
        </pc:sldMkLst>
        <pc:spChg chg="del">
          <ac:chgData name="Marharyta Synchak" userId="18542655-04ec-4b42-8aad-fd81f81ee43b" providerId="ADAL" clId="{B5058DC6-F967-48C2-86C2-0E6DC3B82F99}" dt="2023-04-04T14:01:05.318" v="598" actId="478"/>
          <ac:spMkLst>
            <pc:docMk/>
            <pc:sldMk cId="2817709709" sldId="375"/>
            <ac:spMk id="7" creationId="{88ECC50B-117E-FC80-C5A0-31682E40DD74}"/>
          </ac:spMkLst>
        </pc:spChg>
        <pc:graphicFrameChg chg="add mod">
          <ac:chgData name="Marharyta Synchak" userId="18542655-04ec-4b42-8aad-fd81f81ee43b" providerId="ADAL" clId="{B5058DC6-F967-48C2-86C2-0E6DC3B82F99}" dt="2023-04-04T14:02:29.413" v="604"/>
          <ac:graphicFrameMkLst>
            <pc:docMk/>
            <pc:sldMk cId="2817709709" sldId="375"/>
            <ac:graphicFrameMk id="2" creationId="{A88426E3-9B32-0876-3D01-F8DE720EF617}"/>
          </ac:graphicFrameMkLst>
        </pc:graphicFrameChg>
        <pc:graphicFrameChg chg="del">
          <ac:chgData name="Marharyta Synchak" userId="18542655-04ec-4b42-8aad-fd81f81ee43b" providerId="ADAL" clId="{B5058DC6-F967-48C2-86C2-0E6DC3B82F99}" dt="2023-04-04T14:01:06.743" v="599" actId="478"/>
          <ac:graphicFrameMkLst>
            <pc:docMk/>
            <pc:sldMk cId="2817709709" sldId="375"/>
            <ac:graphicFrameMk id="8" creationId="{37790DD7-7A57-A5DD-1BF3-EDD100B3CFCB}"/>
          </ac:graphicFrameMkLst>
        </pc:graphicFrameChg>
      </pc:sldChg>
    </pc:docChg>
  </pc:docChgLst>
  <pc:docChgLst>
    <pc:chgData name="Dora da Silva Roxo" userId="b6f39d0a-b38b-4c97-850c-dbcbfac2b4dd" providerId="ADAL" clId="{6236F3CE-FE5E-44C6-90F9-4CA0F2855B17}"/>
    <pc:docChg chg="undo custSel addSld modSld">
      <pc:chgData name="Dora da Silva Roxo" userId="b6f39d0a-b38b-4c97-850c-dbcbfac2b4dd" providerId="ADAL" clId="{6236F3CE-FE5E-44C6-90F9-4CA0F2855B17}" dt="2023-03-31T18:11:09.777" v="441" actId="115"/>
      <pc:docMkLst>
        <pc:docMk/>
      </pc:docMkLst>
      <pc:sldChg chg="addSp delSp modSp add mod">
        <pc:chgData name="Dora da Silva Roxo" userId="b6f39d0a-b38b-4c97-850c-dbcbfac2b4dd" providerId="ADAL" clId="{6236F3CE-FE5E-44C6-90F9-4CA0F2855B17}" dt="2023-03-31T18:11:09.777" v="441" actId="115"/>
        <pc:sldMkLst>
          <pc:docMk/>
          <pc:sldMk cId="230364981" sldId="373"/>
        </pc:sldMkLst>
        <pc:spChg chg="add mod">
          <ac:chgData name="Dora da Silva Roxo" userId="b6f39d0a-b38b-4c97-850c-dbcbfac2b4dd" providerId="ADAL" clId="{6236F3CE-FE5E-44C6-90F9-4CA0F2855B17}" dt="2023-03-31T17:54:21.141" v="10" actId="20577"/>
          <ac:spMkLst>
            <pc:docMk/>
            <pc:sldMk cId="230364981" sldId="373"/>
            <ac:spMk id="2" creationId="{1DF90A05-396F-15DB-CA88-C7CF672A1A53}"/>
          </ac:spMkLst>
        </pc:spChg>
        <pc:spChg chg="add del">
          <ac:chgData name="Dora da Silva Roxo" userId="b6f39d0a-b38b-4c97-850c-dbcbfac2b4dd" providerId="ADAL" clId="{6236F3CE-FE5E-44C6-90F9-4CA0F2855B17}" dt="2023-03-31T17:54:42.103" v="12" actId="478"/>
          <ac:spMkLst>
            <pc:docMk/>
            <pc:sldMk cId="230364981" sldId="373"/>
            <ac:spMk id="6" creationId="{E1253939-5964-9233-AB80-25EF497FF247}"/>
          </ac:spMkLst>
        </pc:spChg>
        <pc:spChg chg="add mod">
          <ac:chgData name="Dora da Silva Roxo" userId="b6f39d0a-b38b-4c97-850c-dbcbfac2b4dd" providerId="ADAL" clId="{6236F3CE-FE5E-44C6-90F9-4CA0F2855B17}" dt="2023-03-31T18:11:09.777" v="441" actId="115"/>
          <ac:spMkLst>
            <pc:docMk/>
            <pc:sldMk cId="230364981" sldId="373"/>
            <ac:spMk id="7" creationId="{88ECC50B-117E-FC80-C5A0-31682E40DD74}"/>
          </ac:spMkLst>
        </pc:spChg>
        <pc:spChg chg="mod">
          <ac:chgData name="Dora da Silva Roxo" userId="b6f39d0a-b38b-4c97-850c-dbcbfac2b4dd" providerId="ADAL" clId="{6236F3CE-FE5E-44C6-90F9-4CA0F2855B17}" dt="2023-03-31T18:10:23.705" v="404" actId="1036"/>
          <ac:spMkLst>
            <pc:docMk/>
            <pc:sldMk cId="230364981" sldId="373"/>
            <ac:spMk id="9" creationId="{EBB4D737-4769-DA22-3EBA-563EBC6CDD40}"/>
          </ac:spMkLst>
        </pc:spChg>
        <pc:spChg chg="add mod">
          <ac:chgData name="Dora da Silva Roxo" userId="b6f39d0a-b38b-4c97-850c-dbcbfac2b4dd" providerId="ADAL" clId="{6236F3CE-FE5E-44C6-90F9-4CA0F2855B17}" dt="2023-03-31T18:10:20.288" v="394" actId="1035"/>
          <ac:spMkLst>
            <pc:docMk/>
            <pc:sldMk cId="230364981" sldId="373"/>
            <ac:spMk id="11" creationId="{B5110827-6A0C-3EB9-5778-7CC7F8E958DE}"/>
          </ac:spMkLst>
        </pc:spChg>
        <pc:graphicFrameChg chg="mod modGraphic">
          <ac:chgData name="Dora da Silva Roxo" userId="b6f39d0a-b38b-4c97-850c-dbcbfac2b4dd" providerId="ADAL" clId="{6236F3CE-FE5E-44C6-90F9-4CA0F2855B17}" dt="2023-03-31T17:54:11.611" v="6" actId="404"/>
          <ac:graphicFrameMkLst>
            <pc:docMk/>
            <pc:sldMk cId="230364981" sldId="373"/>
            <ac:graphicFrameMk id="8" creationId="{37790DD7-7A57-A5DD-1BF3-EDD100B3CFCB}"/>
          </ac:graphicFrameMkLst>
        </pc:graphicFrameChg>
        <pc:graphicFrameChg chg="add mod modGraphic">
          <ac:chgData name="Dora da Silva Roxo" userId="b6f39d0a-b38b-4c97-850c-dbcbfac2b4dd" providerId="ADAL" clId="{6236F3CE-FE5E-44C6-90F9-4CA0F2855B17}" dt="2023-03-31T18:10:34.267" v="434" actId="1036"/>
          <ac:graphicFrameMkLst>
            <pc:docMk/>
            <pc:sldMk cId="230364981" sldId="373"/>
            <ac:graphicFrameMk id="10" creationId="{5349DF03-51C3-E098-A4B4-331DEF7F0FBB}"/>
          </ac:graphicFrameMkLst>
        </pc:graphicFrameChg>
        <pc:graphicFrameChg chg="add mod modGraphic">
          <ac:chgData name="Dora da Silva Roxo" userId="b6f39d0a-b38b-4c97-850c-dbcbfac2b4dd" providerId="ADAL" clId="{6236F3CE-FE5E-44C6-90F9-4CA0F2855B17}" dt="2023-03-31T18:10:39.330" v="440" actId="1035"/>
          <ac:graphicFrameMkLst>
            <pc:docMk/>
            <pc:sldMk cId="230364981" sldId="373"/>
            <ac:graphicFrameMk id="12" creationId="{F1D7B62E-0BC4-AE03-FF27-D6E7004AE5D8}"/>
          </ac:graphicFrameMkLst>
        </pc:graphicFrameChg>
      </pc:sldChg>
    </pc:docChg>
  </pc:docChgLst>
  <pc:docChgLst>
    <pc:chgData name="Nádia Genebra Ahmad" userId="36126275-cace-419f-8e9b-04679c4f8ea6" providerId="ADAL" clId="{CA6BA6E9-3CFE-433D-BE38-B074DF5869FE}"/>
    <pc:docChg chg="modSld">
      <pc:chgData name="Nádia Genebra Ahmad" userId="36126275-cace-419f-8e9b-04679c4f8ea6" providerId="ADAL" clId="{CA6BA6E9-3CFE-433D-BE38-B074DF5869FE}" dt="2023-03-31T18:13:35.909" v="7" actId="20577"/>
      <pc:docMkLst>
        <pc:docMk/>
      </pc:docMkLst>
      <pc:sldChg chg="modSp mod">
        <pc:chgData name="Nádia Genebra Ahmad" userId="36126275-cace-419f-8e9b-04679c4f8ea6" providerId="ADAL" clId="{CA6BA6E9-3CFE-433D-BE38-B074DF5869FE}" dt="2023-03-31T18:13:35.909" v="7" actId="20577"/>
        <pc:sldMkLst>
          <pc:docMk/>
          <pc:sldMk cId="230364981" sldId="373"/>
        </pc:sldMkLst>
        <pc:spChg chg="mod">
          <ac:chgData name="Nádia Genebra Ahmad" userId="36126275-cace-419f-8e9b-04679c4f8ea6" providerId="ADAL" clId="{CA6BA6E9-3CFE-433D-BE38-B074DF5869FE}" dt="2023-03-31T18:13:26.521" v="0" actId="6549"/>
          <ac:spMkLst>
            <pc:docMk/>
            <pc:sldMk cId="230364981" sldId="373"/>
            <ac:spMk id="7" creationId="{88ECC50B-117E-FC80-C5A0-31682E40DD74}"/>
          </ac:spMkLst>
        </pc:spChg>
        <pc:spChg chg="mod">
          <ac:chgData name="Nádia Genebra Ahmad" userId="36126275-cace-419f-8e9b-04679c4f8ea6" providerId="ADAL" clId="{CA6BA6E9-3CFE-433D-BE38-B074DF5869FE}" dt="2023-03-31T18:13:35.909" v="7" actId="20577"/>
          <ac:spMkLst>
            <pc:docMk/>
            <pc:sldMk cId="230364981" sldId="373"/>
            <ac:spMk id="81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5.5850689862660854E-2"/>
          <c:y val="0.19402974409586171"/>
          <c:w val="0.58485067930623136"/>
          <c:h val="0.5963223815452436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Vermelho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                    
                </c:v>
                </c:pt>
                <c:pt idx="1">
                  <c:v>              
                                                                              </c:v>
                </c:pt>
                <c:pt idx="3">
                  <c:v>Novembro (Mês Ini)</c:v>
                </c:pt>
                <c:pt idx="4">
                  <c:v>Dezembro</c:v>
                </c:pt>
                <c:pt idx="5">
                  <c:v>Janeiro</c:v>
                </c:pt>
                <c:pt idx="6">
                  <c:v>Fevereiro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5</c:v>
                </c:pt>
                <c:pt idx="4">
                  <c:v>3</c:v>
                </c:pt>
                <c:pt idx="5">
                  <c:v>3</c:v>
                </c:pt>
                <c:pt idx="6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A8E-4A9C-ADCE-B02334F4CA3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Laranja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                    
                </c:v>
                </c:pt>
                <c:pt idx="1">
                  <c:v>              
                                                                              </c:v>
                </c:pt>
                <c:pt idx="3">
                  <c:v>Novembro (Mês Ini)</c:v>
                </c:pt>
                <c:pt idx="4">
                  <c:v>Dezembro</c:v>
                </c:pt>
                <c:pt idx="5">
                  <c:v>Janeiro</c:v>
                </c:pt>
                <c:pt idx="6">
                  <c:v>Fevereiro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</c:v>
                </c:pt>
                <c:pt idx="4">
                  <c:v>2</c:v>
                </c:pt>
                <c:pt idx="5">
                  <c:v>3</c:v>
                </c:pt>
                <c:pt idx="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A8E-4A9C-ADCE-B02334F4CA3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Amarelo</c:v>
                </c:pt>
              </c:strCache>
            </c:strRef>
          </c:tx>
          <c:spPr>
            <a:solidFill>
              <a:srgbClr val="FFFF00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                    
                </c:v>
                </c:pt>
                <c:pt idx="1">
                  <c:v>              
                                                                              </c:v>
                </c:pt>
                <c:pt idx="3">
                  <c:v>Novembro (Mês Ini)</c:v>
                </c:pt>
                <c:pt idx="4">
                  <c:v>Dezembro</c:v>
                </c:pt>
                <c:pt idx="5">
                  <c:v>Janeiro</c:v>
                </c:pt>
                <c:pt idx="6">
                  <c:v>Fevereiro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5</c:v>
                </c:pt>
                <c:pt idx="4">
                  <c:v>4</c:v>
                </c:pt>
                <c:pt idx="5">
                  <c:v>6</c:v>
                </c:pt>
                <c:pt idx="6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A8E-4A9C-ADCE-B02334F4CA3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Ok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                    
                </c:v>
                </c:pt>
                <c:pt idx="1">
                  <c:v>              
                                                                              </c:v>
                </c:pt>
                <c:pt idx="3">
                  <c:v>Novembro (Mês Ini)</c:v>
                </c:pt>
                <c:pt idx="4">
                  <c:v>Dezembro</c:v>
                </c:pt>
                <c:pt idx="5">
                  <c:v>Janeiro</c:v>
                </c:pt>
                <c:pt idx="6">
                  <c:v>Fevereiro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61</c:v>
                </c:pt>
                <c:pt idx="4">
                  <c:v>69</c:v>
                </c:pt>
                <c:pt idx="5">
                  <c:v>86</c:v>
                </c:pt>
                <c:pt idx="6">
                  <c:v>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A8E-4A9C-ADCE-B02334F4CA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43462536"/>
        <c:axId val="443460968"/>
      </c:barChart>
      <c:catAx>
        <c:axId val="4434625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443460968"/>
        <c:crosses val="autoZero"/>
        <c:auto val="1"/>
        <c:lblAlgn val="ctr"/>
        <c:lblOffset val="100"/>
        <c:noMultiLvlLbl val="0"/>
      </c:catAx>
      <c:valAx>
        <c:axId val="4434609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443462536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t"/>
      <c:layout>
        <c:manualLayout>
          <c:xMode val="edge"/>
          <c:yMode val="edge"/>
          <c:x val="0.32643026570473344"/>
          <c:y val="0.12969357453219796"/>
          <c:w val="0.3316197782861165"/>
          <c:h val="0.1006648775172525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Santander Text" panose="020B0504020201020104" pitchFamily="34" charset="0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>
          <a:latin typeface="Santander Text" panose="020B0504020201020104" pitchFamily="34" charset="0"/>
        </a:defRPr>
      </a:pPr>
      <a:endParaRPr lang="pt-PT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60B1AF7E-5BC2-4D30-87FE-E1B659CA154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1D35212-2950-4BB8-B0AA-EE773689934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5188B-02CB-4126-A12E-C27940239E67}" type="datetimeFigureOut">
              <a:rPr lang="es-ES" smtClean="0"/>
              <a:t>04/04/2024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6FAF009-7545-4A39-A198-6416D3420CD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B8A1D82-08B5-4B1F-860C-695167F2EE1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54CB31-C4D0-4176-AC65-C48107E4212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68674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81D6FC-8B18-4D83-81FA-5ECA9E5C1AAF}" type="datetimeFigureOut">
              <a:rPr lang="es-ES" smtClean="0"/>
              <a:t>04/04/2024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76288" y="1143000"/>
            <a:ext cx="53054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78D618-BBD3-4FF5-9218-0E9FEB4B2F8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46315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6876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3751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0624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7498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4377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250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124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4998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418577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829045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080123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745" y="1134056"/>
            <a:ext cx="4937184" cy="1455207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pt-PT"/>
              <a:t>título do Modelo Global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623" y="2815401"/>
            <a:ext cx="4934309" cy="251992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tx2"/>
                </a:solidFill>
              </a:defRPr>
            </a:lvl1pPr>
            <a:lvl2pPr marL="456876" indent="0" algn="ctr">
              <a:buNone/>
              <a:defRPr sz="2000"/>
            </a:lvl2pPr>
            <a:lvl3pPr marL="913751" indent="0" algn="ctr">
              <a:buNone/>
              <a:defRPr sz="1800"/>
            </a:lvl3pPr>
            <a:lvl4pPr marL="1370624" indent="0" algn="ctr">
              <a:buNone/>
              <a:defRPr sz="1600"/>
            </a:lvl4pPr>
            <a:lvl5pPr marL="1827498" indent="0" algn="ctr">
              <a:buNone/>
              <a:defRPr sz="1600"/>
            </a:lvl5pPr>
            <a:lvl6pPr marL="2284377" indent="0" algn="ctr">
              <a:buNone/>
              <a:defRPr sz="1600"/>
            </a:lvl6pPr>
            <a:lvl7pPr marL="2741250" indent="0" algn="ctr">
              <a:buNone/>
              <a:defRPr sz="1600"/>
            </a:lvl7pPr>
            <a:lvl8pPr marL="3198124" indent="0" algn="ctr">
              <a:buNone/>
              <a:defRPr sz="1600"/>
            </a:lvl8pPr>
            <a:lvl9pPr marL="3654998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20"/>
            <a:ext cx="1896592" cy="343982"/>
          </a:xfrm>
          <a:prstGeom prst="rect">
            <a:avLst/>
          </a:prstGeom>
        </p:spPr>
      </p:pic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AB9931BC-B448-4EA6-A35A-56AF5C4C24E5}"/>
              </a:ext>
            </a:extLst>
          </p:cNvPr>
          <p:cNvSpPr/>
          <p:nvPr userDrawn="1"/>
        </p:nvSpPr>
        <p:spPr>
          <a:xfrm>
            <a:off x="6" y="5409102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73" tIns="45686" rIns="91373" bIns="4568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655" y="345082"/>
            <a:ext cx="11177551" cy="433458"/>
          </a:xfr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tx2"/>
                </a:solidFill>
              </a:defRPr>
            </a:lvl1pPr>
            <a:lvl2pPr marL="456876" indent="0">
              <a:buNone/>
              <a:defRPr sz="1300">
                <a:solidFill>
                  <a:schemeClr val="tx2"/>
                </a:solidFill>
              </a:defRPr>
            </a:lvl2pPr>
            <a:lvl3pPr marL="913751" indent="0">
              <a:buNone/>
              <a:defRPr sz="1300">
                <a:solidFill>
                  <a:schemeClr val="tx2"/>
                </a:solidFill>
              </a:defRPr>
            </a:lvl3pPr>
            <a:lvl4pPr marL="1370624" indent="0">
              <a:buNone/>
              <a:defRPr sz="1300">
                <a:solidFill>
                  <a:schemeClr val="tx2"/>
                </a:solidFill>
              </a:defRPr>
            </a:lvl4pPr>
            <a:lvl5pPr marL="1827498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880952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 userDrawn="1"/>
        </p:nvSpPr>
        <p:spPr>
          <a:xfrm>
            <a:off x="722533" y="322971"/>
            <a:ext cx="1849821" cy="292319"/>
          </a:xfrm>
          <a:prstGeom prst="rect">
            <a:avLst/>
          </a:prstGeom>
          <a:noFill/>
        </p:spPr>
        <p:txBody>
          <a:bodyPr wrap="square" lIns="91373" tIns="45686" rIns="91373" bIns="45686" rtlCol="0">
            <a:spAutoFit/>
          </a:bodyPr>
          <a:lstStyle/>
          <a:p>
            <a:r>
              <a:rPr lang="es-ES" sz="1300">
                <a:solidFill>
                  <a:schemeClr val="accent1"/>
                </a:solidFill>
              </a:rPr>
              <a:t>Índice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2641" y="1137934"/>
            <a:ext cx="10635843" cy="5074764"/>
          </a:xfrm>
        </p:spPr>
        <p:txBody>
          <a:bodyPr>
            <a:normAutofit/>
          </a:bodyPr>
          <a:lstStyle>
            <a:lvl1pPr marL="431692" indent="-395719">
              <a:buClr>
                <a:schemeClr val="accent1"/>
              </a:buClr>
              <a:buSzPct val="45000"/>
              <a:buFont typeface="+mj-lt"/>
              <a:buAutoNum type="arabicPeriod"/>
              <a:defRPr lang="es-ES" sz="4000" b="1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None/>
              <a:defRPr/>
            </a:lvl2pPr>
          </a:lstStyle>
          <a:p>
            <a:pPr lvl="0"/>
            <a:r>
              <a:rPr lang="pt-PT"/>
              <a:t>Título de seção</a:t>
            </a:r>
          </a:p>
        </p:txBody>
      </p:sp>
    </p:spTree>
    <p:extLst>
      <p:ext uri="{BB962C8B-B14F-4D97-AF65-F5344CB8AC3E}">
        <p14:creationId xmlns:p14="http://schemas.microsoft.com/office/powerpoint/2010/main" val="3010683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de cap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518" y="647833"/>
            <a:ext cx="4386195" cy="295047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o estilo de título do Modelo </a:t>
            </a:r>
            <a:br>
              <a:rPr lang="pt-PT"/>
            </a:br>
            <a:r>
              <a:rPr lang="pt-PT"/>
              <a:t>Global</a:t>
            </a:r>
            <a:endParaRPr lang="es-ES"/>
          </a:p>
        </p:txBody>
      </p:sp>
      <p:sp>
        <p:nvSpPr>
          <p:cNvPr id="5" name="Forma libre: forma 6">
            <a:extLst>
              <a:ext uri="{FF2B5EF4-FFF2-40B4-BE49-F238E27FC236}">
                <a16:creationId xmlns:a16="http://schemas.microsoft.com/office/drawing/2014/main" id="{14147011-41AD-4D71-ABCD-072B7EE84809}"/>
              </a:ext>
            </a:extLst>
          </p:cNvPr>
          <p:cNvSpPr/>
          <p:nvPr userDrawn="1"/>
        </p:nvSpPr>
        <p:spPr>
          <a:xfrm>
            <a:off x="8925343" y="0"/>
            <a:ext cx="3266660" cy="7092950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73" tIns="45686" rIns="91373" bIns="4568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CF711B63-7C0F-4649-B7F0-A207C8B6C4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5217" y="3382579"/>
            <a:ext cx="2958755" cy="2445983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600">
                <a:solidFill>
                  <a:schemeClr val="bg1"/>
                </a:solidFill>
              </a:defRPr>
            </a:lvl1pPr>
            <a:lvl2pPr>
              <a:defRPr sz="13800">
                <a:solidFill>
                  <a:schemeClr val="tx1"/>
                </a:solidFill>
              </a:defRPr>
            </a:lvl2pPr>
            <a:lvl3pPr>
              <a:defRPr sz="11500">
                <a:solidFill>
                  <a:schemeClr val="tx1"/>
                </a:solidFill>
              </a:defRPr>
            </a:lvl3pPr>
            <a:lvl4pPr>
              <a:defRPr sz="9600">
                <a:solidFill>
                  <a:schemeClr val="tx1"/>
                </a:solidFill>
              </a:defRPr>
            </a:lvl4pPr>
            <a:lvl5pPr>
              <a:defRPr sz="96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324528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4" y="1124720"/>
            <a:ext cx="5297557" cy="1661069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5" y="3199548"/>
            <a:ext cx="5308776" cy="31890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971" y="1124713"/>
            <a:ext cx="5081004" cy="526386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4291901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124713"/>
            <a:ext cx="10758733" cy="1885466"/>
          </a:xfrm>
        </p:spPr>
        <p:txBody>
          <a:bodyPr anchor="t">
            <a:no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8" y="3199548"/>
            <a:ext cx="10758733" cy="3189036"/>
          </a:xfrm>
        </p:spPr>
        <p:txBody>
          <a:bodyPr numCol="2" spcCol="719487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956698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978" y="1147780"/>
            <a:ext cx="3801119" cy="5223722"/>
          </a:xfrm>
        </p:spPr>
        <p:txBody>
          <a:bodyPr anchor="t">
            <a:noAutofit/>
          </a:bodyPr>
          <a:lstStyle>
            <a:lvl1pPr>
              <a:defRPr sz="26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pt-PT"/>
              <a:t>Editar os estilos </a:t>
            </a:r>
            <a:br>
              <a:rPr lang="pt-PT"/>
            </a:br>
            <a:r>
              <a:rPr lang="pt-PT"/>
              <a:t>de texto do Modelo Global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725" y="1164858"/>
            <a:ext cx="6697035" cy="5223724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1770703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50" y="1124721"/>
            <a:ext cx="3911401" cy="1223665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</a:t>
            </a:r>
            <a:endParaRPr lang="es-ES"/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2" y="2603405"/>
            <a:ext cx="3911401" cy="378517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7431" y="1124693"/>
            <a:ext cx="6683551" cy="5298367"/>
          </a:xfrm>
        </p:spPr>
        <p:txBody>
          <a:bodyPr>
            <a:normAutofit/>
          </a:bodyPr>
          <a:lstStyle>
            <a:lvl1pPr marL="0" indent="0" algn="ctr">
              <a:buNone/>
              <a:defRPr lang="es-E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MX"/>
              <a:t>Insira aqui seu gráfico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57120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2" y="1232631"/>
            <a:ext cx="3911401" cy="5155951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835" y="1766289"/>
            <a:ext cx="6612965" cy="4656777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sua</a:t>
            </a:r>
            <a:r>
              <a:rPr lang="es-ES"/>
              <a:t> </a:t>
            </a:r>
            <a:r>
              <a:rPr lang="es-ES" err="1"/>
              <a:t>tabela</a:t>
            </a:r>
            <a:endParaRPr lang="es-ES"/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835" y="1232632"/>
            <a:ext cx="6587576" cy="3945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808262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2" y="1232635"/>
            <a:ext cx="3911401" cy="68007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4069" y="1232635"/>
            <a:ext cx="6456737" cy="68007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200" y="2062210"/>
            <a:ext cx="3911600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4068" y="2062210"/>
            <a:ext cx="6472719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EAA6F10-C407-4622-AF96-B2605139D86B}"/>
              </a:ext>
            </a:extLst>
          </p:cNvPr>
          <p:cNvSpPr/>
          <p:nvPr userDrawn="1"/>
        </p:nvSpPr>
        <p:spPr>
          <a:xfrm>
            <a:off x="4742402" y="3811316"/>
            <a:ext cx="187151" cy="214151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73" tIns="45686" rIns="91373" bIns="45686"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69925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igado - Co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 userDrawn="1"/>
        </p:nvSpPr>
        <p:spPr>
          <a:xfrm>
            <a:off x="0" y="5409102"/>
            <a:ext cx="12192000" cy="1683855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73" tIns="45686" rIns="91373" bIns="45686" rtlCol="0" anchor="ctr"/>
          <a:lstStyle/>
          <a:p>
            <a:pPr algn="ctr"/>
            <a:endParaRPr lang="es-ES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20"/>
            <a:ext cx="1896592" cy="343982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917" y="5764076"/>
            <a:ext cx="1347483" cy="471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 userDrawn="1"/>
        </p:nvGrpSpPr>
        <p:grpSpPr>
          <a:xfrm>
            <a:off x="7612561" y="5764523"/>
            <a:ext cx="578707" cy="470606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 userDrawn="1"/>
        </p:nvSpPr>
        <p:spPr>
          <a:xfrm>
            <a:off x="719288" y="2012309"/>
            <a:ext cx="3365479" cy="1292593"/>
          </a:xfrm>
          <a:prstGeom prst="rect">
            <a:avLst/>
          </a:prstGeom>
          <a:noFill/>
        </p:spPr>
        <p:txBody>
          <a:bodyPr wrap="square" lIns="91373" tIns="45686" rIns="91373" bIns="45686" rtlCol="0">
            <a:spAutoFit/>
          </a:bodyPr>
          <a:lstStyle/>
          <a:p>
            <a:r>
              <a:rPr lang="pt-PT" sz="1300">
                <a:solidFill>
                  <a:schemeClr val="tx2"/>
                </a:solidFill>
              </a:rPr>
              <a:t>A nossa missão é contribuir para o desenvolvimento das pessoas e das empresas.</a:t>
            </a:r>
          </a:p>
          <a:p>
            <a:endParaRPr lang="pt-PT" sz="1300">
              <a:solidFill>
                <a:schemeClr val="tx2"/>
              </a:solidFill>
            </a:endParaRPr>
          </a:p>
          <a:p>
            <a:r>
              <a:rPr lang="pt-PT" sz="1300">
                <a:solidFill>
                  <a:schemeClr val="tx2"/>
                </a:solidFill>
              </a:rPr>
              <a:t>A nossa cultura baseia-se no princípio</a:t>
            </a:r>
            <a:r>
              <a:rPr lang="pt-PT" sz="1300" baseline="0">
                <a:solidFill>
                  <a:schemeClr val="tx2"/>
                </a:solidFill>
              </a:rPr>
              <a:t> </a:t>
            </a:r>
            <a:r>
              <a:rPr lang="pt-PT" sz="1300">
                <a:solidFill>
                  <a:schemeClr val="tx2"/>
                </a:solidFill>
              </a:rPr>
              <a:t>de que tudo</a:t>
            </a:r>
            <a:r>
              <a:rPr lang="pt-PT" sz="1300" baseline="0">
                <a:solidFill>
                  <a:schemeClr val="tx2"/>
                </a:solidFill>
              </a:rPr>
              <a:t> o </a:t>
            </a:r>
            <a:r>
              <a:rPr lang="pt-PT" sz="1300">
                <a:solidFill>
                  <a:schemeClr val="tx2"/>
                </a:solidFill>
              </a:rPr>
              <a:t>que fazemos deve ser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 userDrawn="1"/>
        </p:nvSpPr>
        <p:spPr>
          <a:xfrm>
            <a:off x="721511" y="649714"/>
            <a:ext cx="3365479" cy="732138"/>
          </a:xfrm>
          <a:prstGeom prst="rect">
            <a:avLst/>
          </a:prstGeom>
          <a:noFill/>
        </p:spPr>
        <p:txBody>
          <a:bodyPr wrap="square" lIns="91373" tIns="45686" rIns="91373" bIns="45686" rtlCol="0">
            <a:spAutoFit/>
          </a:bodyPr>
          <a:lstStyle/>
          <a:p>
            <a:r>
              <a:rPr lang="es-ES" sz="4000" err="1">
                <a:solidFill>
                  <a:schemeClr val="accent1"/>
                </a:solidFill>
              </a:rPr>
              <a:t>Obrigado</a:t>
            </a:r>
            <a:r>
              <a:rPr lang="es-ES" sz="400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 userDrawn="1"/>
        </p:nvSpPr>
        <p:spPr>
          <a:xfrm>
            <a:off x="6" y="5409102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73" tIns="45686" rIns="91373" bIns="4568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pic>
        <p:nvPicPr>
          <p:cNvPr id="13" name="Picture 2" descr="G:\Com_MarketingCorp\Pastas\Mudança de Imagem\2018\Logos\Simples Próximo Justo\FA_Simples Próximo Justo_RGB\JPG\FA_SANTANDER_Simples Próximo Justo_POS_RGB.jpg"/>
          <p:cNvPicPr>
            <a:picLocks noChangeAspect="1" noChangeArrowheads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7" t="30228" r="7698" b="19124"/>
          <a:stretch/>
        </p:blipFill>
        <p:spPr bwMode="auto">
          <a:xfrm>
            <a:off x="731018" y="3540414"/>
            <a:ext cx="2785913" cy="413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1639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745" y="1134058"/>
            <a:ext cx="4937184" cy="1455207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4200">
                <a:solidFill>
                  <a:schemeClr val="accent1"/>
                </a:solidFill>
              </a:defRPr>
            </a:lvl1pPr>
          </a:lstStyle>
          <a:p>
            <a:r>
              <a:rPr lang="pt-PT"/>
              <a:t>título do Modelo Global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620" y="2815400"/>
            <a:ext cx="4934309" cy="2519926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15"/>
              </a:spcAft>
              <a:buNone/>
              <a:defRPr sz="2000">
                <a:solidFill>
                  <a:schemeClr val="tx2"/>
                </a:solidFill>
              </a:defRPr>
            </a:lvl1pPr>
            <a:lvl2pPr marL="462483" indent="0" algn="ctr">
              <a:buNone/>
              <a:defRPr sz="2000"/>
            </a:lvl2pPr>
            <a:lvl3pPr marL="924967" indent="0" algn="ctr">
              <a:buNone/>
              <a:defRPr sz="1800"/>
            </a:lvl3pPr>
            <a:lvl4pPr marL="1387450" indent="0" algn="ctr">
              <a:buNone/>
              <a:defRPr sz="1600"/>
            </a:lvl4pPr>
            <a:lvl5pPr marL="1849933" indent="0" algn="ctr">
              <a:buNone/>
              <a:defRPr sz="1600"/>
            </a:lvl5pPr>
            <a:lvl6pPr marL="2312414" indent="0" algn="ctr">
              <a:buNone/>
              <a:defRPr sz="1600"/>
            </a:lvl6pPr>
            <a:lvl7pPr marL="2774901" indent="0" algn="ctr">
              <a:buNone/>
              <a:defRPr sz="1600"/>
            </a:lvl7pPr>
            <a:lvl8pPr marL="3237382" indent="0" algn="ctr">
              <a:buNone/>
              <a:defRPr sz="1600"/>
            </a:lvl8pPr>
            <a:lvl9pPr marL="3699865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20"/>
            <a:ext cx="1896592" cy="343982"/>
          </a:xfrm>
          <a:prstGeom prst="rect">
            <a:avLst/>
          </a:prstGeom>
        </p:spPr>
      </p:pic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AB9931BC-B448-4EA6-A35A-56AF5C4C24E5}"/>
              </a:ext>
            </a:extLst>
          </p:cNvPr>
          <p:cNvSpPr/>
          <p:nvPr userDrawn="1"/>
        </p:nvSpPr>
        <p:spPr>
          <a:xfrm>
            <a:off x="7" y="5409102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2495" tIns="46247" rIns="92495" bIns="462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657" y="345082"/>
            <a:ext cx="11177551" cy="433458"/>
          </a:xfr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tx2"/>
                </a:solidFill>
              </a:defRPr>
            </a:lvl1pPr>
            <a:lvl2pPr marL="462483" indent="0">
              <a:buNone/>
              <a:defRPr sz="1300">
                <a:solidFill>
                  <a:schemeClr val="tx2"/>
                </a:solidFill>
              </a:defRPr>
            </a:lvl2pPr>
            <a:lvl3pPr marL="924967" indent="0">
              <a:buNone/>
              <a:defRPr sz="1300">
                <a:solidFill>
                  <a:schemeClr val="tx2"/>
                </a:solidFill>
              </a:defRPr>
            </a:lvl3pPr>
            <a:lvl4pPr marL="1387450" indent="0">
              <a:buNone/>
              <a:defRPr sz="1300">
                <a:solidFill>
                  <a:schemeClr val="tx2"/>
                </a:solidFill>
              </a:defRPr>
            </a:lvl4pPr>
            <a:lvl5pPr marL="1849933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3072362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 userDrawn="1"/>
        </p:nvSpPr>
        <p:spPr>
          <a:xfrm>
            <a:off x="722533" y="322972"/>
            <a:ext cx="1849821" cy="324591"/>
          </a:xfrm>
          <a:prstGeom prst="rect">
            <a:avLst/>
          </a:prstGeom>
          <a:noFill/>
        </p:spPr>
        <p:txBody>
          <a:bodyPr wrap="square" lIns="123329" tIns="61666" rIns="123329" bIns="61666" rtlCol="0">
            <a:spAutoFit/>
          </a:bodyPr>
          <a:lstStyle/>
          <a:p>
            <a:pPr defTabSz="1233288"/>
            <a:r>
              <a:rPr lang="es-ES" sz="1300">
                <a:solidFill>
                  <a:srgbClr val="EB0000"/>
                </a:solidFill>
              </a:rPr>
              <a:t>Índice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2641" y="1137934"/>
            <a:ext cx="10635843" cy="5074764"/>
          </a:xfrm>
        </p:spPr>
        <p:txBody>
          <a:bodyPr>
            <a:normAutofit/>
          </a:bodyPr>
          <a:lstStyle>
            <a:lvl1pPr marL="436992" indent="-400577">
              <a:buClr>
                <a:schemeClr val="accent1"/>
              </a:buClr>
              <a:buSzPct val="45000"/>
              <a:buFont typeface="+mj-lt"/>
              <a:buAutoNum type="arabicPeriod"/>
              <a:defRPr lang="es-ES" sz="4000" b="1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None/>
              <a:defRPr/>
            </a:lvl2pPr>
          </a:lstStyle>
          <a:p>
            <a:pPr lvl="0"/>
            <a:r>
              <a:rPr lang="pt-PT"/>
              <a:t>Título de seção</a:t>
            </a:r>
          </a:p>
        </p:txBody>
      </p:sp>
    </p:spTree>
    <p:extLst>
      <p:ext uri="{BB962C8B-B14F-4D97-AF65-F5344CB8AC3E}">
        <p14:creationId xmlns:p14="http://schemas.microsoft.com/office/powerpoint/2010/main" val="867141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e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577125" y="82637"/>
            <a:ext cx="10515600" cy="721375"/>
          </a:xfrm>
        </p:spPr>
        <p:txBody>
          <a:bodyPr vert="horz" lIns="123329" tIns="61666" rIns="123329" bIns="61666" rtlCol="0" anchor="t">
            <a:noAutofit/>
          </a:bodyPr>
          <a:lstStyle>
            <a:lvl1pPr>
              <a:defRPr lang="pt-PT"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11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7127" y="1124713"/>
            <a:ext cx="10903849" cy="526386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61852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de cap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518" y="647833"/>
            <a:ext cx="4386195" cy="295047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o estilo de título do Modelo </a:t>
            </a:r>
            <a:br>
              <a:rPr lang="pt-PT"/>
            </a:br>
            <a:r>
              <a:rPr lang="pt-PT"/>
              <a:t>Global</a:t>
            </a:r>
            <a:endParaRPr lang="es-ES"/>
          </a:p>
        </p:txBody>
      </p:sp>
      <p:sp>
        <p:nvSpPr>
          <p:cNvPr id="5" name="Forma libre: forma 6">
            <a:extLst>
              <a:ext uri="{FF2B5EF4-FFF2-40B4-BE49-F238E27FC236}">
                <a16:creationId xmlns:a16="http://schemas.microsoft.com/office/drawing/2014/main" id="{14147011-41AD-4D71-ABCD-072B7EE84809}"/>
              </a:ext>
            </a:extLst>
          </p:cNvPr>
          <p:cNvSpPr/>
          <p:nvPr userDrawn="1"/>
        </p:nvSpPr>
        <p:spPr>
          <a:xfrm>
            <a:off x="8925343" y="0"/>
            <a:ext cx="3266660" cy="7092950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2495" tIns="46247" rIns="92495" bIns="462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CF711B63-7C0F-4649-B7F0-A207C8B6C4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5217" y="3382580"/>
            <a:ext cx="2958755" cy="2445983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700">
                <a:solidFill>
                  <a:schemeClr val="bg1"/>
                </a:solidFill>
              </a:defRPr>
            </a:lvl1pPr>
            <a:lvl2pPr>
              <a:defRPr sz="14000">
                <a:solidFill>
                  <a:schemeClr val="tx1"/>
                </a:solidFill>
              </a:defRPr>
            </a:lvl2pPr>
            <a:lvl3pPr>
              <a:defRPr sz="11600">
                <a:solidFill>
                  <a:schemeClr val="tx1"/>
                </a:solidFill>
              </a:defRPr>
            </a:lvl3pPr>
            <a:lvl4pPr>
              <a:defRPr sz="9700">
                <a:solidFill>
                  <a:schemeClr val="tx1"/>
                </a:solidFill>
              </a:defRPr>
            </a:lvl4pPr>
            <a:lvl5pPr>
              <a:defRPr sz="97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4009380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4" y="1124720"/>
            <a:ext cx="5297557" cy="1661069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5" y="3199548"/>
            <a:ext cx="5308776" cy="31890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971" y="1124713"/>
            <a:ext cx="5081004" cy="526386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89003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124713"/>
            <a:ext cx="10758733" cy="1885466"/>
          </a:xfrm>
        </p:spPr>
        <p:txBody>
          <a:bodyPr anchor="t">
            <a:no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4" y="3199548"/>
            <a:ext cx="10758733" cy="3189036"/>
          </a:xfrm>
        </p:spPr>
        <p:txBody>
          <a:bodyPr numCol="2" spcCol="971090"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1507820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978" y="1147780"/>
            <a:ext cx="3801119" cy="5223722"/>
          </a:xfrm>
        </p:spPr>
        <p:txBody>
          <a:bodyPr anchor="t">
            <a:noAutofit/>
          </a:bodyPr>
          <a:lstStyle>
            <a:lvl1pPr>
              <a:defRPr sz="26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pt-PT"/>
              <a:t>Editar os estilos </a:t>
            </a:r>
            <a:br>
              <a:rPr lang="pt-PT"/>
            </a:br>
            <a:r>
              <a:rPr lang="pt-PT"/>
              <a:t>de texto do Modelo Global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725" y="1164858"/>
            <a:ext cx="6697035" cy="5223724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4048666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51" y="1124722"/>
            <a:ext cx="3911401" cy="1223665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</a:t>
            </a:r>
            <a:endParaRPr lang="es-ES"/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3" y="2603405"/>
            <a:ext cx="3911401" cy="378517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7433" y="1124694"/>
            <a:ext cx="6683551" cy="5298368"/>
          </a:xfrm>
        </p:spPr>
        <p:txBody>
          <a:bodyPr>
            <a:normAutofit/>
          </a:bodyPr>
          <a:lstStyle>
            <a:lvl1pPr marL="0" indent="0" algn="ctr">
              <a:buNone/>
              <a:defRPr lang="es-E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MX"/>
              <a:t>Insira aqui seu gráfico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06695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3" y="1232631"/>
            <a:ext cx="3911401" cy="5155951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835" y="1766291"/>
            <a:ext cx="6612965" cy="4656777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sua</a:t>
            </a:r>
            <a:r>
              <a:rPr lang="es-ES"/>
              <a:t> </a:t>
            </a:r>
            <a:r>
              <a:rPr lang="es-ES" err="1"/>
              <a:t>tabela</a:t>
            </a:r>
            <a:endParaRPr lang="es-ES"/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835" y="1232633"/>
            <a:ext cx="6587576" cy="3945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3464199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3" y="1232631"/>
            <a:ext cx="3911401" cy="6800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4070" y="1232631"/>
            <a:ext cx="6456737" cy="6800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200" y="2062210"/>
            <a:ext cx="3911600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4068" y="2062210"/>
            <a:ext cx="6472719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EAA6F10-C407-4622-AF96-B2605139D86B}"/>
              </a:ext>
            </a:extLst>
          </p:cNvPr>
          <p:cNvSpPr/>
          <p:nvPr userDrawn="1"/>
        </p:nvSpPr>
        <p:spPr>
          <a:xfrm>
            <a:off x="4742403" y="3811316"/>
            <a:ext cx="187151" cy="214151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3329" tIns="61666" rIns="123329" bIns="61666" rtlCol="0" anchor="ctr"/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4794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igado - Co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 userDrawn="1"/>
        </p:nvSpPr>
        <p:spPr>
          <a:xfrm>
            <a:off x="0" y="5409102"/>
            <a:ext cx="12192000" cy="1683855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3329" tIns="61666" rIns="123329" bIns="61666" rtlCol="0" anchor="ctr"/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20"/>
            <a:ext cx="1896592" cy="343982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917" y="5764083"/>
            <a:ext cx="1347483" cy="471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 userDrawn="1"/>
        </p:nvGrpSpPr>
        <p:grpSpPr>
          <a:xfrm>
            <a:off x="7612561" y="5764523"/>
            <a:ext cx="578707" cy="470606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 userDrawn="1"/>
        </p:nvSpPr>
        <p:spPr>
          <a:xfrm>
            <a:off x="719288" y="2012310"/>
            <a:ext cx="3365479" cy="1324865"/>
          </a:xfrm>
          <a:prstGeom prst="rect">
            <a:avLst/>
          </a:prstGeom>
          <a:noFill/>
        </p:spPr>
        <p:txBody>
          <a:bodyPr wrap="square" lIns="123329" tIns="61666" rIns="123329" bIns="61666" rtlCol="0">
            <a:spAutoFit/>
          </a:bodyPr>
          <a:lstStyle/>
          <a:p>
            <a:pPr defTabSz="1233288"/>
            <a:r>
              <a:rPr lang="pt-PT" sz="1300">
                <a:solidFill>
                  <a:srgbClr val="6E7678"/>
                </a:solidFill>
              </a:rPr>
              <a:t>A nossa missão é contribuir para o desenvolvimento das pessoas e das empresas.</a:t>
            </a:r>
          </a:p>
          <a:p>
            <a:pPr defTabSz="1233288"/>
            <a:endParaRPr lang="pt-PT" sz="1300">
              <a:solidFill>
                <a:srgbClr val="6E7678"/>
              </a:solidFill>
            </a:endParaRPr>
          </a:p>
          <a:p>
            <a:pPr defTabSz="1233288"/>
            <a:r>
              <a:rPr lang="pt-PT" sz="1300">
                <a:solidFill>
                  <a:srgbClr val="6E7678"/>
                </a:solidFill>
              </a:rPr>
              <a:t>A nossa cultura baseia-se no princípio de que tudo o que fazemos deve ser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 userDrawn="1"/>
        </p:nvSpPr>
        <p:spPr>
          <a:xfrm>
            <a:off x="721513" y="649715"/>
            <a:ext cx="3365479" cy="763970"/>
          </a:xfrm>
          <a:prstGeom prst="rect">
            <a:avLst/>
          </a:prstGeom>
          <a:noFill/>
        </p:spPr>
        <p:txBody>
          <a:bodyPr wrap="square" lIns="123329" tIns="61666" rIns="123329" bIns="61666" rtlCol="0">
            <a:spAutoFit/>
          </a:bodyPr>
          <a:lstStyle/>
          <a:p>
            <a:pPr defTabSz="1233288"/>
            <a:r>
              <a:rPr lang="es-ES" sz="4000" err="1">
                <a:solidFill>
                  <a:srgbClr val="EB0000"/>
                </a:solidFill>
              </a:rPr>
              <a:t>Obrigado</a:t>
            </a:r>
            <a:r>
              <a:rPr lang="es-ES" sz="4000">
                <a:solidFill>
                  <a:srgbClr val="EB0000"/>
                </a:solidFill>
              </a:rPr>
              <a:t>.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 userDrawn="1"/>
        </p:nvSpPr>
        <p:spPr>
          <a:xfrm>
            <a:off x="7" y="5409102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2495" tIns="46247" rIns="92495" bIns="462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  <p:pic>
        <p:nvPicPr>
          <p:cNvPr id="14" name="Imagen 6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256" y="3576683"/>
            <a:ext cx="3046637" cy="30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620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7634"/>
            <a:ext cx="10515600" cy="1370975"/>
          </a:xfrm>
          <a:prstGeom prst="rect">
            <a:avLst/>
          </a:prstGeom>
        </p:spPr>
        <p:txBody>
          <a:bodyPr vert="horz" lIns="91373" tIns="45686" rIns="91373" bIns="45686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88169"/>
            <a:ext cx="10515600" cy="4500412"/>
          </a:xfrm>
          <a:prstGeom prst="rect">
            <a:avLst/>
          </a:prstGeom>
        </p:spPr>
        <p:txBody>
          <a:bodyPr vert="horz" lIns="91373" tIns="45686" rIns="91373" bIns="45686" rtlCol="0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9DA10A-F167-488F-8E2B-A0FE56502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74115"/>
            <a:ext cx="2743200" cy="377634"/>
          </a:xfrm>
          <a:prstGeom prst="rect">
            <a:avLst/>
          </a:prstGeom>
        </p:spPr>
        <p:txBody>
          <a:bodyPr vert="horz" lIns="91373" tIns="45686" rIns="91373" bIns="45686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37220-A8C8-4E71-8BA2-4260C5636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74115"/>
            <a:ext cx="4114800" cy="377634"/>
          </a:xfrm>
          <a:prstGeom prst="rect">
            <a:avLst/>
          </a:prstGeom>
        </p:spPr>
        <p:txBody>
          <a:bodyPr vert="horz" lIns="91373" tIns="45686" rIns="91373" bIns="45686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ES"/>
              <a:t>asas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E98D6-3F4E-4F5E-9BFB-DDFD9AC1E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574115"/>
            <a:ext cx="2743200" cy="377634"/>
          </a:xfrm>
          <a:prstGeom prst="rect">
            <a:avLst/>
          </a:prstGeom>
        </p:spPr>
        <p:txBody>
          <a:bodyPr vert="horz" lIns="91373" tIns="45686" rIns="91373" bIns="45686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0D97B6-E32F-4D7D-B839-7C3B51F2640F}" type="slidenum">
              <a:rPr lang="es-ES" smtClean="0"/>
              <a:t>‹#›</a:t>
            </a:fld>
            <a:endParaRPr lang="es-ES"/>
          </a:p>
        </p:txBody>
      </p:sp>
      <p:sp>
        <p:nvSpPr>
          <p:cNvPr id="8" name="MSIPCMContentMarking" descr="{&quot;HashCode&quot;:-665463564,&quot;Placement&quot;:&quot;Header&quot;,&quot;Top&quot;:0.0,&quot;Left&quot;:0.0,&quot;SlideWidth&quot;:960,&quot;SlideHeight&quot;:558}"/>
          <p:cNvSpPr txBox="1"/>
          <p:nvPr userDrawn="1"/>
        </p:nvSpPr>
        <p:spPr>
          <a:xfrm>
            <a:off x="0" y="0"/>
            <a:ext cx="907183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80468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</p:sldLayoutIdLst>
  <p:hf hdr="0" dt="0"/>
  <p:txStyles>
    <p:titleStyle>
      <a:lvl1pPr algn="l" defTabSz="913751" rtl="0" eaLnBrk="1" latinLnBrk="0" hangingPunct="1">
        <a:lnSpc>
          <a:spcPct val="90000"/>
        </a:lnSpc>
        <a:spcBef>
          <a:spcPct val="0"/>
        </a:spcBef>
        <a:buNone/>
        <a:defRPr sz="4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38" indent="-228438" algn="l" defTabSz="91375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313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189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061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5937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2812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69687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6563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3438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876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751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624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498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4377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250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8124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4998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7634"/>
            <a:ext cx="10515600" cy="1370975"/>
          </a:xfrm>
          <a:prstGeom prst="rect">
            <a:avLst/>
          </a:prstGeom>
        </p:spPr>
        <p:txBody>
          <a:bodyPr vert="horz" lIns="123329" tIns="61666" rIns="123329" bIns="61666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88170"/>
            <a:ext cx="10515600" cy="4500412"/>
          </a:xfrm>
          <a:prstGeom prst="rect">
            <a:avLst/>
          </a:prstGeom>
        </p:spPr>
        <p:txBody>
          <a:bodyPr vert="horz" lIns="123329" tIns="61666" rIns="123329" bIns="61666" rtlCol="0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9DA10A-F167-488F-8E2B-A0FE56502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74115"/>
            <a:ext cx="2743200" cy="377634"/>
          </a:xfrm>
          <a:prstGeom prst="rect">
            <a:avLst/>
          </a:prstGeom>
        </p:spPr>
        <p:txBody>
          <a:bodyPr vert="horz" lIns="123329" tIns="61666" rIns="123329" bIns="61666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33288"/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37220-A8C8-4E71-8BA2-4260C5636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74115"/>
            <a:ext cx="4114800" cy="377634"/>
          </a:xfrm>
          <a:prstGeom prst="rect">
            <a:avLst/>
          </a:prstGeom>
        </p:spPr>
        <p:txBody>
          <a:bodyPr vert="horz" lIns="123329" tIns="61666" rIns="123329" bIns="61666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33288"/>
            <a:r>
              <a:rPr lang="es-ES">
                <a:solidFill>
                  <a:prstClr val="black">
                    <a:tint val="75000"/>
                  </a:prstClr>
                </a:solidFill>
              </a:rPr>
              <a:t>asas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E98D6-3F4E-4F5E-9BFB-DDFD9AC1E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574115"/>
            <a:ext cx="2743200" cy="377634"/>
          </a:xfrm>
          <a:prstGeom prst="rect">
            <a:avLst/>
          </a:prstGeom>
        </p:spPr>
        <p:txBody>
          <a:bodyPr vert="horz" lIns="123329" tIns="61666" rIns="123329" bIns="61666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33288"/>
            <a:fld id="{BC0D97B6-E32F-4D7D-B839-7C3B51F2640F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1233288"/>
              <a:t>‹#›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MSIPCMContentMarking" descr="{&quot;HashCode&quot;:-665463564,&quot;Placement&quot;:&quot;Header&quot;,&quot;Top&quot;:0.0,&quot;Left&quot;:0.0,&quot;SlideWidth&quot;:960,&quot;SlideHeight&quot;:558}"/>
          <p:cNvSpPr txBox="1"/>
          <p:nvPr userDrawn="1"/>
        </p:nvSpPr>
        <p:spPr>
          <a:xfrm>
            <a:off x="0" y="0"/>
            <a:ext cx="907183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95304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hf hdr="0" dt="0"/>
  <p:txStyles>
    <p:titleStyle>
      <a:lvl1pPr algn="l" defTabSz="924967" rtl="0" eaLnBrk="1" latinLnBrk="0" hangingPunct="1">
        <a:lnSpc>
          <a:spcPct val="90000"/>
        </a:lnSpc>
        <a:spcBef>
          <a:spcPct val="0"/>
        </a:spcBef>
        <a:buNone/>
        <a:defRPr sz="4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1243" indent="-231243" algn="l" defTabSz="924967" rtl="0" eaLnBrk="1" latinLnBrk="0" hangingPunct="1">
        <a:lnSpc>
          <a:spcPct val="90000"/>
        </a:lnSpc>
        <a:spcBef>
          <a:spcPts val="1012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3726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56207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18691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81174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43658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3006140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68621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931105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2483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24967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87450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49933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12414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74901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37382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99865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1.bin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40447380-3E61-4E42-AFCA-CAF1866AAF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1748" y="1546412"/>
            <a:ext cx="11340264" cy="645459"/>
          </a:xfrm>
        </p:spPr>
        <p:txBody>
          <a:bodyPr>
            <a:normAutofit/>
          </a:bodyPr>
          <a:lstStyle/>
          <a:p>
            <a:r>
              <a:rPr lang="es-ES"/>
              <a:t>Projeto Repositório Consolidado de Garantias</a:t>
            </a:r>
          </a:p>
        </p:txBody>
      </p:sp>
      <p:sp>
        <p:nvSpPr>
          <p:cNvPr id="5" name="CuadroTexto 7"/>
          <p:cNvSpPr txBox="1"/>
          <p:nvPr/>
        </p:nvSpPr>
        <p:spPr>
          <a:xfrm>
            <a:off x="5031441" y="365329"/>
            <a:ext cx="685575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00">
                <a:solidFill>
                  <a:schemeClr val="bg2">
                    <a:lumMod val="50000"/>
                  </a:schemeClr>
                </a:solidFill>
              </a:rPr>
              <a:t>Para conhecimento   </a:t>
            </a:r>
          </a:p>
        </p:txBody>
      </p:sp>
      <p:sp>
        <p:nvSpPr>
          <p:cNvPr id="8" name="CuadroTexto 11"/>
          <p:cNvSpPr txBox="1"/>
          <p:nvPr/>
        </p:nvSpPr>
        <p:spPr>
          <a:xfrm>
            <a:off x="928689" y="815696"/>
            <a:ext cx="1095851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00">
                <a:solidFill>
                  <a:schemeClr val="bg2">
                    <a:lumMod val="50000"/>
                  </a:schemeClr>
                </a:solidFill>
              </a:rPr>
              <a:t>Confidencial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6189" y="2680456"/>
            <a:ext cx="996459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PT" sz="2000">
                <a:solidFill>
                  <a:schemeClr val="tx2"/>
                </a:solidFill>
              </a:rPr>
              <a:t>Ponto de Situação</a:t>
            </a:r>
          </a:p>
          <a:p>
            <a:pPr>
              <a:spcAft>
                <a:spcPts val="1200"/>
              </a:spcAft>
            </a:pPr>
            <a:r>
              <a:rPr lang="pt-PT" sz="1600">
                <a:solidFill>
                  <a:schemeClr val="tx2"/>
                </a:solidFill>
              </a:rPr>
              <a:t>4 de Abril de 2023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657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i="1"/>
              <a:t>Status</a:t>
            </a:r>
            <a:r>
              <a:rPr lang="pt-PT"/>
              <a:t> do projeto</a:t>
            </a:r>
            <a:br>
              <a:rPr lang="pt-PT"/>
            </a:br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215426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/>
              <a:t>1. Status do projeto</a:t>
            </a:r>
            <a:endParaRPr lang="es-ES" sz="2000"/>
          </a:p>
          <a:p>
            <a:endParaRPr lang="es-ES" sz="2000"/>
          </a:p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3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>
                <a:solidFill>
                  <a:schemeClr val="bg1"/>
                </a:solidFill>
              </a:rPr>
              <a:t>1.1</a:t>
            </a:r>
            <a:endParaRPr lang="en-US" sz="1000" b="1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>
                <a:solidFill>
                  <a:schemeClr val="tx1"/>
                </a:solidFill>
              </a:rPr>
              <a:t>Quadro Resumo de Controlos e Resultados (relativo a 31 de Janeiro 2023)</a:t>
            </a:r>
            <a:r>
              <a:rPr lang="pt-PT" sz="1000" b="1" baseline="30000">
                <a:solidFill>
                  <a:schemeClr val="tx1"/>
                </a:solidFill>
              </a:rPr>
              <a:t>1</a:t>
            </a:r>
            <a:endParaRPr lang="en-US" sz="1000" b="1" baseline="30000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22243" y="1637202"/>
            <a:ext cx="1957457" cy="163005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100">
                <a:latin typeface="Santander Text" panose="020B0504020201020104" pitchFamily="34" charset="0"/>
              </a:rPr>
              <a:t>CDO</a:t>
            </a:r>
            <a:endParaRPr lang="en-US" sz="1100">
              <a:latin typeface="Santander Text" panose="020B05040202010201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F17E78E-41EA-4899-8FEE-94E9E4145C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1042522"/>
              </p:ext>
            </p:extLst>
          </p:nvPr>
        </p:nvGraphicFramePr>
        <p:xfrm>
          <a:off x="722242" y="2202181"/>
          <a:ext cx="9518400" cy="311464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6000">
                  <a:extLst>
                    <a:ext uri="{9D8B030D-6E8A-4147-A177-3AD203B41FA5}">
                      <a16:colId xmlns:a16="http://schemas.microsoft.com/office/drawing/2014/main" val="2195827580"/>
                    </a:ext>
                  </a:extLst>
                </a:gridCol>
                <a:gridCol w="6422400">
                  <a:extLst>
                    <a:ext uri="{9D8B030D-6E8A-4147-A177-3AD203B41FA5}">
                      <a16:colId xmlns:a16="http://schemas.microsoft.com/office/drawing/2014/main" val="3847489052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688265970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331130350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ID</a:t>
                      </a:r>
                      <a:endParaRPr lang="pt-PT" sz="950" b="1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1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Temas</a:t>
                      </a:r>
                      <a:endParaRPr lang="pt-PT" sz="950" b="1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1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# Responsabilidade/ Processo</a:t>
                      </a: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Diferenças de MAVALIAA</a:t>
                      </a: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911135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u="none" strike="noStrike">
                          <a:effectLst/>
                          <a:latin typeface="Santander Text" panose="020B0504020201020104" pitchFamily="34" charset="0"/>
                        </a:rPr>
                        <a:t>1</a:t>
                      </a:r>
                      <a:endParaRPr lang="pt-PT" sz="95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Apenas serão contempladas responsabilidades/processos com bens associados e com datas de vencimento válidas (exceto bens com origem </a:t>
                      </a:r>
                      <a:r>
                        <a:rPr lang="pt-PT" sz="950" b="0" i="1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leasing</a:t>
                      </a:r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).</a:t>
                      </a: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2 288</a:t>
                      </a:r>
                    </a:p>
                  </a:txBody>
                  <a:tcPr marL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-864 530 961</a:t>
                      </a:r>
                    </a:p>
                  </a:txBody>
                  <a:tcPr marL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1395443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u="none" strike="noStrike">
                          <a:effectLst/>
                          <a:latin typeface="Santander Text" panose="020B0504020201020104" pitchFamily="34" charset="0"/>
                        </a:rPr>
                        <a:t>2</a:t>
                      </a:r>
                      <a:endParaRPr lang="pt-PT" sz="95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Todos os titulares, utilizados atualmente como garantias pessoais, serão excluídos.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62 386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-4 372 656 313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6875890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u="none" strike="noStrike">
                          <a:effectLst/>
                          <a:latin typeface="Santander Text" panose="020B0504020201020104" pitchFamily="34" charset="0"/>
                        </a:rPr>
                        <a:t>3</a:t>
                      </a:r>
                      <a:endParaRPr lang="pt-PT" sz="95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O algoritmos de apuramento de saldos das responsabilidades, relevantes para a distribuição dos montantes das garantias, passará a contemplar contas contabilisticas de juros e despesas vencidas.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187 488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19 521 049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9200727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u="none" strike="noStrike">
                          <a:effectLst/>
                          <a:latin typeface="Santander Text" panose="020B0504020201020104" pitchFamily="34" charset="0"/>
                        </a:rPr>
                        <a:t>4</a:t>
                      </a:r>
                      <a:endParaRPr lang="pt-PT" sz="95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A metodologia de aprovisionamento de montantes de avaliação para fomentos à construção e IFRRUs, manter-se-á como no BIYR9500, à exceção da percentagem de avaliação atribuida ao BST (será como base o financiamento inicial do IFRRU e não no saldo em dívida atual). A mesma será revista após o rácio de Abril.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239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44 488 803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7057866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u="none" strike="noStrike">
                          <a:effectLst/>
                          <a:latin typeface="Santander Text" panose="020B0504020201020104" pitchFamily="34" charset="0"/>
                        </a:rPr>
                        <a:t>5</a:t>
                      </a:r>
                      <a:endParaRPr lang="pt-PT" sz="95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O montante considerado em garantias pessoais deve ser o da responsabilidade e não o do processo.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148 813</a:t>
                      </a:r>
                      <a:r>
                        <a:rPr lang="pt-PT" sz="950" b="0" i="0" u="none" strike="noStrike" baseline="300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-5 872 541 641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6077517"/>
                  </a:ext>
                </a:extLst>
              </a:tr>
              <a:tr h="456412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6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No caso das garantias financeiras, serão descartadas as garantias cuja data de vencimento seja inferior à data do rácio, mesmo tendo uma data de cativo válida (uma vez que a data de cativo pode ser referente à DO e não ao bem contratualizado incialmente com o cliente). Metodologia que será aplicada após quantificação de impactos. 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Por quantificar 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pt-PT" sz="95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9576559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Apenas serão contemplados bens com datas de avaliação válidas (exceto bens com origem </a:t>
                      </a:r>
                      <a:r>
                        <a:rPr lang="pt-PT" sz="950" b="0" i="1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leasing</a:t>
                      </a:r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).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298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-78 775 047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340860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A metodologia de aprovisionamento de montantes/datas de avaliação aplicada a Fomentos à Construção deve ser igual para todas as origens.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14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-174 914 456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4316186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5E391C80-8503-526C-1599-9EAA37A0065B}"/>
              </a:ext>
            </a:extLst>
          </p:cNvPr>
          <p:cNvSpPr txBox="1"/>
          <p:nvPr/>
        </p:nvSpPr>
        <p:spPr>
          <a:xfrm>
            <a:off x="711028" y="1837443"/>
            <a:ext cx="994761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pt-PT" sz="1100">
                <a:effectLst/>
                <a:latin typeface="Santander Text" panose="020B0504020201020104" pitchFamily="34" charset="0"/>
                <a:ea typeface="Times New Roman" panose="02020603050405020304" pitchFamily="18" charset="0"/>
              </a:rPr>
              <a:t>Alterações que foram realizadas no modelo face à situação que existe atualmente no BIYR2500 com impacto nos resultados:</a:t>
            </a:r>
            <a:endParaRPr lang="en-US" sz="1100">
              <a:latin typeface="Santander Text" panose="020B0504020201020104" pitchFamily="34" charset="0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8253D2F7-582B-9495-0091-F9EDA507B9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028" y="6037194"/>
            <a:ext cx="395653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PT" sz="800">
                <a:latin typeface="Santander Text" panose="020B0504020201020104" pitchFamily="34" charset="0"/>
              </a:rPr>
              <a:t>1. Resultados obtidos sobre a execução realizada no dia 27 de março.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800">
                <a:latin typeface="Santander Text" panose="020B0504020201020104" pitchFamily="34" charset="0"/>
              </a:rPr>
              <a:t>2. A granularidade utilizada para análise foi ao nivel do bem (garantia pessoal – Cliente)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Santander Text" panose="020B05040202010201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535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/>
              <a:t>1. Status do projeto</a:t>
            </a:r>
            <a:endParaRPr lang="es-ES" sz="2000"/>
          </a:p>
          <a:p>
            <a:endParaRPr lang="es-ES" sz="2000"/>
          </a:p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4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>
                <a:solidFill>
                  <a:schemeClr val="bg1"/>
                </a:solidFill>
              </a:rPr>
              <a:t>1.1</a:t>
            </a:r>
            <a:endParaRPr lang="en-US" sz="1000" b="1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>
                <a:solidFill>
                  <a:schemeClr val="tx1"/>
                </a:solidFill>
              </a:rPr>
              <a:t>Quadro Resumo de Controlos e Resultados (relativo a 31 de Janeiro 2023)</a:t>
            </a:r>
            <a:r>
              <a:rPr lang="pt-PT" sz="1000" b="1" baseline="30000">
                <a:solidFill>
                  <a:schemeClr val="tx1"/>
                </a:solidFill>
              </a:rPr>
              <a:t>1</a:t>
            </a:r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22243" y="1637202"/>
            <a:ext cx="1957457" cy="163005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100">
                <a:latin typeface="Santander Text" panose="020B0504020201020104" pitchFamily="34" charset="0"/>
              </a:rPr>
              <a:t>CDO</a:t>
            </a:r>
            <a:endParaRPr lang="en-US" sz="1100">
              <a:latin typeface="Santander Text" panose="020B05040202010201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F17E78E-41EA-4899-8FEE-94E9E4145C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0707488"/>
              </p:ext>
            </p:extLst>
          </p:nvPr>
        </p:nvGraphicFramePr>
        <p:xfrm>
          <a:off x="722242" y="2202181"/>
          <a:ext cx="9518400" cy="221627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6000">
                  <a:extLst>
                    <a:ext uri="{9D8B030D-6E8A-4147-A177-3AD203B41FA5}">
                      <a16:colId xmlns:a16="http://schemas.microsoft.com/office/drawing/2014/main" val="2195827580"/>
                    </a:ext>
                  </a:extLst>
                </a:gridCol>
                <a:gridCol w="6422400">
                  <a:extLst>
                    <a:ext uri="{9D8B030D-6E8A-4147-A177-3AD203B41FA5}">
                      <a16:colId xmlns:a16="http://schemas.microsoft.com/office/drawing/2014/main" val="3847489052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688265970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331130350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ID</a:t>
                      </a:r>
                      <a:endParaRPr lang="pt-PT" sz="950" b="1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1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Temas</a:t>
                      </a:r>
                      <a:endParaRPr lang="pt-PT" sz="950" b="1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1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# Responsabilidade/ Processo</a:t>
                      </a: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Diferenças de MAVALIAA</a:t>
                      </a: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911135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9</a:t>
                      </a: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O rateio dos bens pelos processos/responsabilidades deve ser feito independentemente da origem e deve ser realizado com base no valor atual da responsabilidade e não pela percentagem de cobertura calculada no momento da contratação.</a:t>
                      </a: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302</a:t>
                      </a:r>
                    </a:p>
                  </a:txBody>
                  <a:tcPr marL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-173 764 695</a:t>
                      </a:r>
                    </a:p>
                  </a:txBody>
                  <a:tcPr marL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3737352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10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Saldos de bens financeiros utilizados no modelo apresentam lag de um dia face ao BIYR (BIYR utiliza saldos de D+1).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3 118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309 046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0796925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11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São consideradas todas as garantias financeiras válidas dentro da mesma caução, independentemente da sua tipologia (exemplo, DO e TT).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170 925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2613097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12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Apenas serão contempladas garantias manuais de PPC com caução carregada para o respetivo emitente/programa. Nos títulos as cauções são as mesmas.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80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-199 783 762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964744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13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O montante das garantias pessoais será o resultado após a multiplicação do valor da responsabilidade pela percentagem de cobertura do cliente (bem).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35 806</a:t>
                      </a:r>
                      <a:r>
                        <a:rPr lang="pt-PT" sz="950" b="0" i="0" u="none" strike="noStrike" baseline="300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-924 951 178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5482687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14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Deve ser considerado o valor de avaliação mais recente, independentemente do seu montante (inclusão de avaliações com montante igual a zero).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59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-17 463 299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6158917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5E391C80-8503-526C-1599-9EAA37A0065B}"/>
              </a:ext>
            </a:extLst>
          </p:cNvPr>
          <p:cNvSpPr txBox="1"/>
          <p:nvPr/>
        </p:nvSpPr>
        <p:spPr>
          <a:xfrm>
            <a:off x="711028" y="1837443"/>
            <a:ext cx="994761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pt-PT" sz="1100">
                <a:effectLst/>
                <a:latin typeface="Santander Text" panose="020B0504020201020104" pitchFamily="34" charset="0"/>
                <a:ea typeface="Times New Roman" panose="02020603050405020304" pitchFamily="18" charset="0"/>
              </a:rPr>
              <a:t>Alterações que foram realizadas no modelo face à situação que existe atualmente no BIYR2500 com impacto nos resultados:</a:t>
            </a:r>
            <a:endParaRPr lang="en-US" sz="1100">
              <a:latin typeface="Santander Text" panose="020B05040202010201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D31158-A6EE-FC67-32EE-D546D5EF43CE}"/>
              </a:ext>
            </a:extLst>
          </p:cNvPr>
          <p:cNvSpPr/>
          <p:nvPr/>
        </p:nvSpPr>
        <p:spPr>
          <a:xfrm>
            <a:off x="-24384" y="2566035"/>
            <a:ext cx="827024" cy="3152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pt-PT" sz="700" b="1">
                <a:solidFill>
                  <a:srgbClr val="FFC000"/>
                </a:solidFill>
              </a:rPr>
              <a:t>ATUALIZADO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81D586-B3A4-FFE9-CA88-29DE168AE118}"/>
              </a:ext>
            </a:extLst>
          </p:cNvPr>
          <p:cNvSpPr/>
          <p:nvPr/>
        </p:nvSpPr>
        <p:spPr>
          <a:xfrm>
            <a:off x="-24384" y="4105275"/>
            <a:ext cx="827024" cy="3152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pt-PT" sz="700" b="1">
                <a:solidFill>
                  <a:srgbClr val="00B050"/>
                </a:solidFill>
              </a:rPr>
              <a:t>NOVO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35D750DF-A697-68D7-B1BD-D2D54EDCD5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028" y="6037194"/>
            <a:ext cx="395653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PT" sz="800">
                <a:latin typeface="Santander Text" panose="020B0504020201020104" pitchFamily="34" charset="0"/>
              </a:rPr>
              <a:t>1. Resultados obtidos sobre a execução realizada no dia 27 de março.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800">
                <a:latin typeface="Santander Text" panose="020B0504020201020104" pitchFamily="34" charset="0"/>
              </a:rPr>
              <a:t>2. A granularidade utilizada para análise foi ao nivel do bem (garantia pessoal – Cliente)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Santander Text" panose="020B05040202010201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460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2000"/>
              <a:t>1. Status do projeto</a:t>
            </a:r>
          </a:p>
          <a:p>
            <a:endParaRPr lang="es-ES" sz="2000"/>
          </a:p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5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>
                <a:solidFill>
                  <a:schemeClr val="bg1"/>
                </a:solidFill>
              </a:rPr>
              <a:t>1.1</a:t>
            </a:r>
            <a:endParaRPr lang="en-US" sz="1000" b="1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>
                <a:solidFill>
                  <a:schemeClr val="tx1"/>
                </a:solidFill>
              </a:rPr>
              <a:t>Quadro Resumo de Controlos e Resultados (relativo a 31 de Janeiro 2023)</a:t>
            </a:r>
            <a:r>
              <a:rPr lang="pt-PT" sz="1000" b="1" baseline="30000">
                <a:solidFill>
                  <a:schemeClr val="tx1"/>
                </a:solidFill>
              </a:rPr>
              <a:t>1</a:t>
            </a:r>
            <a:endParaRPr lang="en-US" sz="1000" b="1" baseline="30000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22243" y="1637202"/>
            <a:ext cx="1957457" cy="163005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100">
                <a:latin typeface="Santander Text" panose="020B0504020201020104" pitchFamily="34" charset="0"/>
              </a:rPr>
              <a:t>CDO</a:t>
            </a:r>
            <a:endParaRPr lang="en-US" sz="1100">
              <a:latin typeface="Santander Text" panose="020B0504020201020104" pitchFamily="34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9852955"/>
              </p:ext>
            </p:extLst>
          </p:nvPr>
        </p:nvGraphicFramePr>
        <p:xfrm>
          <a:off x="722242" y="2455200"/>
          <a:ext cx="9936401" cy="2625600"/>
        </p:xfrm>
        <a:graphic>
          <a:graphicData uri="http://schemas.openxmlformats.org/drawingml/2006/table">
            <a:tbl>
              <a:tblPr firstRow="1" firstCol="1" bandRow="1"/>
              <a:tblGrid>
                <a:gridCol w="14775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1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94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94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94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19486">
                  <a:extLst>
                    <a:ext uri="{9D8B030D-6E8A-4147-A177-3AD203B41FA5}">
                      <a16:colId xmlns:a16="http://schemas.microsoft.com/office/drawing/2014/main" val="4093056714"/>
                    </a:ext>
                  </a:extLst>
                </a:gridCol>
                <a:gridCol w="1419486">
                  <a:extLst>
                    <a:ext uri="{9D8B030D-6E8A-4147-A177-3AD203B41FA5}">
                      <a16:colId xmlns:a16="http://schemas.microsoft.com/office/drawing/2014/main" val="2876392654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endParaRPr lang="en-US" sz="1000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BIYR2500 (1)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Novo Modelo de Garantias (2)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PT" sz="1000" b="1" i="1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∆ </a:t>
                      </a:r>
                      <a:r>
                        <a:rPr lang="pt-PT" sz="1000" b="1" i="0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(2-1)</a:t>
                      </a:r>
                      <a:r>
                        <a:rPr lang="pt-PT" sz="1000" b="1" i="1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endParaRPr lang="en-US" sz="1000" b="1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9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Tipo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Processo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MAVALIAA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Processo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MAVALIAA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Processo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MAVALIAA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Factoring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1"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968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79 253 490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8 478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79 257 990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7 510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4 500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Pessoais </a:t>
                      </a:r>
                      <a:r>
                        <a:rPr lang="en-US" sz="1000" b="0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(excl. </a:t>
                      </a:r>
                      <a:r>
                        <a:rPr lang="en-US" sz="1000" b="0" i="1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Leasing e Factoring</a:t>
                      </a:r>
                      <a:r>
                        <a:rPr lang="en-US" sz="1000" b="0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)</a:t>
                      </a:r>
                      <a:r>
                        <a:rPr lang="en-US" sz="1000" b="0" baseline="30000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2</a:t>
                      </a: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1"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404 932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34 642 322 191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367 114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23 020 061 285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-37 818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-11 622 260 906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Financeiras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1"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7 983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1 244 699 523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7 925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712 263 989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-58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-532 435 533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5506073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Imóveis </a:t>
                      </a:r>
                      <a:r>
                        <a:rPr lang="en-US" sz="1000" b="0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(excl. </a:t>
                      </a:r>
                      <a:r>
                        <a:rPr lang="en-US" sz="1000" b="0" i="1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Leasing</a:t>
                      </a:r>
                      <a:r>
                        <a:rPr lang="en-US" sz="1000" b="0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)</a:t>
                      </a: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1"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371 426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58 086 749 279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405 418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57 500 548 172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33 992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-586 201 107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i="1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Leasing</a:t>
                      </a:r>
                      <a:r>
                        <a:rPr lang="en-US" sz="1000" b="1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Pessoais </a:t>
                      </a:r>
                      <a:r>
                        <a:rPr lang="en-US" sz="1000" b="0" baseline="30000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2</a:t>
                      </a: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1"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38 546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1 696 545 015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33 954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161 099 981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-4 592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-1 535 445 034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7319531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i="1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Leasing</a:t>
                      </a:r>
                      <a:r>
                        <a:rPr lang="en-US" sz="1000" b="1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Imóveis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1"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5 263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1 553 723 935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5 041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1 528 934 890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-222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-24 789 045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6997582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Total</a:t>
                      </a: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1"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829 118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97 303 293 433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827 930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83 002 166 308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-1 188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-14 301 127 125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436366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11028" y="1837443"/>
            <a:ext cx="85111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pt-PT" sz="1100">
                <a:latin typeface="Santander Text" panose="020B0504020201020104" pitchFamily="34" charset="0"/>
              </a:rPr>
              <a:t>Comparação de universo e montantes de avaliações:</a:t>
            </a:r>
            <a:endParaRPr lang="en-US" sz="1100">
              <a:latin typeface="Santander Text" panose="020B05040202010201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395CC0C-E4E9-D409-255D-6A32BEE355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028" y="6037194"/>
            <a:ext cx="395653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PT" sz="800">
                <a:latin typeface="Santander Text" panose="020B0504020201020104" pitchFamily="34" charset="0"/>
              </a:rPr>
              <a:t>1. Resultados obtidos sobre a execução realizada no dia 27 de março.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800">
                <a:latin typeface="Santander Text" panose="020B0504020201020104" pitchFamily="34" charset="0"/>
              </a:rPr>
              <a:t>2. A granularidade utilizada para análise foi ao nivel do bem (garantia pessoal – Cliente)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Santander Text" panose="020B05040202010201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5004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/>
              <a:t>1. Status do projeto</a:t>
            </a:r>
            <a:endParaRPr lang="es-ES" sz="2000"/>
          </a:p>
          <a:p>
            <a:endParaRPr lang="es-ES" sz="2000"/>
          </a:p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6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>
                <a:solidFill>
                  <a:schemeClr val="bg1"/>
                </a:solidFill>
              </a:rPr>
              <a:t>1.2</a:t>
            </a:r>
            <a:endParaRPr lang="en-US" sz="1000" b="1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>
                <a:solidFill>
                  <a:schemeClr val="tx1"/>
                </a:solidFill>
              </a:rPr>
              <a:t>Quadro Resumo de Controlos e Resultados (relativo a 31 de Janeiro 2023) | Detalhe por tipologia de garantia</a:t>
            </a:r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22242" y="1631508"/>
            <a:ext cx="2340000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>
                <a:solidFill>
                  <a:schemeClr val="tx1"/>
                </a:solidFill>
                <a:latin typeface="Santander Text" panose="020B0504020201020104" pitchFamily="34" charset="0"/>
              </a:rPr>
              <a:t>Garantias Pessoais</a:t>
            </a:r>
            <a:r>
              <a:rPr lang="pt-PT" sz="1000" b="1" baseline="30000">
                <a:solidFill>
                  <a:schemeClr val="tx1"/>
                </a:solidFill>
                <a:latin typeface="Santander Text" panose="020B0504020201020104" pitchFamily="34" charset="0"/>
              </a:rPr>
              <a:t>1 2</a:t>
            </a:r>
            <a:endParaRPr lang="en-US" sz="1000" b="1" baseline="3000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8131888"/>
              </p:ext>
            </p:extLst>
          </p:nvPr>
        </p:nvGraphicFramePr>
        <p:xfrm>
          <a:off x="722243" y="1992456"/>
          <a:ext cx="9063850" cy="2747080"/>
        </p:xfrm>
        <a:graphic>
          <a:graphicData uri="http://schemas.openxmlformats.org/drawingml/2006/table">
            <a:tbl>
              <a:tblPr firstRow="1" firstCol="1" bandRow="1"/>
              <a:tblGrid>
                <a:gridCol w="15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850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4719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Processo/ Cliente </a:t>
                      </a:r>
                      <a:r>
                        <a:rPr lang="pt-PT" sz="900" b="1" baseline="30000" noProof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3</a:t>
                      </a:r>
                      <a:endParaRPr lang="pt-PT" sz="900" baseline="30000" noProof="0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MAVALIAA – BIYR2500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476">
                <a:tc rowSpan="4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 1) Universo Comum</a:t>
                      </a:r>
                      <a:endParaRPr lang="en-US" sz="105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27 449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1 999 868 844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1 999 868 844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476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Diferenças de metodologia*</a:t>
                      </a:r>
                      <a:endParaRPr lang="pt-PT" sz="900" b="0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336 301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20 579 648 938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27 357 620 709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-6 777 971 771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658791"/>
                  </a:ext>
                </a:extLst>
              </a:tr>
              <a:tr h="18247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1 655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30 244 977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49 140 871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-18 895 894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365 405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22 609 762 759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29 406 630 423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-6 796 867 665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476">
                <a:tc rowSpan="5">
                  <a:txBody>
                    <a:bodyPr/>
                    <a:lstStyle/>
                    <a:p>
                      <a:pPr algn="l"/>
                      <a:r>
                        <a:rPr lang="pt-PT" sz="1000" b="1">
                          <a:latin typeface="Santander Text" panose="020B0504020201020104" pitchFamily="34" charset="0"/>
                        </a:rPr>
                        <a:t>2) Exclusivo Novo Modelo de Garantias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439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305 299 590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305 299 590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718942"/>
                  </a:ext>
                </a:extLst>
              </a:tr>
              <a:tr h="182476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106 067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106 067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1298044"/>
                  </a:ext>
                </a:extLst>
              </a:tr>
              <a:tr h="182476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resolução - definição de requisitos em curso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198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27 921 874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27 921 874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5969398"/>
                  </a:ext>
                </a:extLst>
              </a:tr>
              <a:tr h="18247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1 063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76 970 995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76 970 995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1 709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410 298 527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410 298 527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476">
                <a:tc rowSpan="4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3) Exclusivo BIYR2500</a:t>
                      </a:r>
                      <a:endParaRPr lang="en-US" sz="105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64 045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5 029 390 640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-5 029 390 640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2476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resolução - definição de requisitos em curso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2 510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185 936 100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-185 936 100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6310498"/>
                  </a:ext>
                </a:extLst>
              </a:tr>
              <a:tr h="18247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169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20 365 028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-20 365 028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66 724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5 235 691 768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-5 235 691 768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123268" y="6397589"/>
            <a:ext cx="39725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>
                <a:latin typeface="Santander Text" panose="020B0504020201020104" pitchFamily="34" charset="0"/>
              </a:rPr>
              <a:t>1. A análise exclui o universo de </a:t>
            </a:r>
            <a:r>
              <a:rPr lang="pt-BR" sz="800" i="1">
                <a:latin typeface="Santander Text" panose="020B0504020201020104" pitchFamily="34" charset="0"/>
              </a:rPr>
              <a:t>Leasing</a:t>
            </a:r>
            <a:r>
              <a:rPr lang="pt-BR" sz="800">
                <a:latin typeface="Santander Text" panose="020B0504020201020104" pitchFamily="34" charset="0"/>
              </a:rPr>
              <a:t> e </a:t>
            </a:r>
            <a:r>
              <a:rPr lang="pt-BR" sz="800" i="1">
                <a:latin typeface="Santander Text" panose="020B0504020201020104" pitchFamily="34" charset="0"/>
              </a:rPr>
              <a:t>Factoring</a:t>
            </a:r>
          </a:p>
          <a:p>
            <a:r>
              <a:rPr lang="pt-BR" sz="800">
                <a:latin typeface="Santander Text" panose="020B0504020201020104" pitchFamily="34" charset="0"/>
              </a:rPr>
              <a:t>2. A granularidade utilizada para análise foi ao nivel do bem (garantia pessoal – Cliente)</a:t>
            </a:r>
          </a:p>
          <a:p>
            <a:r>
              <a:rPr lang="pt-BR" sz="800">
                <a:latin typeface="Santander Text" panose="020B0504020201020104" pitchFamily="34" charset="0"/>
              </a:rPr>
              <a:t>3. A granularidade apresentada é a do Novo Modelo de Garantias (granularidade de IC’s)</a:t>
            </a:r>
            <a:endParaRPr lang="en-US" sz="800">
              <a:latin typeface="Santander Text" panose="020B05040202010201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AF56CD-ED3D-EFF2-896B-D465D8A8C9A8}"/>
              </a:ext>
            </a:extLst>
          </p:cNvPr>
          <p:cNvSpPr/>
          <p:nvPr/>
        </p:nvSpPr>
        <p:spPr>
          <a:xfrm>
            <a:off x="722243" y="5158052"/>
            <a:ext cx="9645107" cy="8665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b="1">
                <a:solidFill>
                  <a:schemeClr val="accent4"/>
                </a:solidFill>
                <a:latin typeface="Santander Text" panose="020B0504020201020104" pitchFamily="34" charset="0"/>
              </a:rPr>
              <a:t>*Diferenças de metodologia refletidas | 1) Universo Comum: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>
                <a:solidFill>
                  <a:schemeClr val="tx1"/>
                </a:solidFill>
                <a:latin typeface="Santander Text" panose="020B0504020201020104" pitchFamily="34" charset="0"/>
              </a:rPr>
              <a:t>Montante da garantia pessoal reflete o </a:t>
            </a:r>
            <a:r>
              <a:rPr lang="pt-PT" sz="900" u="sng">
                <a:solidFill>
                  <a:schemeClr val="tx1"/>
                </a:solidFill>
                <a:latin typeface="Santander Text" panose="020B0504020201020104" pitchFamily="34" charset="0"/>
              </a:rPr>
              <a:t>valor da reponsabilidade</a:t>
            </a:r>
            <a:r>
              <a:rPr lang="pt-PT" sz="900">
                <a:solidFill>
                  <a:schemeClr val="tx1"/>
                </a:solidFill>
                <a:latin typeface="Santander Text" panose="020B0504020201020104" pitchFamily="34" charset="0"/>
              </a:rPr>
              <a:t> e não o do processo.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>
                <a:solidFill>
                  <a:schemeClr val="tx1"/>
                </a:solidFill>
                <a:latin typeface="Santander Text" panose="020B0504020201020104" pitchFamily="34" charset="0"/>
              </a:rPr>
              <a:t>Montante da garantia resulta da </a:t>
            </a:r>
            <a:r>
              <a:rPr lang="pt-PT" sz="900" u="sng">
                <a:solidFill>
                  <a:schemeClr val="tx1"/>
                </a:solidFill>
                <a:latin typeface="Santander Text" panose="020B0504020201020104" pitchFamily="34" charset="0"/>
              </a:rPr>
              <a:t>multiplicação do valor da responsabilidade pela percentagem de cobertura</a:t>
            </a:r>
            <a:r>
              <a:rPr lang="pt-PT" sz="900">
                <a:solidFill>
                  <a:schemeClr val="tx1"/>
                </a:solidFill>
                <a:latin typeface="Santander Text" panose="020B0504020201020104" pitchFamily="34" charset="0"/>
              </a:rPr>
              <a:t> do cliente.</a:t>
            </a:r>
          </a:p>
          <a:p>
            <a:pPr marL="228600" indent="-228600">
              <a:buFont typeface="+mj-lt"/>
              <a:buAutoNum type="arabicPeriod"/>
            </a:pPr>
            <a:endParaRPr lang="pt-PT" sz="900" u="sng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r>
              <a:rPr lang="pt-PT" sz="900" b="1">
                <a:solidFill>
                  <a:schemeClr val="accent4"/>
                </a:solidFill>
                <a:latin typeface="Santander Text" panose="020B0504020201020104" pitchFamily="34" charset="0"/>
              </a:rPr>
              <a:t>*Diferenças de metodologia refletidas | 3) Exclusivo BIYR2500:</a:t>
            </a:r>
            <a:endParaRPr lang="pt-PT" sz="900" u="sng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pt-PT" sz="900" u="sng">
                <a:solidFill>
                  <a:schemeClr val="tx1"/>
                </a:solidFill>
                <a:latin typeface="Santander Text" panose="020B0504020201020104" pitchFamily="34" charset="0"/>
              </a:rPr>
              <a:t>Todos os titulares</a:t>
            </a:r>
            <a:r>
              <a:rPr lang="pt-PT" sz="900">
                <a:solidFill>
                  <a:schemeClr val="tx1"/>
                </a:solidFill>
                <a:latin typeface="Santander Text" panose="020B0504020201020104" pitchFamily="34" charset="0"/>
              </a:rPr>
              <a:t>, utilizados atualmente como garantias pessoais, </a:t>
            </a:r>
            <a:r>
              <a:rPr lang="pt-PT" sz="900" u="sng">
                <a:solidFill>
                  <a:schemeClr val="tx1"/>
                </a:solidFill>
                <a:latin typeface="Santander Text" panose="020B0504020201020104" pitchFamily="34" charset="0"/>
              </a:rPr>
              <a:t>serão excluídos</a:t>
            </a:r>
            <a:r>
              <a:rPr lang="pt-PT" sz="900">
                <a:solidFill>
                  <a:schemeClr val="tx1"/>
                </a:solidFill>
                <a:latin typeface="Santander Text" panose="020B0504020201020104" pitchFamily="34" charset="0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>
                <a:solidFill>
                  <a:schemeClr val="tx1"/>
                </a:solidFill>
                <a:latin typeface="Santander Text" panose="020B0504020201020104" pitchFamily="34" charset="0"/>
              </a:rPr>
              <a:t>Apenas serão contempladas responsabilidades/processos </a:t>
            </a:r>
            <a:r>
              <a:rPr lang="pt-PT" sz="900" u="sng">
                <a:solidFill>
                  <a:schemeClr val="tx1"/>
                </a:solidFill>
                <a:latin typeface="Santander Text" panose="020B0504020201020104" pitchFamily="34" charset="0"/>
              </a:rPr>
              <a:t>com bens associados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>
                <a:solidFill>
                  <a:schemeClr val="tx1"/>
                </a:solidFill>
                <a:latin typeface="Santander Text" panose="020B0504020201020104" pitchFamily="34" charset="0"/>
              </a:rPr>
              <a:t>Apenas serão contempladas garantias manuais </a:t>
            </a:r>
            <a:r>
              <a:rPr lang="pt-PT" sz="900" u="sng">
                <a:solidFill>
                  <a:schemeClr val="tx1"/>
                </a:solidFill>
                <a:latin typeface="Santander Text" panose="020B0504020201020104" pitchFamily="34" charset="0"/>
              </a:rPr>
              <a:t>com cauções carregadas pora o respetivo emitente/programa.</a:t>
            </a:r>
          </a:p>
          <a:p>
            <a:pPr marL="228600" indent="-228600">
              <a:buFont typeface="+mj-lt"/>
              <a:buAutoNum type="arabicPeriod"/>
            </a:pPr>
            <a:endParaRPr lang="pt-PT" sz="90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pPr marL="228600" indent="-228600">
              <a:buFont typeface="+mj-lt"/>
              <a:buAutoNum type="arabicPeriod"/>
            </a:pPr>
            <a:endParaRPr lang="pt-PT" sz="90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6286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/>
              <a:t>1. Status do projeto</a:t>
            </a:r>
            <a:endParaRPr lang="es-ES" sz="2000"/>
          </a:p>
          <a:p>
            <a:endParaRPr lang="es-ES" sz="2000"/>
          </a:p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7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>
                <a:solidFill>
                  <a:schemeClr val="bg1"/>
                </a:solidFill>
              </a:rPr>
              <a:t>1.2</a:t>
            </a:r>
            <a:endParaRPr lang="en-US" sz="1000" b="1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>
                <a:solidFill>
                  <a:schemeClr val="tx1"/>
                </a:solidFill>
              </a:rPr>
              <a:t>Quadro Resumo de Controlos e Resultados (relativo a 31 de Janeiro 2023) | Detalhe por tipologia de garantia</a:t>
            </a:r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722242" y="1631508"/>
            <a:ext cx="2340000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>
                <a:solidFill>
                  <a:schemeClr val="tx1"/>
                </a:solidFill>
                <a:latin typeface="Santander Text" panose="020B0504020201020104" pitchFamily="34" charset="0"/>
              </a:rPr>
              <a:t>Garantias Financeiras</a:t>
            </a:r>
            <a:endParaRPr lang="en-US" sz="1000" b="1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3DBE921F-5189-2684-9605-7881F2DD0E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0871002"/>
              </p:ext>
            </p:extLst>
          </p:nvPr>
        </p:nvGraphicFramePr>
        <p:xfrm>
          <a:off x="722243" y="1992456"/>
          <a:ext cx="9063850" cy="2182560"/>
        </p:xfrm>
        <a:graphic>
          <a:graphicData uri="http://schemas.openxmlformats.org/drawingml/2006/table">
            <a:tbl>
              <a:tblPr firstRow="1" firstCol="1" bandRow="1"/>
              <a:tblGrid>
                <a:gridCol w="15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850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8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Processo </a:t>
                      </a:r>
                      <a:r>
                        <a:rPr lang="pt-PT" sz="900" b="1" baseline="30000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1</a:t>
                      </a:r>
                      <a:endParaRPr lang="pt-PT" sz="900" baseline="300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MAVALIAA – BIYR2500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 rowSpan="5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 1) Universo Comum</a:t>
                      </a:r>
                      <a:endParaRPr lang="en-US" sz="105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4 517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411 461 826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411 461 826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3 165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275 951 676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275 471 704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479 971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17869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7 502 842,26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7 493 343,54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9 498,72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5510670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165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16 475 674,20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13 910 589,47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2 565 084,73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Total</a:t>
                      </a:r>
                      <a:endParaRPr lang="en-US" sz="1000" b="1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7 888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1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711 392 018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708 337 463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3 054 555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 rowSpan="2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1">
                          <a:latin typeface="Santander Text" panose="020B0504020201020104" pitchFamily="34" charset="0"/>
                        </a:rPr>
                        <a:t>2) Exclusivo Novo Modelo de Garantias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871 972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871 972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Total</a:t>
                      </a:r>
                      <a:endParaRPr lang="en-US" sz="1000" b="1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1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871 972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871 972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0000">
                <a:tc rowSpan="3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3) Exclusivo BIYR2500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393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536 358 726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-536 358 726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3 333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-3 333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Total</a:t>
                      </a:r>
                      <a:endParaRPr lang="en-US" sz="1000" b="1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395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1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536 362 060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-536 362 060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D9B12163-7231-98A4-752B-C91842F7088D}"/>
              </a:ext>
            </a:extLst>
          </p:cNvPr>
          <p:cNvSpPr/>
          <p:nvPr/>
        </p:nvSpPr>
        <p:spPr>
          <a:xfrm>
            <a:off x="711028" y="4594860"/>
            <a:ext cx="9645107" cy="13733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b="1">
                <a:solidFill>
                  <a:schemeClr val="accent4"/>
                </a:solidFill>
                <a:latin typeface="Santander Text" panose="020B0504020201020104" pitchFamily="34" charset="0"/>
              </a:rPr>
              <a:t>*Diferenças de metodologia refletidas | 1) Universo Comum:</a:t>
            </a:r>
            <a:endParaRPr lang="pt-PT" sz="90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pt-PT" sz="900">
                <a:solidFill>
                  <a:schemeClr val="tx1"/>
                </a:solidFill>
                <a:latin typeface="Santander Text" panose="020B0504020201020104" pitchFamily="34" charset="0"/>
              </a:rPr>
              <a:t>Saldos de bens financeiros utilizados no modelo apresentam </a:t>
            </a:r>
            <a:r>
              <a:rPr lang="pt-PT" sz="900" i="1" u="sng">
                <a:solidFill>
                  <a:schemeClr val="tx1"/>
                </a:solidFill>
                <a:latin typeface="Santander Text" panose="020B0504020201020104" pitchFamily="34" charset="0"/>
              </a:rPr>
              <a:t>lag</a:t>
            </a:r>
            <a:r>
              <a:rPr lang="pt-PT" sz="900" u="sng">
                <a:solidFill>
                  <a:schemeClr val="tx1"/>
                </a:solidFill>
                <a:latin typeface="Santander Text" panose="020B0504020201020104" pitchFamily="34" charset="0"/>
              </a:rPr>
              <a:t> de um dia </a:t>
            </a:r>
            <a:r>
              <a:rPr lang="pt-PT" sz="900">
                <a:solidFill>
                  <a:schemeClr val="tx1"/>
                </a:solidFill>
                <a:latin typeface="Santander Text" panose="020B0504020201020104" pitchFamily="34" charset="0"/>
              </a:rPr>
              <a:t>face ao BIYR (BIYR utiliza saldos de D+1).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b="0" i="0" u="none" strike="noStrike">
                <a:solidFill>
                  <a:schemeClr val="tx1"/>
                </a:solidFill>
                <a:effectLst/>
                <a:latin typeface="Santander Text" panose="020B0504020201020104" pitchFamily="34" charset="0"/>
              </a:rPr>
              <a:t>São consideradas todas as </a:t>
            </a:r>
            <a:r>
              <a:rPr lang="pt-PT" sz="900" b="0" i="0" u="sng" strike="noStrike">
                <a:solidFill>
                  <a:schemeClr val="tx1"/>
                </a:solidFill>
                <a:effectLst/>
                <a:latin typeface="Santander Text" panose="020B0504020201020104" pitchFamily="34" charset="0"/>
              </a:rPr>
              <a:t>garantias financeiras válidas dentro da mesma caução</a:t>
            </a:r>
            <a:r>
              <a:rPr lang="pt-PT" sz="900" b="0" i="0" u="none" strike="noStrike">
                <a:solidFill>
                  <a:schemeClr val="tx1"/>
                </a:solidFill>
                <a:effectLst/>
                <a:latin typeface="Santander Text" panose="020B0504020201020104" pitchFamily="34" charset="0"/>
              </a:rPr>
              <a:t>, independentemente da sua tipologia (exemplo, DO e TT)</a:t>
            </a:r>
            <a:endParaRPr lang="pt-PT" sz="90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pPr marL="228600" indent="-228600">
              <a:buFont typeface="+mj-lt"/>
              <a:buAutoNum type="arabicPeriod"/>
            </a:pPr>
            <a:endParaRPr lang="pt-PT" sz="90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r>
              <a:rPr lang="pt-PT" sz="900" b="1">
                <a:solidFill>
                  <a:schemeClr val="accent4"/>
                </a:solidFill>
                <a:latin typeface="Santander Text" panose="020B0504020201020104" pitchFamily="34" charset="0"/>
              </a:rPr>
              <a:t>*Diferenças de metodologia refletidas | 3) Exclusivo BIYR2500:</a:t>
            </a:r>
            <a:endParaRPr lang="pt-PT" sz="90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pt-PT" sz="900">
                <a:solidFill>
                  <a:schemeClr val="tx1"/>
                </a:solidFill>
                <a:latin typeface="Santander Text" panose="020B0504020201020104" pitchFamily="34" charset="0"/>
              </a:rPr>
              <a:t>Apenas serão contempladas responsabilidades/processos </a:t>
            </a:r>
            <a:r>
              <a:rPr lang="pt-PT" sz="900" u="sng">
                <a:solidFill>
                  <a:schemeClr val="tx1"/>
                </a:solidFill>
                <a:latin typeface="Santander Text" panose="020B0504020201020104" pitchFamily="34" charset="0"/>
              </a:rPr>
              <a:t>com bens associados </a:t>
            </a:r>
            <a:r>
              <a:rPr lang="pt-PT" sz="900">
                <a:solidFill>
                  <a:schemeClr val="tx1"/>
                </a:solidFill>
                <a:latin typeface="Santander Text" panose="020B0504020201020104" pitchFamily="34" charset="0"/>
              </a:rPr>
              <a:t>e com </a:t>
            </a:r>
            <a:r>
              <a:rPr lang="pt-PT" sz="900" u="sng">
                <a:solidFill>
                  <a:schemeClr val="tx1"/>
                </a:solidFill>
                <a:latin typeface="Santander Text" panose="020B0504020201020104" pitchFamily="34" charset="0"/>
              </a:rPr>
              <a:t>datas de vencimento válidas</a:t>
            </a:r>
            <a:r>
              <a:rPr lang="pt-PT" sz="900">
                <a:solidFill>
                  <a:schemeClr val="tx1"/>
                </a:solidFill>
                <a:latin typeface="Santander Text" panose="020B0504020201020104" pitchFamily="34" charset="0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D0D770-CF7C-B3A4-7476-7F7C8EE33F02}"/>
              </a:ext>
            </a:extLst>
          </p:cNvPr>
          <p:cNvSpPr txBox="1"/>
          <p:nvPr/>
        </p:nvSpPr>
        <p:spPr>
          <a:xfrm>
            <a:off x="711028" y="6072469"/>
            <a:ext cx="399500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>
                <a:latin typeface="Santander Text" panose="020B0504020201020104" pitchFamily="34" charset="0"/>
              </a:rPr>
              <a:t>1. A granularidade apresentada é a do Novo Modelo de Garantias (granularidade de IC’s) </a:t>
            </a:r>
            <a:endParaRPr lang="en-US" sz="800">
              <a:latin typeface="Santander Text" panose="020B05040202010201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5639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/>
              <a:t>1. Status do projeto</a:t>
            </a:r>
            <a:endParaRPr lang="es-ES" sz="2000"/>
          </a:p>
          <a:p>
            <a:endParaRPr lang="es-ES" sz="2000"/>
          </a:p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8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>
                <a:solidFill>
                  <a:schemeClr val="bg1"/>
                </a:solidFill>
              </a:rPr>
              <a:t>1.2</a:t>
            </a:r>
            <a:endParaRPr lang="en-US" sz="1000" b="1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>
                <a:solidFill>
                  <a:schemeClr val="tx1"/>
                </a:solidFill>
              </a:rPr>
              <a:t>Quadro Resumo de Controlos e Resultados (relativo a 31 de Janeiro 2023) | Detalhe por tipologia de garantia</a:t>
            </a:r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22242" y="1631508"/>
            <a:ext cx="2340000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>
                <a:solidFill>
                  <a:schemeClr val="tx1"/>
                </a:solidFill>
                <a:latin typeface="Santander Text" panose="020B0504020201020104" pitchFamily="34" charset="0"/>
              </a:rPr>
              <a:t>Garantias Imóveis</a:t>
            </a:r>
            <a:r>
              <a:rPr lang="pt-PT" sz="1000" b="1" baseline="30000">
                <a:solidFill>
                  <a:schemeClr val="tx1"/>
                </a:solidFill>
                <a:latin typeface="Santander Text" panose="020B0504020201020104" pitchFamily="34" charset="0"/>
              </a:rPr>
              <a:t>1</a:t>
            </a:r>
            <a:endParaRPr lang="en-US" sz="1000" b="1" baseline="3000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94EF0D11-64A1-95A7-5896-603B980711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8185458"/>
              </p:ext>
            </p:extLst>
          </p:nvPr>
        </p:nvGraphicFramePr>
        <p:xfrm>
          <a:off x="722243" y="1992456"/>
          <a:ext cx="9063850" cy="2362320"/>
        </p:xfrm>
        <a:graphic>
          <a:graphicData uri="http://schemas.openxmlformats.org/drawingml/2006/table">
            <a:tbl>
              <a:tblPr firstRow="1" firstCol="1" bandRow="1"/>
              <a:tblGrid>
                <a:gridCol w="15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850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8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Processo </a:t>
                      </a:r>
                      <a:r>
                        <a:rPr lang="pt-PT" sz="900" b="1" baseline="30000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2</a:t>
                      </a:r>
                      <a:endParaRPr lang="pt-PT" sz="900" baseline="300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MAVALIAA - BIYR9500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 rowSpan="6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 1) Universo Comum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214 103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40 361 361 705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40 361 361 705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128 973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13 275 044 660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13 596 698 307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-321 653 647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5115583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Resolvido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1 214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128 209 704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124 701 438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3 508 267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446989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resolução - definição de requisitos em curso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5 644 487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5 019 994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624 492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8259743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60 999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3 729 635 512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3 729 218 945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416 568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Total</a:t>
                      </a:r>
                      <a:endParaRPr lang="en-US" sz="1000" b="1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405 297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57 499 896 069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57 817 000 389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-317 104 320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 rowSpan="2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2) Exclusivo Novo </a:t>
                      </a:r>
                    </a:p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Modelo de Garantias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Em análise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9530" marR="6627" marT="6627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121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652 103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652 103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660737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i="0" u="none" strike="noStrike">
                          <a:solidFill>
                            <a:sysClr val="windowText" lastClr="000000"/>
                          </a:solidFill>
                          <a:effectLst/>
                          <a:latin typeface="Santander Text" panose="020B0504020201020104" pitchFamily="34" charset="0"/>
                        </a:rPr>
                        <a:t>Total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121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652 103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652 103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0049901"/>
                  </a:ext>
                </a:extLst>
              </a:tr>
              <a:tr h="180000">
                <a:tc rowSpan="3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 3) Exclusivo BIYR9500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1 173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257 742 915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-257 742 915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111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12 005 975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-12 005 975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Total</a:t>
                      </a:r>
                      <a:endParaRPr lang="en-US" sz="1000" b="1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1 284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269 748 890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-269 748 890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73A208F6-5AB8-A553-3145-F5362921AE62}"/>
              </a:ext>
            </a:extLst>
          </p:cNvPr>
          <p:cNvSpPr/>
          <p:nvPr/>
        </p:nvSpPr>
        <p:spPr>
          <a:xfrm>
            <a:off x="722243" y="4594860"/>
            <a:ext cx="9645107" cy="13733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b="1">
                <a:solidFill>
                  <a:schemeClr val="accent4"/>
                </a:solidFill>
                <a:latin typeface="Santander Text" panose="020B0504020201020104" pitchFamily="34" charset="0"/>
              </a:rPr>
              <a:t>*Diferenças de metodologia refletidas | 1) Universo Comum:</a:t>
            </a:r>
            <a:endParaRPr lang="pt-PT" sz="90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pt-PT" sz="900" u="none" strike="noStrike">
                <a:solidFill>
                  <a:schemeClr val="tx1"/>
                </a:solidFill>
                <a:effectLst/>
                <a:latin typeface="Santander Text" panose="020B0504020201020104" pitchFamily="34" charset="0"/>
              </a:rPr>
              <a:t>A metodologia de aprovisionamento </a:t>
            </a:r>
            <a:r>
              <a:rPr lang="pt-PT" sz="900" u="sng" strike="noStrike">
                <a:solidFill>
                  <a:schemeClr val="tx1"/>
                </a:solidFill>
                <a:effectLst/>
                <a:latin typeface="Santander Text" panose="020B0504020201020104" pitchFamily="34" charset="0"/>
              </a:rPr>
              <a:t>de montantes/datas de avaliação </a:t>
            </a:r>
            <a:r>
              <a:rPr lang="pt-PT" sz="900" u="none" strike="noStrike">
                <a:solidFill>
                  <a:schemeClr val="tx1"/>
                </a:solidFill>
                <a:effectLst/>
                <a:latin typeface="Santander Text" panose="020B0504020201020104" pitchFamily="34" charset="0"/>
              </a:rPr>
              <a:t>aplicada a Fomentos à Construção </a:t>
            </a:r>
            <a:r>
              <a:rPr lang="pt-PT" sz="900" u="sng" strike="noStrike">
                <a:solidFill>
                  <a:schemeClr val="tx1"/>
                </a:solidFill>
                <a:effectLst/>
                <a:latin typeface="Santander Text" panose="020B0504020201020104" pitchFamily="34" charset="0"/>
              </a:rPr>
              <a:t>deve ser igual para todas as origens</a:t>
            </a:r>
            <a:r>
              <a:rPr lang="pt-PT" sz="900" u="none" strike="noStrike">
                <a:solidFill>
                  <a:schemeClr val="tx1"/>
                </a:solidFill>
                <a:effectLst/>
                <a:latin typeface="Santander Text" panose="020B0504020201020104" pitchFamily="34" charset="0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u="none" strike="noStrike">
                <a:solidFill>
                  <a:schemeClr val="tx1"/>
                </a:solidFill>
                <a:effectLst/>
                <a:latin typeface="Santander Text" panose="020B0504020201020104" pitchFamily="34" charset="0"/>
              </a:rPr>
              <a:t>O </a:t>
            </a:r>
            <a:r>
              <a:rPr lang="pt-PT" sz="900" u="sng" strike="noStrike">
                <a:solidFill>
                  <a:schemeClr val="tx1"/>
                </a:solidFill>
                <a:effectLst/>
                <a:latin typeface="Santander Text" panose="020B0504020201020104" pitchFamily="34" charset="0"/>
              </a:rPr>
              <a:t>rateio dos bens </a:t>
            </a:r>
            <a:r>
              <a:rPr lang="pt-PT" sz="900" u="none" strike="noStrike">
                <a:solidFill>
                  <a:schemeClr val="tx1"/>
                </a:solidFill>
                <a:effectLst/>
                <a:latin typeface="Santander Text" panose="020B0504020201020104" pitchFamily="34" charset="0"/>
              </a:rPr>
              <a:t>pelos processos/responsabilidades deve ser feito </a:t>
            </a:r>
            <a:r>
              <a:rPr lang="pt-PT" sz="900" u="sng" strike="noStrike">
                <a:solidFill>
                  <a:schemeClr val="tx1"/>
                </a:solidFill>
                <a:effectLst/>
                <a:latin typeface="Santander Text" panose="020B0504020201020104" pitchFamily="34" charset="0"/>
              </a:rPr>
              <a:t>independentemente da origem</a:t>
            </a:r>
            <a:r>
              <a:rPr lang="pt-PT" sz="900">
                <a:solidFill>
                  <a:schemeClr val="tx1"/>
                </a:solidFill>
                <a:latin typeface="Santander Text" panose="020B0504020201020104" pitchFamily="34" charset="0"/>
              </a:rPr>
              <a:t> e deve ser realizado com </a:t>
            </a:r>
            <a:r>
              <a:rPr lang="pt-PT" sz="900" u="sng">
                <a:solidFill>
                  <a:schemeClr val="tx1"/>
                </a:solidFill>
                <a:latin typeface="Santander Text" panose="020B0504020201020104" pitchFamily="34" charset="0"/>
              </a:rPr>
              <a:t>base no valor atual da responsabilidade </a:t>
            </a:r>
            <a:r>
              <a:rPr lang="pt-PT" sz="900">
                <a:solidFill>
                  <a:schemeClr val="tx1"/>
                </a:solidFill>
                <a:latin typeface="Santander Text" panose="020B0504020201020104" pitchFamily="34" charset="0"/>
              </a:rPr>
              <a:t>e não pela percentagem de cobertura calculada no momento da contratação.</a:t>
            </a:r>
            <a:endParaRPr lang="pt-PT" sz="900" u="none" strike="noStrike">
              <a:solidFill>
                <a:schemeClr val="tx1"/>
              </a:solidFill>
              <a:effectLst/>
              <a:latin typeface="Santander Text" panose="020B05040202010201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pt-PT" sz="900">
                <a:solidFill>
                  <a:schemeClr val="tx1"/>
                </a:solidFill>
                <a:latin typeface="Santander Text" panose="020B0504020201020104" pitchFamily="34" charset="0"/>
              </a:rPr>
              <a:t>A </a:t>
            </a:r>
            <a:r>
              <a:rPr lang="pt-PT" sz="900" u="sng">
                <a:solidFill>
                  <a:schemeClr val="tx1"/>
                </a:solidFill>
                <a:latin typeface="Santander Text" panose="020B0504020201020104" pitchFamily="34" charset="0"/>
              </a:rPr>
              <a:t>percentagem de avaliação </a:t>
            </a:r>
            <a:r>
              <a:rPr lang="pt-PT" sz="900">
                <a:solidFill>
                  <a:schemeClr val="tx1"/>
                </a:solidFill>
                <a:latin typeface="Santander Text" panose="020B0504020201020104" pitchFamily="34" charset="0"/>
              </a:rPr>
              <a:t>atribuida ao BST no que respeita </a:t>
            </a:r>
            <a:r>
              <a:rPr lang="pt-PT" sz="900" u="sng">
                <a:solidFill>
                  <a:schemeClr val="tx1"/>
                </a:solidFill>
                <a:latin typeface="Santander Text" panose="020B0504020201020104" pitchFamily="34" charset="0"/>
              </a:rPr>
              <a:t>IFRRUs, </a:t>
            </a:r>
            <a:r>
              <a:rPr lang="pt-PT" sz="900">
                <a:solidFill>
                  <a:schemeClr val="tx1"/>
                </a:solidFill>
                <a:latin typeface="Santander Text" panose="020B0504020201020104" pitchFamily="34" charset="0"/>
              </a:rPr>
              <a:t>terá como base o </a:t>
            </a:r>
            <a:r>
              <a:rPr lang="pt-PT" sz="900" u="sng">
                <a:solidFill>
                  <a:schemeClr val="tx1"/>
                </a:solidFill>
                <a:latin typeface="Santander Text" panose="020B0504020201020104" pitchFamily="34" charset="0"/>
              </a:rPr>
              <a:t>financiamento inicial do IFRRU </a:t>
            </a:r>
            <a:r>
              <a:rPr lang="pt-PT" sz="900">
                <a:solidFill>
                  <a:schemeClr val="tx1"/>
                </a:solidFill>
                <a:latin typeface="Santander Text" panose="020B0504020201020104" pitchFamily="34" charset="0"/>
              </a:rPr>
              <a:t>e não o saldo em dívida atual.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>
                <a:solidFill>
                  <a:schemeClr val="tx1"/>
                </a:solidFill>
                <a:latin typeface="Santander Text" panose="020B0504020201020104" pitchFamily="34" charset="0"/>
              </a:rPr>
              <a:t>Deve ser considerado o </a:t>
            </a:r>
            <a:r>
              <a:rPr lang="pt-PT" sz="900" u="sng">
                <a:solidFill>
                  <a:schemeClr val="tx1"/>
                </a:solidFill>
                <a:latin typeface="Santander Text" panose="020B0504020201020104" pitchFamily="34" charset="0"/>
              </a:rPr>
              <a:t>valor de avaliação mais recente</a:t>
            </a:r>
            <a:r>
              <a:rPr lang="pt-PT" sz="900">
                <a:solidFill>
                  <a:schemeClr val="tx1"/>
                </a:solidFill>
                <a:latin typeface="Santander Text" panose="020B0504020201020104" pitchFamily="34" charset="0"/>
              </a:rPr>
              <a:t>, independentemente do seu montante (inclusão de avaliações com </a:t>
            </a:r>
            <a:r>
              <a:rPr lang="pt-PT" sz="900" u="sng">
                <a:solidFill>
                  <a:schemeClr val="tx1"/>
                </a:solidFill>
                <a:latin typeface="Santander Text" panose="020B0504020201020104" pitchFamily="34" charset="0"/>
              </a:rPr>
              <a:t>montante igual a zero</a:t>
            </a:r>
            <a:r>
              <a:rPr lang="pt-PT" sz="900">
                <a:solidFill>
                  <a:schemeClr val="tx1"/>
                </a:solidFill>
                <a:latin typeface="Santander Text" panose="020B0504020201020104" pitchFamily="34" charset="0"/>
              </a:rPr>
              <a:t>).</a:t>
            </a:r>
          </a:p>
          <a:p>
            <a:endParaRPr lang="pt-PT" sz="90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r>
              <a:rPr lang="pt-PT" sz="900" b="1">
                <a:solidFill>
                  <a:schemeClr val="accent4"/>
                </a:solidFill>
                <a:latin typeface="Santander Text" panose="020B0504020201020104" pitchFamily="34" charset="0"/>
              </a:rPr>
              <a:t>*Diferenças de metodologia refletidas | 3) Exclusivo BIYR9500: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>
                <a:solidFill>
                  <a:schemeClr val="tx1"/>
                </a:solidFill>
                <a:latin typeface="Santander Text" panose="020B0504020201020104" pitchFamily="34" charset="0"/>
              </a:rPr>
              <a:t>Apenas serão contempladas responsabilidades/processos </a:t>
            </a:r>
            <a:r>
              <a:rPr lang="pt-PT" sz="900" u="sng">
                <a:solidFill>
                  <a:schemeClr val="tx1"/>
                </a:solidFill>
                <a:latin typeface="Santander Text" panose="020B0504020201020104" pitchFamily="34" charset="0"/>
              </a:rPr>
              <a:t>com bens associados</a:t>
            </a:r>
            <a:r>
              <a:rPr lang="pt-PT" sz="900">
                <a:solidFill>
                  <a:schemeClr val="tx1"/>
                </a:solidFill>
                <a:latin typeface="Santander Text" panose="020B0504020201020104" pitchFamily="34" charset="0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>
                <a:solidFill>
                  <a:schemeClr val="tx1"/>
                </a:solidFill>
                <a:latin typeface="Santander Text" panose="020B0504020201020104" pitchFamily="34" charset="0"/>
              </a:rPr>
              <a:t>Apenas serão contemplados bens com </a:t>
            </a:r>
            <a:r>
              <a:rPr lang="pt-PT" sz="900" u="sng">
                <a:solidFill>
                  <a:schemeClr val="tx1"/>
                </a:solidFill>
                <a:latin typeface="Santander Text" panose="020B0504020201020104" pitchFamily="34" charset="0"/>
              </a:rPr>
              <a:t>datas de avaliação válidas</a:t>
            </a:r>
            <a:r>
              <a:rPr lang="pt-PT" sz="900">
                <a:solidFill>
                  <a:schemeClr val="tx1"/>
                </a:solidFill>
                <a:latin typeface="Santander Text" panose="020B0504020201020104" pitchFamily="34" charset="0"/>
              </a:rPr>
              <a:t>.</a:t>
            </a:r>
          </a:p>
          <a:p>
            <a:endParaRPr lang="pt-PT" sz="90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E7CA54-E9D4-15E2-B844-863EF76FF921}"/>
              </a:ext>
            </a:extLst>
          </p:cNvPr>
          <p:cNvSpPr txBox="1"/>
          <p:nvPr/>
        </p:nvSpPr>
        <p:spPr>
          <a:xfrm>
            <a:off x="2095391" y="6427283"/>
            <a:ext cx="39950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>
                <a:latin typeface="Santander Text" panose="020B0504020201020104" pitchFamily="34" charset="0"/>
              </a:rPr>
              <a:t>1. A análise exclui o universo de </a:t>
            </a:r>
            <a:r>
              <a:rPr lang="pt-BR" sz="800" i="1">
                <a:latin typeface="Santander Text" panose="020B0504020201020104" pitchFamily="34" charset="0"/>
              </a:rPr>
              <a:t>Leasing</a:t>
            </a:r>
          </a:p>
          <a:p>
            <a:r>
              <a:rPr lang="pt-BR" sz="800">
                <a:latin typeface="Santander Text" panose="020B0504020201020104" pitchFamily="34" charset="0"/>
              </a:rPr>
              <a:t>2. A granularidade apresentada é a do Novo Modelo de Garantias (granularidade de IC’s) </a:t>
            </a:r>
            <a:endParaRPr lang="en-US" sz="800">
              <a:latin typeface="Santander Text" panose="020B05040202010201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2530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/>
              <a:t>1. Status do projeto</a:t>
            </a:r>
            <a:endParaRPr lang="es-ES" sz="2000"/>
          </a:p>
          <a:p>
            <a:endParaRPr lang="es-ES" sz="2000"/>
          </a:p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9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>
                <a:solidFill>
                  <a:schemeClr val="bg1"/>
                </a:solidFill>
              </a:rPr>
              <a:t>1.2</a:t>
            </a:r>
            <a:endParaRPr lang="en-US" sz="1000" b="1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>
                <a:solidFill>
                  <a:schemeClr val="tx1"/>
                </a:solidFill>
              </a:rPr>
              <a:t>Quadro Resumo de Controlos e Resultados (relativo a 31 de Janeiro 2023) | Detalhe por tipologia de garantia</a:t>
            </a:r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22242" y="1631508"/>
            <a:ext cx="2340000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i="1">
                <a:solidFill>
                  <a:schemeClr val="tx1"/>
                </a:solidFill>
                <a:latin typeface="Santander Text" panose="020B0504020201020104" pitchFamily="34" charset="0"/>
              </a:rPr>
              <a:t>Leasing</a:t>
            </a:r>
            <a:r>
              <a:rPr lang="pt-PT" sz="1000" b="1">
                <a:solidFill>
                  <a:schemeClr val="tx1"/>
                </a:solidFill>
                <a:latin typeface="Santander Text" panose="020B0504020201020104" pitchFamily="34" charset="0"/>
              </a:rPr>
              <a:t> Imóveis</a:t>
            </a:r>
            <a:endParaRPr lang="en-US" sz="1000" b="1" baseline="3000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09F8BDE-9239-AD09-EF31-CC46E4FB86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5653552"/>
              </p:ext>
            </p:extLst>
          </p:nvPr>
        </p:nvGraphicFramePr>
        <p:xfrm>
          <a:off x="722243" y="1992456"/>
          <a:ext cx="9063850" cy="1246320"/>
        </p:xfrm>
        <a:graphic>
          <a:graphicData uri="http://schemas.openxmlformats.org/drawingml/2006/table">
            <a:tbl>
              <a:tblPr firstRow="1" firstCol="1" bandRow="1"/>
              <a:tblGrid>
                <a:gridCol w="15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850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8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Processo </a:t>
                      </a:r>
                      <a:r>
                        <a:rPr lang="pt-PT" sz="900" b="1" baseline="30000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1</a:t>
                      </a:r>
                      <a:endParaRPr lang="pt-PT" sz="900" baseline="300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MAVALIAA – BIYR2500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 rowSpan="3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 1) Universo Comum</a:t>
                      </a:r>
                      <a:endParaRPr lang="en-US" sz="105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5 022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1 517 981 294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1 517 981 294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10 953 596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10 031 300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922 296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 b="1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5 041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1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1 528 934 890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1 528 012 594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922 296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 rowSpan="2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3) Exclusivo BIYR2500</a:t>
                      </a:r>
                      <a:endParaRPr lang="en-US" sz="105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resolução - definição de requisitos em curso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222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25 711 341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-25 711 341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222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25 711 341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-25 711 341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88421B6-A6DF-B07E-F687-FF291458F5AF}"/>
              </a:ext>
            </a:extLst>
          </p:cNvPr>
          <p:cNvSpPr txBox="1"/>
          <p:nvPr/>
        </p:nvSpPr>
        <p:spPr>
          <a:xfrm>
            <a:off x="711028" y="6072469"/>
            <a:ext cx="39725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>
                <a:latin typeface="Santander Text" panose="020B0504020201020104" pitchFamily="34" charset="0"/>
              </a:rPr>
              <a:t>1. A granularidade apresentada é a do Novo Modelo de Garantias (granularidade de IC’s)</a:t>
            </a:r>
            <a:endParaRPr lang="en-US" sz="800">
              <a:latin typeface="Santander Text" panose="020B05040202010201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773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/>
              <a:t>1. Status do projeto</a:t>
            </a:r>
            <a:endParaRPr lang="es-ES" sz="2000"/>
          </a:p>
          <a:p>
            <a:endParaRPr lang="es-ES" sz="2000"/>
          </a:p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10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>
                <a:solidFill>
                  <a:schemeClr val="bg1"/>
                </a:solidFill>
              </a:rPr>
              <a:t>1.2</a:t>
            </a:r>
            <a:endParaRPr lang="en-US" sz="1000" b="1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>
                <a:solidFill>
                  <a:schemeClr val="tx1"/>
                </a:solidFill>
              </a:rPr>
              <a:t>Quadro Resumo de Controlos e Resultados (relativo a 31 de Janeiro 2023) | Detalhe por tipologia de garantia</a:t>
            </a:r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B7515AF-BE8F-166D-017D-FFA2E7258BC8}"/>
              </a:ext>
            </a:extLst>
          </p:cNvPr>
          <p:cNvSpPr txBox="1">
            <a:spLocks/>
          </p:cNvSpPr>
          <p:nvPr/>
        </p:nvSpPr>
        <p:spPr>
          <a:xfrm>
            <a:off x="722242" y="1631508"/>
            <a:ext cx="2340000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i="1">
                <a:solidFill>
                  <a:schemeClr val="tx1"/>
                </a:solidFill>
                <a:latin typeface="Santander Text" panose="020B0504020201020104" pitchFamily="34" charset="0"/>
              </a:rPr>
              <a:t>Leasing </a:t>
            </a:r>
            <a:r>
              <a:rPr lang="pt-PT" sz="1000" b="1">
                <a:solidFill>
                  <a:schemeClr val="tx1"/>
                </a:solidFill>
                <a:latin typeface="Santander Text" panose="020B0504020201020104" pitchFamily="34" charset="0"/>
              </a:rPr>
              <a:t>Pessoais</a:t>
            </a:r>
            <a:r>
              <a:rPr lang="pt-PT" sz="1000" b="1" baseline="30000">
                <a:solidFill>
                  <a:schemeClr val="tx1"/>
                </a:solidFill>
                <a:latin typeface="Santander Text" panose="020B0504020201020104" pitchFamily="34" charset="0"/>
              </a:rPr>
              <a:t> 1</a:t>
            </a:r>
            <a:endParaRPr lang="en-US" sz="1000" b="1" baseline="3000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AB80F0A-E11B-61FA-EFAD-1E764024BF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7480028"/>
              </p:ext>
            </p:extLst>
          </p:nvPr>
        </p:nvGraphicFramePr>
        <p:xfrm>
          <a:off x="722243" y="1992456"/>
          <a:ext cx="9063850" cy="2182320"/>
        </p:xfrm>
        <a:graphic>
          <a:graphicData uri="http://schemas.openxmlformats.org/drawingml/2006/table">
            <a:tbl>
              <a:tblPr firstRow="1" firstCol="1" bandRow="1"/>
              <a:tblGrid>
                <a:gridCol w="15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850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8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Processo/Cliente </a:t>
                      </a:r>
                      <a:r>
                        <a:rPr lang="pt-PT" sz="900" b="1" baseline="30000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2</a:t>
                      </a:r>
                      <a:endParaRPr lang="pt-PT" sz="900" baseline="300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MAVALIAA – BIYR2500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 rowSpan="3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  <a:cs typeface="+mn-cs"/>
                        </a:rPr>
                        <a:t> 1) Universo Comum</a:t>
                      </a:r>
                      <a:endParaRPr lang="en-US" sz="1000" b="1" kern="120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33 927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161 078 679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1 596 859 689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-1 435 781 010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99329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33 951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161 078 679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1 596 859 689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-1 435 781 010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 rowSpan="3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2) Exclusivo Novo Modelo de Garantias</a:t>
                      </a:r>
                      <a:endParaRPr lang="en-US" sz="105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2 637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2 637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18 666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18 666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8659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21 302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21 302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0000">
                <a:tc rowSpan="4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3) Exclusivo BIYR2500</a:t>
                      </a:r>
                      <a:endParaRPr lang="en-US" sz="105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4 352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89 225 289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-89 225 289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Em resolução - requisitos definidos e planificados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2 843 169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-2 843 169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2016049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resolução - definição de requisitos em curso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206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7 616 868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-7 616 868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0124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4 595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99 685 326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-99 685 326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88421B6-A6DF-B07E-F687-FF291458F5AF}"/>
              </a:ext>
            </a:extLst>
          </p:cNvPr>
          <p:cNvSpPr txBox="1"/>
          <p:nvPr/>
        </p:nvSpPr>
        <p:spPr>
          <a:xfrm>
            <a:off x="711028" y="6072469"/>
            <a:ext cx="39725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>
                <a:latin typeface="Santander Text" panose="020B0504020201020104" pitchFamily="34" charset="0"/>
              </a:rPr>
              <a:t>1. A granularidade utilizada para análise foi ao nivel do bem (garantia pessoal – Cliente)</a:t>
            </a:r>
          </a:p>
          <a:p>
            <a:r>
              <a:rPr lang="pt-BR" sz="800">
                <a:latin typeface="Santander Text" panose="020B0504020201020104" pitchFamily="34" charset="0"/>
              </a:rPr>
              <a:t>2. A granularidade apresentada é a do Novo Modelo de Garantias (granularidade de IC’s)</a:t>
            </a:r>
            <a:endParaRPr lang="en-US" sz="800">
              <a:latin typeface="Santander Text" panose="020B05040202010201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460541-F1A5-22A6-3107-8623D4A2824A}"/>
              </a:ext>
            </a:extLst>
          </p:cNvPr>
          <p:cNvSpPr/>
          <p:nvPr/>
        </p:nvSpPr>
        <p:spPr>
          <a:xfrm>
            <a:off x="722243" y="4594860"/>
            <a:ext cx="9645107" cy="13733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b="1">
                <a:solidFill>
                  <a:schemeClr val="accent4"/>
                </a:solidFill>
                <a:latin typeface="Santander Text" panose="020B0504020201020104" pitchFamily="34" charset="0"/>
              </a:rPr>
              <a:t>*Diferenças de metodologia refletidas | 2) Exclusivo Novo Modelo de Garantias:</a:t>
            </a:r>
            <a:endParaRPr lang="pt-PT" sz="90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pt-PT" sz="900">
                <a:solidFill>
                  <a:schemeClr val="tx1"/>
                </a:solidFill>
                <a:latin typeface="Santander Text" panose="020B0504020201020104" pitchFamily="34" charset="0"/>
              </a:rPr>
              <a:t>Biyr seleciona outro cliente sobrevivente</a:t>
            </a:r>
          </a:p>
          <a:p>
            <a:endParaRPr lang="pt-PT" sz="90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r>
              <a:rPr lang="pt-PT" sz="900" b="1">
                <a:solidFill>
                  <a:schemeClr val="accent4"/>
                </a:solidFill>
                <a:latin typeface="Santander Text" panose="020B0504020201020104" pitchFamily="34" charset="0"/>
              </a:rPr>
              <a:t>*Diferenças de metodologia refletidas | 3) Exclusivo BIYR9500: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u="sng">
                <a:solidFill>
                  <a:schemeClr val="tx1"/>
                </a:solidFill>
                <a:latin typeface="Santander Text" panose="020B0504020201020104" pitchFamily="34" charset="0"/>
              </a:rPr>
              <a:t>Todos os titulares</a:t>
            </a:r>
            <a:r>
              <a:rPr lang="pt-PT" sz="900">
                <a:solidFill>
                  <a:schemeClr val="tx1"/>
                </a:solidFill>
                <a:latin typeface="Santander Text" panose="020B0504020201020104" pitchFamily="34" charset="0"/>
              </a:rPr>
              <a:t>, utilizados atualmente como garantias pessoais, </a:t>
            </a:r>
            <a:r>
              <a:rPr lang="pt-PT" sz="900" u="sng">
                <a:solidFill>
                  <a:schemeClr val="tx1"/>
                </a:solidFill>
                <a:latin typeface="Santander Text" panose="020B0504020201020104" pitchFamily="34" charset="0"/>
              </a:rPr>
              <a:t>serão excluídos</a:t>
            </a:r>
            <a:endParaRPr lang="pt-PT" sz="90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endParaRPr lang="pt-PT" sz="90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757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/>
              <a:t>1. Status do projeto</a:t>
            </a:r>
            <a:endParaRPr lang="es-ES" sz="2000"/>
          </a:p>
          <a:p>
            <a:endParaRPr lang="es-ES" sz="2000"/>
          </a:p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11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>
                <a:solidFill>
                  <a:schemeClr val="bg1"/>
                </a:solidFill>
              </a:rPr>
              <a:t>1.2</a:t>
            </a:r>
            <a:endParaRPr lang="en-US" sz="1000" b="1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>
                <a:solidFill>
                  <a:schemeClr val="tx1"/>
                </a:solidFill>
              </a:rPr>
              <a:t>Quadro Resumo de Controlos e Resultados (relativo a 31 de Janeiro 2023) | Detalhe por tipologia de garantia</a:t>
            </a:r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22242" y="1631508"/>
            <a:ext cx="2340000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i="1">
                <a:solidFill>
                  <a:schemeClr val="tx1"/>
                </a:solidFill>
                <a:latin typeface="Santander Text" panose="020B0504020201020104" pitchFamily="34" charset="0"/>
              </a:rPr>
              <a:t>Factoring</a:t>
            </a:r>
            <a:r>
              <a:rPr lang="pt-PT" sz="1000" b="1" baseline="30000">
                <a:solidFill>
                  <a:schemeClr val="tx1"/>
                </a:solidFill>
                <a:latin typeface="Santander Text" panose="020B0504020201020104" pitchFamily="34" charset="0"/>
              </a:rPr>
              <a:t>1</a:t>
            </a:r>
            <a:endParaRPr lang="en-US" sz="1000" b="1" baseline="3000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09F8BDE-9239-AD09-EF31-CC46E4FB86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4334933"/>
              </p:ext>
            </p:extLst>
          </p:nvPr>
        </p:nvGraphicFramePr>
        <p:xfrm>
          <a:off x="722243" y="1992456"/>
          <a:ext cx="9063850" cy="1462320"/>
        </p:xfrm>
        <a:graphic>
          <a:graphicData uri="http://schemas.openxmlformats.org/drawingml/2006/table">
            <a:tbl>
              <a:tblPr firstRow="1" firstCol="1" bandRow="1"/>
              <a:tblGrid>
                <a:gridCol w="15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850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8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Processo/Cliente </a:t>
                      </a:r>
                      <a:r>
                        <a:rPr lang="pt-PT" sz="900" b="1" baseline="30000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2</a:t>
                      </a:r>
                      <a:endParaRPr lang="pt-PT" sz="900" baseline="300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MAVALIAA – BIYR2500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 rowSpan="2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 1) Universo Comum</a:t>
                      </a:r>
                      <a:endParaRPr lang="en-US" sz="105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8 472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79 253 490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79 253 490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 b="1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8 472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79 253 490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79 253 490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 rowSpan="2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2) Exclusivo Novo</a:t>
                      </a:r>
                    </a:p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 Modelo de Garantias</a:t>
                      </a:r>
                      <a:endParaRPr lang="en-US" sz="11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4 500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4 500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184169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05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 b="1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4 500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4 500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0787393"/>
                  </a:ext>
                </a:extLst>
              </a:tr>
              <a:tr h="180000">
                <a:tc rowSpan="2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3) Exclusivo BIYR2500</a:t>
                      </a:r>
                      <a:endParaRPr lang="en-US" sz="105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395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395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88421B6-A6DF-B07E-F687-FF291458F5AF}"/>
              </a:ext>
            </a:extLst>
          </p:cNvPr>
          <p:cNvSpPr txBox="1"/>
          <p:nvPr/>
        </p:nvSpPr>
        <p:spPr>
          <a:xfrm>
            <a:off x="711028" y="6072469"/>
            <a:ext cx="39725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>
                <a:latin typeface="Santander Text" panose="020B0504020201020104" pitchFamily="34" charset="0"/>
              </a:rPr>
              <a:t>1. A granularidade utilizada para análise foi ao nivel do bem (garantia pessoal – Cliente)</a:t>
            </a:r>
          </a:p>
          <a:p>
            <a:r>
              <a:rPr lang="pt-BR" sz="800">
                <a:latin typeface="Santander Text" panose="020B0504020201020104" pitchFamily="34" charset="0"/>
              </a:rPr>
              <a:t>2. A granularidade apresentada é a do Novo Modelo de Garantias (granularidade de IC’s)</a:t>
            </a:r>
            <a:endParaRPr lang="en-US" sz="800">
              <a:latin typeface="Santander Text" panose="020B05040202010201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643CEB4-3F97-6292-8DF9-FED5B9D3721D}"/>
              </a:ext>
            </a:extLst>
          </p:cNvPr>
          <p:cNvSpPr/>
          <p:nvPr/>
        </p:nvSpPr>
        <p:spPr>
          <a:xfrm>
            <a:off x="722243" y="3752023"/>
            <a:ext cx="9645107" cy="13733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b="1">
                <a:solidFill>
                  <a:schemeClr val="accent4"/>
                </a:solidFill>
                <a:latin typeface="Santander Text" panose="020B0504020201020104" pitchFamily="34" charset="0"/>
              </a:rPr>
              <a:t>*Diferenças de metodologia refletidas | 3) Exclusivo BIYR9500: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>
                <a:solidFill>
                  <a:schemeClr val="tx1"/>
                </a:solidFill>
                <a:latin typeface="Santander Text" panose="020B0504020201020104" pitchFamily="34" charset="0"/>
              </a:rPr>
              <a:t>Apenas consideradas responsabilidades/faturas </a:t>
            </a:r>
            <a:r>
              <a:rPr lang="pt-PT" sz="900" u="sng">
                <a:solidFill>
                  <a:schemeClr val="tx1"/>
                </a:solidFill>
                <a:latin typeface="Santander Text" panose="020B0504020201020104" pitchFamily="34" charset="0"/>
              </a:rPr>
              <a:t>com saldo</a:t>
            </a:r>
          </a:p>
          <a:p>
            <a:endParaRPr lang="pt-PT" sz="90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5262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/>
              <a:t>1. Status do projeto</a:t>
            </a:r>
            <a:endParaRPr lang="es-ES" sz="2000"/>
          </a:p>
          <a:p>
            <a:endParaRPr lang="es-ES" sz="2000"/>
          </a:p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12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>
                <a:solidFill>
                  <a:schemeClr val="bg1"/>
                </a:solidFill>
              </a:rPr>
              <a:t>1.3</a:t>
            </a:r>
            <a:endParaRPr lang="en-US" sz="1000" b="1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>
                <a:solidFill>
                  <a:schemeClr val="tx1"/>
                </a:solidFill>
              </a:rPr>
              <a:t>Quadro Resumo de Controlos e Resultados – Validação de processo </a:t>
            </a:r>
            <a:r>
              <a:rPr lang="pt-PT" sz="1000" b="1" i="1">
                <a:solidFill>
                  <a:schemeClr val="tx1"/>
                </a:solidFill>
              </a:rPr>
              <a:t>end-to-end</a:t>
            </a:r>
            <a:r>
              <a:rPr lang="pt-PT" sz="1000" b="1">
                <a:solidFill>
                  <a:schemeClr val="tx1"/>
                </a:solidFill>
              </a:rPr>
              <a:t> (relativo a 31 de Janeiro 2023)</a:t>
            </a:r>
            <a:r>
              <a:rPr lang="pt-PT" sz="1000" b="1" baseline="30000">
                <a:solidFill>
                  <a:schemeClr val="tx1"/>
                </a:solidFill>
              </a:rPr>
              <a:t>1</a:t>
            </a:r>
            <a:endParaRPr lang="en-US" sz="1000" b="1" baseline="30000">
              <a:solidFill>
                <a:schemeClr val="tx1"/>
              </a:solidFill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22242" y="1631508"/>
            <a:ext cx="2340000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>
                <a:solidFill>
                  <a:schemeClr val="tx1"/>
                </a:solidFill>
                <a:latin typeface="Santander Text" panose="020B0504020201020104" pitchFamily="34" charset="0"/>
              </a:rPr>
              <a:t>Modelo VS JM_GARANT_CTO</a:t>
            </a:r>
            <a:endParaRPr lang="en-US" sz="1000" baseline="3000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7790DD7-7A57-A5DD-1BF3-EDD100B3CF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9101411"/>
              </p:ext>
            </p:extLst>
          </p:nvPr>
        </p:nvGraphicFramePr>
        <p:xfrm>
          <a:off x="722243" y="2038432"/>
          <a:ext cx="9176402" cy="107234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40872">
                  <a:extLst>
                    <a:ext uri="{9D8B030D-6E8A-4147-A177-3AD203B41FA5}">
                      <a16:colId xmlns:a16="http://schemas.microsoft.com/office/drawing/2014/main" val="3950466940"/>
                    </a:ext>
                  </a:extLst>
                </a:gridCol>
                <a:gridCol w="1389255">
                  <a:extLst>
                    <a:ext uri="{9D8B030D-6E8A-4147-A177-3AD203B41FA5}">
                      <a16:colId xmlns:a16="http://schemas.microsoft.com/office/drawing/2014/main" val="975938831"/>
                    </a:ext>
                  </a:extLst>
                </a:gridCol>
                <a:gridCol w="1389255">
                  <a:extLst>
                    <a:ext uri="{9D8B030D-6E8A-4147-A177-3AD203B41FA5}">
                      <a16:colId xmlns:a16="http://schemas.microsoft.com/office/drawing/2014/main" val="3198698529"/>
                    </a:ext>
                  </a:extLst>
                </a:gridCol>
                <a:gridCol w="1389255">
                  <a:extLst>
                    <a:ext uri="{9D8B030D-6E8A-4147-A177-3AD203B41FA5}">
                      <a16:colId xmlns:a16="http://schemas.microsoft.com/office/drawing/2014/main" val="719171195"/>
                    </a:ext>
                  </a:extLst>
                </a:gridCol>
                <a:gridCol w="1389255">
                  <a:extLst>
                    <a:ext uri="{9D8B030D-6E8A-4147-A177-3AD203B41FA5}">
                      <a16:colId xmlns:a16="http://schemas.microsoft.com/office/drawing/2014/main" val="2734526999"/>
                    </a:ext>
                  </a:extLst>
                </a:gridCol>
                <a:gridCol w="1389255">
                  <a:extLst>
                    <a:ext uri="{9D8B030D-6E8A-4147-A177-3AD203B41FA5}">
                      <a16:colId xmlns:a16="http://schemas.microsoft.com/office/drawing/2014/main" val="3705975520"/>
                    </a:ext>
                  </a:extLst>
                </a:gridCol>
                <a:gridCol w="1389255">
                  <a:extLst>
                    <a:ext uri="{9D8B030D-6E8A-4147-A177-3AD203B41FA5}">
                      <a16:colId xmlns:a16="http://schemas.microsoft.com/office/drawing/2014/main" val="395914557"/>
                    </a:ext>
                  </a:extLst>
                </a:gridCol>
              </a:tblGrid>
              <a:tr h="171368"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# Registos</a:t>
                      </a: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Valor de avaliação</a:t>
                      </a:r>
                      <a:endParaRPr lang="pt-PT" sz="1000" b="1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495882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Tipologia</a:t>
                      </a:r>
                      <a:endParaRPr lang="pt-PT" sz="900" b="1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>
                          <a:effectLst/>
                          <a:latin typeface="Santander Text" panose="020B0504020201020104" pitchFamily="34" charset="0"/>
                        </a:rPr>
                        <a:t>Novo Modelo Garantias</a:t>
                      </a:r>
                      <a:endParaRPr lang="pt-PT" sz="900" b="1" i="0" u="none" strike="noStrike" baseline="3000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>
                          <a:effectLst/>
                          <a:latin typeface="Santander Text" panose="020B0504020201020104" pitchFamily="34" charset="0"/>
                        </a:rPr>
                        <a:t>JM_GARANT_CTO</a:t>
                      </a:r>
                      <a:r>
                        <a:rPr lang="pt-PT" sz="900" b="1" u="none" strike="noStrike" baseline="30000">
                          <a:effectLst/>
                          <a:latin typeface="Santander Text" panose="020B0504020201020104" pitchFamily="34" charset="0"/>
                        </a:rPr>
                        <a:t>2</a:t>
                      </a:r>
                      <a:endParaRPr lang="pt-PT" sz="900" b="1" i="0" u="none" strike="noStrike" baseline="3000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>
                          <a:effectLst/>
                          <a:latin typeface="Santander Text" panose="020B0504020201020104" pitchFamily="34" charset="0"/>
                        </a:rPr>
                        <a:t>Diferenças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>
                          <a:effectLst/>
                          <a:latin typeface="Santander Text" panose="020B0504020201020104" pitchFamily="34" charset="0"/>
                        </a:rPr>
                        <a:t>Novo Modelo Garantias</a:t>
                      </a:r>
                      <a:endParaRPr lang="pt-PT" sz="900" b="1" i="0" u="none" strike="noStrike" baseline="3000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>
                          <a:effectLst/>
                          <a:latin typeface="Santander Text" panose="020B0504020201020104" pitchFamily="34" charset="0"/>
                        </a:rPr>
                        <a:t>JM_GARANT_CTO</a:t>
                      </a:r>
                      <a:r>
                        <a:rPr lang="pt-PT" sz="900" b="1" u="none" strike="noStrike" baseline="30000">
                          <a:effectLst/>
                          <a:latin typeface="Santander Text" panose="020B0504020201020104" pitchFamily="34" charset="0"/>
                        </a:rPr>
                        <a:t>2</a:t>
                      </a:r>
                      <a:endParaRPr lang="pt-PT" sz="900" b="1" i="0" u="none" strike="noStrike" baseline="3000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>
                          <a:effectLst/>
                          <a:latin typeface="Santander Text" panose="020B0504020201020104" pitchFamily="34" charset="0"/>
                        </a:rPr>
                        <a:t>Diferenças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737850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0" u="none" strike="noStrike">
                          <a:effectLst/>
                          <a:latin typeface="Santander Text" panose="020B0504020201020104" pitchFamily="34" charset="0"/>
                        </a:rPr>
                        <a:t> Financeira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8 643,00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8 642,00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1" i="0" u="none" strike="noStrike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-1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712 263 989,42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712 263 546,36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1" i="0" u="none" strike="noStrike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-443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300382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Imóvel</a:t>
                      </a: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375 304,00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375 304,00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59 029 483 062,33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59 029 483 062,33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96122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0" u="none" strike="noStrike">
                          <a:effectLst/>
                          <a:latin typeface="Santander Text" panose="020B0504020201020104" pitchFamily="34" charset="0"/>
                        </a:rPr>
                        <a:t> Pessoais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374 392,00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374 320,00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1" i="0" u="none" strike="noStrike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-72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23 258 116 333,14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23 256 901 898,66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1" i="0" u="none" strike="noStrike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-1 214 434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56384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b"/>
                      <a:r>
                        <a:rPr lang="pt-PT" sz="1000" b="1" u="none" strike="noStrike">
                          <a:effectLst/>
                          <a:latin typeface="Santander Text" panose="020B0504020201020104" pitchFamily="34" charset="0"/>
                        </a:rPr>
                        <a:t>Total</a:t>
                      </a: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758 339,00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758 266,00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-73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82 999 863 384,89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82 998 648 507,35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-1 214 878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48405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BB4D737-4769-DA22-3EBA-563EBC6CDD40}"/>
              </a:ext>
            </a:extLst>
          </p:cNvPr>
          <p:cNvSpPr txBox="1"/>
          <p:nvPr/>
        </p:nvSpPr>
        <p:spPr>
          <a:xfrm>
            <a:off x="711028" y="6072469"/>
            <a:ext cx="52084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800">
                <a:latin typeface="Santander Text" panose="020B0504020201020104" pitchFamily="34" charset="0"/>
              </a:rPr>
              <a:t>1. Resultados obtidos sobre a execução realizada no dia 20 de março.</a:t>
            </a:r>
          </a:p>
          <a:p>
            <a:r>
              <a:rPr lang="pt-PT" sz="800">
                <a:latin typeface="Santander Text" panose="020B0504020201020104" pitchFamily="34" charset="0"/>
              </a:rPr>
              <a:t>2. Tabela JM_GARANT_CTO carregada na BDR2 e resulta do processo utilizando o Novo Modelo de Garantias (GT015).</a:t>
            </a:r>
            <a:endParaRPr lang="pt-BR" sz="800">
              <a:latin typeface="Santander Text" panose="020B05040202010201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ECC50B-117E-FC80-C5A0-31682E40DD74}"/>
              </a:ext>
            </a:extLst>
          </p:cNvPr>
          <p:cNvSpPr/>
          <p:nvPr/>
        </p:nvSpPr>
        <p:spPr>
          <a:xfrm>
            <a:off x="722242" y="4649462"/>
            <a:ext cx="9645107" cy="13733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b="1">
                <a:solidFill>
                  <a:schemeClr val="accent1"/>
                </a:solidFill>
                <a:latin typeface="Santander Text" panose="020B0504020201020104" pitchFamily="34" charset="0"/>
              </a:rPr>
              <a:t>Exemplo de Garantias Pessoais:</a:t>
            </a:r>
            <a:endParaRPr lang="pt-PT" sz="900" b="1">
              <a:solidFill>
                <a:schemeClr val="accent4"/>
              </a:solidFill>
              <a:latin typeface="Santander Text" panose="020B0504020201020104" pitchFamily="34" charset="0"/>
            </a:endParaRPr>
          </a:p>
          <a:p>
            <a:r>
              <a:rPr lang="pt-PT" sz="900">
                <a:solidFill>
                  <a:schemeClr val="tx1"/>
                </a:solidFill>
                <a:latin typeface="Santander Text" panose="020B0504020201020104" pitchFamily="34" charset="0"/>
              </a:rPr>
              <a:t>Após a última execução do Modelo, e já com a incorporação dos </a:t>
            </a:r>
            <a:r>
              <a:rPr lang="pt-PT" sz="900" i="1">
                <a:solidFill>
                  <a:schemeClr val="tx1"/>
                </a:solidFill>
                <a:latin typeface="Santander Text" panose="020B0504020201020104" pitchFamily="34" charset="0"/>
              </a:rPr>
              <a:t>cgarants</a:t>
            </a:r>
            <a:r>
              <a:rPr lang="pt-PT" sz="900">
                <a:solidFill>
                  <a:schemeClr val="tx1"/>
                </a:solidFill>
                <a:latin typeface="Santander Text" panose="020B0504020201020104" pitchFamily="34" charset="0"/>
              </a:rPr>
              <a:t> de </a:t>
            </a:r>
            <a:r>
              <a:rPr lang="pt-PT" sz="900" i="1" u="sng">
                <a:solidFill>
                  <a:schemeClr val="tx1"/>
                </a:solidFill>
                <a:latin typeface="Santander Text" panose="020B0504020201020104" pitchFamily="34" charset="0"/>
              </a:rPr>
              <a:t>leasing</a:t>
            </a:r>
            <a:r>
              <a:rPr lang="pt-PT" sz="900">
                <a:solidFill>
                  <a:schemeClr val="tx1"/>
                </a:solidFill>
                <a:latin typeface="Santander Text" panose="020B0504020201020104" pitchFamily="34" charset="0"/>
              </a:rPr>
              <a:t> que não estavam a ser incluídos, ocorreu um erro de desdobramento por cgarant para casos em que existe apenas um zcliente por responsabilidade.</a:t>
            </a:r>
            <a:r>
              <a:rPr lang="pt-PT" sz="900" u="sng">
                <a:solidFill>
                  <a:schemeClr val="tx1"/>
                </a:solidFill>
                <a:latin typeface="Santander Text" panose="020B0504020201020104" pitchFamily="34" charset="0"/>
              </a:rPr>
              <a:t> A BDR descarta aleatoriamente um dos registos duplicados por chave primária</a:t>
            </a:r>
            <a:r>
              <a:rPr lang="pt-PT" sz="900">
                <a:solidFill>
                  <a:schemeClr val="tx1"/>
                </a:solidFill>
                <a:latin typeface="Santander Text" panose="020B0504020201020104" pitchFamily="34" charset="0"/>
              </a:rPr>
              <a:t>.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349DF03-51C3-E098-A4B4-331DEF7F0F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1004037"/>
              </p:ext>
            </p:extLst>
          </p:nvPr>
        </p:nvGraphicFramePr>
        <p:xfrm>
          <a:off x="875124" y="5160890"/>
          <a:ext cx="6409596" cy="7219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6000">
                  <a:extLst>
                    <a:ext uri="{9D8B030D-6E8A-4147-A177-3AD203B41FA5}">
                      <a16:colId xmlns:a16="http://schemas.microsoft.com/office/drawing/2014/main" val="1926378817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3631060514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50983181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661695928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4279995539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3046986175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3980163432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783516918"/>
                    </a:ext>
                  </a:extLst>
                </a:gridCol>
                <a:gridCol w="793596">
                  <a:extLst>
                    <a:ext uri="{9D8B030D-6E8A-4147-A177-3AD203B41FA5}">
                      <a16:colId xmlns:a16="http://schemas.microsoft.com/office/drawing/2014/main" val="458466323"/>
                    </a:ext>
                  </a:extLst>
                </a:gridCol>
              </a:tblGrid>
              <a:tr h="180975">
                <a:tc gridSpan="9">
                  <a:txBody>
                    <a:bodyPr/>
                    <a:lstStyle/>
                    <a:p>
                      <a:pPr algn="ctr"/>
                      <a:r>
                        <a:rPr lang="pt-PT" sz="900" b="1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GT015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 sz="900" b="1">
                        <a:solidFill>
                          <a:schemeClr val="bg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 sz="900" b="1">
                        <a:solidFill>
                          <a:schemeClr val="bg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 sz="900" b="1">
                        <a:solidFill>
                          <a:schemeClr val="bg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 sz="900" b="1">
                        <a:solidFill>
                          <a:schemeClr val="bg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 sz="900" b="1">
                        <a:solidFill>
                          <a:schemeClr val="bg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 sz="900" b="1">
                        <a:solidFill>
                          <a:schemeClr val="bg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 sz="900" b="1">
                        <a:solidFill>
                          <a:schemeClr val="bg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 sz="900" b="1">
                        <a:solidFill>
                          <a:schemeClr val="bg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7917146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r>
                        <a:rPr lang="pt-PT" sz="900" b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tipologia</a:t>
                      </a:r>
                      <a:endParaRPr lang="pt-PT" sz="90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 b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origem</a:t>
                      </a:r>
                      <a:endParaRPr lang="pt-PT" sz="90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 b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mavaliaa</a:t>
                      </a:r>
                      <a:endParaRPr lang="pt-PT" sz="90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 b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cempresa</a:t>
                      </a:r>
                      <a:endParaRPr lang="pt-PT" sz="90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 b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ckbalcao</a:t>
                      </a:r>
                      <a:endParaRPr lang="pt-PT" sz="90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 b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cknumcta</a:t>
                      </a:r>
                      <a:endParaRPr lang="pt-PT" sz="90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 b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zdeposit</a:t>
                      </a:r>
                      <a:endParaRPr lang="pt-PT" sz="90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 b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cgarant</a:t>
                      </a:r>
                      <a:endParaRPr lang="pt-PT" sz="90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 b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zcliente</a:t>
                      </a:r>
                      <a:endParaRPr lang="pt-PT" sz="90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415074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r>
                        <a:rPr lang="pt-PT" sz="9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PES</a:t>
                      </a:r>
                      <a:endParaRPr lang="pt-PT" sz="9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LEA</a:t>
                      </a:r>
                      <a:endParaRPr lang="pt-PT" sz="9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9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10 763,72</a:t>
                      </a:r>
                      <a:endParaRPr lang="pt-PT" sz="9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90</a:t>
                      </a:r>
                      <a:endParaRPr lang="pt-PT" sz="9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0000</a:t>
                      </a:r>
                      <a:endParaRPr lang="pt-PT" sz="9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00000244180</a:t>
                      </a:r>
                      <a:endParaRPr lang="pt-PT" sz="9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000420000572694</a:t>
                      </a:r>
                      <a:endParaRPr lang="pt-PT" sz="9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 b="1">
                          <a:solidFill>
                            <a:schemeClr val="accent1"/>
                          </a:solidFill>
                          <a:effectLst/>
                          <a:latin typeface="Santander Text" panose="020B05040202010201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501</a:t>
                      </a:r>
                      <a:endParaRPr lang="pt-PT" sz="900">
                        <a:solidFill>
                          <a:schemeClr val="accent1"/>
                        </a:solidFill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8014793193</a:t>
                      </a:r>
                      <a:endParaRPr lang="pt-PT" sz="9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672251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r>
                        <a:rPr lang="pt-PT" sz="9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PES</a:t>
                      </a:r>
                      <a:endParaRPr lang="pt-PT" sz="9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LEA</a:t>
                      </a:r>
                      <a:endParaRPr lang="pt-PT" sz="9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9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10 763,72</a:t>
                      </a:r>
                      <a:endParaRPr lang="pt-PT" sz="9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90</a:t>
                      </a:r>
                      <a:endParaRPr lang="pt-PT" sz="9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0000</a:t>
                      </a:r>
                      <a:endParaRPr lang="pt-PT" sz="9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00000244180</a:t>
                      </a:r>
                      <a:endParaRPr lang="pt-PT" sz="9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000420000572694</a:t>
                      </a:r>
                      <a:endParaRPr lang="pt-PT" sz="9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 b="1">
                          <a:solidFill>
                            <a:schemeClr val="accent1"/>
                          </a:solidFill>
                          <a:effectLst/>
                          <a:latin typeface="Santander Text" panose="020B05040202010201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198</a:t>
                      </a:r>
                      <a:endParaRPr lang="pt-PT" sz="900">
                        <a:solidFill>
                          <a:schemeClr val="accent1"/>
                        </a:solidFill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8014793193</a:t>
                      </a:r>
                      <a:endParaRPr lang="pt-PT" sz="9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747491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B5110827-6A0C-3EB9-5778-7CC7F8E958DE}"/>
              </a:ext>
            </a:extLst>
          </p:cNvPr>
          <p:cNvSpPr/>
          <p:nvPr/>
        </p:nvSpPr>
        <p:spPr>
          <a:xfrm>
            <a:off x="722242" y="3270720"/>
            <a:ext cx="9645107" cy="12562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b="1">
                <a:solidFill>
                  <a:schemeClr val="accent1"/>
                </a:solidFill>
                <a:latin typeface="Santander Text" panose="020B0504020201020104" pitchFamily="34" charset="0"/>
              </a:rPr>
              <a:t>Exemplo de Garantias Financeiras:</a:t>
            </a:r>
            <a:endParaRPr lang="pt-PT" sz="900" b="1">
              <a:solidFill>
                <a:schemeClr val="accent4"/>
              </a:solidFill>
              <a:latin typeface="Santander Text" panose="020B0504020201020104" pitchFamily="34" charset="0"/>
            </a:endParaRPr>
          </a:p>
          <a:p>
            <a:r>
              <a:rPr lang="pt-PT" sz="900">
                <a:solidFill>
                  <a:schemeClr val="tx1"/>
                </a:solidFill>
                <a:latin typeface="Santander Text" panose="020B0504020201020104" pitchFamily="34" charset="0"/>
              </a:rPr>
              <a:t>O tratamento da chaves da responsabilidade do modelo para a tabela output </a:t>
            </a:r>
            <a:r>
              <a:rPr lang="pt-PT" sz="900" b="1">
                <a:solidFill>
                  <a:schemeClr val="tx1"/>
                </a:solidFill>
                <a:latin typeface="Santander Text" panose="020B0504020201020104" pitchFamily="34" charset="0"/>
              </a:rPr>
              <a:t>gt015</a:t>
            </a:r>
            <a:r>
              <a:rPr lang="pt-PT" sz="900">
                <a:solidFill>
                  <a:schemeClr val="tx1"/>
                </a:solidFill>
                <a:latin typeface="Santander Text" panose="020B0504020201020104" pitchFamily="34" charset="0"/>
              </a:rPr>
              <a:t> não está a ser refletido no código de </a:t>
            </a:r>
            <a:r>
              <a:rPr lang="pt-PT" sz="900" b="1">
                <a:solidFill>
                  <a:schemeClr val="tx1"/>
                </a:solidFill>
                <a:latin typeface="Santander Text" panose="020B0504020201020104" pitchFamily="34" charset="0"/>
              </a:rPr>
              <a:t>produto/subproduto da responsabilidade</a:t>
            </a:r>
            <a:r>
              <a:rPr lang="pt-PT" sz="900">
                <a:solidFill>
                  <a:schemeClr val="tx1"/>
                </a:solidFill>
                <a:latin typeface="Santander Text" panose="020B0504020201020104" pitchFamily="34" charset="0"/>
              </a:rPr>
              <a:t>, duplicando registos. </a:t>
            </a:r>
            <a:r>
              <a:rPr lang="pt-PT" sz="900" u="sng">
                <a:solidFill>
                  <a:schemeClr val="tx1"/>
                </a:solidFill>
                <a:latin typeface="Santander Text" panose="020B0504020201020104" pitchFamily="34" charset="0"/>
              </a:rPr>
              <a:t>A BDR descarta aleatoriamente um dos registos duplicados por chave primária</a:t>
            </a:r>
            <a:r>
              <a:rPr lang="pt-PT" sz="900">
                <a:solidFill>
                  <a:schemeClr val="tx1"/>
                </a:solidFill>
                <a:latin typeface="Santander Text" panose="020B0504020201020104" pitchFamily="34" charset="0"/>
              </a:rPr>
              <a:t>.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1D7B62E-0BC4-AE03-FF27-D6E7004AE5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1439387"/>
              </p:ext>
            </p:extLst>
          </p:nvPr>
        </p:nvGraphicFramePr>
        <p:xfrm>
          <a:off x="875124" y="3774527"/>
          <a:ext cx="6409596" cy="7219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18396">
                  <a:extLst>
                    <a:ext uri="{9D8B030D-6E8A-4147-A177-3AD203B41FA5}">
                      <a16:colId xmlns:a16="http://schemas.microsoft.com/office/drawing/2014/main" val="1028419816"/>
                    </a:ext>
                  </a:extLst>
                </a:gridCol>
                <a:gridCol w="556260">
                  <a:extLst>
                    <a:ext uri="{9D8B030D-6E8A-4147-A177-3AD203B41FA5}">
                      <a16:colId xmlns:a16="http://schemas.microsoft.com/office/drawing/2014/main" val="1908497701"/>
                    </a:ext>
                  </a:extLst>
                </a:gridCol>
                <a:gridCol w="601980">
                  <a:extLst>
                    <a:ext uri="{9D8B030D-6E8A-4147-A177-3AD203B41FA5}">
                      <a16:colId xmlns:a16="http://schemas.microsoft.com/office/drawing/2014/main" val="419162840"/>
                    </a:ext>
                  </a:extLst>
                </a:gridCol>
                <a:gridCol w="617220">
                  <a:extLst>
                    <a:ext uri="{9D8B030D-6E8A-4147-A177-3AD203B41FA5}">
                      <a16:colId xmlns:a16="http://schemas.microsoft.com/office/drawing/2014/main" val="3980163432"/>
                    </a:ext>
                  </a:extLst>
                </a:gridCol>
                <a:gridCol w="693420">
                  <a:extLst>
                    <a:ext uri="{9D8B030D-6E8A-4147-A177-3AD203B41FA5}">
                      <a16:colId xmlns:a16="http://schemas.microsoft.com/office/drawing/2014/main" val="372968277"/>
                    </a:ext>
                  </a:extLst>
                </a:gridCol>
                <a:gridCol w="815340">
                  <a:extLst>
                    <a:ext uri="{9D8B030D-6E8A-4147-A177-3AD203B41FA5}">
                      <a16:colId xmlns:a16="http://schemas.microsoft.com/office/drawing/2014/main" val="2993343626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340000135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783516918"/>
                    </a:ext>
                  </a:extLst>
                </a:gridCol>
                <a:gridCol w="746760">
                  <a:extLst>
                    <a:ext uri="{9D8B030D-6E8A-4147-A177-3AD203B41FA5}">
                      <a16:colId xmlns:a16="http://schemas.microsoft.com/office/drawing/2014/main" val="458466323"/>
                    </a:ext>
                  </a:extLst>
                </a:gridCol>
              </a:tblGrid>
              <a:tr h="180975">
                <a:tc gridSpan="9">
                  <a:txBody>
                    <a:bodyPr/>
                    <a:lstStyle/>
                    <a:p>
                      <a:pPr algn="ctr" fontAlgn="b"/>
                      <a:r>
                        <a:rPr lang="pt-PT" sz="900" b="1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GT015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pt-PT" sz="90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pt-PT" sz="90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r>
                        <a:rPr lang="pt-PT" sz="9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GT015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pt-PT" sz="90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pt-PT" sz="90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pt-PT" sz="90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pt-PT" sz="90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pt-PT" sz="90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285517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r>
                        <a:rPr lang="pt-PT" sz="900" b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tipologia</a:t>
                      </a:r>
                      <a:endParaRPr lang="pt-PT" sz="90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 b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origem</a:t>
                      </a:r>
                      <a:endParaRPr lang="pt-PT" sz="90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mavaliaa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cempresa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ckbalcao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cknumcta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zdeposit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ckprodut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cksubpro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415074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FIN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155,50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00826406001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000000000000000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1" i="0" u="none" strike="noStrike">
                          <a:solidFill>
                            <a:schemeClr val="accent1"/>
                          </a:solidFill>
                          <a:effectLst/>
                          <a:latin typeface="Santander Text" panose="020B0504020201020104" pitchFamily="34" charset="0"/>
                        </a:rPr>
                        <a:t>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672251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FIN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443,06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00826406001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000000000000000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1" i="0" u="none" strike="noStrike">
                          <a:solidFill>
                            <a:schemeClr val="accent1"/>
                          </a:solidFill>
                          <a:effectLst/>
                          <a:latin typeface="Santander Text" panose="020B0504020201020104" pitchFamily="34" charset="0"/>
                        </a:rPr>
                        <a:t>170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747491"/>
                  </a:ext>
                </a:extLst>
              </a:tr>
            </a:tbl>
          </a:graphicData>
        </a:graphic>
      </p:graphicFrame>
      <p:grpSp>
        <p:nvGrpSpPr>
          <p:cNvPr id="18" name="Group 17">
            <a:extLst>
              <a:ext uri="{FF2B5EF4-FFF2-40B4-BE49-F238E27FC236}">
                <a16:creationId xmlns:a16="http://schemas.microsoft.com/office/drawing/2014/main" id="{CD585925-A3F8-83DE-F85D-65C7D98656F2}"/>
              </a:ext>
            </a:extLst>
          </p:cNvPr>
          <p:cNvGrpSpPr/>
          <p:nvPr/>
        </p:nvGrpSpPr>
        <p:grpSpPr>
          <a:xfrm>
            <a:off x="7285224" y="4238625"/>
            <a:ext cx="3175301" cy="297857"/>
            <a:chOff x="7224264" y="4229100"/>
            <a:chExt cx="3175301" cy="297857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71B1DA16-FF52-8FA8-A00F-F66DC2D4B380}"/>
                </a:ext>
              </a:extLst>
            </p:cNvPr>
            <p:cNvCxnSpPr>
              <a:cxnSpLocks/>
              <a:endCxn id="13" idx="1"/>
            </p:cNvCxnSpPr>
            <p:nvPr/>
          </p:nvCxnSpPr>
          <p:spPr>
            <a:xfrm>
              <a:off x="7224264" y="4378029"/>
              <a:ext cx="1089156" cy="0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B8B0167-9E94-4E0E-9F4A-A0B3B210ACC7}"/>
                </a:ext>
              </a:extLst>
            </p:cNvPr>
            <p:cNvSpPr/>
            <p:nvPr/>
          </p:nvSpPr>
          <p:spPr>
            <a:xfrm>
              <a:off x="8313420" y="4229100"/>
              <a:ext cx="2086145" cy="29785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800" b="1">
                  <a:solidFill>
                    <a:srgbClr val="C00000"/>
                  </a:solidFill>
                  <a:latin typeface="Santander Text" panose="020B0504020201020104" pitchFamily="34" charset="0"/>
                </a:rPr>
                <a:t>Registo eliminado pela processo da BDR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EA76A0D-D2C9-81FC-334A-F979CDA30ED4}"/>
              </a:ext>
            </a:extLst>
          </p:cNvPr>
          <p:cNvGrpSpPr/>
          <p:nvPr/>
        </p:nvGrpSpPr>
        <p:grpSpPr>
          <a:xfrm>
            <a:off x="7285224" y="5459730"/>
            <a:ext cx="3175301" cy="297857"/>
            <a:chOff x="7224264" y="4229100"/>
            <a:chExt cx="3175301" cy="297857"/>
          </a:xfrm>
        </p:grpSpPr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A881EE9A-7708-CD11-0E53-A73542568215}"/>
                </a:ext>
              </a:extLst>
            </p:cNvPr>
            <p:cNvCxnSpPr>
              <a:cxnSpLocks/>
              <a:endCxn id="21" idx="1"/>
            </p:cNvCxnSpPr>
            <p:nvPr/>
          </p:nvCxnSpPr>
          <p:spPr>
            <a:xfrm>
              <a:off x="7224264" y="4378029"/>
              <a:ext cx="1089156" cy="0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5249DB2-AB51-3A3A-3CD5-98E67E069580}"/>
                </a:ext>
              </a:extLst>
            </p:cNvPr>
            <p:cNvSpPr/>
            <p:nvPr/>
          </p:nvSpPr>
          <p:spPr>
            <a:xfrm>
              <a:off x="8313420" y="4229100"/>
              <a:ext cx="2086145" cy="29785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800" b="1">
                  <a:solidFill>
                    <a:srgbClr val="C00000"/>
                  </a:solidFill>
                  <a:latin typeface="Santander Text" panose="020B0504020201020104" pitchFamily="34" charset="0"/>
                </a:rPr>
                <a:t>Registo eliminado pela processo da BDR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0364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/>
          <p:cNvSpPr/>
          <p:nvPr/>
        </p:nvSpPr>
        <p:spPr>
          <a:xfrm>
            <a:off x="1752600" y="3403875"/>
            <a:ext cx="7905751" cy="2526262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Santander Text" panose="020B0504020201020104" pitchFamily="34" charset="0"/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/>
              <a:t>1. Status do projeto</a:t>
            </a:r>
            <a:endParaRPr lang="es-ES" sz="2000"/>
          </a:p>
          <a:p>
            <a:endParaRPr lang="es-ES" sz="2000"/>
          </a:p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13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>
                <a:solidFill>
                  <a:schemeClr val="bg1"/>
                </a:solidFill>
              </a:rPr>
              <a:t>1.3</a:t>
            </a:r>
            <a:endParaRPr lang="en-US" sz="1000" b="1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>
                <a:solidFill>
                  <a:schemeClr val="tx1"/>
                </a:solidFill>
              </a:rPr>
              <a:t>Quadro Resumo de Controlos e Resultados – Impactos Área de Capital (relativo a 31 de Janeiro 2023)</a:t>
            </a:r>
            <a:r>
              <a:rPr lang="pt-PT" sz="1000" b="1" baseline="30000">
                <a:solidFill>
                  <a:schemeClr val="tx1"/>
                </a:solidFill>
              </a:rPr>
              <a:t>1</a:t>
            </a:r>
            <a:endParaRPr lang="en-US" sz="1000" b="1" baseline="30000">
              <a:solidFill>
                <a:schemeClr val="tx1"/>
              </a:solidFill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22243" y="1631508"/>
            <a:ext cx="2340000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>
                <a:solidFill>
                  <a:schemeClr val="tx1"/>
                </a:solidFill>
                <a:latin typeface="Santander Text" panose="020B0504020201020104" pitchFamily="34" charset="0"/>
              </a:rPr>
              <a:t>Impactos Capital</a:t>
            </a:r>
            <a:endParaRPr lang="en-US" sz="1000" b="1" baseline="3000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8175997"/>
              </p:ext>
            </p:extLst>
          </p:nvPr>
        </p:nvGraphicFramePr>
        <p:xfrm>
          <a:off x="2085975" y="3443247"/>
          <a:ext cx="7030616" cy="1642310"/>
        </p:xfrm>
        <a:graphic>
          <a:graphicData uri="http://schemas.openxmlformats.org/drawingml/2006/table">
            <a:tbl>
              <a:tblPr/>
              <a:tblGrid>
                <a:gridCol w="3352322">
                  <a:extLst>
                    <a:ext uri="{9D8B030D-6E8A-4147-A177-3AD203B41FA5}">
                      <a16:colId xmlns:a16="http://schemas.microsoft.com/office/drawing/2014/main" val="2525455244"/>
                    </a:ext>
                  </a:extLst>
                </a:gridCol>
                <a:gridCol w="762294">
                  <a:extLst>
                    <a:ext uri="{9D8B030D-6E8A-4147-A177-3AD203B41FA5}">
                      <a16:colId xmlns:a16="http://schemas.microsoft.com/office/drawing/2014/main" val="741639320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2428647949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1141026469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3392995825"/>
                    </a:ext>
                  </a:extLst>
                </a:gridCol>
              </a:tblGrid>
              <a:tr h="186805">
                <a:tc>
                  <a:txBody>
                    <a:bodyPr/>
                    <a:lstStyle/>
                    <a:p>
                      <a:pPr algn="l" fontAlgn="ctr"/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RWA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428216"/>
                  </a:ext>
                </a:extLst>
              </a:tr>
              <a:tr h="186805"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Casuística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# Registos</a:t>
                      </a:r>
                      <a:r>
                        <a:rPr lang="pt-PT" sz="1000" b="1" i="0" u="none" strike="noStrike" baseline="3000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effectLst/>
                          <a:latin typeface="Santander Text" panose="020B0504020201020104" pitchFamily="34" charset="0"/>
                        </a:rPr>
                        <a:t>IRB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effectLst/>
                          <a:latin typeface="Santander Text" panose="020B0504020201020104" pitchFamily="34" charset="0"/>
                        </a:rPr>
                        <a:t>STD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effectLst/>
                          <a:latin typeface="Santander Text" panose="020B05040202010201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53125"/>
                  </a:ext>
                </a:extLst>
              </a:tr>
              <a:tr h="1872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Diferenças de Metodologia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62B96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3 031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4 195 479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11 092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4 206 570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913864"/>
                  </a:ext>
                </a:extLst>
              </a:tr>
              <a:tr h="1872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Diferenças de Metodologia + Alteração PD (Reestruturados)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62B96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1 779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33 120 989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33 120 989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0571296"/>
                  </a:ext>
                </a:extLst>
              </a:tr>
              <a:tr h="186805"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effectLst/>
                          <a:latin typeface="Santander Text" panose="020B0504020201020104" pitchFamily="34" charset="0"/>
                        </a:rPr>
                        <a:t>Em resolução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386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7 989 064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35 183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8 024 247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2269089"/>
                  </a:ext>
                </a:extLst>
              </a:tr>
              <a:tr h="186805"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effectLst/>
                          <a:latin typeface="Santander Text" panose="020B0504020201020104" pitchFamily="34" charset="0"/>
                        </a:rPr>
                        <a:t>Em análise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1 632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3 486 983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-19 379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3 467 605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403822"/>
                  </a:ext>
                </a:extLst>
              </a:tr>
              <a:tr h="186805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effectLst/>
                          <a:latin typeface="Santander Text" panose="020B0504020201020104" pitchFamily="34" charset="0"/>
                        </a:rPr>
                        <a:t>Impacto Global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48 792 514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26 896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48 819 411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453271"/>
                  </a:ext>
                </a:extLst>
              </a:tr>
              <a:tr h="144000">
                <a:tc gridSpan="5">
                  <a:txBody>
                    <a:bodyPr/>
                    <a:lstStyle/>
                    <a:p>
                      <a:pPr algn="ctr" fontAlgn="ctr"/>
                      <a:endParaRPr lang="pt-PT" sz="900" b="1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r" fontAlgn="ctr"/>
                      <a:endParaRPr lang="pt-PT" sz="1000" b="1" i="0" u="none" strike="noStrike"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pt-PT" sz="1000" b="1" i="0" u="none" strike="noStrike"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pt-PT" sz="1000" b="1" i="0" u="none" strike="noStrike"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5237777"/>
                  </a:ext>
                </a:extLst>
              </a:tr>
              <a:tr h="187200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Santander Text" panose="020B0504020201020104" pitchFamily="34" charset="0"/>
                        </a:rPr>
                        <a:t>  Outras</a:t>
                      </a:r>
                      <a:r>
                        <a:rPr lang="pt-PT" sz="900" b="0" i="0" u="none" strike="noStrike" baseline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Santander Text" panose="020B0504020201020104" pitchFamily="34" charset="0"/>
                        </a:rPr>
                        <a:t> Diferenças *</a:t>
                      </a:r>
                      <a:endParaRPr lang="pt-PT" sz="9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Santander Text" panose="020B0504020201020104" pitchFamily="34" charset="0"/>
                        </a:rPr>
                        <a:t>-31 506 977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Santander Text" panose="020B0504020201020104" pitchFamily="34" charset="0"/>
                        </a:rPr>
                        <a:t>-76 791 189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Santander Text" panose="020B0504020201020104" pitchFamily="34" charset="0"/>
                        </a:rPr>
                        <a:t>-108 298 167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5117167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037186" y="5133156"/>
            <a:ext cx="5725689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* Foram identificadas </a:t>
            </a:r>
            <a:r>
              <a:rPr lang="pt-PT" sz="900" b="1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diferenças não inerentes ao novo modelo de garantias</a:t>
            </a:r>
            <a:r>
              <a:rPr lang="pt-PT" sz="90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, que se desagregam em: 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pt-PT" sz="90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Erros do motor (falha na identificação do cliente – IDNUMCLI = 0) | - 78M €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pt-PT" sz="90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Diferenças de Reconciliação que são apenas calculadas na BDR1 | -75M €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pt-PT" sz="90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Alteração do grupo de assignação de PD (diferenças na informação de reestruturados) | 43M €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pt-PT" sz="90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Outras diferenças | 3M €</a:t>
            </a:r>
          </a:p>
        </p:txBody>
      </p: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1D5AD34C-9F22-0F96-ADAD-0463A56024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6357947"/>
              </p:ext>
            </p:extLst>
          </p:nvPr>
        </p:nvGraphicFramePr>
        <p:xfrm>
          <a:off x="722243" y="2038432"/>
          <a:ext cx="6420320" cy="89234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88320">
                  <a:extLst>
                    <a:ext uri="{9D8B030D-6E8A-4147-A177-3AD203B41FA5}">
                      <a16:colId xmlns:a16="http://schemas.microsoft.com/office/drawing/2014/main" val="3950466940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975938831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3198698529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719171195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2734526999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3705975520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395914557"/>
                    </a:ext>
                  </a:extLst>
                </a:gridCol>
              </a:tblGrid>
              <a:tr h="171368"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RWA</a:t>
                      </a:r>
                      <a:endParaRPr lang="pt-PT" sz="1000" b="1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EAD</a:t>
                      </a:r>
                      <a:endParaRPr lang="pt-PT" sz="1000" b="1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495882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Método</a:t>
                      </a:r>
                      <a:endParaRPr lang="pt-PT" sz="1000" b="1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>
                          <a:effectLst/>
                          <a:latin typeface="Santander Text" panose="020B0504020201020104" pitchFamily="34" charset="0"/>
                        </a:rPr>
                        <a:t>BDR2</a:t>
                      </a:r>
                      <a:r>
                        <a:rPr lang="pt-PT" sz="1000" b="1" u="none" strike="noStrike" baseline="30000">
                          <a:effectLst/>
                          <a:latin typeface="Santander Text" panose="020B0504020201020104" pitchFamily="34" charset="0"/>
                        </a:rPr>
                        <a:t>3</a:t>
                      </a:r>
                      <a:endParaRPr lang="pt-PT" sz="1000" b="1" i="0" u="none" strike="noStrike" baseline="3000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>
                          <a:effectLst/>
                          <a:latin typeface="Santander Text" panose="020B0504020201020104" pitchFamily="34" charset="0"/>
                        </a:rPr>
                        <a:t>BDR1</a:t>
                      </a:r>
                      <a:r>
                        <a:rPr lang="pt-PT" sz="1000" b="1" u="none" strike="noStrike" baseline="30000">
                          <a:effectLst/>
                          <a:latin typeface="Santander Text" panose="020B0504020201020104" pitchFamily="34" charset="0"/>
                        </a:rPr>
                        <a:t>2</a:t>
                      </a:r>
                      <a:endParaRPr lang="pt-PT" sz="1000" b="1" i="0" u="none" strike="noStrike" baseline="3000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>
                          <a:effectLst/>
                          <a:latin typeface="Santander Text" panose="020B0504020201020104" pitchFamily="34" charset="0"/>
                        </a:rPr>
                        <a:t>Diferenças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>
                          <a:effectLst/>
                          <a:latin typeface="Santander Text" panose="020B0504020201020104" pitchFamily="34" charset="0"/>
                        </a:rPr>
                        <a:t>BDR2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>
                          <a:effectLst/>
                          <a:latin typeface="Santander Text" panose="020B0504020201020104" pitchFamily="34" charset="0"/>
                        </a:rPr>
                        <a:t>BDR1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>
                          <a:effectLst/>
                          <a:latin typeface="Santander Text" panose="020B0504020201020104" pitchFamily="34" charset="0"/>
                        </a:rPr>
                        <a:t>Diferenças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737850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>
                          <a:effectLst/>
                          <a:latin typeface="Santander Text" panose="020B0504020201020104" pitchFamily="34" charset="0"/>
                        </a:rPr>
                        <a:t>IRB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10 609 928 578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10 592 643 041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17 285 537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34 154 864 754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34 361 579 786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-206 715 032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300382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>
                          <a:effectLst/>
                          <a:latin typeface="Santander Text" panose="020B0504020201020104" pitchFamily="34" charset="0"/>
                        </a:rPr>
                        <a:t>STD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1 298 040 416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1 374 804 709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-76 764 293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18 209 816 743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18 838 703 951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-628 887 208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56384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b"/>
                      <a:r>
                        <a:rPr lang="pt-PT" sz="1000" b="1" u="none" strike="noStrike">
                          <a:effectLst/>
                          <a:latin typeface="Santander Text" panose="020B0504020201020104" pitchFamily="34" charset="0"/>
                        </a:rPr>
                        <a:t>Total</a:t>
                      </a: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11 907 968 994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11 967 447 750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-59 478 756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52 364 681 497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53 200 283 736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-835 602 240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484053"/>
                  </a:ext>
                </a:extLst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711028" y="5981029"/>
            <a:ext cx="49391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800">
                <a:latin typeface="Santander Text" panose="020B0504020201020104" pitchFamily="34" charset="0"/>
              </a:rPr>
              <a:t>1. Resultados obtidos sobre a execução realizada no dia 20 de março.</a:t>
            </a:r>
          </a:p>
          <a:p>
            <a:r>
              <a:rPr lang="pt-PT" sz="800">
                <a:latin typeface="Santander Text" panose="020B0504020201020104" pitchFamily="34" charset="0"/>
              </a:rPr>
              <a:t>2. BDR1 resulta do processo atual do BIYR9500.</a:t>
            </a:r>
          </a:p>
          <a:p>
            <a:r>
              <a:rPr lang="pt-PT" sz="800">
                <a:latin typeface="Santander Text" panose="020B0504020201020104" pitchFamily="34" charset="0"/>
              </a:rPr>
              <a:t>3. BDR2 resulta do processo utilizando o Novo Modelo de Garantias.</a:t>
            </a:r>
          </a:p>
          <a:p>
            <a:r>
              <a:rPr lang="pt-PT" sz="800">
                <a:latin typeface="Santander Text" panose="020B0504020201020104" pitchFamily="34" charset="0"/>
              </a:rPr>
              <a:t>4. Universo definido com base na combinação entre o método de cálculo de capital, segmento e contrato BDR.</a:t>
            </a:r>
            <a:r>
              <a:rPr lang="pt-BR" sz="800">
                <a:latin typeface="Santander Text" panose="020B0504020201020104" pitchFamily="34" charset="0"/>
              </a:rPr>
              <a:t> 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67075" y="2152651"/>
            <a:ext cx="971550" cy="849140"/>
          </a:xfrm>
          <a:prstGeom prst="rect">
            <a:avLst/>
          </a:prstGeom>
          <a:solidFill>
            <a:srgbClr val="C00000">
              <a:alpha val="10000"/>
            </a:srgb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Santander Text" panose="020B0504020201020104" pitchFamily="34" charset="0"/>
            </a:endParaRPr>
          </a:p>
        </p:txBody>
      </p:sp>
      <p:cxnSp>
        <p:nvCxnSpPr>
          <p:cNvPr id="38" name="Elbow Connector 37"/>
          <p:cNvCxnSpPr>
            <a:cxnSpLocks/>
            <a:stCxn id="36" idx="2"/>
            <a:endCxn id="44" idx="0"/>
          </p:cNvCxnSpPr>
          <p:nvPr/>
        </p:nvCxnSpPr>
        <p:spPr>
          <a:xfrm rot="16200000" flipH="1">
            <a:off x="4528121" y="2226520"/>
            <a:ext cx="402084" cy="1952626"/>
          </a:xfrm>
          <a:prstGeom prst="bentConnector3">
            <a:avLst>
              <a:gd name="adj1" fmla="val 50000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7588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/>
              <a:t>1. Status do projeto</a:t>
            </a:r>
            <a:endParaRPr lang="es-ES" sz="2000"/>
          </a:p>
          <a:p>
            <a:endParaRPr lang="es-ES" sz="2000"/>
          </a:p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14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>
                <a:solidFill>
                  <a:schemeClr val="bg1"/>
                </a:solidFill>
              </a:rPr>
              <a:t>1.3</a:t>
            </a:r>
            <a:endParaRPr lang="en-US" sz="1000" b="1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>
                <a:solidFill>
                  <a:schemeClr val="tx1"/>
                </a:solidFill>
              </a:rPr>
              <a:t>Quadro Resumo de Controlos e Resultados – Impactos Área de Imparidade (relativo a 31 de Janeiro 2023)</a:t>
            </a:r>
            <a:r>
              <a:rPr lang="pt-PT" sz="1000" b="1" baseline="30000">
                <a:solidFill>
                  <a:schemeClr val="tx1"/>
                </a:solidFill>
              </a:rPr>
              <a:t>1</a:t>
            </a:r>
            <a:endParaRPr lang="en-US" sz="1000" b="1" baseline="30000">
              <a:solidFill>
                <a:schemeClr val="tx1"/>
              </a:solidFill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22242" y="1631508"/>
            <a:ext cx="2340000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>
                <a:solidFill>
                  <a:schemeClr val="tx1"/>
                </a:solidFill>
                <a:latin typeface="Santander Text" panose="020B0504020201020104" pitchFamily="34" charset="0"/>
              </a:rPr>
              <a:t>Modelo VS Input Imparidade</a:t>
            </a:r>
            <a:endParaRPr lang="en-US" sz="1000" baseline="3000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7790DD7-7A57-A5DD-1BF3-EDD100B3CF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7874743"/>
              </p:ext>
            </p:extLst>
          </p:nvPr>
        </p:nvGraphicFramePr>
        <p:xfrm>
          <a:off x="722243" y="2038432"/>
          <a:ext cx="9540000" cy="161234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95046694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97593883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3198698529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719171195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734526999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370597552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395914557"/>
                    </a:ext>
                  </a:extLst>
                </a:gridCol>
              </a:tblGrid>
              <a:tr h="171368"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# Registos</a:t>
                      </a: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Valor de avaliação</a:t>
                      </a:r>
                      <a:endParaRPr lang="pt-PT" sz="1000" b="1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495882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Tipologia</a:t>
                      </a:r>
                      <a:endParaRPr lang="pt-PT" sz="900" b="1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>
                          <a:effectLst/>
                          <a:latin typeface="Santander Text" panose="020B0504020201020104" pitchFamily="34" charset="0"/>
                        </a:rPr>
                        <a:t>Novo Modelo Garantias</a:t>
                      </a:r>
                      <a:r>
                        <a:rPr lang="pt-PT" sz="900" b="1" u="none" strike="noStrike" baseline="30000">
                          <a:effectLst/>
                          <a:latin typeface="Santander Text" panose="020B0504020201020104" pitchFamily="34" charset="0"/>
                        </a:rPr>
                        <a:t>2</a:t>
                      </a:r>
                      <a:endParaRPr lang="pt-PT" sz="900" b="1" i="0" u="none" strike="noStrike" baseline="3000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>
                          <a:effectLst/>
                          <a:latin typeface="Santander Text" panose="020B0504020201020104" pitchFamily="34" charset="0"/>
                        </a:rPr>
                        <a:t>Input Imparidade</a:t>
                      </a:r>
                      <a:endParaRPr lang="pt-PT" sz="900" b="1" i="0" u="none" strike="noStrike" baseline="3000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>
                          <a:effectLst/>
                          <a:latin typeface="Santander Text" panose="020B0504020201020104" pitchFamily="34" charset="0"/>
                        </a:rPr>
                        <a:t>Diferenças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>
                          <a:effectLst/>
                          <a:latin typeface="Santander Text" panose="020B0504020201020104" pitchFamily="34" charset="0"/>
                        </a:rPr>
                        <a:t>Novo Modelo Garantias</a:t>
                      </a:r>
                      <a:endParaRPr lang="pt-PT" sz="900" b="1" i="0" u="none" strike="noStrike" baseline="3000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1" u="none" strike="noStrike">
                          <a:effectLst/>
                          <a:latin typeface="Santander Text" panose="020B0504020201020104" pitchFamily="34" charset="0"/>
                        </a:rPr>
                        <a:t>Input Imparidade</a:t>
                      </a:r>
                      <a:endParaRPr lang="pt-PT" sz="900" b="1" i="0" u="none" strike="noStrike" baseline="3000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>
                          <a:effectLst/>
                          <a:latin typeface="Santander Text" panose="020B0504020201020104" pitchFamily="34" charset="0"/>
                        </a:rPr>
                        <a:t>Diferenças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737850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0" u="none" strike="noStrike">
                          <a:effectLst/>
                          <a:latin typeface="Santander Text" panose="020B0504020201020104" pitchFamily="34" charset="0"/>
                        </a:rPr>
                        <a:t> Financeira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7 624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7 624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  <a:endParaRPr lang="pt-PT" sz="900" b="1" i="0" u="none" strike="noStrike">
                        <a:solidFill>
                          <a:srgbClr val="FF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712 263 989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712 263 989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  <a:endParaRPr lang="pt-PT" sz="900" b="1" i="0" u="none" strike="noStrike">
                        <a:solidFill>
                          <a:srgbClr val="FF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300382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Imóveis (exc </a:t>
                      </a:r>
                      <a:r>
                        <a:rPr lang="pt-PT" sz="1000" b="0" i="1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Leasing</a:t>
                      </a:r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)</a:t>
                      </a: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370 263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370 263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57 500 548 172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57 500 548 172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96122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Imóveis </a:t>
                      </a:r>
                      <a:r>
                        <a:rPr lang="pt-PT" sz="1000" b="0" i="1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Leasing</a:t>
                      </a: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5 041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5 041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  <a:endParaRPr lang="pt-PT" sz="900" b="1" i="0" u="none" strike="noStrike">
                        <a:solidFill>
                          <a:srgbClr val="FF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1 528 934 890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1 528 934 890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  <a:endParaRPr lang="pt-PT" sz="900" b="1" i="0" u="none" strike="noStrike">
                        <a:solidFill>
                          <a:srgbClr val="FF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56384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Pessoais (exc </a:t>
                      </a:r>
                      <a:r>
                        <a:rPr lang="pt-PT" sz="1000" b="0" i="1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Leasing&amp;Factoring</a:t>
                      </a:r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)</a:t>
                      </a: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339 853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339 853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  <a:endParaRPr lang="pt-PT" sz="9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23 016 494 995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23 016 490 396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Santander Text" panose="020B0504020201020104" pitchFamily="34" charset="0"/>
                        </a:rPr>
                        <a:t>4 599</a:t>
                      </a:r>
                      <a:endParaRPr lang="pt-PT" sz="9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147097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Pessoais </a:t>
                      </a:r>
                      <a:r>
                        <a:rPr lang="pt-PT" sz="1000" b="0" i="1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Leasing</a:t>
                      </a: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33 893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33 892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Santander Text" panose="020B0504020201020104" pitchFamily="34" charset="0"/>
                        </a:rPr>
                        <a:t>-1</a:t>
                      </a:r>
                      <a:endParaRPr lang="pt-PT" sz="9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161 099 981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160 520 239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Santander Text" panose="020B0504020201020104" pitchFamily="34" charset="0"/>
                        </a:rPr>
                        <a:t>579 742</a:t>
                      </a:r>
                      <a:endParaRPr lang="pt-PT" sz="9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831371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Pessoais </a:t>
                      </a:r>
                      <a:r>
                        <a:rPr lang="pt-PT" sz="1000" b="0" i="1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Factoring</a:t>
                      </a: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8 474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107 344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Santander Text" panose="020B0504020201020104" pitchFamily="34" charset="0"/>
                        </a:rPr>
                        <a:t>-98 870</a:t>
                      </a:r>
                      <a:endParaRPr lang="pt-PT" sz="9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79 257 990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16 404 039 425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Santander Text" panose="020B0504020201020104" pitchFamily="34" charset="0"/>
                        </a:rPr>
                        <a:t>-16 324 781 435</a:t>
                      </a:r>
                      <a:endParaRPr lang="pt-PT" sz="9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113539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b"/>
                      <a:r>
                        <a:rPr lang="pt-PT" sz="1000" b="1" u="none" strike="noStrike">
                          <a:effectLst/>
                          <a:latin typeface="Santander Text" panose="020B0504020201020104" pitchFamily="34" charset="0"/>
                        </a:rPr>
                        <a:t>Total</a:t>
                      </a: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765 148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864 017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-98 871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82 998 600 018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99 322 797 112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-16 324 197 094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48405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BB4D737-4769-DA22-3EBA-563EBC6CDD40}"/>
              </a:ext>
            </a:extLst>
          </p:cNvPr>
          <p:cNvSpPr txBox="1"/>
          <p:nvPr/>
        </p:nvSpPr>
        <p:spPr>
          <a:xfrm>
            <a:off x="711028" y="6162004"/>
            <a:ext cx="63930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800">
                <a:latin typeface="Santander Text" panose="020B0504020201020104" pitchFamily="34" charset="0"/>
              </a:rPr>
              <a:t>1. Resultados obtidos sobre a execução realizada no dia 20 de março(imparidade) e 27 de março (Modelo).</a:t>
            </a:r>
          </a:p>
          <a:p>
            <a:r>
              <a:rPr lang="pt-PT" sz="800">
                <a:latin typeface="Santander Text" panose="020B0504020201020104" pitchFamily="34" charset="0"/>
              </a:rPr>
              <a:t>2. Granularidade do Modelo de Garantias  foi convertida para a granularidade de contract_id/guarantee_id de imparidade para facilitar a análise.</a:t>
            </a:r>
            <a:endParaRPr lang="pt-BR" sz="800">
              <a:latin typeface="Santander Text" panose="020B05040202010201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ECC50B-117E-FC80-C5A0-31682E40DD74}"/>
              </a:ext>
            </a:extLst>
          </p:cNvPr>
          <p:cNvSpPr/>
          <p:nvPr/>
        </p:nvSpPr>
        <p:spPr>
          <a:xfrm>
            <a:off x="679993" y="4030194"/>
            <a:ext cx="9645107" cy="20654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b="1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 Diferenças identificadas:</a:t>
            </a:r>
          </a:p>
          <a:p>
            <a:pPr marL="228600" indent="-228600">
              <a:buFont typeface="+mj-lt"/>
              <a:buAutoNum type="arabicPeriod"/>
            </a:pPr>
            <a:endParaRPr lang="pt-PT" sz="900" b="1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r>
              <a:rPr lang="pt-PT" sz="900" b="1">
                <a:solidFill>
                  <a:schemeClr val="tx1"/>
                </a:solidFill>
                <a:latin typeface="Santander Text" panose="020B0504020201020104" pitchFamily="34" charset="0"/>
              </a:rPr>
              <a:t>Pessoais</a:t>
            </a:r>
            <a:r>
              <a:rPr lang="pt-PT" sz="900">
                <a:solidFill>
                  <a:schemeClr val="tx1"/>
                </a:solidFill>
                <a:latin typeface="Santander Text" panose="020B0504020201020104" pitchFamily="34" charset="0"/>
              </a:rPr>
              <a:t> (Exc </a:t>
            </a:r>
            <a:r>
              <a:rPr lang="pt-PT" sz="900" i="1">
                <a:solidFill>
                  <a:schemeClr val="tx1"/>
                </a:solidFill>
                <a:latin typeface="Santander Text" panose="020B0504020201020104" pitchFamily="34" charset="0"/>
              </a:rPr>
              <a:t>Leasing&amp;Factoring</a:t>
            </a:r>
            <a:r>
              <a:rPr lang="pt-PT" sz="900">
                <a:solidFill>
                  <a:schemeClr val="tx1"/>
                </a:solidFill>
                <a:latin typeface="Santander Text" panose="020B0504020201020104" pitchFamily="34" charset="0"/>
              </a:rPr>
              <a:t>):</a:t>
            </a:r>
          </a:p>
          <a:p>
            <a:pPr marL="685476" lvl="1" indent="-228600">
              <a:buFont typeface="+mj-lt"/>
              <a:buAutoNum type="arabicPeriod"/>
            </a:pPr>
            <a:r>
              <a:rPr lang="pt-PT" sz="900">
                <a:solidFill>
                  <a:schemeClr val="tx1"/>
                </a:solidFill>
                <a:latin typeface="Santander Text" panose="020B0504020201020104" pitchFamily="34" charset="0"/>
              </a:rPr>
              <a:t> Diferença nas versões dos inputs utilizados (Modelo contém a  versão da execução mais recente)</a:t>
            </a:r>
            <a:r>
              <a:rPr lang="pt-PT" sz="900" b="1" u="none" strike="noStrike" baseline="30000">
                <a:solidFill>
                  <a:schemeClr val="tx1"/>
                </a:solidFill>
                <a:effectLst/>
                <a:latin typeface="Santander Text" panose="020B0504020201020104" pitchFamily="34" charset="0"/>
              </a:rPr>
              <a:t> 1</a:t>
            </a:r>
            <a:r>
              <a:rPr lang="pt-PT" sz="900">
                <a:solidFill>
                  <a:schemeClr val="tx1"/>
                </a:solidFill>
                <a:latin typeface="Santander Text" panose="020B0504020201020104" pitchFamily="34" charset="0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endParaRPr lang="pt-PT" sz="90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r>
              <a:rPr lang="pt-PT" sz="900" b="1">
                <a:solidFill>
                  <a:schemeClr val="tx1"/>
                </a:solidFill>
                <a:latin typeface="Santander Text" panose="020B0504020201020104" pitchFamily="34" charset="0"/>
              </a:rPr>
              <a:t>Pessoais </a:t>
            </a:r>
            <a:r>
              <a:rPr lang="pt-PT" sz="900" b="1" i="1">
                <a:solidFill>
                  <a:schemeClr val="tx1"/>
                </a:solidFill>
                <a:latin typeface="Santander Text" panose="020B0504020201020104" pitchFamily="34" charset="0"/>
              </a:rPr>
              <a:t>Leasing</a:t>
            </a:r>
            <a:r>
              <a:rPr lang="pt-PT" sz="900">
                <a:solidFill>
                  <a:schemeClr val="tx1"/>
                </a:solidFill>
                <a:latin typeface="Santander Text" panose="020B0504020201020104" pitchFamily="34" charset="0"/>
              </a:rPr>
              <a:t>:</a:t>
            </a:r>
          </a:p>
          <a:p>
            <a:pPr marL="685476" lvl="1" indent="-228600">
              <a:buFont typeface="+mj-lt"/>
              <a:buAutoNum type="arabicPeriod"/>
            </a:pPr>
            <a:r>
              <a:rPr lang="pt-PT" sz="900">
                <a:solidFill>
                  <a:schemeClr val="tx1"/>
                </a:solidFill>
                <a:latin typeface="Santander Text" panose="020B0504020201020104" pitchFamily="34" charset="0"/>
              </a:rPr>
              <a:t>Diferença nas versões dos inputs utilizados (Modelo contém a  versão da execução mais recente)</a:t>
            </a:r>
            <a:r>
              <a:rPr lang="pt-PT" sz="900" b="1" u="none" strike="noStrike" baseline="30000">
                <a:solidFill>
                  <a:schemeClr val="tx1"/>
                </a:solidFill>
                <a:effectLst/>
                <a:latin typeface="Santander Text" panose="020B0504020201020104" pitchFamily="34" charset="0"/>
              </a:rPr>
              <a:t> 1</a:t>
            </a:r>
            <a:r>
              <a:rPr lang="pt-PT" sz="900">
                <a:solidFill>
                  <a:schemeClr val="tx1"/>
                </a:solidFill>
                <a:latin typeface="Santander Text" panose="020B0504020201020104" pitchFamily="34" charset="0"/>
              </a:rPr>
              <a:t>.</a:t>
            </a:r>
          </a:p>
          <a:p>
            <a:pPr marL="685476" lvl="1" indent="-228600">
              <a:buFont typeface="+mj-lt"/>
              <a:buAutoNum type="arabicPeriod"/>
            </a:pPr>
            <a:r>
              <a:rPr lang="pt-PT" sz="900">
                <a:solidFill>
                  <a:schemeClr val="tx1"/>
                </a:solidFill>
                <a:latin typeface="Santander Text" panose="020B0504020201020104" pitchFamily="34" charset="0"/>
              </a:rPr>
              <a:t>Contrato que não existe no tradutor IFRS9</a:t>
            </a:r>
          </a:p>
          <a:p>
            <a:pPr lvl="1"/>
            <a:endParaRPr lang="pt-PT" sz="90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r>
              <a:rPr lang="pt-PT" sz="900" b="1" i="1">
                <a:solidFill>
                  <a:schemeClr val="tx1"/>
                </a:solidFill>
                <a:latin typeface="Santander Text" panose="020B0504020201020104" pitchFamily="34" charset="0"/>
              </a:rPr>
              <a:t>Factoring</a:t>
            </a:r>
            <a:r>
              <a:rPr lang="pt-PT" sz="900">
                <a:solidFill>
                  <a:schemeClr val="tx1"/>
                </a:solidFill>
                <a:latin typeface="Santander Text" panose="020B0504020201020104" pitchFamily="34" charset="0"/>
              </a:rPr>
              <a:t>:</a:t>
            </a:r>
          </a:p>
          <a:p>
            <a:pPr marL="685476" lvl="1" indent="-228600">
              <a:buFont typeface="+mj-lt"/>
              <a:buAutoNum type="arabicPeriod"/>
            </a:pPr>
            <a:r>
              <a:rPr lang="pt-PT" sz="900">
                <a:solidFill>
                  <a:schemeClr val="tx1"/>
                </a:solidFill>
                <a:latin typeface="Santander Text" panose="020B0504020201020104" pitchFamily="34" charset="0"/>
              </a:rPr>
              <a:t>Abertura da chave agregada pelo processo de Imparidade (ex: inclusão de faturas sem recurso, desmultiplicação do saldo)</a:t>
            </a:r>
          </a:p>
        </p:txBody>
      </p:sp>
    </p:spTree>
    <p:extLst>
      <p:ext uri="{BB962C8B-B14F-4D97-AF65-F5344CB8AC3E}">
        <p14:creationId xmlns:p14="http://schemas.microsoft.com/office/powerpoint/2010/main" val="3809727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/>
              <a:t>1. Status do projeto</a:t>
            </a:r>
            <a:endParaRPr lang="es-ES" sz="2000"/>
          </a:p>
          <a:p>
            <a:endParaRPr lang="es-ES" sz="2000"/>
          </a:p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15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>
                <a:solidFill>
                  <a:schemeClr val="bg1"/>
                </a:solidFill>
              </a:rPr>
              <a:t>1.3</a:t>
            </a:r>
            <a:endParaRPr lang="en-US" sz="1000" b="1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>
                <a:solidFill>
                  <a:schemeClr val="tx1"/>
                </a:solidFill>
              </a:rPr>
              <a:t>Quadro Resumo de Controlos e Resultados – Impactos Área de Imparidade (relativo a 31 de Janeiro 2023)</a:t>
            </a:r>
            <a:r>
              <a:rPr lang="pt-PT" sz="1000" b="1" baseline="30000">
                <a:solidFill>
                  <a:schemeClr val="tx1"/>
                </a:solidFill>
              </a:rPr>
              <a:t>1</a:t>
            </a:r>
            <a:endParaRPr lang="en-US" sz="1000" b="1" baseline="30000"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22243" y="1876930"/>
            <a:ext cx="9598916" cy="13756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pt-PT" sz="1000">
                <a:latin typeface="Santander Text" panose="020B0504020201020104" pitchFamily="34" charset="0"/>
              </a:rPr>
              <a:t>Foi realizada uma comparação entre provisões calculadas em produção e provisões calculadas utilizando o </a:t>
            </a:r>
            <a:r>
              <a:rPr lang="pt-PT" sz="1000" i="1">
                <a:latin typeface="Santander Text" panose="020B0504020201020104" pitchFamily="34" charset="0"/>
              </a:rPr>
              <a:t>input</a:t>
            </a:r>
            <a:r>
              <a:rPr lang="pt-PT" sz="1000">
                <a:latin typeface="Santander Text" panose="020B0504020201020104" pitchFamily="34" charset="0"/>
              </a:rPr>
              <a:t> com as correções mais recentes e foram obtidos os seguintes resultados: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pt-PT" sz="1000">
                <a:latin typeface="Santander Text" panose="020B0504020201020104" pitchFamily="34" charset="0"/>
              </a:rPr>
              <a:t>Total de contratos com diferenças de provisão: </a:t>
            </a:r>
            <a:r>
              <a:rPr lang="pt-PT" sz="1000" b="1">
                <a:latin typeface="Santander Text" panose="020B0504020201020104" pitchFamily="34" charset="0"/>
              </a:rPr>
              <a:t>504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pt-PT" sz="1000">
                <a:latin typeface="Santander Text" panose="020B0504020201020104" pitchFamily="34" charset="0"/>
              </a:rPr>
              <a:t>Aumento na provisão, da Análise Coletiva, apurada face ao rácio de Janeiro de 2023 em produção: </a:t>
            </a:r>
            <a:r>
              <a:rPr lang="pt-PT" sz="1000" b="1">
                <a:latin typeface="Santander Text" panose="020B0504020201020104" pitchFamily="34" charset="0"/>
              </a:rPr>
              <a:t>+71k€. Todas as alterações estão relacionadas com correções implementadas no Modelo:</a:t>
            </a:r>
            <a:endParaRPr lang="pt-PT" sz="1000">
              <a:latin typeface="Santander Text" panose="020B05040202010201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6E1D030-109C-9A49-378B-6C82B5FF0708}"/>
              </a:ext>
            </a:extLst>
          </p:cNvPr>
          <p:cNvSpPr txBox="1">
            <a:spLocks/>
          </p:cNvSpPr>
          <p:nvPr/>
        </p:nvSpPr>
        <p:spPr>
          <a:xfrm>
            <a:off x="722242" y="1631508"/>
            <a:ext cx="2340000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>
                <a:solidFill>
                  <a:schemeClr val="tx1"/>
                </a:solidFill>
                <a:latin typeface="Santander Text" panose="020B0504020201020104" pitchFamily="34" charset="0"/>
              </a:rPr>
              <a:t>Input produção vs Input atualizado</a:t>
            </a:r>
            <a:endParaRPr lang="en-US" sz="1000" baseline="3000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7CBBE27-E806-7F25-9E76-FE3304FE8F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5344911"/>
              </p:ext>
            </p:extLst>
          </p:nvPr>
        </p:nvGraphicFramePr>
        <p:xfrm>
          <a:off x="722241" y="3357201"/>
          <a:ext cx="10600416" cy="14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07276">
                  <a:extLst>
                    <a:ext uri="{9D8B030D-6E8A-4147-A177-3AD203B41FA5}">
                      <a16:colId xmlns:a16="http://schemas.microsoft.com/office/drawing/2014/main" val="3950466940"/>
                    </a:ext>
                  </a:extLst>
                </a:gridCol>
                <a:gridCol w="2650104">
                  <a:extLst>
                    <a:ext uri="{9D8B030D-6E8A-4147-A177-3AD203B41FA5}">
                      <a16:colId xmlns:a16="http://schemas.microsoft.com/office/drawing/2014/main" val="719171195"/>
                    </a:ext>
                  </a:extLst>
                </a:gridCol>
                <a:gridCol w="1135759">
                  <a:extLst>
                    <a:ext uri="{9D8B030D-6E8A-4147-A177-3AD203B41FA5}">
                      <a16:colId xmlns:a16="http://schemas.microsoft.com/office/drawing/2014/main" val="395914557"/>
                    </a:ext>
                  </a:extLst>
                </a:gridCol>
                <a:gridCol w="1135759">
                  <a:extLst>
                    <a:ext uri="{9D8B030D-6E8A-4147-A177-3AD203B41FA5}">
                      <a16:colId xmlns:a16="http://schemas.microsoft.com/office/drawing/2014/main" val="1378513955"/>
                    </a:ext>
                  </a:extLst>
                </a:gridCol>
                <a:gridCol w="1135759">
                  <a:extLst>
                    <a:ext uri="{9D8B030D-6E8A-4147-A177-3AD203B41FA5}">
                      <a16:colId xmlns:a16="http://schemas.microsoft.com/office/drawing/2014/main" val="3364552637"/>
                    </a:ext>
                  </a:extLst>
                </a:gridCol>
                <a:gridCol w="1135759">
                  <a:extLst>
                    <a:ext uri="{9D8B030D-6E8A-4147-A177-3AD203B41FA5}">
                      <a16:colId xmlns:a16="http://schemas.microsoft.com/office/drawing/2014/main" val="1750181681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Justificação</a:t>
                      </a: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Impacto</a:t>
                      </a: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#Contratos</a:t>
                      </a: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Provisão Simulada</a:t>
                      </a: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Provisão Produção</a:t>
                      </a: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Diferença</a:t>
                      </a: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737850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 1. Correção do Asset Class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Perda e redução do valor de colaterais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363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942 303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853 663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88 640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300382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 2. Alteração do mapeamento do valor do imóvel da GPT39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Redução do valor de colaterais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29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27 361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15 398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11 963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96122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 3. Alteração do mapeamento do saldo da responsabilidade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Alteração do rateio dos colaterais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26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59 130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59 014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116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56384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 4. Correção no universo de </a:t>
                      </a:r>
                      <a:r>
                        <a:rPr lang="pt-PT" sz="900" i="1" u="none" strike="noStrike">
                          <a:effectLst/>
                          <a:latin typeface="Santander Text" panose="020B0504020201020104" pitchFamily="34" charset="0"/>
                        </a:rPr>
                        <a:t>Leasing</a:t>
                      </a:r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 Imobiliário 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Inclusão de novos colaterais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17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2 125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3 736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-1 610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147097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 5. Inclusão do universo de responsabilidades das Carteiras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Inclusão de novos colaterais e alteração do rateio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42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157 979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162 712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-4 733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831371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 6. Correção da renumeração dos zdeposit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Inclusão de novos colaterais e aumento de valor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27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6 279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29 423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-23 144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113539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u="none" strike="noStrike">
                          <a:effectLst/>
                          <a:latin typeface="Santander Text" panose="020B0504020201020104" pitchFamily="34" charset="0"/>
                        </a:rPr>
                        <a:t>Total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u="none" strike="noStrike"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>
                          <a:effectLst/>
                          <a:latin typeface="Santander Text" panose="020B0504020201020104" pitchFamily="34" charset="0"/>
                        </a:rPr>
                        <a:t>504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>
                          <a:effectLst/>
                          <a:latin typeface="Santander Text" panose="020B0504020201020104" pitchFamily="34" charset="0"/>
                        </a:rPr>
                        <a:t>1 195 177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>
                          <a:effectLst/>
                          <a:latin typeface="Santander Text" panose="020B0504020201020104" pitchFamily="34" charset="0"/>
                        </a:rPr>
                        <a:t>1 123 945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>
                          <a:effectLst/>
                          <a:latin typeface="Santander Text" panose="020B0504020201020104" pitchFamily="34" charset="0"/>
                        </a:rPr>
                        <a:t>71 232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48405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06C6B63B-CDB2-98E0-54E2-768992CCD6F5}"/>
              </a:ext>
            </a:extLst>
          </p:cNvPr>
          <p:cNvSpPr txBox="1"/>
          <p:nvPr/>
        </p:nvSpPr>
        <p:spPr>
          <a:xfrm>
            <a:off x="711028" y="6162004"/>
            <a:ext cx="47355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800">
                <a:latin typeface="Santander Text" panose="020B0504020201020104" pitchFamily="34" charset="0"/>
              </a:rPr>
              <a:t>1. Resultados obtidos sobre a execução realizada no dia 20 de março (imparidade) e 27 de março (Modelo)</a:t>
            </a:r>
          </a:p>
        </p:txBody>
      </p:sp>
    </p:spTree>
    <p:extLst>
      <p:ext uri="{BB962C8B-B14F-4D97-AF65-F5344CB8AC3E}">
        <p14:creationId xmlns:p14="http://schemas.microsoft.com/office/powerpoint/2010/main" val="326973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/>
              <a:t>1. Status do projeto</a:t>
            </a:r>
            <a:endParaRPr lang="es-ES" sz="2000"/>
          </a:p>
          <a:p>
            <a:endParaRPr lang="es-ES" sz="2000"/>
          </a:p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16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>
                <a:solidFill>
                  <a:schemeClr val="bg1"/>
                </a:solidFill>
              </a:rPr>
              <a:t>1.4</a:t>
            </a:r>
            <a:endParaRPr lang="en-US" sz="1000" b="1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>
                <a:solidFill>
                  <a:schemeClr val="tx1"/>
                </a:solidFill>
              </a:rPr>
              <a:t>Módulo de Controlos Garantias – Atualização com rácio de Fevereiro 2023</a:t>
            </a:r>
            <a:endParaRPr lang="en-US" sz="1000" b="1">
              <a:solidFill>
                <a:schemeClr val="tx1"/>
              </a:solidFill>
            </a:endParaRPr>
          </a:p>
        </p:txBody>
      </p:sp>
      <p:graphicFrame>
        <p:nvGraphicFramePr>
          <p:cNvPr id="49" name="Table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4767037"/>
              </p:ext>
            </p:extLst>
          </p:nvPr>
        </p:nvGraphicFramePr>
        <p:xfrm>
          <a:off x="646337" y="1908000"/>
          <a:ext cx="3375182" cy="1999319"/>
        </p:xfrm>
        <a:graphic>
          <a:graphicData uri="http://schemas.openxmlformats.org/drawingml/2006/table">
            <a:tbl>
              <a:tblPr/>
              <a:tblGrid>
                <a:gridCol w="11140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05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05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0494">
                <a:tc>
                  <a:txBody>
                    <a:bodyPr/>
                    <a:lstStyle/>
                    <a:p>
                      <a:pPr algn="l" fontAlgn="b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000" b="1" i="0" u="none" strike="noStrike" kern="120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Fevereiro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861">
                <a:tc>
                  <a:txBody>
                    <a:bodyPr/>
                    <a:lstStyle/>
                    <a:p>
                      <a:pPr algn="ctr" fontAlgn="b"/>
                      <a:r>
                        <a:rPr lang="pt-PT" sz="1000" b="1" i="0" u="none" strike="noStrike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Resultado do Controlo </a:t>
                      </a:r>
                      <a:r>
                        <a:rPr lang="pt-PT" sz="1000" b="1" i="0" u="none" strike="noStrike" baseline="30000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000" b="1" i="0" u="none" strike="noStrike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Num Controlos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% </a:t>
                      </a:r>
                      <a:r>
                        <a:rPr lang="pt-PT" sz="1000" b="1" i="0" u="none" strike="noStrike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Controlos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49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VERMELHO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49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ED7D31"/>
                          </a:solidFill>
                          <a:effectLst/>
                          <a:latin typeface="Santander Text" panose="020B0504020201020104" pitchFamily="34" charset="0"/>
                        </a:rPr>
                        <a:t>LARANJA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49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FFC000"/>
                          </a:solidFill>
                          <a:effectLst/>
                          <a:latin typeface="Santander Text" panose="020B0504020201020104" pitchFamily="34" charset="0"/>
                        </a:rPr>
                        <a:t>AMARELO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49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70AD47"/>
                          </a:solidFill>
                          <a:effectLst/>
                          <a:latin typeface="Santander Text" panose="020B0504020201020104" pitchFamily="34" charset="0"/>
                        </a:rPr>
                        <a:t>OK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97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89%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49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SEM DADOS</a:t>
                      </a:r>
                      <a:endParaRPr lang="en-US" sz="1000" b="1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049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109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100%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50" name="Chart 49">
            <a:extLst>
              <a:ext uri="{FF2B5EF4-FFF2-40B4-BE49-F238E27FC236}">
                <a16:creationId xmlns:a16="http://schemas.microsoft.com/office/drawing/2014/main" id="{65AC3D7A-0F4B-4606-AFA3-9FCD3049166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37729338"/>
              </p:ext>
            </p:extLst>
          </p:nvPr>
        </p:nvGraphicFramePr>
        <p:xfrm>
          <a:off x="4280703" y="1907243"/>
          <a:ext cx="7104675" cy="23790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1" name="Rounded Rectangle 36">
            <a:extLst>
              <a:ext uri="{FF2B5EF4-FFF2-40B4-BE49-F238E27FC236}">
                <a16:creationId xmlns:a16="http://schemas.microsoft.com/office/drawing/2014/main" id="{6A436EC5-7AD1-4622-9D4D-836200569CBB}"/>
              </a:ext>
            </a:extLst>
          </p:cNvPr>
          <p:cNvSpPr/>
          <p:nvPr/>
        </p:nvSpPr>
        <p:spPr>
          <a:xfrm>
            <a:off x="4282273" y="1907243"/>
            <a:ext cx="6973695" cy="234315"/>
          </a:xfrm>
          <a:prstGeom prst="round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PT" sz="1100" b="1">
                <a:solidFill>
                  <a:prstClr val="white"/>
                </a:solidFill>
                <a:latin typeface="Santander Text" panose="020B0504020201020104" pitchFamily="34" charset="0"/>
              </a:rPr>
              <a:t>Evolução Temporal</a:t>
            </a:r>
            <a:endParaRPr lang="en-US" sz="1100" b="1">
              <a:solidFill>
                <a:prstClr val="white"/>
              </a:solidFill>
              <a:latin typeface="Santander Text" panose="020B0504020201020104" pitchFamily="34" charset="0"/>
            </a:endParaRP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39DD8DEA-13F3-4183-9376-B9E57DFDA7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337" y="4131609"/>
            <a:ext cx="213137" cy="283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3333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2CEF6F44-A6B1-4A9F-A96A-C1F135FD6C3A}"/>
              </a:ext>
            </a:extLst>
          </p:cNvPr>
          <p:cNvSpPr txBox="1"/>
          <p:nvPr/>
        </p:nvSpPr>
        <p:spPr>
          <a:xfrm>
            <a:off x="766146" y="4135278"/>
            <a:ext cx="6204965" cy="2462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b="1">
                <a:latin typeface="Santander Text" panose="020B0504020201020104" pitchFamily="34" charset="0"/>
              </a:rPr>
              <a:t>Controlos corrigidos face ao mês anterior: 0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179B468-5618-35D8-E774-9BDD9C0B39BC}"/>
              </a:ext>
            </a:extLst>
          </p:cNvPr>
          <p:cNvGrpSpPr/>
          <p:nvPr/>
        </p:nvGrpSpPr>
        <p:grpSpPr>
          <a:xfrm>
            <a:off x="6701538" y="3544243"/>
            <a:ext cx="2529850" cy="234318"/>
            <a:chOff x="7977888" y="3544243"/>
            <a:chExt cx="2529850" cy="234318"/>
          </a:xfrm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24DB13A8-4E32-40F1-9F47-C855D21B4BD8}"/>
                </a:ext>
              </a:extLst>
            </p:cNvPr>
            <p:cNvSpPr/>
            <p:nvPr/>
          </p:nvSpPr>
          <p:spPr>
            <a:xfrm>
              <a:off x="7977888" y="3544243"/>
              <a:ext cx="681481" cy="2343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PT" sz="800" b="1">
                  <a:solidFill>
                    <a:srgbClr val="FF0000"/>
                  </a:solidFill>
                  <a:latin typeface="Santander Text" panose="020B0504020201020104" pitchFamily="34" charset="0"/>
                </a:rPr>
                <a:t>4 (6%) 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F970F823-2E01-4308-B014-187F8759B064}"/>
                </a:ext>
              </a:extLst>
            </p:cNvPr>
            <p:cNvSpPr/>
            <p:nvPr/>
          </p:nvSpPr>
          <p:spPr>
            <a:xfrm>
              <a:off x="8597739" y="3544243"/>
              <a:ext cx="681480" cy="2343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PT" sz="800" b="1">
                  <a:solidFill>
                    <a:srgbClr val="FF0000"/>
                  </a:solidFill>
                  <a:latin typeface="Santander Text" panose="020B0504020201020104" pitchFamily="34" charset="0"/>
                </a:rPr>
                <a:t>3 (4%) 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604B33CD-064E-46A4-B7B2-4E1F42332B5A}"/>
                </a:ext>
              </a:extLst>
            </p:cNvPr>
            <p:cNvSpPr/>
            <p:nvPr/>
          </p:nvSpPr>
          <p:spPr>
            <a:xfrm>
              <a:off x="9178111" y="3544243"/>
              <a:ext cx="681481" cy="2343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PT" sz="800" b="1">
                  <a:solidFill>
                    <a:srgbClr val="FF0000"/>
                  </a:solidFill>
                  <a:latin typeface="Santander Text" panose="020B0504020201020104" pitchFamily="34" charset="0"/>
                </a:rPr>
                <a:t>3 (3%) 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49CE0D7D-E475-486C-84CA-5212474003E6}"/>
                </a:ext>
              </a:extLst>
            </p:cNvPr>
            <p:cNvSpPr/>
            <p:nvPr/>
          </p:nvSpPr>
          <p:spPr>
            <a:xfrm>
              <a:off x="9826257" y="3544243"/>
              <a:ext cx="681481" cy="2343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PT" sz="800" b="1">
                  <a:solidFill>
                    <a:srgbClr val="FF0000"/>
                  </a:solidFill>
                  <a:latin typeface="Santander Text" panose="020B0504020201020104" pitchFamily="34" charset="0"/>
                </a:rPr>
                <a:t>4 (4%) </a:t>
              </a:r>
            </a:p>
          </p:txBody>
        </p:sp>
      </p:grp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7B27E4F2-1BB6-421D-A899-460BD3DA6CCD}"/>
              </a:ext>
            </a:extLst>
          </p:cNvPr>
          <p:cNvCxnSpPr>
            <a:cxnSpLocks/>
          </p:cNvCxnSpPr>
          <p:nvPr/>
        </p:nvCxnSpPr>
        <p:spPr>
          <a:xfrm>
            <a:off x="5710830" y="2472513"/>
            <a:ext cx="0" cy="167500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60" name="Table 59">
            <a:extLst>
              <a:ext uri="{FF2B5EF4-FFF2-40B4-BE49-F238E27FC236}">
                <a16:creationId xmlns:a16="http://schemas.microsoft.com/office/drawing/2014/main" id="{29B6B899-6ACA-41AB-914A-76573652C8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509235"/>
              </p:ext>
            </p:extLst>
          </p:nvPr>
        </p:nvGraphicFramePr>
        <p:xfrm>
          <a:off x="646337" y="4600916"/>
          <a:ext cx="10609631" cy="1398889"/>
        </p:xfrm>
        <a:graphic>
          <a:graphicData uri="http://schemas.openxmlformats.org/drawingml/2006/table">
            <a:tbl>
              <a:tblPr/>
              <a:tblGrid>
                <a:gridCol w="4331957">
                  <a:extLst>
                    <a:ext uri="{9D8B030D-6E8A-4147-A177-3AD203B41FA5}">
                      <a16:colId xmlns:a16="http://schemas.microsoft.com/office/drawing/2014/main" val="3404390578"/>
                    </a:ext>
                  </a:extLst>
                </a:gridCol>
                <a:gridCol w="834789">
                  <a:extLst>
                    <a:ext uri="{9D8B030D-6E8A-4147-A177-3AD203B41FA5}">
                      <a16:colId xmlns:a16="http://schemas.microsoft.com/office/drawing/2014/main" val="1914649429"/>
                    </a:ext>
                  </a:extLst>
                </a:gridCol>
                <a:gridCol w="1073300">
                  <a:extLst>
                    <a:ext uri="{9D8B030D-6E8A-4147-A177-3AD203B41FA5}">
                      <a16:colId xmlns:a16="http://schemas.microsoft.com/office/drawing/2014/main" val="2263703599"/>
                    </a:ext>
                  </a:extLst>
                </a:gridCol>
                <a:gridCol w="2649176">
                  <a:extLst>
                    <a:ext uri="{9D8B030D-6E8A-4147-A177-3AD203B41FA5}">
                      <a16:colId xmlns:a16="http://schemas.microsoft.com/office/drawing/2014/main" val="1099477314"/>
                    </a:ext>
                  </a:extLst>
                </a:gridCol>
                <a:gridCol w="757320">
                  <a:extLst>
                    <a:ext uri="{9D8B030D-6E8A-4147-A177-3AD203B41FA5}">
                      <a16:colId xmlns:a16="http://schemas.microsoft.com/office/drawing/2014/main" val="877178562"/>
                    </a:ext>
                  </a:extLst>
                </a:gridCol>
                <a:gridCol w="963089">
                  <a:extLst>
                    <a:ext uri="{9D8B030D-6E8A-4147-A177-3AD203B41FA5}">
                      <a16:colId xmlns:a16="http://schemas.microsoft.com/office/drawing/2014/main" val="659895237"/>
                    </a:ext>
                  </a:extLst>
                </a:gridCol>
              </a:tblGrid>
              <a:tr h="426764">
                <a:tc>
                  <a:txBody>
                    <a:bodyPr/>
                    <a:lstStyle/>
                    <a:p>
                      <a:pPr marL="0" algn="ctr" defTabSz="914011" rtl="0" eaLnBrk="1" fontAlgn="ctr" latinLnBrk="0" hangingPunct="1"/>
                      <a:r>
                        <a:rPr lang="pt-PT" sz="1000" b="1" kern="120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Descrição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1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Data Início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b="1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Nº de Incidências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b="1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Plano de Remediação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  <a:t>Data Fim</a:t>
                      </a:r>
                      <a:br>
                        <a:rPr lang="pt-PT" sz="1000" b="1" i="0" u="none" strike="noStrike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</a:br>
                      <a:r>
                        <a:rPr lang="pt-PT" sz="1000" b="1" i="0" u="none" strike="noStrike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  <a:t>(previsão)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b="1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Responsável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980829"/>
                  </a:ext>
                </a:extLst>
              </a:tr>
              <a:tr h="194425"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900" b="0" i="0" u="none" strike="noStrike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  <a:r>
                        <a:rPr lang="pt-PT" sz="900" b="0" i="0" u="none" strike="noStrike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    </a:t>
                      </a:r>
                      <a:r>
                        <a:rPr lang="pt-PT" sz="900" b="0" i="0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Garantias</a:t>
                      </a:r>
                      <a:r>
                        <a:rPr lang="pt-PT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 imobiliárias com código postal do imóvel com formato incorreto </a:t>
                      </a:r>
                      <a:endParaRPr lang="pt-PT" sz="900" b="0" i="0" u="none" strike="noStrike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Fev</a:t>
                      </a: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/23</a:t>
                      </a: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1377 (0,49%)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análise por</a:t>
                      </a:r>
                      <a:r>
                        <a:rPr lang="pt-PT" sz="900" b="0" i="0" u="none" strike="noStrike" baseline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CDO e IT de Empréstimos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TBD</a:t>
                      </a: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CDO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4573088"/>
                  </a:ext>
                </a:extLst>
              </a:tr>
              <a:tr h="194425"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900" b="0" i="0" u="none" strike="noStrike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  <a:r>
                        <a:rPr lang="pt-PT" sz="900" b="0" i="0" u="none" strike="noStrike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    </a:t>
                      </a:r>
                      <a:r>
                        <a:rPr lang="pt-PT" sz="900" b="0" i="0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Garantias</a:t>
                      </a:r>
                      <a:r>
                        <a:rPr lang="pt-PT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 pessoais com percentagem de cobertura com formato incorreto (igual a 0) </a:t>
                      </a:r>
                      <a:endParaRPr lang="pt-PT" sz="900" b="0" i="0" u="none" strike="noStrike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Fev</a:t>
                      </a: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/23</a:t>
                      </a: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5670</a:t>
                      </a:r>
                      <a:r>
                        <a:rPr lang="pt-PT" sz="900" b="0" i="0" u="none" strike="noStrike" baseline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(1,45%)</a:t>
                      </a: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análise com Operações de Serviço de Crédito</a:t>
                      </a:r>
                      <a:endParaRPr lang="pt-PT" sz="900" b="0" i="0" u="none" strike="noStrike" baseline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TBD</a:t>
                      </a: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CDO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3938399"/>
                  </a:ext>
                </a:extLst>
              </a:tr>
              <a:tr h="194425"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900" b="0" i="0" u="none" strike="noStrike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  <a:r>
                        <a:rPr lang="pt-PT" sz="900" b="0" i="0" u="none" strike="noStrike" baseline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</a:rPr>
                        <a:t> </a:t>
                      </a:r>
                      <a:r>
                        <a:rPr lang="pt-PT" sz="900" b="0" i="0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Títulos</a:t>
                      </a:r>
                      <a:r>
                        <a:rPr lang="pt-PT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 com código do depositário de títulos com valores fora do catálogo </a:t>
                      </a:r>
                      <a:endParaRPr lang="pt-PT" sz="900" b="0" i="0" u="none" strike="noStrike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Fev</a:t>
                      </a: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/23</a:t>
                      </a: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(1,37%)</a:t>
                      </a: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Análise e correção manual dos casos</a:t>
                      </a:r>
                      <a:r>
                        <a:rPr lang="pt-PT" sz="900" b="0" i="0" u="none" strike="noStrike" baseline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por</a:t>
                      </a:r>
                      <a:r>
                        <a:rPr lang="pt-PT" sz="900" b="0" i="0" u="none" strike="noStrike" baseline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operações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1" marR="6351" marT="63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TBD</a:t>
                      </a: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CDO</a:t>
                      </a: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0524967"/>
                  </a:ext>
                </a:extLst>
              </a:tr>
              <a:tr h="194425"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  <a:r>
                        <a:rPr lang="pt-PT" sz="900" b="0" i="0" u="none" strike="noStrike">
                          <a:solidFill>
                            <a:srgbClr val="FFC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pt-PT" sz="900" b="0" i="0" u="none" strike="noStrike" baseline="0">
                          <a:solidFill>
                            <a:srgbClr val="FFC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   </a:t>
                      </a:r>
                      <a:r>
                        <a:rPr lang="pt-PT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Garantias cuja moeda é diferente de euro e que não foram </a:t>
                      </a:r>
                      <a:r>
                        <a:rPr lang="pt-PT" sz="900" b="0" i="0" u="none" strike="noStrike" baseline="0" err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contravaloradas</a:t>
                      </a:r>
                      <a:r>
                        <a:rPr lang="pt-PT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 </a:t>
                      </a:r>
                      <a:endParaRPr lang="pt-PT" sz="900" b="0" i="0" u="none" strike="noStrike" noProof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Fev</a:t>
                      </a: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/23</a:t>
                      </a: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10</a:t>
                      </a:r>
                      <a:r>
                        <a:rPr lang="en-US" sz="900" b="0" i="0" u="none" strike="noStrike" baseline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(7,09%)</a:t>
                      </a: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análise por CDO e equipa IT do projeto</a:t>
                      </a:r>
                    </a:p>
                  </a:txBody>
                  <a:tcPr marL="6351" marR="6351" marT="63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TBD</a:t>
                      </a: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CDO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40976"/>
                  </a:ext>
                </a:extLst>
              </a:tr>
              <a:tr h="194425"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>
                          <a:solidFill>
                            <a:srgbClr val="FFC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    </a:t>
                      </a:r>
                      <a:r>
                        <a:rPr lang="pt-PT" sz="900" b="0" i="0" u="none" strike="noStrike" err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Resp</a:t>
                      </a:r>
                      <a:r>
                        <a:rPr lang="pt-PT" sz="900" b="0" i="0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pt-PT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 no modelo </a:t>
                      </a:r>
                      <a:r>
                        <a:rPr lang="pt-PT" sz="900" b="0" i="0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que não se encontram na tabela de </a:t>
                      </a:r>
                      <a:r>
                        <a:rPr lang="pt-PT" sz="900" b="0" i="0" u="none" strike="noStrike" err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interv</a:t>
                      </a:r>
                      <a:r>
                        <a:rPr lang="pt-PT" sz="900" b="0" i="0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 nem em contabilidade</a:t>
                      </a:r>
                      <a:endParaRPr lang="pt-PT" sz="900" b="0" i="0" u="none" strike="noStrike" noProof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Fev</a:t>
                      </a: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/23</a:t>
                      </a: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2917</a:t>
                      </a:r>
                      <a:r>
                        <a:rPr lang="en-US" sz="900" b="0" i="0" u="none" strike="noStrike" baseline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(0,59%)</a:t>
                      </a: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noProof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Resolvido</a:t>
                      </a:r>
                      <a:r>
                        <a:rPr lang="pt-PT" sz="9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em versão de testes do modelo de garantias</a:t>
                      </a: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TBD</a:t>
                      </a: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CDO, IT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0511283"/>
                  </a:ext>
                </a:extLst>
              </a:tr>
            </a:tbl>
          </a:graphicData>
        </a:graphic>
      </p:graphicFrame>
      <p:graphicFrame>
        <p:nvGraphicFramePr>
          <p:cNvPr id="61" name="Object 60">
            <a:extLst>
              <a:ext uri="{FF2B5EF4-FFF2-40B4-BE49-F238E27FC236}">
                <a16:creationId xmlns:a16="http://schemas.microsoft.com/office/drawing/2014/main" id="{E92542DC-4893-4427-B718-6CFDC057A1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8847195"/>
              </p:ext>
            </p:extLst>
          </p:nvPr>
        </p:nvGraphicFramePr>
        <p:xfrm>
          <a:off x="10938497" y="1484712"/>
          <a:ext cx="381050" cy="8065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4" imgW="380753" imgH="806311" progId="Excel.Sheet.12">
                  <p:embed/>
                </p:oleObj>
              </mc:Choice>
              <mc:Fallback>
                <p:oleObj name="Worksheet" showAsIcon="1" r:id="rId4" imgW="380753" imgH="806311" progId="Excel.Sheet.12">
                  <p:embed/>
                  <p:pic>
                    <p:nvPicPr>
                      <p:cNvPr id="61" name="Object 60">
                        <a:extLst>
                          <a:ext uri="{FF2B5EF4-FFF2-40B4-BE49-F238E27FC236}">
                            <a16:creationId xmlns:a16="http://schemas.microsoft.com/office/drawing/2014/main" id="{E92542DC-4893-4427-B718-6CFDC057A1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938497" y="1484712"/>
                        <a:ext cx="381050" cy="8065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" name="TextBox 61">
            <a:extLst>
              <a:ext uri="{FF2B5EF4-FFF2-40B4-BE49-F238E27FC236}">
                <a16:creationId xmlns:a16="http://schemas.microsoft.com/office/drawing/2014/main" id="{7200FFCA-F1CF-419D-B201-55015DE975D0}"/>
              </a:ext>
            </a:extLst>
          </p:cNvPr>
          <p:cNvSpPr txBox="1"/>
          <p:nvPr/>
        </p:nvSpPr>
        <p:spPr>
          <a:xfrm>
            <a:off x="646337" y="6180729"/>
            <a:ext cx="8814222" cy="631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800" b="1" baseline="30000">
                <a:latin typeface="Santander Text" panose="020B0504020201020104" pitchFamily="34" charset="0"/>
              </a:rPr>
              <a:t>1  </a:t>
            </a:r>
            <a:r>
              <a:rPr lang="pt-PT" sz="800">
                <a:latin typeface="Santander Text" panose="020B0504020201020104" pitchFamily="34" charset="0"/>
              </a:rPr>
              <a:t>O universo dos controlos tem como base o universo do novo Modelo único de Garantias, mesmo quando a informação relativa a determinado atributo não se encontra no Modelo.</a:t>
            </a:r>
          </a:p>
          <a:p>
            <a:endParaRPr lang="pt-PT" sz="800">
              <a:latin typeface="Santander Text" panose="020B0504020201020104" pitchFamily="34" charset="0"/>
            </a:endParaRPr>
          </a:p>
          <a:p>
            <a:endParaRPr lang="pt-PT" sz="800">
              <a:latin typeface="Santander Text" panose="020B0504020201020104" pitchFamily="34" charset="0"/>
            </a:endParaRPr>
          </a:p>
          <a:p>
            <a:endParaRPr lang="pt-PT" sz="1100"/>
          </a:p>
        </p:txBody>
      </p:sp>
    </p:spTree>
    <p:extLst>
      <p:ext uri="{BB962C8B-B14F-4D97-AF65-F5344CB8AC3E}">
        <p14:creationId xmlns:p14="http://schemas.microsoft.com/office/powerpoint/2010/main" val="2088130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Próximos Passos</a:t>
            </a:r>
            <a:endParaRPr lang="es-ES" i="1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/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757026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2000"/>
              <a:t>2. Próximos Passos (1/2)</a:t>
            </a:r>
          </a:p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18</a:t>
            </a:fld>
            <a:endParaRPr lang="es-E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FB88808-D1A1-0551-AFD9-87ABBF80E7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3661590"/>
              </p:ext>
            </p:extLst>
          </p:nvPr>
        </p:nvGraphicFramePr>
        <p:xfrm>
          <a:off x="722242" y="1363981"/>
          <a:ext cx="10516858" cy="288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6000">
                  <a:extLst>
                    <a:ext uri="{9D8B030D-6E8A-4147-A177-3AD203B41FA5}">
                      <a16:colId xmlns:a16="http://schemas.microsoft.com/office/drawing/2014/main" val="2195827580"/>
                    </a:ext>
                  </a:extLst>
                </a:gridCol>
                <a:gridCol w="4694498">
                  <a:extLst>
                    <a:ext uri="{9D8B030D-6E8A-4147-A177-3AD203B41FA5}">
                      <a16:colId xmlns:a16="http://schemas.microsoft.com/office/drawing/2014/main" val="3847489052"/>
                    </a:ext>
                  </a:extLst>
                </a:gridCol>
                <a:gridCol w="1401590">
                  <a:extLst>
                    <a:ext uri="{9D8B030D-6E8A-4147-A177-3AD203B41FA5}">
                      <a16:colId xmlns:a16="http://schemas.microsoft.com/office/drawing/2014/main" val="4229924860"/>
                    </a:ext>
                  </a:extLst>
                </a:gridCol>
                <a:gridCol w="1401590">
                  <a:extLst>
                    <a:ext uri="{9D8B030D-6E8A-4147-A177-3AD203B41FA5}">
                      <a16:colId xmlns:a16="http://schemas.microsoft.com/office/drawing/2014/main" val="1815613397"/>
                    </a:ext>
                  </a:extLst>
                </a:gridCol>
                <a:gridCol w="1401590">
                  <a:extLst>
                    <a:ext uri="{9D8B030D-6E8A-4147-A177-3AD203B41FA5}">
                      <a16:colId xmlns:a16="http://schemas.microsoft.com/office/drawing/2014/main" val="688265970"/>
                    </a:ext>
                  </a:extLst>
                </a:gridCol>
                <a:gridCol w="1401590">
                  <a:extLst>
                    <a:ext uri="{9D8B030D-6E8A-4147-A177-3AD203B41FA5}">
                      <a16:colId xmlns:a16="http://schemas.microsoft.com/office/drawing/2014/main" val="331130350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ID</a:t>
                      </a:r>
                      <a:endParaRPr lang="pt-PT" sz="1100" b="1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100" b="1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Temas</a:t>
                      </a:r>
                      <a:endParaRPr lang="pt-PT" sz="1100" b="1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Status</a:t>
                      </a: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Área responsável</a:t>
                      </a: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100" b="1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# Responsabilidade/ Processo</a:t>
                      </a: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MAVALIAA</a:t>
                      </a: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91113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>
                          <a:effectLst/>
                          <a:latin typeface="Santander Text" panose="020B0504020201020104" pitchFamily="34" charset="0"/>
                        </a:rPr>
                        <a:t>1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u="none" strike="noStrike">
                          <a:effectLst/>
                          <a:latin typeface="Santander Text" panose="020B0504020201020104" pitchFamily="34" charset="0"/>
                        </a:rPr>
                        <a:t>Análise de impactos na ótica da </a:t>
                      </a:r>
                      <a:r>
                        <a:rPr lang="pt-PT" sz="1000" b="1" u="none" strike="noStrike">
                          <a:effectLst/>
                          <a:latin typeface="Santander Text" panose="020B0504020201020104" pitchFamily="34" charset="0"/>
                        </a:rPr>
                        <a:t>área de Modelos</a:t>
                      </a:r>
                      <a:endParaRPr lang="pt-PT" sz="1000" b="1" i="0" u="none" strike="noStrike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solidFill>
                            <a:srgbClr val="00B050"/>
                          </a:solidFill>
                          <a:effectLst/>
                          <a:latin typeface="Santander Text" panose="020B0504020201020104" pitchFamily="34" charset="0"/>
                        </a:rPr>
                        <a:t>Concluído</a:t>
                      </a:r>
                    </a:p>
                  </a:txBody>
                  <a:tcPr marL="3937" marR="3937" marT="3937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Modelos</a:t>
                      </a:r>
                    </a:p>
                  </a:txBody>
                  <a:tcPr marL="3937" marR="3937" marT="3937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n/a</a:t>
                      </a:r>
                    </a:p>
                  </a:txBody>
                  <a:tcPr marL="3937" marR="3937" marT="3937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95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37" marR="3937" marT="3937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139544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>
                          <a:effectLst/>
                          <a:latin typeface="Santander Text" panose="020B0504020201020104" pitchFamily="34" charset="0"/>
                        </a:rPr>
                        <a:t>2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u="none" strike="noStrike">
                          <a:effectLst/>
                          <a:latin typeface="Santander Text" panose="020B0504020201020104" pitchFamily="34" charset="0"/>
                        </a:rPr>
                        <a:t>Análise de diferenças de montantes de avaliação do universo de </a:t>
                      </a:r>
                      <a:r>
                        <a:rPr lang="pt-PT" sz="1000" b="1" u="none" strike="noStrike">
                          <a:effectLst/>
                          <a:latin typeface="Santander Text" panose="020B0504020201020104" pitchFamily="34" charset="0"/>
                        </a:rPr>
                        <a:t>garantias Imobiliárias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1" i="0" u="none" strike="noStrike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Santander Text" panose="020B0504020201020104" pitchFamily="34" charset="0"/>
                        </a:rPr>
                        <a:t>Em curso</a:t>
                      </a: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CDO</a:t>
                      </a: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61 231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-10 937 304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687589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u="none" strike="noStrike" kern="1200">
                          <a:solidFill>
                            <a:schemeClr val="dk1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Definição de metodologia para aprovisionamento das avaliações de </a:t>
                      </a:r>
                      <a:r>
                        <a:rPr lang="pt-PT" sz="1000" b="1" u="none" strike="noStrike" kern="1200">
                          <a:solidFill>
                            <a:schemeClr val="dk1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Leasing Imobiliário </a:t>
                      </a:r>
                      <a:r>
                        <a:rPr lang="pt-PT" sz="1000" b="0" u="none" strike="noStrike" kern="1200">
                          <a:solidFill>
                            <a:schemeClr val="dk1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que “regressaram” da aplicação de contencioso</a:t>
                      </a:r>
                      <a:r>
                        <a:rPr lang="pt-PT" sz="1000" b="1" u="none" strike="noStrike" kern="1200">
                          <a:solidFill>
                            <a:schemeClr val="dk1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. </a:t>
                      </a:r>
                      <a:endParaRPr lang="pt-PT" sz="1000" b="1" i="0" u="none" strike="noStrike" kern="120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1" i="0" u="none" strike="noStrike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Santander Text" panose="020B0504020201020104" pitchFamily="34" charset="0"/>
                        </a:rPr>
                        <a:t>Em curso</a:t>
                      </a: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CDO / </a:t>
                      </a:r>
                      <a:r>
                        <a:rPr lang="pt-PT" sz="1000" b="0" i="1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Leasing</a:t>
                      </a: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222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-25 711 341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287254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u="none" strike="noStrike" kern="1200">
                          <a:solidFill>
                            <a:schemeClr val="dk1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Análise de diferenças de montantes de avaliação do universo de </a:t>
                      </a:r>
                      <a:r>
                        <a:rPr lang="pt-PT" sz="1000" b="1" u="none" strike="noStrike" kern="1200">
                          <a:solidFill>
                            <a:schemeClr val="dk1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garantias Pessoais, incluindo </a:t>
                      </a:r>
                      <a:r>
                        <a:rPr lang="pt-PT" sz="1000" b="1" i="1" u="none" strike="noStrike" kern="1200">
                          <a:solidFill>
                            <a:schemeClr val="dk1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Leasing.</a:t>
                      </a:r>
                      <a:endParaRPr lang="pt-PT" sz="1000" b="1" i="1" u="none" strike="noStrike" kern="120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1" i="0" u="none" strike="noStrike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Santander Text" panose="020B0504020201020104" pitchFamily="34" charset="0"/>
                        </a:rPr>
                        <a:t>Em curso</a:t>
                      </a: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CDO</a:t>
                      </a: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>
                          <a:latin typeface="Santander Text" panose="020B0504020201020104" pitchFamily="34" charset="0"/>
                        </a:rPr>
                        <a:t>2 895</a:t>
                      </a:r>
                      <a:r>
                        <a:rPr lang="pt-PT" sz="1000" baseline="30000">
                          <a:latin typeface="Santander Text" panose="020B0504020201020104" pitchFamily="34" charset="0"/>
                        </a:rPr>
                        <a:t>1</a:t>
                      </a:r>
                      <a:endParaRPr lang="pt-PT" sz="1000" b="0" i="0" u="none" strike="noStrike" kern="1200" baseline="3000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>
                          <a:latin typeface="Santander Text" panose="020B0504020201020104" pitchFamily="34" charset="0"/>
                        </a:rPr>
                        <a:t>69 505 899</a:t>
                      </a:r>
                      <a:endParaRPr lang="pt-PT" sz="1000" b="0" i="0" u="none" strike="noStrike">
                        <a:effectLst/>
                        <a:highlight>
                          <a:srgbClr val="FFFF00"/>
                        </a:highlight>
                        <a:latin typeface="Santander Text" panose="020B0504020201020104" pitchFamily="34" charset="0"/>
                      </a:endParaRP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058947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Análise e resolução de diferenças entre o </a:t>
                      </a:r>
                      <a:r>
                        <a:rPr lang="pt-PT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Modelo Base de Garantias </a:t>
                      </a:r>
                      <a:r>
                        <a:rPr lang="pt-PT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(GT018) e as </a:t>
                      </a:r>
                      <a:r>
                        <a:rPr lang="pt-PT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tabelas de </a:t>
                      </a:r>
                      <a:r>
                        <a:rPr lang="pt-PT" sz="1000" b="1" i="1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output </a:t>
                      </a:r>
                      <a:r>
                        <a:rPr lang="pt-PT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(GT015)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solidFill>
                            <a:srgbClr val="00B050"/>
                          </a:solidFill>
                          <a:effectLst/>
                          <a:latin typeface="Santander Text" panose="020B0504020201020104" pitchFamily="34" charset="0"/>
                        </a:rPr>
                        <a:t>Concluído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CDO / IT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957655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6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Análise e resolução de diferenças entre as </a:t>
                      </a:r>
                      <a:r>
                        <a:rPr lang="pt-PT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tabelas de </a:t>
                      </a:r>
                      <a:r>
                        <a:rPr lang="pt-PT" sz="1000" b="1" i="1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output </a:t>
                      </a:r>
                      <a:r>
                        <a:rPr lang="pt-PT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do Modelo de Garantias </a:t>
                      </a:r>
                      <a:r>
                        <a:rPr lang="pt-PT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(GT015) e </a:t>
                      </a:r>
                      <a:r>
                        <a:rPr lang="pt-PT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BDR</a:t>
                      </a:r>
                      <a:r>
                        <a:rPr lang="pt-PT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 (JM_GARANT_CTO)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Santander Text" panose="020B0504020201020104" pitchFamily="34" charset="0"/>
                        </a:rPr>
                        <a:t>Em curso</a:t>
                      </a: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0" i="0" u="none" strike="noStrike">
                          <a:effectLst/>
                          <a:latin typeface="Santander Text" panose="020B0504020201020104" pitchFamily="34" charset="0"/>
                        </a:rPr>
                        <a:t>CDO / IT</a:t>
                      </a: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73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-1 214 434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34086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Continuação da análise de impactos na ótica da </a:t>
                      </a:r>
                      <a:r>
                        <a:rPr lang="pt-PT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área de Capital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1" i="0" u="none" strike="noStrike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Santander Text" panose="020B0504020201020104" pitchFamily="34" charset="0"/>
                        </a:rPr>
                        <a:t>Em curso</a:t>
                      </a: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0" i="0" u="none" strike="noStrike">
                          <a:effectLst/>
                          <a:latin typeface="Santander Text" panose="020B0504020201020104" pitchFamily="34" charset="0"/>
                        </a:rPr>
                        <a:t>CDO / Capital</a:t>
                      </a: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n/a</a:t>
                      </a: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b="0" i="0" u="none" strike="noStrike">
                        <a:effectLst/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4935166"/>
                  </a:ext>
                </a:extLst>
              </a:tr>
            </a:tbl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3510AB86-A3F2-3CD8-18B7-E2E5E38394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028" y="6160304"/>
            <a:ext cx="3918060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PT" sz="800">
                <a:latin typeface="Santander Text" panose="020B0504020201020104" pitchFamily="34" charset="0"/>
              </a:rPr>
              <a:t>*</a:t>
            </a:r>
            <a:r>
              <a:rPr lang="pt-BR" sz="800">
                <a:latin typeface="Santander Text" panose="020B0504020201020104" pitchFamily="34" charset="0"/>
              </a:rPr>
              <a:t> A granularidade utilizada para análise foi ao nivel do bem (garantia pessoal – Cliente)</a:t>
            </a:r>
            <a:endParaRPr kumimoji="0" lang="pt-PT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Santander Text" panose="020B0504020201020104" pitchFamily="34" charset="0"/>
              <a:ea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2715E1-F83F-1D43-7B2D-C5E62404D9E2}"/>
              </a:ext>
            </a:extLst>
          </p:cNvPr>
          <p:cNvSpPr txBox="1"/>
          <p:nvPr/>
        </p:nvSpPr>
        <p:spPr>
          <a:xfrm>
            <a:off x="547532" y="792666"/>
            <a:ext cx="10758734" cy="9557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pt-PT" u="sng">
                <a:latin typeface="Santander Text" panose="020B0504020201020104" pitchFamily="34" charset="0"/>
              </a:rPr>
              <a:t>Atividades WIP com impacto no </a:t>
            </a:r>
            <a:r>
              <a:rPr lang="pt-PT" i="1" u="sng">
                <a:latin typeface="Santander Text" panose="020B0504020201020104" pitchFamily="34" charset="0"/>
              </a:rPr>
              <a:t>Go Live</a:t>
            </a:r>
            <a:r>
              <a:rPr lang="pt-PT" u="sng">
                <a:latin typeface="Santander Text" panose="020B0504020201020104" pitchFamily="34" charset="0"/>
              </a:rPr>
              <a:t> para rácio de Abril 2023 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endParaRPr lang="pt-PT">
              <a:latin typeface="Santander Text" panose="020B05040202010201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8994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2000"/>
              <a:t>2. Próximos Passos (2/2)</a:t>
            </a:r>
          </a:p>
          <a:p>
            <a:endParaRPr lang="es-ES" sz="2000"/>
          </a:p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19</a:t>
            </a:fld>
            <a:endParaRPr lang="es-E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86AB67-257B-4A72-BCFC-E86455F3F0AC}"/>
              </a:ext>
            </a:extLst>
          </p:cNvPr>
          <p:cNvSpPr txBox="1"/>
          <p:nvPr/>
        </p:nvSpPr>
        <p:spPr>
          <a:xfrm>
            <a:off x="547532" y="792666"/>
            <a:ext cx="10758734" cy="2725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pt-PT" u="sng">
                <a:latin typeface="Santander Text" panose="020B0504020201020104" pitchFamily="34" charset="0"/>
              </a:rPr>
              <a:t>Atividades com impacto no </a:t>
            </a:r>
            <a:r>
              <a:rPr lang="pt-PT" i="1" u="sng">
                <a:latin typeface="Santander Text" panose="020B0504020201020104" pitchFamily="34" charset="0"/>
              </a:rPr>
              <a:t>Go Live</a:t>
            </a:r>
            <a:r>
              <a:rPr lang="pt-PT" u="sng">
                <a:latin typeface="Santander Text" panose="020B0504020201020104" pitchFamily="34" charset="0"/>
              </a:rPr>
              <a:t> para rácio de Abril 2023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pt-PT" sz="1200">
                <a:latin typeface="Santander Text" panose="020B0504020201020104" pitchFamily="34" charset="0"/>
              </a:rPr>
              <a:t>Ingestas de tabelas de Factoring que foram recentemente adicionadas ao processo e ainda encontram-se a ser carregadas manualmente;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pt-PT" sz="1200">
                <a:latin typeface="Santander Text" panose="020B0504020201020104" pitchFamily="34" charset="0"/>
              </a:rPr>
              <a:t>Automatização do processo de envio dos ficheiros produzidos para BDR;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pt-PT" sz="1200">
                <a:latin typeface="Santander Text" panose="020B0504020201020104" pitchFamily="34" charset="0"/>
              </a:rPr>
              <a:t>Desativar o processo atual de geração dos ficheiros do lado da BDR de forma a receberem os novos ficheiros sem interferências;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pt-PT" sz="1200">
                <a:latin typeface="Santander Text" panose="020B0504020201020104" pitchFamily="34" charset="0"/>
              </a:rPr>
              <a:t>Alteração do processo de envio das garantias Cargabal para a Contabilidade, para serem adaptados a incorporar os novos ficheiros. 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endParaRPr lang="pt-PT" sz="1200">
              <a:latin typeface="Santander Text" panose="020B0504020201020104" pitchFamily="34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endParaRPr lang="pt-PT">
              <a:latin typeface="Santander Text" panose="020B05040202010201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5B33793-1BDD-D1D6-8928-095E3045E598}"/>
              </a:ext>
            </a:extLst>
          </p:cNvPr>
          <p:cNvSpPr txBox="1"/>
          <p:nvPr/>
        </p:nvSpPr>
        <p:spPr>
          <a:xfrm>
            <a:off x="547532" y="3650166"/>
            <a:ext cx="10758734" cy="189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pt-PT" u="sng">
                <a:latin typeface="Santander Text" panose="020B0504020201020104" pitchFamily="34" charset="0"/>
              </a:rPr>
              <a:t>Atividades sem impacto no </a:t>
            </a:r>
            <a:r>
              <a:rPr lang="pt-PT" i="1" u="sng">
                <a:latin typeface="Santander Text" panose="020B0504020201020104" pitchFamily="34" charset="0"/>
              </a:rPr>
              <a:t>Go Live</a:t>
            </a:r>
            <a:r>
              <a:rPr lang="pt-PT" u="sng">
                <a:latin typeface="Santander Text" panose="020B0504020201020104" pitchFamily="34" charset="0"/>
              </a:rPr>
              <a:t> para rácio de Abril 2023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pt-PT" sz="1200">
                <a:latin typeface="Santander Text" panose="020B0504020201020104" pitchFamily="34" charset="0"/>
              </a:rPr>
              <a:t>Implementação de novos requisitos/melhorias identificadas no processo;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pt-BR" sz="1200">
                <a:latin typeface="Santander Text" panose="020B0504020201020104" pitchFamily="34" charset="0"/>
              </a:rPr>
              <a:t>Calenderização do re-apontar a CRC e porfolios de securitização para o novo modelo de garantias;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pt-BR" sz="1200">
                <a:latin typeface="Santander Text" panose="020B0504020201020104" pitchFamily="34" charset="0"/>
              </a:rPr>
              <a:t>Contínuo acompanhamento das diferenças entre o modelo único e o processo antigo;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pt-BR" sz="1200">
                <a:latin typeface="Santander Text" panose="020B0504020201020104" pitchFamily="34" charset="0"/>
              </a:rPr>
              <a:t>Implementação de controlos de Qualidade de Dados.</a:t>
            </a:r>
            <a:endParaRPr lang="pt-PT" sz="1400" b="1">
              <a:latin typeface="Santander Text" panose="020B05040202010201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1953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5498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6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e Office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6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9b50dc7-8f72-473c-8b7e-4a8c46ecad32">
      <Terms xmlns="http://schemas.microsoft.com/office/infopath/2007/PartnerControls"/>
    </lcf76f155ced4ddcb4097134ff3c332f>
    <TaxCatchAll xmlns="7b1ec8e5-5652-48eb-8550-a56a35f5f817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D051AEB2C48B458F82B58F7F6D9A00" ma:contentTypeVersion="14" ma:contentTypeDescription="Create a new document." ma:contentTypeScope="" ma:versionID="bc2757bd4c151ee688c369fdfdc5da1d">
  <xsd:schema xmlns:xsd="http://www.w3.org/2001/XMLSchema" xmlns:xs="http://www.w3.org/2001/XMLSchema" xmlns:p="http://schemas.microsoft.com/office/2006/metadata/properties" xmlns:ns1="http://schemas.microsoft.com/sharepoint/v3" xmlns:ns2="a9b50dc7-8f72-473c-8b7e-4a8c46ecad32" xmlns:ns3="7b1ec8e5-5652-48eb-8550-a56a35f5f817" targetNamespace="http://schemas.microsoft.com/office/2006/metadata/properties" ma:root="true" ma:fieldsID="49cf35f77f191e8ab7b2974270a8c8bd" ns1:_="" ns2:_="" ns3:_="">
    <xsd:import namespace="http://schemas.microsoft.com/sharepoint/v3"/>
    <xsd:import namespace="a9b50dc7-8f72-473c-8b7e-4a8c46ecad32"/>
    <xsd:import namespace="7b1ec8e5-5652-48eb-8550-a56a35f5f81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8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9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b50dc7-8f72-473c-8b7e-4a8c46ecad3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471ada5-31db-43fa-8830-84ca9293ff4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1ec8e5-5652-48eb-8550-a56a35f5f81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d1a5ce08-dc66-4f05-9d75-293f82016f98}" ma:internalName="TaxCatchAll" ma:showField="CatchAllData" ma:web="7b1ec8e5-5652-48eb-8550-a56a35f5f81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5B6808E-2F30-4A3E-86D7-9BE6F24DF713}">
  <ds:schemaRefs>
    <ds:schemaRef ds:uri="7b1ec8e5-5652-48eb-8550-a56a35f5f817"/>
    <ds:schemaRef ds:uri="a9b50dc7-8f72-473c-8b7e-4a8c46ecad3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4977CA2D-DDA6-4B62-8B11-431A258D07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EAFB3FE-8B4B-4385-98D2-48A92A8028F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a9b50dc7-8f72-473c-8b7e-4a8c46ecad32"/>
    <ds:schemaRef ds:uri="7b1ec8e5-5652-48eb-8550-a56a35f5f81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4454</Words>
  <Application>Microsoft Office PowerPoint</Application>
  <PresentationFormat>Custom</PresentationFormat>
  <Paragraphs>1019</Paragraphs>
  <Slides>20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Calibri</vt:lpstr>
      <vt:lpstr>Santander Headline</vt:lpstr>
      <vt:lpstr>Santander Text</vt:lpstr>
      <vt:lpstr>Wingdings</vt:lpstr>
      <vt:lpstr>Tema de Office</vt:lpstr>
      <vt:lpstr>1_Tema de Office</vt:lpstr>
      <vt:lpstr>Worksheet</vt:lpstr>
      <vt:lpstr>Projeto Repositório Consolidado de Garantias</vt:lpstr>
      <vt:lpstr>Status do projeto </vt:lpstr>
      <vt:lpstr>1.1</vt:lpstr>
      <vt:lpstr>1.1</vt:lpstr>
      <vt:lpstr>1.1</vt:lpstr>
      <vt:lpstr>1.2</vt:lpstr>
      <vt:lpstr>1.2</vt:lpstr>
      <vt:lpstr>1.2</vt:lpstr>
      <vt:lpstr>1.2</vt:lpstr>
      <vt:lpstr>1.2</vt:lpstr>
      <vt:lpstr>1.2</vt:lpstr>
      <vt:lpstr>1.3</vt:lpstr>
      <vt:lpstr>1.3</vt:lpstr>
      <vt:lpstr>1.3</vt:lpstr>
      <vt:lpstr>1.3</vt:lpstr>
      <vt:lpstr>1.4</vt:lpstr>
      <vt:lpstr>Próximos Passos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Power Point SANTANDER</dc:title>
  <dc:creator>Presentalia (info@presentalia.com)</dc:creator>
  <cp:lastModifiedBy>Marharyta Synchak</cp:lastModifiedBy>
  <cp:revision>1</cp:revision>
  <dcterms:created xsi:type="dcterms:W3CDTF">2018-03-19T11:10:43Z</dcterms:created>
  <dcterms:modified xsi:type="dcterms:W3CDTF">2024-04-04T10:29:27Z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0x010100C6D051AEB2C48B458F82B58F7F6D9A00</vt:lpwstr>
  </property>
  <property fmtid="{D5CDD505-2E9C-101B-9397-08002B2CF9AE}" pid="3" name="MediaServiceImageTags">
    <vt:lpwstr/>
  </property>
  <property fmtid="{D5CDD505-2E9C-101B-9397-08002B2CF9AE}" pid="4" name="MSIP_Label_3c41c091-3cbc-4dba-8b59-ce62f19500db_Enabled">
    <vt:lpwstr>true</vt:lpwstr>
  </property>
  <property fmtid="{D5CDD505-2E9C-101B-9397-08002B2CF9AE}" pid="5" name="MSIP_Label_3c41c091-3cbc-4dba-8b59-ce62f19500db_SetDate">
    <vt:lpwstr>2023-02-22T10:31:56Z</vt:lpwstr>
  </property>
  <property fmtid="{D5CDD505-2E9C-101B-9397-08002B2CF9AE}" pid="6" name="MSIP_Label_3c41c091-3cbc-4dba-8b59-ce62f19500db_Method">
    <vt:lpwstr>Privileged</vt:lpwstr>
  </property>
  <property fmtid="{D5CDD505-2E9C-101B-9397-08002B2CF9AE}" pid="7" name="MSIP_Label_3c41c091-3cbc-4dba-8b59-ce62f19500db_Name">
    <vt:lpwstr>Confidential_0_1</vt:lpwstr>
  </property>
  <property fmtid="{D5CDD505-2E9C-101B-9397-08002B2CF9AE}" pid="8" name="MSIP_Label_3c41c091-3cbc-4dba-8b59-ce62f19500db_SiteId">
    <vt:lpwstr>35595a02-4d6d-44ac-99e1-f9ab4cd872db</vt:lpwstr>
  </property>
  <property fmtid="{D5CDD505-2E9C-101B-9397-08002B2CF9AE}" pid="9" name="MSIP_Label_3c41c091-3cbc-4dba-8b59-ce62f19500db_ActionId">
    <vt:lpwstr>173c60c3-cb47-4784-b350-e5b95560702d</vt:lpwstr>
  </property>
  <property fmtid="{D5CDD505-2E9C-101B-9397-08002B2CF9AE}" pid="10" name="MSIP_Label_3c41c091-3cbc-4dba-8b59-ce62f19500db_ContentBits">
    <vt:lpwstr>1</vt:lpwstr>
  </property>
</Properties>
</file>