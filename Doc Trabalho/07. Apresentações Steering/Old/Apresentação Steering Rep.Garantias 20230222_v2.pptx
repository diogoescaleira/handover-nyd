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26"/>
  </p:notesMasterIdLst>
  <p:handoutMasterIdLst>
    <p:handoutMasterId r:id="rId27"/>
  </p:handoutMasterIdLst>
  <p:sldIdLst>
    <p:sldId id="256" r:id="rId7"/>
    <p:sldId id="306" r:id="rId8"/>
    <p:sldId id="350" r:id="rId9"/>
    <p:sldId id="351" r:id="rId10"/>
    <p:sldId id="353" r:id="rId11"/>
    <p:sldId id="354" r:id="rId12"/>
    <p:sldId id="358" r:id="rId13"/>
    <p:sldId id="359" r:id="rId14"/>
    <p:sldId id="363" r:id="rId15"/>
    <p:sldId id="361" r:id="rId16"/>
    <p:sldId id="330" r:id="rId17"/>
    <p:sldId id="362" r:id="rId18"/>
    <p:sldId id="324" r:id="rId19"/>
    <p:sldId id="364" r:id="rId20"/>
    <p:sldId id="349" r:id="rId21"/>
    <p:sldId id="348" r:id="rId22"/>
    <p:sldId id="325" r:id="rId23"/>
    <p:sldId id="326" r:id="rId24"/>
    <p:sldId id="267" r:id="rId25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3FE19-7D03-4B05-BE3E-644CCD81D9D6}" v="73" dt="2023-02-21T15:36:54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48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CFE3FE19-7D03-4B05-BE3E-644CCD81D9D6}"/>
    <pc:docChg chg="undo custSel addSld delSld modSld sldOrd">
      <pc:chgData name="Nádia Genebra Ahmad" userId="36126275-cace-419f-8e9b-04679c4f8ea6" providerId="ADAL" clId="{CFE3FE19-7D03-4B05-BE3E-644CCD81D9D6}" dt="2023-02-21T15:37:17.775" v="2202" actId="1076"/>
      <pc:docMkLst>
        <pc:docMk/>
      </pc:docMkLst>
      <pc:sldChg chg="addSp delSp modSp mod">
        <pc:chgData name="Nádia Genebra Ahmad" userId="36126275-cace-419f-8e9b-04679c4f8ea6" providerId="ADAL" clId="{CFE3FE19-7D03-4B05-BE3E-644CCD81D9D6}" dt="2023-02-21T15:26:10.527" v="1980" actId="14100"/>
        <pc:sldMkLst>
          <pc:docMk/>
          <pc:sldMk cId="326973016" sldId="330"/>
        </pc:sldMkLst>
        <pc:spChg chg="add del mod">
          <ac:chgData name="Nádia Genebra Ahmad" userId="36126275-cace-419f-8e9b-04679c4f8ea6" providerId="ADAL" clId="{CFE3FE19-7D03-4B05-BE3E-644CCD81D9D6}" dt="2023-02-21T15:26:10.527" v="1980" actId="14100"/>
          <ac:spMkLst>
            <pc:docMk/>
            <pc:sldMk cId="326973016" sldId="330"/>
            <ac:spMk id="4" creationId="{EFEC5897-52EA-7EEA-9788-85B735F6DB4F}"/>
          </ac:spMkLst>
        </pc:spChg>
        <pc:spChg chg="del">
          <ac:chgData name="Nádia Genebra Ahmad" userId="36126275-cace-419f-8e9b-04679c4f8ea6" providerId="ADAL" clId="{CFE3FE19-7D03-4B05-BE3E-644CCD81D9D6}" dt="2023-02-21T15:17:49.344" v="1802" actId="478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10.576" v="217" actId="20577"/>
          <ac:spMkLst>
            <pc:docMk/>
            <pc:sldMk cId="326973016" sldId="330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1T15:18:34.738" v="1827" actId="20577"/>
          <ac:spMkLst>
            <pc:docMk/>
            <pc:sldMk cId="326973016" sldId="330"/>
            <ac:spMk id="81" creationId="{00000000-0000-0000-0000-000000000000}"/>
          </ac:spMkLst>
        </pc:spChg>
      </pc:sldChg>
      <pc:sldChg chg="addSp modSp mod">
        <pc:chgData name="Nádia Genebra Ahmad" userId="36126275-cace-419f-8e9b-04679c4f8ea6" providerId="ADAL" clId="{CFE3FE19-7D03-4B05-BE3E-644CCD81D9D6}" dt="2023-02-21T15:37:17.775" v="2202" actId="1076"/>
        <pc:sldMkLst>
          <pc:docMk/>
          <pc:sldMk cId="3371953063" sldId="349"/>
        </pc:sldMkLst>
        <pc:spChg chg="add mod">
          <ac:chgData name="Nádia Genebra Ahmad" userId="36126275-cace-419f-8e9b-04679c4f8ea6" providerId="ADAL" clId="{CFE3FE19-7D03-4B05-BE3E-644CCD81D9D6}" dt="2023-02-21T15:37:17.775" v="2202" actId="1076"/>
          <ac:spMkLst>
            <pc:docMk/>
            <pc:sldMk cId="3371953063" sldId="349"/>
            <ac:spMk id="2" creationId="{C4DB8DF3-3288-CEB8-3F5F-D4A4790E4603}"/>
          </ac:spMkLst>
        </pc:spChg>
        <pc:spChg chg="mod">
          <ac:chgData name="Nádia Genebra Ahmad" userId="36126275-cace-419f-8e9b-04679c4f8ea6" providerId="ADAL" clId="{CFE3FE19-7D03-4B05-BE3E-644CCD81D9D6}" dt="2023-02-21T15:30:18.993" v="2061" actId="404"/>
          <ac:spMkLst>
            <pc:docMk/>
            <pc:sldMk cId="3371953063" sldId="34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CFE3FE19-7D03-4B05-BE3E-644CCD81D9D6}" dt="2023-02-21T15:36:49.386" v="2146" actId="20577"/>
          <ac:spMkLst>
            <pc:docMk/>
            <pc:sldMk cId="3371953063" sldId="349"/>
            <ac:spMk id="13" creationId="{8C86AB67-257B-4A72-BCFC-E86455F3F0AC}"/>
          </ac:spMkLst>
        </pc:spChg>
      </pc:sldChg>
      <pc:sldChg chg="addSp delSp modSp mod">
        <pc:chgData name="Nádia Genebra Ahmad" userId="36126275-cace-419f-8e9b-04679c4f8ea6" providerId="ADAL" clId="{CFE3FE19-7D03-4B05-BE3E-644CCD81D9D6}" dt="2023-02-21T15:22:11.058" v="1972" actId="478"/>
        <pc:sldMkLst>
          <pc:docMk/>
          <pc:sldMk cId="4031859946" sldId="351"/>
        </pc:sldMkLst>
        <pc:spChg chg="del">
          <ac:chgData name="Nádia Genebra Ahmad" userId="36126275-cace-419f-8e9b-04679c4f8ea6" providerId="ADAL" clId="{CFE3FE19-7D03-4B05-BE3E-644CCD81D9D6}" dt="2023-02-21T15:22:11.058" v="1972" actId="478"/>
          <ac:spMkLst>
            <pc:docMk/>
            <pc:sldMk cId="4031859946" sldId="351"/>
            <ac:spMk id="4" creationId="{00000000-0000-0000-0000-000000000000}"/>
          </ac:spMkLst>
        </pc:spChg>
        <pc:spChg chg="add mod">
          <ac:chgData name="Nádia Genebra Ahmad" userId="36126275-cace-419f-8e9b-04679c4f8ea6" providerId="ADAL" clId="{CFE3FE19-7D03-4B05-BE3E-644CCD81D9D6}" dt="2023-02-21T15:22:09.651" v="1971"/>
          <ac:spMkLst>
            <pc:docMk/>
            <pc:sldMk cId="4031859946" sldId="351"/>
            <ac:spMk id="6" creationId="{B94A3469-E14F-2CE7-70D8-422DF5C99E90}"/>
          </ac:spMkLst>
        </pc:spChg>
      </pc:sldChg>
      <pc:sldChg chg="modSp mod">
        <pc:chgData name="Nádia Genebra Ahmad" userId="36126275-cace-419f-8e9b-04679c4f8ea6" providerId="ADAL" clId="{CFE3FE19-7D03-4B05-BE3E-644CCD81D9D6}" dt="2023-02-21T15:26:47.550" v="1985" actId="14100"/>
        <pc:sldMkLst>
          <pc:docMk/>
          <pc:sldMk cId="4211747046" sldId="353"/>
        </pc:sldMkLst>
        <pc:spChg chg="mod">
          <ac:chgData name="Nádia Genebra Ahmad" userId="36126275-cace-419f-8e9b-04679c4f8ea6" providerId="ADAL" clId="{CFE3FE19-7D03-4B05-BE3E-644CCD81D9D6}" dt="2023-02-21T15:26:47.550" v="1985" actId="14100"/>
          <ac:spMkLst>
            <pc:docMk/>
            <pc:sldMk cId="4211747046" sldId="353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6:08.571" v="222" actId="20577"/>
          <ac:spMkLst>
            <pc:docMk/>
            <pc:sldMk cId="4211747046" sldId="353"/>
            <ac:spMk id="81" creationId="{00000000-0000-0000-0000-000000000000}"/>
          </ac:spMkLst>
        </pc:spChg>
      </pc:sldChg>
      <pc:sldChg chg="modSp mod">
        <pc:chgData name="Nádia Genebra Ahmad" userId="36126275-cace-419f-8e9b-04679c4f8ea6" providerId="ADAL" clId="{CFE3FE19-7D03-4B05-BE3E-644CCD81D9D6}" dt="2023-02-21T15:26:42.488" v="1984" actId="14100"/>
        <pc:sldMkLst>
          <pc:docMk/>
          <pc:sldMk cId="2213494510" sldId="354"/>
        </pc:sldMkLst>
        <pc:spChg chg="mod">
          <ac:chgData name="Nádia Genebra Ahmad" userId="36126275-cace-419f-8e9b-04679c4f8ea6" providerId="ADAL" clId="{CFE3FE19-7D03-4B05-BE3E-644CCD81D9D6}" dt="2023-02-21T15:26:42.488" v="1984" actId="14100"/>
          <ac:spMkLst>
            <pc:docMk/>
            <pc:sldMk cId="2213494510" sldId="354"/>
            <ac:spMk id="13" creationId="{00000000-0000-0000-0000-000000000000}"/>
          </ac:spMkLst>
        </pc:spChg>
      </pc:sldChg>
      <pc:sldChg chg="del">
        <pc:chgData name="Nádia Genebra Ahmad" userId="36126275-cace-419f-8e9b-04679c4f8ea6" providerId="ADAL" clId="{CFE3FE19-7D03-4B05-BE3E-644CCD81D9D6}" dt="2023-02-20T17:24:51.918" v="1" actId="47"/>
        <pc:sldMkLst>
          <pc:docMk/>
          <pc:sldMk cId="3691828548" sldId="355"/>
        </pc:sldMkLst>
      </pc:sldChg>
      <pc:sldChg chg="del">
        <pc:chgData name="Nádia Genebra Ahmad" userId="36126275-cace-419f-8e9b-04679c4f8ea6" providerId="ADAL" clId="{CFE3FE19-7D03-4B05-BE3E-644CCD81D9D6}" dt="2023-02-20T17:25:01.821" v="3" actId="47"/>
        <pc:sldMkLst>
          <pc:docMk/>
          <pc:sldMk cId="1794762086" sldId="356"/>
        </pc:sldMkLst>
      </pc:sldChg>
      <pc:sldChg chg="del">
        <pc:chgData name="Nádia Genebra Ahmad" userId="36126275-cace-419f-8e9b-04679c4f8ea6" providerId="ADAL" clId="{CFE3FE19-7D03-4B05-BE3E-644CCD81D9D6}" dt="2023-02-20T17:25:04.479" v="4" actId="47"/>
        <pc:sldMkLst>
          <pc:docMk/>
          <pc:sldMk cId="3900949716" sldId="357"/>
        </pc:sldMkLst>
      </pc:sldChg>
      <pc:sldChg chg="addSp delSp modSp add mod">
        <pc:chgData name="Nádia Genebra Ahmad" userId="36126275-cace-419f-8e9b-04679c4f8ea6" providerId="ADAL" clId="{CFE3FE19-7D03-4B05-BE3E-644CCD81D9D6}" dt="2023-02-21T15:26:35.974" v="1983" actId="14100"/>
        <pc:sldMkLst>
          <pc:docMk/>
          <pc:sldMk cId="932530539" sldId="358"/>
        </pc:sldMkLst>
        <pc:spChg chg="add del mod">
          <ac:chgData name="Nádia Genebra Ahmad" userId="36126275-cace-419f-8e9b-04679c4f8ea6" providerId="ADAL" clId="{CFE3FE19-7D03-4B05-BE3E-644CCD81D9D6}" dt="2023-02-20T20:32:20.416" v="667" actId="478"/>
          <ac:spMkLst>
            <pc:docMk/>
            <pc:sldMk cId="932530539" sldId="358"/>
            <ac:spMk id="2" creationId="{F193063F-2B8B-99DA-0426-23B716711139}"/>
          </ac:spMkLst>
        </pc:spChg>
        <pc:spChg chg="mod">
          <ac:chgData name="Nádia Genebra Ahmad" userId="36126275-cace-419f-8e9b-04679c4f8ea6" providerId="ADAL" clId="{CFE3FE19-7D03-4B05-BE3E-644CCD81D9D6}" dt="2023-02-20T20:32:40.536" v="676" actId="20577"/>
          <ac:spMkLst>
            <pc:docMk/>
            <pc:sldMk cId="932530539" sldId="358"/>
            <ac:spMk id="7" creationId="{73A208F6-5AB8-A553-3145-F5362921AE62}"/>
          </ac:spMkLst>
        </pc:spChg>
        <pc:spChg chg="mod">
          <ac:chgData name="Nádia Genebra Ahmad" userId="36126275-cace-419f-8e9b-04679c4f8ea6" providerId="ADAL" clId="{CFE3FE19-7D03-4B05-BE3E-644CCD81D9D6}" dt="2023-02-21T15:26:35.974" v="1983" actId="14100"/>
          <ac:spMkLst>
            <pc:docMk/>
            <pc:sldMk cId="932530539" sldId="358"/>
            <ac:spMk id="15" creationId="{00000000-0000-0000-0000-000000000000}"/>
          </ac:spMkLst>
        </pc:spChg>
      </pc:sldChg>
      <pc:sldChg chg="addSp delSp modSp add mod">
        <pc:chgData name="Nádia Genebra Ahmad" userId="36126275-cace-419f-8e9b-04679c4f8ea6" providerId="ADAL" clId="{CFE3FE19-7D03-4B05-BE3E-644CCD81D9D6}" dt="2023-02-21T15:26:31.491" v="1982" actId="14100"/>
        <pc:sldMkLst>
          <pc:docMk/>
          <pc:sldMk cId="331773752" sldId="359"/>
        </pc:sldMkLst>
        <pc:spChg chg="mod">
          <ac:chgData name="Nádia Genebra Ahmad" userId="36126275-cace-419f-8e9b-04679c4f8ea6" providerId="ADAL" clId="{CFE3FE19-7D03-4B05-BE3E-644CCD81D9D6}" dt="2023-02-21T15:26:31.491" v="1982" actId="14100"/>
          <ac:spMkLst>
            <pc:docMk/>
            <pc:sldMk cId="331773752" sldId="359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CFE3FE19-7D03-4B05-BE3E-644CCD81D9D6}" dt="2023-02-20T20:24:24.308" v="607" actId="478"/>
          <ac:spMkLst>
            <pc:docMk/>
            <pc:sldMk cId="331773752" sldId="359"/>
            <ac:spMk id="9" creationId="{D5E1AA00-BDA7-442C-D9AB-E0F020812495}"/>
          </ac:spMkLst>
        </pc:spChg>
        <pc:spChg chg="mod">
          <ac:chgData name="Nádia Genebra Ahmad" userId="36126275-cace-419f-8e9b-04679c4f8ea6" providerId="ADAL" clId="{CFE3FE19-7D03-4B05-BE3E-644CCD81D9D6}" dt="2023-02-21T15:26:23.704" v="1981" actId="14100"/>
          <ac:spMkLst>
            <pc:docMk/>
            <pc:sldMk cId="331773752" sldId="359"/>
            <ac:spMk id="15" creationId="{00000000-0000-0000-0000-000000000000}"/>
          </ac:spMkLst>
        </pc:spChg>
        <pc:graphicFrameChg chg="mod modGraphic">
          <ac:chgData name="Nádia Genebra Ahmad" userId="36126275-cace-419f-8e9b-04679c4f8ea6" providerId="ADAL" clId="{CFE3FE19-7D03-4B05-BE3E-644CCD81D9D6}" dt="2023-02-20T20:23:36.080" v="606"/>
          <ac:graphicFrameMkLst>
            <pc:docMk/>
            <pc:sldMk cId="331773752" sldId="359"/>
            <ac:graphicFrameMk id="2" creationId="{909F8BDE-9239-AD09-EF31-CC46E4FB8645}"/>
          </ac:graphicFrameMkLst>
        </pc:graphicFrameChg>
      </pc:sldChg>
      <pc:sldChg chg="modSp add mod">
        <pc:chgData name="Nádia Genebra Ahmad" userId="36126275-cace-419f-8e9b-04679c4f8ea6" providerId="ADAL" clId="{CFE3FE19-7D03-4B05-BE3E-644CCD81D9D6}" dt="2023-02-21T15:25:53.877" v="1979" actId="14100"/>
        <pc:sldMkLst>
          <pc:docMk/>
          <pc:sldMk cId="3537588073" sldId="361"/>
        </pc:sldMkLst>
        <pc:spChg chg="mod">
          <ac:chgData name="Nádia Genebra Ahmad" userId="36126275-cace-419f-8e9b-04679c4f8ea6" providerId="ADAL" clId="{CFE3FE19-7D03-4B05-BE3E-644CCD81D9D6}" dt="2023-02-20T19:37:14.031" v="110" actId="20577"/>
          <ac:spMkLst>
            <pc:docMk/>
            <pc:sldMk cId="3537588073" sldId="361"/>
            <ac:spMk id="7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1T15:25:53.877" v="1979" actId="14100"/>
          <ac:spMkLst>
            <pc:docMk/>
            <pc:sldMk cId="3537588073" sldId="36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13:01.456" v="526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06.769" v="215" actId="20577"/>
          <ac:spMkLst>
            <pc:docMk/>
            <pc:sldMk cId="3537588073" sldId="361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8:32.299" v="326"/>
          <ac:spMkLst>
            <pc:docMk/>
            <pc:sldMk cId="3537588073" sldId="361"/>
            <ac:spMk id="81" creationId="{00000000-0000-0000-0000-000000000000}"/>
          </ac:spMkLst>
        </pc:spChg>
      </pc:sldChg>
      <pc:sldChg chg="delSp modSp mod">
        <pc:chgData name="Nádia Genebra Ahmad" userId="36126275-cace-419f-8e9b-04679c4f8ea6" providerId="ADAL" clId="{CFE3FE19-7D03-4B05-BE3E-644CCD81D9D6}" dt="2023-02-20T20:05:59.570" v="221" actId="20577"/>
        <pc:sldMkLst>
          <pc:docMk/>
          <pc:sldMk cId="2480120719" sldId="362"/>
        </pc:sldMkLst>
        <pc:spChg chg="mod">
          <ac:chgData name="Nádia Genebra Ahmad" userId="36126275-cace-419f-8e9b-04679c4f8ea6" providerId="ADAL" clId="{CFE3FE19-7D03-4B05-BE3E-644CCD81D9D6}" dt="2023-02-20T20:05:59.570" v="221" actId="20577"/>
          <ac:spMkLst>
            <pc:docMk/>
            <pc:sldMk cId="2480120719" sldId="362"/>
            <ac:spMk id="80" creationId="{00000000-0000-0000-0000-000000000000}"/>
          </ac:spMkLst>
        </pc:spChg>
        <pc:cxnChg chg="del">
          <ac:chgData name="Nádia Genebra Ahmad" userId="36126275-cace-419f-8e9b-04679c4f8ea6" providerId="ADAL" clId="{CFE3FE19-7D03-4B05-BE3E-644CCD81D9D6}" dt="2023-02-20T18:56:06.739" v="6" actId="478"/>
          <ac:cxnSpMkLst>
            <pc:docMk/>
            <pc:sldMk cId="2480120719" sldId="362"/>
            <ac:cxnSpMk id="47" creationId="{7B27E4F2-1BB6-421D-A899-460BD3DA6CCD}"/>
          </ac:cxnSpMkLst>
        </pc:cxnChg>
      </pc:sldChg>
      <pc:sldChg chg="addSp delSp modSp add mod ord">
        <pc:chgData name="Nádia Genebra Ahmad" userId="36126275-cace-419f-8e9b-04679c4f8ea6" providerId="ADAL" clId="{CFE3FE19-7D03-4B05-BE3E-644CCD81D9D6}" dt="2023-02-21T15:25:31.925" v="1977" actId="14100"/>
        <pc:sldMkLst>
          <pc:docMk/>
          <pc:sldMk cId="3591765744" sldId="363"/>
        </pc:sldMkLst>
        <pc:spChg chg="add del mod">
          <ac:chgData name="Nádia Genebra Ahmad" userId="36126275-cace-419f-8e9b-04679c4f8ea6" providerId="ADAL" clId="{CFE3FE19-7D03-4B05-BE3E-644CCD81D9D6}" dt="2023-02-20T20:14:30.756" v="575" actId="478"/>
          <ac:spMkLst>
            <pc:docMk/>
            <pc:sldMk cId="3591765744" sldId="363"/>
            <ac:spMk id="2" creationId="{241C91A1-9FEB-6B8F-9336-1984D7D00F2C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7" creationId="{00000000-0000-0000-0000-000000000000}"/>
          </ac:spMkLst>
        </pc:spChg>
        <pc:spChg chg="add mod">
          <ac:chgData name="Nádia Genebra Ahmad" userId="36126275-cace-419f-8e9b-04679c4f8ea6" providerId="ADAL" clId="{CFE3FE19-7D03-4B05-BE3E-644CCD81D9D6}" dt="2023-02-20T20:12:48.051" v="514" actId="20577"/>
          <ac:spMkLst>
            <pc:docMk/>
            <pc:sldMk cId="3591765744" sldId="36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CFE3FE19-7D03-4B05-BE3E-644CCD81D9D6}" dt="2023-02-21T15:25:31.925" v="1977" actId="14100"/>
          <ac:spMkLst>
            <pc:docMk/>
            <pc:sldMk cId="3591765744" sldId="363"/>
            <ac:spMk id="15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35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36" creationId="{00000000-0000-0000-0000-000000000000}"/>
          </ac:spMkLst>
        </pc:spChg>
        <pc:spChg chg="del">
          <ac:chgData name="Nádia Genebra Ahmad" userId="36126275-cace-419f-8e9b-04679c4f8ea6" providerId="ADAL" clId="{CFE3FE19-7D03-4B05-BE3E-644CCD81D9D6}" dt="2023-02-20T19:58:35.987" v="113" actId="478"/>
          <ac:spMkLst>
            <pc:docMk/>
            <pc:sldMk cId="3591765744" sldId="363"/>
            <ac:spMk id="44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5:19.236" v="219" actId="20577"/>
          <ac:spMkLst>
            <pc:docMk/>
            <pc:sldMk cId="3591765744" sldId="363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CFE3FE19-7D03-4B05-BE3E-644CCD81D9D6}" dt="2023-02-20T20:07:01.995" v="261" actId="20577"/>
          <ac:spMkLst>
            <pc:docMk/>
            <pc:sldMk cId="3591765744" sldId="363"/>
            <ac:spMk id="81" creationId="{00000000-0000-0000-0000-000000000000}"/>
          </ac:spMkLst>
        </pc:spChg>
        <pc:graphicFrameChg chg="add del mod">
          <ac:chgData name="Nádia Genebra Ahmad" userId="36126275-cace-419f-8e9b-04679c4f8ea6" providerId="ADAL" clId="{CFE3FE19-7D03-4B05-BE3E-644CCD81D9D6}" dt="2023-02-20T20:08:57.245" v="327" actId="478"/>
          <ac:graphicFrameMkLst>
            <pc:docMk/>
            <pc:sldMk cId="3591765744" sldId="363"/>
            <ac:graphicFrameMk id="4" creationId="{7283EE90-FC5C-C122-AB5C-39BA8087B100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19:58:35.987" v="113" actId="478"/>
          <ac:graphicFrameMkLst>
            <pc:docMk/>
            <pc:sldMk cId="3591765744" sldId="363"/>
            <ac:graphicFrameMk id="6" creationId="{00000000-0000-0000-0000-000000000000}"/>
          </ac:graphicFrameMkLst>
        </pc:graphicFrameChg>
        <pc:graphicFrameChg chg="add mod modGraphic">
          <ac:chgData name="Nádia Genebra Ahmad" userId="36126275-cace-419f-8e9b-04679c4f8ea6" providerId="ADAL" clId="{CFE3FE19-7D03-4B05-BE3E-644CCD81D9D6}" dt="2023-02-20T20:29:21.538" v="614" actId="20577"/>
          <ac:graphicFrameMkLst>
            <pc:docMk/>
            <pc:sldMk cId="3591765744" sldId="363"/>
            <ac:graphicFrameMk id="8" creationId="{37790DD7-7A57-A5DD-1BF3-EDD100B3CFCB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19:58:35.987" v="113" actId="478"/>
          <ac:graphicFrameMkLst>
            <pc:docMk/>
            <pc:sldMk cId="3591765744" sldId="363"/>
            <ac:graphicFrameMk id="33" creationId="{1D5AD34C-9F22-0F96-ADAD-0463A560240D}"/>
          </ac:graphicFrameMkLst>
        </pc:graphicFrameChg>
        <pc:cxnChg chg="del mod">
          <ac:chgData name="Nádia Genebra Ahmad" userId="36126275-cace-419f-8e9b-04679c4f8ea6" providerId="ADAL" clId="{CFE3FE19-7D03-4B05-BE3E-644CCD81D9D6}" dt="2023-02-20T19:58:35.987" v="113" actId="478"/>
          <ac:cxnSpMkLst>
            <pc:docMk/>
            <pc:sldMk cId="3591765744" sldId="363"/>
            <ac:cxnSpMk id="38" creationId="{00000000-0000-0000-0000-000000000000}"/>
          </ac:cxnSpMkLst>
        </pc:cxnChg>
      </pc:sldChg>
      <pc:sldChg chg="addSp delSp modSp add mod ord">
        <pc:chgData name="Nádia Genebra Ahmad" userId="36126275-cace-419f-8e9b-04679c4f8ea6" providerId="ADAL" clId="{CFE3FE19-7D03-4B05-BE3E-644CCD81D9D6}" dt="2023-02-21T15:33:44.470" v="2127"/>
        <pc:sldMkLst>
          <pc:docMk/>
          <pc:sldMk cId="4208994639" sldId="364"/>
        </pc:sldMkLst>
        <pc:spChg chg="add del mod">
          <ac:chgData name="Nádia Genebra Ahmad" userId="36126275-cace-419f-8e9b-04679c4f8ea6" providerId="ADAL" clId="{CFE3FE19-7D03-4B05-BE3E-644CCD81D9D6}" dt="2023-02-20T20:35:12.141" v="744" actId="478"/>
          <ac:spMkLst>
            <pc:docMk/>
            <pc:sldMk cId="4208994639" sldId="364"/>
            <ac:spMk id="2" creationId="{6D4FE77E-2320-2798-2CEC-00F820BEDA2D}"/>
          </ac:spMkLst>
        </pc:spChg>
        <pc:spChg chg="mod">
          <ac:chgData name="Nádia Genebra Ahmad" userId="36126275-cace-419f-8e9b-04679c4f8ea6" providerId="ADAL" clId="{CFE3FE19-7D03-4B05-BE3E-644CCD81D9D6}" dt="2023-02-21T15:30:06.346" v="2051" actId="404"/>
          <ac:spMkLst>
            <pc:docMk/>
            <pc:sldMk cId="4208994639" sldId="364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CFE3FE19-7D03-4B05-BE3E-644CCD81D9D6}" dt="2023-02-21T15:21:06.589" v="1968" actId="20577"/>
          <ac:spMkLst>
            <pc:docMk/>
            <pc:sldMk cId="4208994639" sldId="364"/>
            <ac:spMk id="6" creationId="{61322F11-CB35-4BD6-A1BD-994340810293}"/>
          </ac:spMkLst>
        </pc:spChg>
        <pc:spChg chg="add del mod">
          <ac:chgData name="Nádia Genebra Ahmad" userId="36126275-cace-419f-8e9b-04679c4f8ea6" providerId="ADAL" clId="{CFE3FE19-7D03-4B05-BE3E-644CCD81D9D6}" dt="2023-02-21T15:29:21.183" v="2033" actId="478"/>
          <ac:spMkLst>
            <pc:docMk/>
            <pc:sldMk cId="4208994639" sldId="364"/>
            <ac:spMk id="7" creationId="{342D2006-F0D5-F34D-E8CA-FE038F7342B0}"/>
          </ac:spMkLst>
        </pc:spChg>
        <pc:spChg chg="add mod">
          <ac:chgData name="Nádia Genebra Ahmad" userId="36126275-cace-419f-8e9b-04679c4f8ea6" providerId="ADAL" clId="{CFE3FE19-7D03-4B05-BE3E-644CCD81D9D6}" dt="2023-02-21T15:31:50.773" v="2070" actId="114"/>
          <ac:spMkLst>
            <pc:docMk/>
            <pc:sldMk cId="4208994639" sldId="364"/>
            <ac:spMk id="8" creationId="{8ABDB758-49D6-DF64-0640-787254D8C769}"/>
          </ac:spMkLst>
        </pc:spChg>
        <pc:spChg chg="add del mod">
          <ac:chgData name="Nádia Genebra Ahmad" userId="36126275-cace-419f-8e9b-04679c4f8ea6" providerId="ADAL" clId="{CFE3FE19-7D03-4B05-BE3E-644CCD81D9D6}" dt="2023-02-21T15:30:49.568" v="2065" actId="478"/>
          <ac:spMkLst>
            <pc:docMk/>
            <pc:sldMk cId="4208994639" sldId="364"/>
            <ac:spMk id="10" creationId="{13687990-14D1-EA06-6496-100758789788}"/>
          </ac:spMkLst>
        </pc:spChg>
        <pc:spChg chg="del">
          <ac:chgData name="Nádia Genebra Ahmad" userId="36126275-cace-419f-8e9b-04679c4f8ea6" providerId="ADAL" clId="{CFE3FE19-7D03-4B05-BE3E-644CCD81D9D6}" dt="2023-02-21T14:57:57.167" v="897" actId="478"/>
          <ac:spMkLst>
            <pc:docMk/>
            <pc:sldMk cId="4208994639" sldId="364"/>
            <ac:spMk id="15" creationId="{7200FFCA-F1CF-419D-B201-55015DE975D0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0" creationId="{6A436EC5-7AD1-4622-9D4D-836200569CBB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3" creationId="{4A61B9C1-7B97-46CD-8226-E9048CCC1254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4" creationId="{24DB13A8-4E32-40F1-9F47-C855D21B4BD8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5" creationId="{F970F823-2E01-4308-B014-187F8759B064}"/>
          </ac:spMkLst>
        </pc:spChg>
        <pc:spChg chg="del">
          <ac:chgData name="Nádia Genebra Ahmad" userId="36126275-cace-419f-8e9b-04679c4f8ea6" providerId="ADAL" clId="{CFE3FE19-7D03-4B05-BE3E-644CCD81D9D6}" dt="2023-02-20T20:33:24.574" v="678" actId="478"/>
          <ac:spMkLst>
            <pc:docMk/>
            <pc:sldMk cId="4208994639" sldId="364"/>
            <ac:spMk id="46" creationId="{604B33CD-064E-46A4-B7B2-4E1F42332B5A}"/>
          </ac:spMkLst>
        </pc:spChg>
        <pc:spChg chg="del mod">
          <ac:chgData name="Nádia Genebra Ahmad" userId="36126275-cace-419f-8e9b-04679c4f8ea6" providerId="ADAL" clId="{CFE3FE19-7D03-4B05-BE3E-644CCD81D9D6}" dt="2023-02-21T15:30:47.473" v="2064" actId="478"/>
          <ac:spMkLst>
            <pc:docMk/>
            <pc:sldMk cId="4208994639" sldId="364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CFE3FE19-7D03-4B05-BE3E-644CCD81D9D6}" dt="2023-02-21T15:30:47.473" v="2064" actId="478"/>
          <ac:spMkLst>
            <pc:docMk/>
            <pc:sldMk cId="4208994639" sldId="364"/>
            <ac:spMk id="81" creationId="{00000000-0000-0000-0000-000000000000}"/>
          </ac:spMkLst>
        </pc:spChg>
        <pc:graphicFrameChg chg="add mod modGraphic">
          <ac:chgData name="Nádia Genebra Ahmad" userId="36126275-cace-419f-8e9b-04679c4f8ea6" providerId="ADAL" clId="{CFE3FE19-7D03-4B05-BE3E-644CCD81D9D6}" dt="2023-02-21T15:33:44.470" v="2127"/>
          <ac:graphicFrameMkLst>
            <pc:docMk/>
            <pc:sldMk cId="4208994639" sldId="364"/>
            <ac:graphicFrameMk id="4" creationId="{DFB88808-D1A1-0551-AFD9-87ABBF80E762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6.731" v="679" actId="478"/>
          <ac:graphicFrameMkLst>
            <pc:docMk/>
            <pc:sldMk cId="4208994639" sldId="364"/>
            <ac:graphicFrameMk id="23" creationId="{644C12CA-C815-405D-A669-1C04E68F0128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38" creationId="{00000000-0000-0000-0000-000000000000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39" creationId="{65AC3D7A-0F4B-4606-AFA3-9FCD3049166B}"/>
          </ac:graphicFrameMkLst>
        </pc:graphicFrameChg>
        <pc:graphicFrameChg chg="del">
          <ac:chgData name="Nádia Genebra Ahmad" userId="36126275-cace-419f-8e9b-04679c4f8ea6" providerId="ADAL" clId="{CFE3FE19-7D03-4B05-BE3E-644CCD81D9D6}" dt="2023-02-20T20:33:24.574" v="678" actId="478"/>
          <ac:graphicFrameMkLst>
            <pc:docMk/>
            <pc:sldMk cId="4208994639" sldId="364"/>
            <ac:graphicFrameMk id="48" creationId="{29B6B899-6ACA-41AB-914A-76573652C8C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2-4DF1-95B0-FB73BC46F6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22-4DF1-95B0-FB73BC46F6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22-4DF1-95B0-FB73BC46F6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61</c:v>
                </c:pt>
                <c:pt idx="3">
                  <c:v>69</c:v>
                </c:pt>
                <c:pt idx="4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22-4DF1-95B0-FB73BC46F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21/02/2023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21/02/2023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79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104445037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dirty="0" err="1"/>
              <a:t>Projeto</a:t>
            </a:r>
            <a:r>
              <a:rPr lang="es-ES" dirty="0"/>
              <a:t> </a:t>
            </a:r>
            <a:r>
              <a:rPr lang="es-ES" dirty="0" err="1"/>
              <a:t>Repositório</a:t>
            </a:r>
            <a:r>
              <a:rPr lang="es-ES" dirty="0"/>
              <a:t> Consolidado de </a:t>
            </a:r>
            <a:r>
              <a:rPr lang="es-ES" dirty="0" err="1"/>
              <a:t>Garantias</a:t>
            </a:r>
            <a:endParaRPr lang="es-ES" dirty="0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22 de Fevereiro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49862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0213" y="3084385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8694856" y="5432377"/>
            <a:ext cx="1140614" cy="215444"/>
            <a:chOff x="3461156" y="6486804"/>
            <a:chExt cx="1140614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5659" y="3383125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58" name="Text Box 94">
            <a:extLst>
              <a:ext uri="{FF2B5EF4-FFF2-40B4-BE49-F238E27FC236}">
                <a16:creationId xmlns:a16="http://schemas.microsoft.com/office/drawing/2014/main" id="{551A29D8-2A59-4DC8-BD2D-815823D5033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5659" y="4002861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defTabSz="679879" eaLnBrk="0"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rPr>
              <a:t>3.Validações com BDR</a:t>
            </a:r>
            <a:endParaRPr lang="en-US" sz="1000" b="1" kern="0" baseline="30000" dirty="0">
              <a:solidFill>
                <a:sysClr val="windowText" lastClr="000000"/>
              </a:solidFill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40554" y="4061566"/>
            <a:ext cx="2196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BDR (2/2)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4564" y="308518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78916" y="307965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84578" y="3439894"/>
            <a:ext cx="6084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3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55659" y="3682068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2. Implementação IT</a:t>
            </a:r>
            <a:endParaRPr kumimoji="0" lang="en-US" sz="1000" b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7850682" y="5442154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7944" y="5501450"/>
            <a:ext cx="7662486" cy="707886"/>
            <a:chOff x="897944" y="5420680"/>
            <a:chExt cx="7078341" cy="707886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 dirty="0"/>
                <a:t>      </a:t>
              </a:r>
              <a:r>
                <a:rPr lang="pt-PT" sz="1000" i="1" dirty="0" err="1"/>
                <a:t>Milestones</a:t>
              </a:r>
              <a:endParaRPr lang="pt-PT" sz="1000" i="1" dirty="0"/>
            </a:p>
            <a:p>
              <a:r>
                <a:rPr lang="pt-PT" sz="1000" dirty="0"/>
                <a:t>#1/2/3 Envio de ficheiros relativos ao fecho 31 de Dezembro para carga na BDR2</a:t>
              </a:r>
            </a:p>
            <a:p>
              <a:r>
                <a:rPr lang="pt-PT" sz="1000" dirty="0"/>
                <a:t>#4 Envio de ficheiros relativos ao fecho 31 de Janeiro 2023 para carga na BDR2</a:t>
              </a:r>
            </a:p>
            <a:p>
              <a:endParaRPr lang="pt-PT" sz="1000" dirty="0"/>
            </a:p>
          </p:txBody>
        </p:sp>
        <p:sp>
          <p:nvSpPr>
            <p:cNvPr id="59" name="Diamond 58"/>
            <p:cNvSpPr/>
            <p:nvPr/>
          </p:nvSpPr>
          <p:spPr>
            <a:xfrm>
              <a:off x="972676" y="546864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6963946" y="2202386"/>
            <a:ext cx="72000" cy="20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512018"/>
            <a:ext cx="1009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O plano apresentado têm como objetivo assegurar que a BDR, passe a receber informação do modelo consolidado de garantias.</a:t>
            </a:r>
            <a:endParaRPr lang="en-US" sz="1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993269" y="5422610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dirty="0" err="1"/>
                <a:t>Go</a:t>
              </a:r>
              <a:r>
                <a:rPr lang="pt-PT" sz="800" i="1" dirty="0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97574" y="3741478"/>
            <a:ext cx="6048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442209" y="2624624"/>
            <a:ext cx="197635" cy="1584000"/>
            <a:chOff x="10285957" y="2624624"/>
            <a:chExt cx="197635" cy="2493762"/>
          </a:xfrm>
          <a:solidFill>
            <a:srgbClr val="92D050"/>
          </a:solidFill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grpFill/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721297" y="5441127"/>
            <a:ext cx="1140614" cy="215444"/>
            <a:chOff x="3461156" y="6486804"/>
            <a:chExt cx="1140614" cy="21544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pattFill prst="lt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dirty="0"/>
                <a:t>Em atraso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4026834"/>
            <a:ext cx="940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45496" fontAlgn="ctr">
              <a:defRPr/>
            </a:pPr>
            <a:r>
              <a:rPr lang="pt-PT" sz="800" b="1" dirty="0">
                <a:solidFill>
                  <a:schemeClr val="bg1">
                    <a:lumMod val="75000"/>
                  </a:schemeClr>
                </a:solidFill>
                <a:sym typeface="Wingdings 3" panose="05040102010807070707" pitchFamily="18" charset="2"/>
              </a:rPr>
              <a:t>●</a:t>
            </a:r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 </a:t>
            </a:r>
            <a:r>
              <a:rPr lang="pt-PT" sz="800" dirty="0"/>
              <a:t>Por iniciar</a:t>
            </a:r>
            <a:endParaRPr lang="pt-PT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8709" y="3708376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 dirty="0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 dirty="0"/>
              <a:t>Em curso</a:t>
            </a:r>
            <a:endParaRPr lang="pt-PT" sz="800" i="0" u="none" strike="noStrike" dirty="0">
              <a:solidFill>
                <a:srgbClr val="404033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0688" y="243941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Live BDR</a:t>
            </a:r>
            <a:endParaRPr lang="en-US" sz="800" dirty="0"/>
          </a:p>
        </p:txBody>
      </p:sp>
      <p:sp>
        <p:nvSpPr>
          <p:cNvPr id="4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683267" y="3082109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Abril 23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081383" y="3078811"/>
            <a:ext cx="576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dirty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…</a:t>
            </a:r>
            <a:endParaRPr lang="en-US" sz="750" b="1" kern="0" dirty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5067681" y="253273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47" name="Diamond 46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900126" y="241391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/>
              <a:t>Milestone</a:t>
            </a:r>
            <a:r>
              <a:rPr lang="pt-PT" sz="500" dirty="0"/>
              <a:t> #1</a:t>
            </a:r>
            <a:endParaRPr lang="en-US" sz="500" dirty="0"/>
          </a:p>
        </p:txBody>
      </p:sp>
      <p:grpSp>
        <p:nvGrpSpPr>
          <p:cNvPr id="49" name="Group 48"/>
          <p:cNvGrpSpPr/>
          <p:nvPr/>
        </p:nvGrpSpPr>
        <p:grpSpPr>
          <a:xfrm>
            <a:off x="6878897" y="254526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1" name="Diamond 50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711342" y="242644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#4</a:t>
            </a:r>
            <a:endParaRPr lang="en-US" sz="5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6670930" y="248316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5" name="Diamond 54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503375" y="236434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#3</a:t>
            </a:r>
            <a:endParaRPr lang="en-US" sz="5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5965110" y="252638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60" name="Diamond 59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5797555" y="240756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dirty="0" err="1"/>
              <a:t>Milestone</a:t>
            </a:r>
            <a:r>
              <a:rPr lang="pt-PT" sz="500" dirty="0"/>
              <a:t> #2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81127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2202181"/>
          <a:ext cx="10003785" cy="3910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62 653</a:t>
                      </a:r>
                      <a:r>
                        <a:rPr lang="pt-PT" sz="900" b="0" baseline="30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pt-PT" sz="95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-4 153 168 305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-73 561 152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-154 228 026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-286 114 515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3 083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690 906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Os temas abaixo identificados, representam alterações que foram realizadas no modelo face à situação que existe atualmente e cuja sua alteração têm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A3469-E14F-2CE7-70D8-422DF5C99E90}"/>
              </a:ext>
            </a:extLst>
          </p:cNvPr>
          <p:cNvSpPr/>
          <p:nvPr/>
        </p:nvSpPr>
        <p:spPr>
          <a:xfrm>
            <a:off x="9326880" y="348649"/>
            <a:ext cx="1930400" cy="1726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 Rever com MS</a:t>
            </a:r>
          </a:p>
        </p:txBody>
      </p:sp>
    </p:spTree>
    <p:extLst>
      <p:ext uri="{BB962C8B-B14F-4D97-AF65-F5344CB8AC3E}">
        <p14:creationId xmlns:p14="http://schemas.microsoft.com/office/powerpoint/2010/main" val="403185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243" y="1992456"/>
          <a:ext cx="9174866" cy="219965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29 833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321 751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20 095 079 690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27 567 617 666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351 584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22 284 932 583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29 757 470 560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8 315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1 428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9 743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63 696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3 181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241 835 372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-241 835 372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720 467 913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-720 467 913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67 091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80284" y="294559"/>
            <a:ext cx="5629445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Atualizar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74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236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3 136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299 400 575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298 342 043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1 058 532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5 734 519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5 731 617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2 902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14 288 689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11 522 432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2 766 258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8 005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734 381 201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730 553 509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3 827 692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391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198 006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-198 006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  <p:sp>
        <p:nvSpPr>
          <p:cNvPr id="10" name="TextBox 9"/>
          <p:cNvSpPr txBox="1"/>
          <p:nvPr/>
        </p:nvSpPr>
        <p:spPr>
          <a:xfrm>
            <a:off x="4680284" y="294559"/>
            <a:ext cx="5629445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Atualizar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4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215 126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430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1 734 391 534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2 164 665 641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-430 274 107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190 778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15 441 792 449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15 485 671 203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-43 878 754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406 334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57 754 906 496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58 229 059 357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-474 152 861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1) Universo Comum: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()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não o saldo em dívida atual.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 | 3) Exclusivo BIYR9500:</a:t>
            </a:r>
          </a:p>
          <a:p>
            <a:endParaRPr lang="pt-PT" sz="900" b="1" dirty="0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054473"/>
              </p:ext>
            </p:extLst>
          </p:nvPr>
        </p:nvGraphicFramePr>
        <p:xfrm>
          <a:off x="722243" y="1992456"/>
          <a:ext cx="9174866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5 116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5 133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1 554 003 422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1 552 350 226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4001414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4370854"/>
          <a:ext cx="9174866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BFF713-905F-0546-DE15-5319BBA3E2B5}"/>
              </a:ext>
            </a:extLst>
          </p:cNvPr>
          <p:cNvSpPr/>
          <p:nvPr/>
        </p:nvSpPr>
        <p:spPr>
          <a:xfrm>
            <a:off x="7040880" y="4703359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Modelo VS JM_GARANT_CTO</a:t>
            </a:r>
            <a:endParaRPr lang="en-US" sz="1000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31844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Valor de avaliação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Tipologia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 dirty="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 dirty="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 dirty="0">
                          <a:effectLst/>
                          <a:latin typeface="+mj-lt"/>
                        </a:rPr>
                        <a:t> Financeira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9 043,00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752 650 981,03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752 650 816,91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 dirty="0">
                          <a:effectLst/>
                          <a:latin typeface="+mj-lt"/>
                        </a:rPr>
                        <a:t> Pessoais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378 071,00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377 872,00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-199,00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24 479 678 455,82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24 107 771 322,35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-371 907 133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764 821,00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764 621,00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-200,00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85 192 984 694,49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84 821 077 396,90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-371 907 298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5981029"/>
            <a:ext cx="5335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Tabela JM_GARANT_CTO carregada na BDR2 e resulta do processo utilizando o Novo Modelo de Garantias.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59176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114675" y="3441975"/>
            <a:ext cx="6543676" cy="2330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6436" y="3576597"/>
          <a:ext cx="5460155" cy="1412305"/>
        </p:xfrm>
        <a:graphic>
          <a:graphicData uri="http://schemas.openxmlformats.org/drawingml/2006/table">
            <a:tbl>
              <a:tblPr/>
              <a:tblGrid>
                <a:gridCol w="1781861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9 247 573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6 647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9 254 219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43 708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46 691 409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103 817 908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150 509 316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Dos</a:t>
                      </a:r>
                      <a:r>
                        <a:rPr lang="pt-PT" sz="800" b="0" i="0" u="none" strike="noStrike" baseline="0" dirty="0">
                          <a:effectLst/>
                          <a:latin typeface="+mj-lt"/>
                        </a:rPr>
                        <a:t> quais: </a:t>
                      </a:r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Pessoais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10 088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18 927 079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103 626 611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122 553 690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105388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55 938 981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103 824 554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159 763 535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251 197 783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-1 815 984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249 381 800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6436" y="5047431"/>
            <a:ext cx="5725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Alteração da maturidade ao nível do motor (carteiras de Foundation IRB)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Cálculo do LTV diferente entre motores (utilização de montante de avaliação atual vs inicial)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no motor NDD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9 387 813 312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9 694 950 076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307 136 764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32 286 779 303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32 195 009 517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-91 769 786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1 704 824 158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1 806 832 729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102 008 571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21 423 368 106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21 015 833 210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-407 534 897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11 092 637 470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11 501 782 805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409 145 335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53 710 147 409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53 210 842 727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-499 304 682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5295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r>
              <a:rPr lang="pt-PT" sz="800" dirty="0"/>
              <a:t>2. BDR1 resulta do processo atual do BIYR9500.</a:t>
            </a:r>
          </a:p>
          <a:p>
            <a:r>
              <a:rPr lang="pt-PT" sz="800" dirty="0"/>
              <a:t>3. BDR2 resulta do processo utilizando o Novo Modelo de Garantias.</a:t>
            </a:r>
            <a:endParaRPr lang="pt-BR" sz="800" dirty="0"/>
          </a:p>
        </p:txBody>
      </p:sp>
      <p:sp>
        <p:nvSpPr>
          <p:cNvPr id="36" name="Rectangle 35"/>
          <p:cNvSpPr/>
          <p:nvPr/>
        </p:nvSpPr>
        <p:spPr>
          <a:xfrm>
            <a:off x="3228975" y="2152651"/>
            <a:ext cx="102870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44827" y="1900289"/>
            <a:ext cx="440184" cy="264318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1.4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Imparidade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/>
              <a:t>Foi realizada uma simulação no dia </a:t>
            </a:r>
            <a:r>
              <a:rPr lang="pt-PT" sz="1000" b="1" u="sng" dirty="0"/>
              <a:t>13 de Janeiro</a:t>
            </a:r>
            <a:r>
              <a:rPr lang="pt-PT" sz="1000" dirty="0"/>
              <a:t>, com todas as correções realizadas até a data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2.159</a:t>
            </a:r>
            <a:r>
              <a:rPr lang="pt-PT" sz="1000" baseline="30000" dirty="0"/>
              <a:t>1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Aumento na provisão, da Análise Coletiva, apurada face ao rácio de Dezembro de 2022: </a:t>
            </a:r>
            <a:r>
              <a:rPr lang="pt-PT" sz="1000" b="1" dirty="0"/>
              <a:t>+1.965 milhões€ (em valores consolidados com Análise Individual representa um aumento de +947k€)</a:t>
            </a:r>
            <a:endParaRPr lang="pt-PT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722243" y="5999625"/>
            <a:ext cx="8008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aseline="30000" dirty="0"/>
              <a:t>1</a:t>
            </a:r>
            <a:r>
              <a:rPr lang="pt-PT" sz="800" dirty="0"/>
              <a:t> Valor considera todos os contratos com diferenças de provisão, cujo total das diferenças podem não estar todas relacionadas com o </a:t>
            </a:r>
            <a:r>
              <a:rPr lang="pt-PT" sz="800" i="1" dirty="0" err="1"/>
              <a:t>go</a:t>
            </a:r>
            <a:r>
              <a:rPr lang="pt-PT" sz="800" i="1" dirty="0"/>
              <a:t> live</a:t>
            </a:r>
            <a:r>
              <a:rPr lang="pt-PT" sz="800" dirty="0"/>
              <a:t> do modelo de garantias.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EC5897-52EA-7EEA-9788-85B735F6DB4F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1.5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Módulo de Controlos Garantias – Dezembro 2022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817972" y="6295641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 dirty="0">
                <a:latin typeface="Santander Text" panose="020B0504020201020104" pitchFamily="34" charset="0"/>
              </a:rPr>
              <a:t>1  </a:t>
            </a:r>
            <a:r>
              <a:rPr lang="pt-PT" sz="800" dirty="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1100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805219"/>
              </p:ext>
            </p:extLst>
          </p:nvPr>
        </p:nvGraphicFramePr>
        <p:xfrm>
          <a:off x="10658645" y="1584088"/>
          <a:ext cx="479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380753" imgH="806311" progId="Excel.Sheet.12">
                  <p:embed/>
                </p:oleObj>
              </mc:Choice>
              <mc:Fallback>
                <p:oleObj name="Worksheet" showAsIcon="1" r:id="rId2" imgW="380753" imgH="806311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44C12CA-C815-405D-A669-1C04E68F0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58645" y="1584088"/>
                        <a:ext cx="479425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11028" y="2006816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Dezembro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200" b="0" i="0" u="none" strike="noStrike" baseline="30000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2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44921" y="2006060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46490" y="2006060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400" dirty="0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400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099704" y="364304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(6%)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41625" y="3649968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75679" y="3643040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17878" y="364284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chemeClr val="bg1"/>
                </a:solidFill>
                <a:latin typeface="Santander Text" panose="020B0504020201020104" pitchFamily="34" charset="0"/>
              </a:rPr>
              <a:t>2 (2%) 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11028" y="4699382"/>
          <a:ext cx="10608249" cy="15931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1494 (0,52%)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Nov/22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5951 (1,47%)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Serviço de Crédito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(1,19%)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DPs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cativos sem saldo disponível ou que não cobre a o montante cativo de garantia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(2,01%)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e equipa do projeto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inferior ao montante cativo total</a:t>
                      </a:r>
                      <a:endParaRPr lang="pt-PT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Jan/23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140 (2,04%)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1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Próximos </a:t>
            </a:r>
            <a:r>
              <a:rPr lang="es-ES" dirty="0" err="1"/>
              <a:t>Passos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Próximos Passos </a:t>
            </a:r>
            <a:r>
              <a:rPr lang="es-ES" sz="1600" dirty="0"/>
              <a:t>(1|2)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88808-D1A1-0551-AFD9-87ABBF80E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883965"/>
              </p:ext>
            </p:extLst>
          </p:nvPr>
        </p:nvGraphicFramePr>
        <p:xfrm>
          <a:off x="722242" y="1744981"/>
          <a:ext cx="10440001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72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5422476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1815613397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Área responsável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 dirty="0">
                          <a:effectLst/>
                          <a:latin typeface="+mj-lt"/>
                        </a:rPr>
                        <a:t>Análise de impactos na ótica da </a:t>
                      </a:r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área de Modelos</a:t>
                      </a:r>
                      <a:endParaRPr lang="pt-PT" sz="11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Modelos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n/a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 dirty="0">
                          <a:effectLst/>
                          <a:latin typeface="+mj-lt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 dirty="0">
                          <a:effectLst/>
                          <a:latin typeface="+mj-lt"/>
                        </a:rPr>
                        <a:t>garantias Imobiliárias</a:t>
                      </a:r>
                      <a:endParaRPr lang="pt-PT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190 888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- 55 599 522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Definição de metodologia para aprovisionamento das avaliações de 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 Imobiliário </a:t>
                      </a:r>
                      <a:r>
                        <a:rPr lang="pt-PT" sz="11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 “regressaram” da aplicação de contencioso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endParaRPr lang="pt-PT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 / </a:t>
                      </a:r>
                      <a:r>
                        <a:rPr lang="pt-PT" sz="11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-27 775 701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72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garantias Pessoais</a:t>
                      </a:r>
                      <a:endParaRPr lang="pt-PT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+mn-ea"/>
                          <a:cs typeface="+mn-cs"/>
                        </a:rPr>
                        <a:t>[falta]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+mn-ea"/>
                          <a:cs typeface="+mn-cs"/>
                        </a:rPr>
                        <a:t>[falta]</a:t>
                      </a:r>
                      <a:endParaRPr lang="pt-PT" sz="1100" b="0" i="0" u="none" strike="noStrike" dirty="0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94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o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Modelo Base de Garantias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(GT018) e as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as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do Modelo de Garantias 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 e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BDR</a:t>
                      </a: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(JM_GARANT_CTO)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200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-371 907 298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Continuação da análise de impactos na ótica da </a:t>
                      </a:r>
                      <a:r>
                        <a:rPr lang="pt-PT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área de Capital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dirty="0">
                          <a:effectLst/>
                          <a:latin typeface="+mj-lt"/>
                        </a:rPr>
                        <a:t>CDO / Capital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+mn-ea"/>
                          <a:cs typeface="+mn-cs"/>
                        </a:rPr>
                        <a:t>[falta]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 kern="12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j-lt"/>
                          <a:ea typeface="+mn-ea"/>
                          <a:cs typeface="+mn-cs"/>
                        </a:rPr>
                        <a:t>[falta]</a:t>
                      </a:r>
                      <a:endParaRPr lang="pt-PT" sz="1100" b="0" i="0" u="none" strike="noStrike" dirty="0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516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1322F11-CB35-4BD6-A1BD-994340810293}"/>
              </a:ext>
            </a:extLst>
          </p:cNvPr>
          <p:cNvSpPr/>
          <p:nvPr/>
        </p:nvSpPr>
        <p:spPr>
          <a:xfrm>
            <a:off x="9326880" y="348649"/>
            <a:ext cx="1930400" cy="1726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 Rever com 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DB758-49D6-DF64-0640-787254D8C769}"/>
              </a:ext>
            </a:extLst>
          </p:cNvPr>
          <p:cNvSpPr txBox="1"/>
          <p:nvPr/>
        </p:nvSpPr>
        <p:spPr>
          <a:xfrm>
            <a:off x="547532" y="792666"/>
            <a:ext cx="1075873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Atividades </a:t>
            </a:r>
            <a:r>
              <a:rPr lang="pt-PT" i="1" u="sng" dirty="0"/>
              <a:t>WIP</a:t>
            </a:r>
            <a:r>
              <a:rPr lang="pt-PT" u="sng" dirty="0"/>
              <a:t> com impacto no </a:t>
            </a:r>
            <a:r>
              <a:rPr lang="pt-PT" i="1" u="sng" dirty="0"/>
              <a:t>Go Live</a:t>
            </a:r>
            <a:r>
              <a:rPr lang="pt-PT" u="sng" dirty="0"/>
              <a:t> para rácio de Fevereiro 2023</a:t>
            </a:r>
          </a:p>
        </p:txBody>
      </p:sp>
    </p:spTree>
    <p:extLst>
      <p:ext uri="{BB962C8B-B14F-4D97-AF65-F5344CB8AC3E}">
        <p14:creationId xmlns:p14="http://schemas.microsoft.com/office/powerpoint/2010/main" val="420899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2. Próximos Passos </a:t>
            </a:r>
            <a:r>
              <a:rPr lang="es-ES" sz="1600" dirty="0"/>
              <a:t>(2|2)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Outras atividades com impacto no </a:t>
            </a:r>
            <a:r>
              <a:rPr lang="pt-PT" i="1" u="sng" dirty="0"/>
              <a:t>Go Live</a:t>
            </a:r>
            <a:r>
              <a:rPr lang="pt-PT" u="sng" dirty="0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Ingestas de tabelas de Factoring que foram recentemente adicionadas ao processo e ainda encontram-se a ser carregadas manualmente;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Automatização do processo de envio dos ficheiros produzidos para BDR;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Desativar o processo atual de geração dos ficheiros do lado da BDR de forma a receberem os novos ficheiros sem interferências;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Alteração do processo de envio das garantias </a:t>
            </a:r>
            <a:r>
              <a:rPr lang="pt-PT" sz="1400" dirty="0" err="1"/>
              <a:t>Cargabal</a:t>
            </a:r>
            <a:r>
              <a:rPr lang="pt-PT" sz="1400" dirty="0"/>
              <a:t> para a Contabilidade, para serem adaptados a incorporar os novos ficheiros.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PT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 dirty="0"/>
              <a:t>Atividades sem impacto no </a:t>
            </a:r>
            <a:r>
              <a:rPr lang="pt-PT" i="1" u="sng" dirty="0" err="1"/>
              <a:t>Go</a:t>
            </a:r>
            <a:r>
              <a:rPr lang="pt-PT" i="1" u="sng" dirty="0"/>
              <a:t> Live</a:t>
            </a:r>
            <a:r>
              <a:rPr lang="pt-PT" u="sng" dirty="0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 dirty="0"/>
              <a:t>Implementação de novos requisitos/melhorias identificadas no processo;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Calenderização do re-apontar a CRC e porfolios de securitização para o novo modelo de garantias;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Contínuo acompanhamento das diferenças entre o modelo único e o processo antigo;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 dirty="0"/>
              <a:t>Implementação de controlos de Qualidade de Dados.</a:t>
            </a:r>
            <a:endParaRPr lang="pt-PT" sz="1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B8DF3-3288-CEB8-3F5F-D4A4790E4603}"/>
              </a:ext>
            </a:extLst>
          </p:cNvPr>
          <p:cNvSpPr/>
          <p:nvPr/>
        </p:nvSpPr>
        <p:spPr>
          <a:xfrm>
            <a:off x="-1382868" y="663891"/>
            <a:ext cx="1930400" cy="10737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 Acrescentei a palavra “Outras”. Concordas MS?</a:t>
            </a:r>
          </a:p>
        </p:txBody>
      </p:sp>
    </p:spTree>
    <p:extLst>
      <p:ext uri="{BB962C8B-B14F-4D97-AF65-F5344CB8AC3E}">
        <p14:creationId xmlns:p14="http://schemas.microsoft.com/office/powerpoint/2010/main" val="3371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Anexos</a:t>
            </a:r>
            <a:endParaRPr lang="es-ES" i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53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3.1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(1/2)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O </a:t>
            </a:r>
            <a:r>
              <a:rPr lang="pt-PT" sz="1600" i="1" dirty="0" err="1"/>
              <a:t>Go</a:t>
            </a:r>
            <a:r>
              <a:rPr lang="pt-PT" sz="1600" i="1" dirty="0"/>
              <a:t> Live</a:t>
            </a:r>
            <a:r>
              <a:rPr lang="pt-PT" sz="1600" dirty="0"/>
              <a:t> será realizado no inicio de Janeiro 2023 sobre o rácio de Dezembro de 2022, apenas para a área de Imparidade;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 dirty="0"/>
              <a:t>A CRC não será alterada no ano de 2022.</a:t>
            </a:r>
            <a:endParaRPr lang="en-US" sz="1600" dirty="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Notas/Pressupostos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74" y="1786689"/>
            <a:ext cx="4604771" cy="14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3. Anexos -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Plano de Correções - pós rácio de Novembro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38990"/>
              </p:ext>
            </p:extLst>
          </p:nvPr>
        </p:nvGraphicFramePr>
        <p:xfrm>
          <a:off x="1561993" y="1945535"/>
          <a:ext cx="7580151" cy="3745273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05DDCD-699A-49E4-A252-593FEA308453}"/>
</file>

<file path=customXml/itemProps2.xml><?xml version="1.0" encoding="utf-8"?>
<ds:datastoreItem xmlns:ds="http://schemas.openxmlformats.org/officeDocument/2006/customXml" ds:itemID="{45B6808E-2F30-4A3E-86D7-9BE6F24DF713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7b1ec8e5-5652-48eb-8550-a56a35f5f817"/>
    <ds:schemaRef ds:uri="a9b50dc7-8f72-473c-8b7e-4a8c46ecad3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4226</TotalTime>
  <Words>3112</Words>
  <Application>Microsoft Office PowerPoint</Application>
  <PresentationFormat>Custom</PresentationFormat>
  <Paragraphs>687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Muli </vt:lpstr>
      <vt:lpstr>Santander Headline</vt:lpstr>
      <vt:lpstr>Santander Text</vt:lpstr>
      <vt:lpstr>Wingdings</vt:lpstr>
      <vt:lpstr>Tema de Office</vt:lpstr>
      <vt:lpstr>1_Tema de Office</vt:lpstr>
      <vt:lpstr>2_Tema de Office</vt:lpstr>
      <vt:lpstr>Worksheet</vt:lpstr>
      <vt:lpstr>Projeto Repositório Consolidado de Garantias</vt:lpstr>
      <vt:lpstr>Plano e status do projeto </vt:lpstr>
      <vt:lpstr>1.1</vt:lpstr>
      <vt:lpstr>1.2</vt:lpstr>
      <vt:lpstr>1.2</vt:lpstr>
      <vt:lpstr>1.2</vt:lpstr>
      <vt:lpstr>1.2</vt:lpstr>
      <vt:lpstr>1.2</vt:lpstr>
      <vt:lpstr>1.3</vt:lpstr>
      <vt:lpstr>1.3</vt:lpstr>
      <vt:lpstr>1.4</vt:lpstr>
      <vt:lpstr>1.5</vt:lpstr>
      <vt:lpstr>Próximos Passos</vt:lpstr>
      <vt:lpstr>PowerPoint Presentation</vt:lpstr>
      <vt:lpstr>PowerPoint Presentation</vt:lpstr>
      <vt:lpstr>Anexos</vt:lpstr>
      <vt:lpstr>3.1</vt:lpstr>
      <vt:lpstr>3.2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229</cp:revision>
  <dcterms:created xsi:type="dcterms:W3CDTF">2018-03-19T11:10:43Z</dcterms:created>
  <dcterms:modified xsi:type="dcterms:W3CDTF">2023-02-21T15:37:23Z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2023-02-20T16:51:39Z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17bcc4f9-058e-4b4b-b94b-a2fd398cc37d</vt:lpwstr>
  </property>
  <property fmtid="{D5CDD505-2E9C-101B-9397-08002B2CF9AE}" pid="10" name="MSIP_Label_3c41c091-3cbc-4dba-8b59-ce62f19500db_ContentBits">
    <vt:lpwstr>1</vt:lpwstr>
  </property>
</Properties>
</file>