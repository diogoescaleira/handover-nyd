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6" r:id="rId5"/>
  </p:sldMasterIdLst>
  <p:notesMasterIdLst>
    <p:notesMasterId r:id="rId13"/>
  </p:notesMasterIdLst>
  <p:handoutMasterIdLst>
    <p:handoutMasterId r:id="rId14"/>
  </p:handoutMasterIdLst>
  <p:sldIdLst>
    <p:sldId id="331" r:id="rId6"/>
    <p:sldId id="338" r:id="rId7"/>
    <p:sldId id="332" r:id="rId8"/>
    <p:sldId id="333" r:id="rId9"/>
    <p:sldId id="334" r:id="rId10"/>
    <p:sldId id="335" r:id="rId11"/>
    <p:sldId id="337" r:id="rId12"/>
  </p:sldIdLst>
  <p:sldSz cx="12192000" cy="7092950"/>
  <p:notesSz cx="6858000" cy="9144000"/>
  <p:defaultTextStyle>
    <a:defPPr>
      <a:defRPr lang="es-ES"/>
    </a:defPPr>
    <a:lvl1pPr marL="0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6876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3751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0624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7498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4377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1250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8124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4998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E46BB9A7-573F-48DC-B429-02CEC7A84303}">
          <p14:sldIdLst>
            <p14:sldId id="331"/>
            <p14:sldId id="338"/>
            <p14:sldId id="332"/>
            <p14:sldId id="333"/>
            <p14:sldId id="334"/>
            <p14:sldId id="335"/>
            <p14:sldId id="33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23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xo, Dora Silva" initials="RDS" lastIdx="27" clrIdx="0">
    <p:extLst>
      <p:ext uri="{19B8F6BF-5375-455C-9EA6-DF929625EA0E}">
        <p15:presenceInfo xmlns:p15="http://schemas.microsoft.com/office/powerpoint/2012/main" userId="S::droxo@epimetheus.pt::d97429f7-5259-4f73-a74a-65d4c655fa50" providerId="AD"/>
      </p:ext>
    </p:extLst>
  </p:cmAuthor>
  <p:cmAuthor id="2" name="Hugo Alexandre" initials="HA" lastIdx="8" clrIdx="1">
    <p:extLst>
      <p:ext uri="{19B8F6BF-5375-455C-9EA6-DF929625EA0E}">
        <p15:presenceInfo xmlns:p15="http://schemas.microsoft.com/office/powerpoint/2012/main" userId="S::hreia@epimetheus.pt::dee69c61-2ac7-4b82-bc09-1c91e89a6358" providerId="AD"/>
      </p:ext>
    </p:extLst>
  </p:cmAuthor>
  <p:cmAuthor id="3" name="Mónica Filipa Cunha Guerreiro" initials="MFCG" lastIdx="4" clrIdx="2">
    <p:extLst>
      <p:ext uri="{19B8F6BF-5375-455C-9EA6-DF929625EA0E}">
        <p15:presenceInfo xmlns:p15="http://schemas.microsoft.com/office/powerpoint/2012/main" userId="S-1-5-21-478741036-1442749419-1446792091-19144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E4D6"/>
    <a:srgbClr val="B7ABA4"/>
    <a:srgbClr val="E0F1E1"/>
    <a:srgbClr val="FF7575"/>
    <a:srgbClr val="C00000"/>
    <a:srgbClr val="3B3838"/>
    <a:srgbClr val="9ECFDE"/>
    <a:srgbClr val="7F7F7F"/>
    <a:srgbClr val="D9D9D9"/>
    <a:srgbClr val="1386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697326-2093-4504-AC60-91537E3527C7}" v="4" dt="2022-12-22T12:55:58.339"/>
    <p1510:client id="{C68B686B-8A00-4015-82AC-85EDF2E7838E}" v="213" dt="2022-12-22T10:53:34.301"/>
    <p1510:client id="{F1684632-5A0D-4DDE-A80B-CEA06431E119}" v="278" vWet="282" dt="2022-12-22T10:26:38.1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112" y="-952"/>
      </p:cViewPr>
      <p:guideLst>
        <p:guide orient="horz" pos="2160"/>
        <p:guide pos="3840"/>
        <p:guide orient="horz" pos="223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commentAuthors" Target="commentAuthors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ádia Genebra Ahmad" userId="36126275-cace-419f-8e9b-04679c4f8ea6" providerId="ADAL" clId="{F1684632-5A0D-4DDE-A80B-CEA06431E119}"/>
    <pc:docChg chg="undo custSel addSld modSld modSection">
      <pc:chgData name="Nádia Genebra Ahmad" userId="36126275-cace-419f-8e9b-04679c4f8ea6" providerId="ADAL" clId="{F1684632-5A0D-4DDE-A80B-CEA06431E119}" dt="2022-12-22T10:22:30.869" v="270" actId="20577"/>
      <pc:docMkLst>
        <pc:docMk/>
      </pc:docMkLst>
      <pc:sldChg chg="addSp delSp modSp mod">
        <pc:chgData name="Nádia Genebra Ahmad" userId="36126275-cace-419f-8e9b-04679c4f8ea6" providerId="ADAL" clId="{F1684632-5A0D-4DDE-A80B-CEA06431E119}" dt="2022-12-22T10:22:30.869" v="270" actId="20577"/>
        <pc:sldMkLst>
          <pc:docMk/>
          <pc:sldMk cId="2511839246" sldId="331"/>
        </pc:sldMkLst>
        <pc:spChg chg="add mod">
          <ac:chgData name="Nádia Genebra Ahmad" userId="36126275-cace-419f-8e9b-04679c4f8ea6" providerId="ADAL" clId="{F1684632-5A0D-4DDE-A80B-CEA06431E119}" dt="2022-12-22T10:00:29.163" v="120"/>
          <ac:spMkLst>
            <pc:docMk/>
            <pc:sldMk cId="2511839246" sldId="331"/>
            <ac:spMk id="2" creationId="{8253D2F7-582B-9495-0091-F9EDA507B97C}"/>
          </ac:spMkLst>
        </pc:spChg>
        <pc:spChg chg="del">
          <ac:chgData name="Nádia Genebra Ahmad" userId="36126275-cace-419f-8e9b-04679c4f8ea6" providerId="ADAL" clId="{F1684632-5A0D-4DDE-A80B-CEA06431E119}" dt="2022-12-22T09:38:50.779" v="1" actId="478"/>
          <ac:spMkLst>
            <pc:docMk/>
            <pc:sldMk cId="2511839246" sldId="331"/>
            <ac:spMk id="11" creationId="{00000000-0000-0000-0000-000000000000}"/>
          </ac:spMkLst>
        </pc:spChg>
        <pc:spChg chg="del">
          <ac:chgData name="Nádia Genebra Ahmad" userId="36126275-cace-419f-8e9b-04679c4f8ea6" providerId="ADAL" clId="{F1684632-5A0D-4DDE-A80B-CEA06431E119}" dt="2022-12-22T09:38:50.779" v="1" actId="478"/>
          <ac:spMkLst>
            <pc:docMk/>
            <pc:sldMk cId="2511839246" sldId="331"/>
            <ac:spMk id="12" creationId="{00000000-0000-0000-0000-000000000000}"/>
          </ac:spMkLst>
        </pc:spChg>
        <pc:graphicFrameChg chg="mod modGraphic">
          <ac:chgData name="Nádia Genebra Ahmad" userId="36126275-cace-419f-8e9b-04679c4f8ea6" providerId="ADAL" clId="{F1684632-5A0D-4DDE-A80B-CEA06431E119}" dt="2022-12-22T10:22:30.869" v="270" actId="20577"/>
          <ac:graphicFrameMkLst>
            <pc:docMk/>
            <pc:sldMk cId="2511839246" sldId="331"/>
            <ac:graphicFrameMk id="8" creationId="{DF17E78E-41EA-4899-8FEE-94E9E4145CC9}"/>
          </ac:graphicFrameMkLst>
        </pc:graphicFrameChg>
        <pc:graphicFrameChg chg="del">
          <ac:chgData name="Nádia Genebra Ahmad" userId="36126275-cace-419f-8e9b-04679c4f8ea6" providerId="ADAL" clId="{F1684632-5A0D-4DDE-A80B-CEA06431E119}" dt="2022-12-22T09:38:50.779" v="1" actId="478"/>
          <ac:graphicFrameMkLst>
            <pc:docMk/>
            <pc:sldMk cId="2511839246" sldId="331"/>
            <ac:graphicFrameMk id="9" creationId="{00000000-0000-0000-0000-000000000000}"/>
          </ac:graphicFrameMkLst>
        </pc:graphicFrameChg>
      </pc:sldChg>
      <pc:sldChg chg="modSp mod">
        <pc:chgData name="Nádia Genebra Ahmad" userId="36126275-cace-419f-8e9b-04679c4f8ea6" providerId="ADAL" clId="{F1684632-5A0D-4DDE-A80B-CEA06431E119}" dt="2022-12-22T10:12:49.408" v="178" actId="115"/>
        <pc:sldMkLst>
          <pc:docMk/>
          <pc:sldMk cId="3960319929" sldId="333"/>
        </pc:sldMkLst>
        <pc:spChg chg="mod">
          <ac:chgData name="Nádia Genebra Ahmad" userId="36126275-cace-419f-8e9b-04679c4f8ea6" providerId="ADAL" clId="{F1684632-5A0D-4DDE-A80B-CEA06431E119}" dt="2022-12-22T10:12:49.408" v="178" actId="115"/>
          <ac:spMkLst>
            <pc:docMk/>
            <pc:sldMk cId="3960319929" sldId="333"/>
            <ac:spMk id="2" creationId="{D9B12163-7231-98A4-752B-C91842F7088D}"/>
          </ac:spMkLst>
        </pc:spChg>
      </pc:sldChg>
      <pc:sldChg chg="addSp delSp modSp add mod">
        <pc:chgData name="Nádia Genebra Ahmad" userId="36126275-cace-419f-8e9b-04679c4f8ea6" providerId="ADAL" clId="{F1684632-5A0D-4DDE-A80B-CEA06431E119}" dt="2022-12-22T09:40:52.227" v="104" actId="1035"/>
        <pc:sldMkLst>
          <pc:docMk/>
          <pc:sldMk cId="1865004159" sldId="338"/>
        </pc:sldMkLst>
        <pc:spChg chg="add del mod topLvl">
          <ac:chgData name="Nádia Genebra Ahmad" userId="36126275-cace-419f-8e9b-04679c4f8ea6" providerId="ADAL" clId="{F1684632-5A0D-4DDE-A80B-CEA06431E119}" dt="2022-12-22T09:40:47.219" v="66" actId="478"/>
          <ac:spMkLst>
            <pc:docMk/>
            <pc:sldMk cId="1865004159" sldId="338"/>
            <ac:spMk id="2" creationId="{A1EE33A5-F5A2-21EA-0F05-700E4B8531B8}"/>
          </ac:spMkLst>
        </pc:spChg>
        <pc:spChg chg="mod topLvl">
          <ac:chgData name="Nádia Genebra Ahmad" userId="36126275-cace-419f-8e9b-04679c4f8ea6" providerId="ADAL" clId="{F1684632-5A0D-4DDE-A80B-CEA06431E119}" dt="2022-12-22T09:40:44.709" v="65" actId="554"/>
          <ac:spMkLst>
            <pc:docMk/>
            <pc:sldMk cId="1865004159" sldId="338"/>
            <ac:spMk id="12" creationId="{00000000-0000-0000-0000-000000000000}"/>
          </ac:spMkLst>
        </pc:spChg>
        <pc:spChg chg="del">
          <ac:chgData name="Nádia Genebra Ahmad" userId="36126275-cace-419f-8e9b-04679c4f8ea6" providerId="ADAL" clId="{F1684632-5A0D-4DDE-A80B-CEA06431E119}" dt="2022-12-22T09:38:56.729" v="2" actId="478"/>
          <ac:spMkLst>
            <pc:docMk/>
            <pc:sldMk cId="1865004159" sldId="338"/>
            <ac:spMk id="16" creationId="{5E391C80-8503-526C-1599-9EAA37A0065B}"/>
          </ac:spMkLst>
        </pc:spChg>
        <pc:grpChg chg="add del mod">
          <ac:chgData name="Nádia Genebra Ahmad" userId="36126275-cace-419f-8e9b-04679c4f8ea6" providerId="ADAL" clId="{F1684632-5A0D-4DDE-A80B-CEA06431E119}" dt="2022-12-22T09:40:39.700" v="64" actId="165"/>
          <ac:grpSpMkLst>
            <pc:docMk/>
            <pc:sldMk cId="1865004159" sldId="338"/>
            <ac:grpSpMk id="4" creationId="{7710C70E-2116-6D44-CB10-33C06A64084C}"/>
          </ac:grpSpMkLst>
        </pc:grpChg>
        <pc:graphicFrameChg chg="del">
          <ac:chgData name="Nádia Genebra Ahmad" userId="36126275-cace-419f-8e9b-04679c4f8ea6" providerId="ADAL" clId="{F1684632-5A0D-4DDE-A80B-CEA06431E119}" dt="2022-12-22T09:38:56.729" v="2" actId="478"/>
          <ac:graphicFrameMkLst>
            <pc:docMk/>
            <pc:sldMk cId="1865004159" sldId="338"/>
            <ac:graphicFrameMk id="8" creationId="{DF17E78E-41EA-4899-8FEE-94E9E4145CC9}"/>
          </ac:graphicFrameMkLst>
        </pc:graphicFrameChg>
        <pc:graphicFrameChg chg="mod">
          <ac:chgData name="Nádia Genebra Ahmad" userId="36126275-cace-419f-8e9b-04679c4f8ea6" providerId="ADAL" clId="{F1684632-5A0D-4DDE-A80B-CEA06431E119}" dt="2022-12-22T09:40:52.227" v="104" actId="1035"/>
          <ac:graphicFrameMkLst>
            <pc:docMk/>
            <pc:sldMk cId="1865004159" sldId="338"/>
            <ac:graphicFrameMk id="9" creationId="{00000000-0000-0000-0000-000000000000}"/>
          </ac:graphicFrameMkLst>
        </pc:graphicFrameChg>
      </pc:sldChg>
    </pc:docChg>
  </pc:docChgLst>
  <pc:docChgLst>
    <pc:chgData name="Marharyta Synchak" userId="18542655-04ec-4b42-8aad-fd81f81ee43b" providerId="ADAL" clId="{01697326-2093-4504-AC60-91537E3527C7}"/>
    <pc:docChg chg="undo custSel addSld delSld modSld modSection">
      <pc:chgData name="Marharyta Synchak" userId="18542655-04ec-4b42-8aad-fd81f81ee43b" providerId="ADAL" clId="{01697326-2093-4504-AC60-91537E3527C7}" dt="2022-12-22T12:58:07.223" v="162" actId="20577"/>
      <pc:docMkLst>
        <pc:docMk/>
      </pc:docMkLst>
      <pc:sldChg chg="modSp mod">
        <pc:chgData name="Marharyta Synchak" userId="18542655-04ec-4b42-8aad-fd81f81ee43b" providerId="ADAL" clId="{01697326-2093-4504-AC60-91537E3527C7}" dt="2022-12-22T12:58:07.223" v="162" actId="20577"/>
        <pc:sldMkLst>
          <pc:docMk/>
          <pc:sldMk cId="4197686812" sldId="337"/>
        </pc:sldMkLst>
        <pc:spChg chg="mod">
          <ac:chgData name="Marharyta Synchak" userId="18542655-04ec-4b42-8aad-fd81f81ee43b" providerId="ADAL" clId="{01697326-2093-4504-AC60-91537E3527C7}" dt="2022-12-22T12:58:07.223" v="162" actId="20577"/>
          <ac:spMkLst>
            <pc:docMk/>
            <pc:sldMk cId="4197686812" sldId="337"/>
            <ac:spMk id="13" creationId="{00000000-0000-0000-0000-000000000000}"/>
          </ac:spMkLst>
        </pc:spChg>
        <pc:graphicFrameChg chg="mod modGraphic">
          <ac:chgData name="Marharyta Synchak" userId="18542655-04ec-4b42-8aad-fd81f81ee43b" providerId="ADAL" clId="{01697326-2093-4504-AC60-91537E3527C7}" dt="2022-12-22T12:56:37.594" v="24" actId="207"/>
          <ac:graphicFrameMkLst>
            <pc:docMk/>
            <pc:sldMk cId="4197686812" sldId="337"/>
            <ac:graphicFrameMk id="14" creationId="{00000000-0000-0000-0000-000000000000}"/>
          </ac:graphicFrameMkLst>
        </pc:graphicFrameChg>
      </pc:sldChg>
      <pc:sldChg chg="addSp delSp modSp new del mod">
        <pc:chgData name="Marharyta Synchak" userId="18542655-04ec-4b42-8aad-fd81f81ee43b" providerId="ADAL" clId="{01697326-2093-4504-AC60-91537E3527C7}" dt="2022-12-22T12:56:56.209" v="25" actId="2696"/>
        <pc:sldMkLst>
          <pc:docMk/>
          <pc:sldMk cId="687041525" sldId="339"/>
        </pc:sldMkLst>
        <pc:spChg chg="del">
          <ac:chgData name="Marharyta Synchak" userId="18542655-04ec-4b42-8aad-fd81f81ee43b" providerId="ADAL" clId="{01697326-2093-4504-AC60-91537E3527C7}" dt="2022-12-22T12:53:02.199" v="4" actId="478"/>
          <ac:spMkLst>
            <pc:docMk/>
            <pc:sldMk cId="687041525" sldId="339"/>
            <ac:spMk id="2" creationId="{A94226C7-1F02-4F0E-A398-2912E18AB18A}"/>
          </ac:spMkLst>
        </pc:spChg>
        <pc:spChg chg="del mod">
          <ac:chgData name="Marharyta Synchak" userId="18542655-04ec-4b42-8aad-fd81f81ee43b" providerId="ADAL" clId="{01697326-2093-4504-AC60-91537E3527C7}" dt="2022-12-22T12:53:01.538" v="3" actId="478"/>
          <ac:spMkLst>
            <pc:docMk/>
            <pc:sldMk cId="687041525" sldId="339"/>
            <ac:spMk id="5" creationId="{5C03ACC3-87CB-47EE-B67B-FC77456948AA}"/>
          </ac:spMkLst>
        </pc:spChg>
        <pc:graphicFrameChg chg="add del mod modGraphic">
          <ac:chgData name="Marharyta Synchak" userId="18542655-04ec-4b42-8aad-fd81f81ee43b" providerId="ADAL" clId="{01697326-2093-4504-AC60-91537E3527C7}" dt="2022-12-22T12:55:39.359" v="15" actId="478"/>
          <ac:graphicFrameMkLst>
            <pc:docMk/>
            <pc:sldMk cId="687041525" sldId="339"/>
            <ac:graphicFrameMk id="6" creationId="{910302E9-CA2E-4F4E-84FD-6AA18D88B170}"/>
          </ac:graphicFrameMkLst>
        </pc:graphicFrameChg>
        <pc:graphicFrameChg chg="add mod modGraphic">
          <ac:chgData name="Marharyta Synchak" userId="18542655-04ec-4b42-8aad-fd81f81ee43b" providerId="ADAL" clId="{01697326-2093-4504-AC60-91537E3527C7}" dt="2022-12-22T12:55:50.928" v="17" actId="2166"/>
          <ac:graphicFrameMkLst>
            <pc:docMk/>
            <pc:sldMk cId="687041525" sldId="339"/>
            <ac:graphicFrameMk id="7" creationId="{B0E0B683-F3FE-43B3-8383-9A990D8D86BA}"/>
          </ac:graphicFrameMkLst>
        </pc:graphicFrameChg>
      </pc:sldChg>
    </pc:docChg>
  </pc:docChgLst>
  <pc:docChgLst>
    <pc:chgData name="Marharyta Synchak" userId="18542655-04ec-4b42-8aad-fd81f81ee43b" providerId="ADAL" clId="{C68B686B-8A00-4015-82AC-85EDF2E7838E}"/>
    <pc:docChg chg="undo custSel addSld delSld modSld sldOrd delMainMaster delSection modSection">
      <pc:chgData name="Marharyta Synchak" userId="18542655-04ec-4b42-8aad-fd81f81ee43b" providerId="ADAL" clId="{C68B686B-8A00-4015-82AC-85EDF2E7838E}" dt="2022-12-22T10:53:34.302" v="682" actId="17851"/>
      <pc:docMkLst>
        <pc:docMk/>
      </pc:docMkLst>
      <pc:sldChg chg="del">
        <pc:chgData name="Marharyta Synchak" userId="18542655-04ec-4b42-8aad-fd81f81ee43b" providerId="ADAL" clId="{C68B686B-8A00-4015-82AC-85EDF2E7838E}" dt="2022-12-22T09:30:27.488" v="503" actId="47"/>
        <pc:sldMkLst>
          <pc:docMk/>
          <pc:sldMk cId="1125657622" sldId="256"/>
        </pc:sldMkLst>
      </pc:sldChg>
      <pc:sldChg chg="del">
        <pc:chgData name="Marharyta Synchak" userId="18542655-04ec-4b42-8aad-fd81f81ee43b" providerId="ADAL" clId="{C68B686B-8A00-4015-82AC-85EDF2E7838E}" dt="2022-12-22T09:30:33.033" v="504" actId="47"/>
        <pc:sldMkLst>
          <pc:docMk/>
          <pc:sldMk cId="1005498502" sldId="267"/>
        </pc:sldMkLst>
      </pc:sldChg>
      <pc:sldChg chg="del">
        <pc:chgData name="Marharyta Synchak" userId="18542655-04ec-4b42-8aad-fd81f81ee43b" providerId="ADAL" clId="{C68B686B-8A00-4015-82AC-85EDF2E7838E}" dt="2022-12-22T09:30:27.488" v="503" actId="47"/>
        <pc:sldMkLst>
          <pc:docMk/>
          <pc:sldMk cId="850796119" sldId="268"/>
        </pc:sldMkLst>
      </pc:sldChg>
      <pc:sldChg chg="del">
        <pc:chgData name="Marharyta Synchak" userId="18542655-04ec-4b42-8aad-fd81f81ee43b" providerId="ADAL" clId="{C68B686B-8A00-4015-82AC-85EDF2E7838E}" dt="2022-12-22T09:30:27.488" v="503" actId="47"/>
        <pc:sldMkLst>
          <pc:docMk/>
          <pc:sldMk cId="2710188691" sldId="269"/>
        </pc:sldMkLst>
      </pc:sldChg>
      <pc:sldChg chg="del">
        <pc:chgData name="Marharyta Synchak" userId="18542655-04ec-4b42-8aad-fd81f81ee43b" providerId="ADAL" clId="{C68B686B-8A00-4015-82AC-85EDF2E7838E}" dt="2022-12-22T09:30:27.488" v="503" actId="47"/>
        <pc:sldMkLst>
          <pc:docMk/>
          <pc:sldMk cId="4198064318" sldId="281"/>
        </pc:sldMkLst>
      </pc:sldChg>
      <pc:sldChg chg="del">
        <pc:chgData name="Marharyta Synchak" userId="18542655-04ec-4b42-8aad-fd81f81ee43b" providerId="ADAL" clId="{C68B686B-8A00-4015-82AC-85EDF2E7838E}" dt="2022-12-22T09:30:27.488" v="503" actId="47"/>
        <pc:sldMkLst>
          <pc:docMk/>
          <pc:sldMk cId="1048031411" sldId="284"/>
        </pc:sldMkLst>
      </pc:sldChg>
      <pc:sldChg chg="del">
        <pc:chgData name="Marharyta Synchak" userId="18542655-04ec-4b42-8aad-fd81f81ee43b" providerId="ADAL" clId="{C68B686B-8A00-4015-82AC-85EDF2E7838E}" dt="2022-12-22T09:30:33.033" v="504" actId="47"/>
        <pc:sldMkLst>
          <pc:docMk/>
          <pc:sldMk cId="2615993555" sldId="291"/>
        </pc:sldMkLst>
      </pc:sldChg>
      <pc:sldChg chg="del">
        <pc:chgData name="Marharyta Synchak" userId="18542655-04ec-4b42-8aad-fd81f81ee43b" providerId="ADAL" clId="{C68B686B-8A00-4015-82AC-85EDF2E7838E}" dt="2022-12-22T09:30:27.488" v="503" actId="47"/>
        <pc:sldMkLst>
          <pc:docMk/>
          <pc:sldMk cId="4215426283" sldId="306"/>
        </pc:sldMkLst>
      </pc:sldChg>
      <pc:sldChg chg="del">
        <pc:chgData name="Marharyta Synchak" userId="18542655-04ec-4b42-8aad-fd81f81ee43b" providerId="ADAL" clId="{C68B686B-8A00-4015-82AC-85EDF2E7838E}" dt="2022-12-22T09:30:27.488" v="503" actId="47"/>
        <pc:sldMkLst>
          <pc:docMk/>
          <pc:sldMk cId="3648791960" sldId="307"/>
        </pc:sldMkLst>
      </pc:sldChg>
      <pc:sldChg chg="del">
        <pc:chgData name="Marharyta Synchak" userId="18542655-04ec-4b42-8aad-fd81f81ee43b" providerId="ADAL" clId="{C68B686B-8A00-4015-82AC-85EDF2E7838E}" dt="2022-12-22T09:30:33.033" v="504" actId="47"/>
        <pc:sldMkLst>
          <pc:docMk/>
          <pc:sldMk cId="2897991740" sldId="314"/>
        </pc:sldMkLst>
      </pc:sldChg>
      <pc:sldChg chg="del">
        <pc:chgData name="Marharyta Synchak" userId="18542655-04ec-4b42-8aad-fd81f81ee43b" providerId="ADAL" clId="{C68B686B-8A00-4015-82AC-85EDF2E7838E}" dt="2022-12-22T09:30:33.033" v="504" actId="47"/>
        <pc:sldMkLst>
          <pc:docMk/>
          <pc:sldMk cId="853539714" sldId="320"/>
        </pc:sldMkLst>
      </pc:sldChg>
      <pc:sldChg chg="del">
        <pc:chgData name="Marharyta Synchak" userId="18542655-04ec-4b42-8aad-fd81f81ee43b" providerId="ADAL" clId="{C68B686B-8A00-4015-82AC-85EDF2E7838E}" dt="2022-12-22T09:30:33.033" v="504" actId="47"/>
        <pc:sldMkLst>
          <pc:docMk/>
          <pc:sldMk cId="3349553966" sldId="321"/>
        </pc:sldMkLst>
      </pc:sldChg>
      <pc:sldChg chg="del">
        <pc:chgData name="Marharyta Synchak" userId="18542655-04ec-4b42-8aad-fd81f81ee43b" providerId="ADAL" clId="{C68B686B-8A00-4015-82AC-85EDF2E7838E}" dt="2022-12-22T09:30:27.488" v="503" actId="47"/>
        <pc:sldMkLst>
          <pc:docMk/>
          <pc:sldMk cId="3444156174" sldId="322"/>
        </pc:sldMkLst>
      </pc:sldChg>
      <pc:sldChg chg="del">
        <pc:chgData name="Marharyta Synchak" userId="18542655-04ec-4b42-8aad-fd81f81ee43b" providerId="ADAL" clId="{C68B686B-8A00-4015-82AC-85EDF2E7838E}" dt="2022-12-22T09:30:33.033" v="504" actId="47"/>
        <pc:sldMkLst>
          <pc:docMk/>
          <pc:sldMk cId="3757026652" sldId="324"/>
        </pc:sldMkLst>
      </pc:sldChg>
      <pc:sldChg chg="del">
        <pc:chgData name="Marharyta Synchak" userId="18542655-04ec-4b42-8aad-fd81f81ee43b" providerId="ADAL" clId="{C68B686B-8A00-4015-82AC-85EDF2E7838E}" dt="2022-12-22T09:30:33.033" v="504" actId="47"/>
        <pc:sldMkLst>
          <pc:docMk/>
          <pc:sldMk cId="136012540" sldId="325"/>
        </pc:sldMkLst>
      </pc:sldChg>
      <pc:sldChg chg="del">
        <pc:chgData name="Marharyta Synchak" userId="18542655-04ec-4b42-8aad-fd81f81ee43b" providerId="ADAL" clId="{C68B686B-8A00-4015-82AC-85EDF2E7838E}" dt="2022-12-22T09:30:33.033" v="504" actId="47"/>
        <pc:sldMkLst>
          <pc:docMk/>
          <pc:sldMk cId="1184307580" sldId="326"/>
        </pc:sldMkLst>
      </pc:sldChg>
      <pc:sldChg chg="del">
        <pc:chgData name="Marharyta Synchak" userId="18542655-04ec-4b42-8aad-fd81f81ee43b" providerId="ADAL" clId="{C68B686B-8A00-4015-82AC-85EDF2E7838E}" dt="2022-12-22T09:30:33.033" v="504" actId="47"/>
        <pc:sldMkLst>
          <pc:docMk/>
          <pc:sldMk cId="326973016" sldId="330"/>
        </pc:sldMkLst>
      </pc:sldChg>
      <pc:sldChg chg="modSp">
        <pc:chgData name="Marharyta Synchak" userId="18542655-04ec-4b42-8aad-fd81f81ee43b" providerId="ADAL" clId="{C68B686B-8A00-4015-82AC-85EDF2E7838E}" dt="2022-12-21T23:25:16.263" v="501" actId="572"/>
        <pc:sldMkLst>
          <pc:docMk/>
          <pc:sldMk cId="3667396156" sldId="332"/>
        </pc:sldMkLst>
        <pc:graphicFrameChg chg="mod">
          <ac:chgData name="Marharyta Synchak" userId="18542655-04ec-4b42-8aad-fd81f81ee43b" providerId="ADAL" clId="{C68B686B-8A00-4015-82AC-85EDF2E7838E}" dt="2022-12-21T23:25:16.263" v="501" actId="572"/>
          <ac:graphicFrameMkLst>
            <pc:docMk/>
            <pc:sldMk cId="3667396156" sldId="332"/>
            <ac:graphicFrameMk id="14" creationId="{00000000-0000-0000-0000-000000000000}"/>
          </ac:graphicFrameMkLst>
        </pc:graphicFrameChg>
      </pc:sldChg>
      <pc:sldChg chg="modSp mod">
        <pc:chgData name="Marharyta Synchak" userId="18542655-04ec-4b42-8aad-fd81f81ee43b" providerId="ADAL" clId="{C68B686B-8A00-4015-82AC-85EDF2E7838E}" dt="2022-12-22T10:29:56.656" v="542" actId="207"/>
        <pc:sldMkLst>
          <pc:docMk/>
          <pc:sldMk cId="3960319929" sldId="333"/>
        </pc:sldMkLst>
        <pc:graphicFrameChg chg="modGraphic">
          <ac:chgData name="Marharyta Synchak" userId="18542655-04ec-4b42-8aad-fd81f81ee43b" providerId="ADAL" clId="{C68B686B-8A00-4015-82AC-85EDF2E7838E}" dt="2022-12-22T10:29:56.656" v="542" actId="207"/>
          <ac:graphicFrameMkLst>
            <pc:docMk/>
            <pc:sldMk cId="3960319929" sldId="333"/>
            <ac:graphicFrameMk id="20" creationId="{3DBE921F-5189-2684-9605-7881F2DD0E5E}"/>
          </ac:graphicFrameMkLst>
        </pc:graphicFrameChg>
      </pc:sldChg>
      <pc:sldChg chg="modSp mod">
        <pc:chgData name="Marharyta Synchak" userId="18542655-04ec-4b42-8aad-fd81f81ee43b" providerId="ADAL" clId="{C68B686B-8A00-4015-82AC-85EDF2E7838E}" dt="2022-12-22T10:29:36.047" v="538" actId="207"/>
        <pc:sldMkLst>
          <pc:docMk/>
          <pc:sldMk cId="1984871019" sldId="334"/>
        </pc:sldMkLst>
        <pc:spChg chg="mod">
          <ac:chgData name="Marharyta Synchak" userId="18542655-04ec-4b42-8aad-fd81f81ee43b" providerId="ADAL" clId="{C68B686B-8A00-4015-82AC-85EDF2E7838E}" dt="2022-12-22T10:29:07.996" v="536" actId="20577"/>
          <ac:spMkLst>
            <pc:docMk/>
            <pc:sldMk cId="1984871019" sldId="334"/>
            <ac:spMk id="7" creationId="{73A208F6-5AB8-A553-3145-F5362921AE62}"/>
          </ac:spMkLst>
        </pc:spChg>
        <pc:graphicFrameChg chg="mod modGraphic">
          <ac:chgData name="Marharyta Synchak" userId="18542655-04ec-4b42-8aad-fd81f81ee43b" providerId="ADAL" clId="{C68B686B-8A00-4015-82AC-85EDF2E7838E}" dt="2022-12-22T10:29:36.047" v="538" actId="207"/>
          <ac:graphicFrameMkLst>
            <pc:docMk/>
            <pc:sldMk cId="1984871019" sldId="334"/>
            <ac:graphicFrameMk id="20" creationId="{94EF0D11-64A1-95A7-5896-603B980711CC}"/>
          </ac:graphicFrameMkLst>
        </pc:graphicFrameChg>
      </pc:sldChg>
      <pc:sldChg chg="modSp mod ord">
        <pc:chgData name="Marharyta Synchak" userId="18542655-04ec-4b42-8aad-fd81f81ee43b" providerId="ADAL" clId="{C68B686B-8A00-4015-82AC-85EDF2E7838E}" dt="2022-12-22T10:45:16.062" v="591" actId="20577"/>
        <pc:sldMkLst>
          <pc:docMk/>
          <pc:sldMk cId="2656608788" sldId="335"/>
        </pc:sldMkLst>
        <pc:graphicFrameChg chg="mod modGraphic">
          <ac:chgData name="Marharyta Synchak" userId="18542655-04ec-4b42-8aad-fd81f81ee43b" providerId="ADAL" clId="{C68B686B-8A00-4015-82AC-85EDF2E7838E}" dt="2022-12-22T10:45:16.062" v="591" actId="20577"/>
          <ac:graphicFrameMkLst>
            <pc:docMk/>
            <pc:sldMk cId="2656608788" sldId="335"/>
            <ac:graphicFrameMk id="2" creationId="{909F8BDE-9239-AD09-EF31-CC46E4FB8645}"/>
          </ac:graphicFrameMkLst>
        </pc:graphicFrameChg>
        <pc:graphicFrameChg chg="mod modGraphic">
          <ac:chgData name="Marharyta Synchak" userId="18542655-04ec-4b42-8aad-fd81f81ee43b" providerId="ADAL" clId="{C68B686B-8A00-4015-82AC-85EDF2E7838E}" dt="2022-12-22T10:33:52.263" v="558" actId="113"/>
          <ac:graphicFrameMkLst>
            <pc:docMk/>
            <pc:sldMk cId="2656608788" sldId="335"/>
            <ac:graphicFrameMk id="6" creationId="{CAB80F0A-E11B-61FA-EFAD-1E764024BFDF}"/>
          </ac:graphicFrameMkLst>
        </pc:graphicFrameChg>
      </pc:sldChg>
      <pc:sldChg chg="addSp delSp modSp del mod ord">
        <pc:chgData name="Marharyta Synchak" userId="18542655-04ec-4b42-8aad-fd81f81ee43b" providerId="ADAL" clId="{C68B686B-8A00-4015-82AC-85EDF2E7838E}" dt="2022-12-21T23:22:17.079" v="468" actId="2696"/>
        <pc:sldMkLst>
          <pc:docMk/>
          <pc:sldMk cId="2971637634" sldId="336"/>
        </pc:sldMkLst>
        <pc:graphicFrameChg chg="del modGraphic">
          <ac:chgData name="Marharyta Synchak" userId="18542655-04ec-4b42-8aad-fd81f81ee43b" providerId="ADAL" clId="{C68B686B-8A00-4015-82AC-85EDF2E7838E}" dt="2022-12-21T22:59:19.379" v="21" actId="478"/>
          <ac:graphicFrameMkLst>
            <pc:docMk/>
            <pc:sldMk cId="2971637634" sldId="336"/>
            <ac:graphicFrameMk id="9" creationId="{C9BD9C71-3485-4DF5-ABFB-008415C21D29}"/>
          </ac:graphicFrameMkLst>
        </pc:graphicFrameChg>
        <pc:graphicFrameChg chg="add del mod">
          <ac:chgData name="Marharyta Synchak" userId="18542655-04ec-4b42-8aad-fd81f81ee43b" providerId="ADAL" clId="{C68B686B-8A00-4015-82AC-85EDF2E7838E}" dt="2022-12-21T23:03:10.366" v="49" actId="478"/>
          <ac:graphicFrameMkLst>
            <pc:docMk/>
            <pc:sldMk cId="2971637634" sldId="336"/>
            <ac:graphicFrameMk id="10" creationId="{736D4E1A-7B6A-4B8B-82AA-4840B91AEADF}"/>
          </ac:graphicFrameMkLst>
        </pc:graphicFrameChg>
        <pc:graphicFrameChg chg="add del mod">
          <ac:chgData name="Marharyta Synchak" userId="18542655-04ec-4b42-8aad-fd81f81ee43b" providerId="ADAL" clId="{C68B686B-8A00-4015-82AC-85EDF2E7838E}" dt="2022-12-21T23:08:25.494" v="146" actId="478"/>
          <ac:graphicFrameMkLst>
            <pc:docMk/>
            <pc:sldMk cId="2971637634" sldId="336"/>
            <ac:graphicFrameMk id="11" creationId="{59076D8A-946F-40CC-A549-F559498DB676}"/>
          </ac:graphicFrameMkLst>
        </pc:graphicFrameChg>
        <pc:graphicFrameChg chg="add mod modGraphic">
          <ac:chgData name="Marharyta Synchak" userId="18542655-04ec-4b42-8aad-fd81f81ee43b" providerId="ADAL" clId="{C68B686B-8A00-4015-82AC-85EDF2E7838E}" dt="2022-12-21T23:08:40.039" v="148" actId="2166"/>
          <ac:graphicFrameMkLst>
            <pc:docMk/>
            <pc:sldMk cId="2971637634" sldId="336"/>
            <ac:graphicFrameMk id="12" creationId="{36B49EA3-9A2E-4F1A-8B72-E4A7AD3BAFAE}"/>
          </ac:graphicFrameMkLst>
        </pc:graphicFrameChg>
      </pc:sldChg>
      <pc:sldChg chg="modSp add mod ord">
        <pc:chgData name="Marharyta Synchak" userId="18542655-04ec-4b42-8aad-fd81f81ee43b" providerId="ADAL" clId="{C68B686B-8A00-4015-82AC-85EDF2E7838E}" dt="2022-12-22T10:52:12.192" v="680" actId="20577"/>
        <pc:sldMkLst>
          <pc:docMk/>
          <pc:sldMk cId="4197686812" sldId="337"/>
        </pc:sldMkLst>
        <pc:spChg chg="mod">
          <ac:chgData name="Marharyta Synchak" userId="18542655-04ec-4b42-8aad-fd81f81ee43b" providerId="ADAL" clId="{C68B686B-8A00-4015-82AC-85EDF2E7838E}" dt="2022-12-21T23:19:18.464" v="417" actId="20577"/>
          <ac:spMkLst>
            <pc:docMk/>
            <pc:sldMk cId="4197686812" sldId="337"/>
            <ac:spMk id="7" creationId="{6AAF56CD-ED3D-EFF2-896B-D465D8A8C9A8}"/>
          </ac:spMkLst>
        </pc:spChg>
        <pc:spChg chg="mod">
          <ac:chgData name="Marharyta Synchak" userId="18542655-04ec-4b42-8aad-fd81f81ee43b" providerId="ADAL" clId="{C68B686B-8A00-4015-82AC-85EDF2E7838E}" dt="2022-12-22T10:52:12.192" v="680" actId="20577"/>
          <ac:spMkLst>
            <pc:docMk/>
            <pc:sldMk cId="4197686812" sldId="337"/>
            <ac:spMk id="13" creationId="{00000000-0000-0000-0000-000000000000}"/>
          </ac:spMkLst>
        </pc:spChg>
        <pc:spChg chg="mod">
          <ac:chgData name="Marharyta Synchak" userId="18542655-04ec-4b42-8aad-fd81f81ee43b" providerId="ADAL" clId="{C68B686B-8A00-4015-82AC-85EDF2E7838E}" dt="2022-12-21T23:22:39.989" v="487" actId="20577"/>
          <ac:spMkLst>
            <pc:docMk/>
            <pc:sldMk cId="4197686812" sldId="337"/>
            <ac:spMk id="15" creationId="{00000000-0000-0000-0000-000000000000}"/>
          </ac:spMkLst>
        </pc:spChg>
        <pc:graphicFrameChg chg="mod modGraphic">
          <ac:chgData name="Marharyta Synchak" userId="18542655-04ec-4b42-8aad-fd81f81ee43b" providerId="ADAL" clId="{C68B686B-8A00-4015-82AC-85EDF2E7838E}" dt="2022-12-22T10:51:33.895" v="654" actId="20577"/>
          <ac:graphicFrameMkLst>
            <pc:docMk/>
            <pc:sldMk cId="4197686812" sldId="337"/>
            <ac:graphicFrameMk id="14" creationId="{00000000-0000-0000-0000-000000000000}"/>
          </ac:graphicFrameMkLst>
        </pc:graphicFrameChg>
      </pc:sldChg>
      <pc:sldChg chg="modSp mod">
        <pc:chgData name="Marharyta Synchak" userId="18542655-04ec-4b42-8aad-fd81f81ee43b" providerId="ADAL" clId="{C68B686B-8A00-4015-82AC-85EDF2E7838E}" dt="2022-12-22T10:40:59.570" v="571" actId="20577"/>
        <pc:sldMkLst>
          <pc:docMk/>
          <pc:sldMk cId="1865004159" sldId="338"/>
        </pc:sldMkLst>
        <pc:graphicFrameChg chg="mod modGraphic">
          <ac:chgData name="Marharyta Synchak" userId="18542655-04ec-4b42-8aad-fd81f81ee43b" providerId="ADAL" clId="{C68B686B-8A00-4015-82AC-85EDF2E7838E}" dt="2022-12-22T10:40:59.570" v="571" actId="20577"/>
          <ac:graphicFrameMkLst>
            <pc:docMk/>
            <pc:sldMk cId="1865004159" sldId="338"/>
            <ac:graphicFrameMk id="9" creationId="{00000000-0000-0000-0000-000000000000}"/>
          </ac:graphicFrameMkLst>
        </pc:graphicFrameChg>
      </pc:sldChg>
      <pc:sldChg chg="addSp modSp new del mod">
        <pc:chgData name="Marharyta Synchak" userId="18542655-04ec-4b42-8aad-fd81f81ee43b" providerId="ADAL" clId="{C68B686B-8A00-4015-82AC-85EDF2E7838E}" dt="2022-12-22T10:34:02.045" v="559" actId="2696"/>
        <pc:sldMkLst>
          <pc:docMk/>
          <pc:sldMk cId="827458218" sldId="339"/>
        </pc:sldMkLst>
        <pc:graphicFrameChg chg="add mod">
          <ac:chgData name="Marharyta Synchak" userId="18542655-04ec-4b42-8aad-fd81f81ee43b" providerId="ADAL" clId="{C68B686B-8A00-4015-82AC-85EDF2E7838E}" dt="2022-12-22T10:32:30.577" v="546" actId="1076"/>
          <ac:graphicFrameMkLst>
            <pc:docMk/>
            <pc:sldMk cId="827458218" sldId="339"/>
            <ac:graphicFrameMk id="6" creationId="{05F1B40E-8ED2-414A-AB96-3C8A63B816D1}"/>
          </ac:graphicFrameMkLst>
        </pc:graphicFrameChg>
      </pc:sldChg>
      <pc:sldChg chg="addSp delSp modSp new del mod">
        <pc:chgData name="Marharyta Synchak" userId="18542655-04ec-4b42-8aad-fd81f81ee43b" providerId="ADAL" clId="{C68B686B-8A00-4015-82AC-85EDF2E7838E}" dt="2022-12-22T10:27:35.776" v="520" actId="2696"/>
        <pc:sldMkLst>
          <pc:docMk/>
          <pc:sldMk cId="1724204888" sldId="339"/>
        </pc:sldMkLst>
        <pc:spChg chg="del">
          <ac:chgData name="Marharyta Synchak" userId="18542655-04ec-4b42-8aad-fd81f81ee43b" providerId="ADAL" clId="{C68B686B-8A00-4015-82AC-85EDF2E7838E}" dt="2022-12-22T10:26:41.908" v="514" actId="478"/>
          <ac:spMkLst>
            <pc:docMk/>
            <pc:sldMk cId="1724204888" sldId="339"/>
            <ac:spMk id="2" creationId="{BA94FB2A-D969-4805-9CC8-A1C3E89C7345}"/>
          </ac:spMkLst>
        </pc:spChg>
        <pc:spChg chg="del">
          <ac:chgData name="Marharyta Synchak" userId="18542655-04ec-4b42-8aad-fd81f81ee43b" providerId="ADAL" clId="{C68B686B-8A00-4015-82AC-85EDF2E7838E}" dt="2022-12-22T10:26:40.146" v="513" actId="478"/>
          <ac:spMkLst>
            <pc:docMk/>
            <pc:sldMk cId="1724204888" sldId="339"/>
            <ac:spMk id="4" creationId="{14025BAB-7779-414F-B3AD-A30427BD3AB9}"/>
          </ac:spMkLst>
        </pc:spChg>
        <pc:spChg chg="del">
          <ac:chgData name="Marharyta Synchak" userId="18542655-04ec-4b42-8aad-fd81f81ee43b" providerId="ADAL" clId="{C68B686B-8A00-4015-82AC-85EDF2E7838E}" dt="2022-12-22T10:26:43.648" v="515" actId="478"/>
          <ac:spMkLst>
            <pc:docMk/>
            <pc:sldMk cId="1724204888" sldId="339"/>
            <ac:spMk id="5" creationId="{DDBF2597-C3F6-44C5-A618-F8CD8A8F6BB0}"/>
          </ac:spMkLst>
        </pc:spChg>
        <pc:graphicFrameChg chg="add mod modGraphic">
          <ac:chgData name="Marharyta Synchak" userId="18542655-04ec-4b42-8aad-fd81f81ee43b" providerId="ADAL" clId="{C68B686B-8A00-4015-82AC-85EDF2E7838E}" dt="2022-12-22T10:27:05.159" v="518" actId="2166"/>
          <ac:graphicFrameMkLst>
            <pc:docMk/>
            <pc:sldMk cId="1724204888" sldId="339"/>
            <ac:graphicFrameMk id="6" creationId="{F35ADDCB-39B1-4E28-81A3-74A28CE72861}"/>
          </ac:graphicFrameMkLst>
        </pc:graphicFrameChg>
      </pc:sldChg>
      <pc:sldMasterChg chg="delSldLayout">
        <pc:chgData name="Marharyta Synchak" userId="18542655-04ec-4b42-8aad-fd81f81ee43b" providerId="ADAL" clId="{C68B686B-8A00-4015-82AC-85EDF2E7838E}" dt="2022-12-22T09:30:27.488" v="503" actId="47"/>
        <pc:sldMasterMkLst>
          <pc:docMk/>
          <pc:sldMasterMk cId="3804683215" sldId="2147483648"/>
        </pc:sldMasterMkLst>
        <pc:sldLayoutChg chg="del">
          <pc:chgData name="Marharyta Synchak" userId="18542655-04ec-4b42-8aad-fd81f81ee43b" providerId="ADAL" clId="{C68B686B-8A00-4015-82AC-85EDF2E7838E}" dt="2022-12-22T09:30:27.488" v="503" actId="47"/>
          <pc:sldLayoutMkLst>
            <pc:docMk/>
            <pc:sldMasterMk cId="3804683215" sldId="2147483648"/>
            <pc:sldLayoutMk cId="3940589481" sldId="2147483689"/>
          </pc:sldLayoutMkLst>
        </pc:sldLayoutChg>
      </pc:sldMasterChg>
      <pc:sldMasterChg chg="del delSldLayout">
        <pc:chgData name="Marharyta Synchak" userId="18542655-04ec-4b42-8aad-fd81f81ee43b" providerId="ADAL" clId="{C68B686B-8A00-4015-82AC-85EDF2E7838E}" dt="2022-12-22T09:30:33.033" v="504" actId="47"/>
        <pc:sldMasterMkLst>
          <pc:docMk/>
          <pc:sldMasterMk cId="3439044603" sldId="2147483678"/>
        </pc:sldMasterMkLst>
        <pc:sldLayoutChg chg="del">
          <pc:chgData name="Marharyta Synchak" userId="18542655-04ec-4b42-8aad-fd81f81ee43b" providerId="ADAL" clId="{C68B686B-8A00-4015-82AC-85EDF2E7838E}" dt="2022-12-22T09:30:33.033" v="504" actId="47"/>
          <pc:sldLayoutMkLst>
            <pc:docMk/>
            <pc:sldMasterMk cId="3439044603" sldId="2147483678"/>
            <pc:sldLayoutMk cId="3642383350" sldId="2147483679"/>
          </pc:sldLayoutMkLst>
        </pc:sldLayoutChg>
        <pc:sldLayoutChg chg="del">
          <pc:chgData name="Marharyta Synchak" userId="18542655-04ec-4b42-8aad-fd81f81ee43b" providerId="ADAL" clId="{C68B686B-8A00-4015-82AC-85EDF2E7838E}" dt="2022-12-22T09:30:33.033" v="504" actId="47"/>
          <pc:sldLayoutMkLst>
            <pc:docMk/>
            <pc:sldMasterMk cId="3439044603" sldId="2147483678"/>
            <pc:sldLayoutMk cId="281052327" sldId="2147483680"/>
          </pc:sldLayoutMkLst>
        </pc:sldLayoutChg>
        <pc:sldLayoutChg chg="del">
          <pc:chgData name="Marharyta Synchak" userId="18542655-04ec-4b42-8aad-fd81f81ee43b" providerId="ADAL" clId="{C68B686B-8A00-4015-82AC-85EDF2E7838E}" dt="2022-12-22T09:30:33.033" v="504" actId="47"/>
          <pc:sldLayoutMkLst>
            <pc:docMk/>
            <pc:sldMasterMk cId="3439044603" sldId="2147483678"/>
            <pc:sldLayoutMk cId="2840998749" sldId="2147483681"/>
          </pc:sldLayoutMkLst>
        </pc:sldLayoutChg>
        <pc:sldLayoutChg chg="del">
          <pc:chgData name="Marharyta Synchak" userId="18542655-04ec-4b42-8aad-fd81f81ee43b" providerId="ADAL" clId="{C68B686B-8A00-4015-82AC-85EDF2E7838E}" dt="2022-12-22T09:30:33.033" v="504" actId="47"/>
          <pc:sldLayoutMkLst>
            <pc:docMk/>
            <pc:sldMasterMk cId="3439044603" sldId="2147483678"/>
            <pc:sldLayoutMk cId="902793163" sldId="2147483682"/>
          </pc:sldLayoutMkLst>
        </pc:sldLayoutChg>
        <pc:sldLayoutChg chg="del">
          <pc:chgData name="Marharyta Synchak" userId="18542655-04ec-4b42-8aad-fd81f81ee43b" providerId="ADAL" clId="{C68B686B-8A00-4015-82AC-85EDF2E7838E}" dt="2022-12-22T09:30:33.033" v="504" actId="47"/>
          <pc:sldLayoutMkLst>
            <pc:docMk/>
            <pc:sldMasterMk cId="3439044603" sldId="2147483678"/>
            <pc:sldLayoutMk cId="3736067159" sldId="2147483683"/>
          </pc:sldLayoutMkLst>
        </pc:sldLayoutChg>
        <pc:sldLayoutChg chg="del">
          <pc:chgData name="Marharyta Synchak" userId="18542655-04ec-4b42-8aad-fd81f81ee43b" providerId="ADAL" clId="{C68B686B-8A00-4015-82AC-85EDF2E7838E}" dt="2022-12-22T09:30:33.033" v="504" actId="47"/>
          <pc:sldLayoutMkLst>
            <pc:docMk/>
            <pc:sldMasterMk cId="3439044603" sldId="2147483678"/>
            <pc:sldLayoutMk cId="2607973248" sldId="2147483684"/>
          </pc:sldLayoutMkLst>
        </pc:sldLayoutChg>
        <pc:sldLayoutChg chg="del">
          <pc:chgData name="Marharyta Synchak" userId="18542655-04ec-4b42-8aad-fd81f81ee43b" providerId="ADAL" clId="{C68B686B-8A00-4015-82AC-85EDF2E7838E}" dt="2022-12-22T09:30:33.033" v="504" actId="47"/>
          <pc:sldLayoutMkLst>
            <pc:docMk/>
            <pc:sldMasterMk cId="3439044603" sldId="2147483678"/>
            <pc:sldLayoutMk cId="1780023394" sldId="2147483685"/>
          </pc:sldLayoutMkLst>
        </pc:sldLayoutChg>
        <pc:sldLayoutChg chg="del">
          <pc:chgData name="Marharyta Synchak" userId="18542655-04ec-4b42-8aad-fd81f81ee43b" providerId="ADAL" clId="{C68B686B-8A00-4015-82AC-85EDF2E7838E}" dt="2022-12-22T09:30:33.033" v="504" actId="47"/>
          <pc:sldLayoutMkLst>
            <pc:docMk/>
            <pc:sldMasterMk cId="3439044603" sldId="2147483678"/>
            <pc:sldLayoutMk cId="160378146" sldId="2147483686"/>
          </pc:sldLayoutMkLst>
        </pc:sldLayoutChg>
        <pc:sldLayoutChg chg="del">
          <pc:chgData name="Marharyta Synchak" userId="18542655-04ec-4b42-8aad-fd81f81ee43b" providerId="ADAL" clId="{C68B686B-8A00-4015-82AC-85EDF2E7838E}" dt="2022-12-22T09:30:33.033" v="504" actId="47"/>
          <pc:sldLayoutMkLst>
            <pc:docMk/>
            <pc:sldMasterMk cId="3439044603" sldId="2147483678"/>
            <pc:sldLayoutMk cId="2219466805" sldId="2147483687"/>
          </pc:sldLayoutMkLst>
        </pc:sldLayoutChg>
        <pc:sldLayoutChg chg="del">
          <pc:chgData name="Marharyta Synchak" userId="18542655-04ec-4b42-8aad-fd81f81ee43b" providerId="ADAL" clId="{C68B686B-8A00-4015-82AC-85EDF2E7838E}" dt="2022-12-22T09:30:33.033" v="504" actId="47"/>
          <pc:sldLayoutMkLst>
            <pc:docMk/>
            <pc:sldMasterMk cId="3439044603" sldId="2147483678"/>
            <pc:sldLayoutMk cId="3669157277" sldId="2147483688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0B1AF7E-5BC2-4D30-87FE-E1B659CA15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1D35212-2950-4BB8-B0AA-EE77368993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5188B-02CB-4126-A12E-C27940239E67}" type="datetimeFigureOut">
              <a:rPr lang="es-ES" smtClean="0"/>
              <a:t>22/12/2022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6FAF009-7545-4A39-A198-6416D3420CD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B8A1D82-08B5-4B1F-860C-695167F2EE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54CB31-C4D0-4176-AC65-C48107E4212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68674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1D6FC-8B18-4D83-81FA-5ECA9E5C1AAF}" type="datetimeFigureOut">
              <a:rPr lang="es-ES" smtClean="0"/>
              <a:t>22/12/2022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76288" y="1143000"/>
            <a:ext cx="5305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8D618-BBD3-4FF5-9218-0E9FEB4B2F8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6315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876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751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624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498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377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250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124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4998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6260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134056"/>
            <a:ext cx="4937184" cy="1455207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3" y="2815401"/>
            <a:ext cx="4934309" cy="251992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6876" indent="0" algn="ctr">
              <a:buNone/>
              <a:defRPr sz="2000"/>
            </a:lvl2pPr>
            <a:lvl3pPr marL="913751" indent="0" algn="ctr">
              <a:buNone/>
              <a:defRPr sz="1800"/>
            </a:lvl3pPr>
            <a:lvl4pPr marL="1370624" indent="0" algn="ctr">
              <a:buNone/>
              <a:defRPr sz="1600"/>
            </a:lvl4pPr>
            <a:lvl5pPr marL="1827498" indent="0" algn="ctr">
              <a:buNone/>
              <a:defRPr sz="1600"/>
            </a:lvl5pPr>
            <a:lvl6pPr marL="2284377" indent="0" algn="ctr">
              <a:buNone/>
              <a:defRPr sz="1600"/>
            </a:lvl6pPr>
            <a:lvl7pPr marL="2741250" indent="0" algn="ctr">
              <a:buNone/>
              <a:defRPr sz="1600"/>
            </a:lvl7pPr>
            <a:lvl8pPr marL="3198124" indent="0" algn="ctr">
              <a:buNone/>
              <a:defRPr sz="1600"/>
            </a:lvl8pPr>
            <a:lvl9pPr marL="3654998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6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73" tIns="45686" rIns="91373" bIns="456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5" y="345082"/>
            <a:ext cx="11177551" cy="433458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6876" indent="0">
              <a:buNone/>
              <a:defRPr sz="1300">
                <a:solidFill>
                  <a:schemeClr val="tx2"/>
                </a:solidFill>
              </a:defRPr>
            </a:lvl2pPr>
            <a:lvl3pPr marL="913751" indent="0">
              <a:buNone/>
              <a:defRPr sz="1300">
                <a:solidFill>
                  <a:schemeClr val="tx2"/>
                </a:solidFill>
              </a:defRPr>
            </a:lvl3pPr>
            <a:lvl4pPr marL="1370624" indent="0">
              <a:buNone/>
              <a:defRPr sz="1300">
                <a:solidFill>
                  <a:schemeClr val="tx2"/>
                </a:solidFill>
              </a:defRPr>
            </a:lvl4pPr>
            <a:lvl5pPr marL="1827498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88095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3" y="322971"/>
            <a:ext cx="1849821" cy="292319"/>
          </a:xfrm>
          <a:prstGeom prst="rect">
            <a:avLst/>
          </a:prstGeom>
          <a:noFill/>
        </p:spPr>
        <p:txBody>
          <a:bodyPr wrap="square" lIns="91373" tIns="45686" rIns="91373" bIns="45686" rtlCol="0">
            <a:spAutoFit/>
          </a:bodyPr>
          <a:lstStyle/>
          <a:p>
            <a:r>
              <a:rPr lang="es-ES" sz="1300">
                <a:solidFill>
                  <a:schemeClr val="accent1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1" y="1137934"/>
            <a:ext cx="10635843" cy="5074764"/>
          </a:xfrm>
        </p:spPr>
        <p:txBody>
          <a:bodyPr>
            <a:normAutofit/>
          </a:bodyPr>
          <a:lstStyle>
            <a:lvl1pPr marL="431692" indent="-395719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3010683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8" y="647833"/>
            <a:ext cx="4386195" cy="295047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5343" y="0"/>
            <a:ext cx="3266660" cy="709295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73" tIns="45686" rIns="91373" bIns="456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382579"/>
            <a:ext cx="2958755" cy="244598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600">
                <a:solidFill>
                  <a:schemeClr val="bg1"/>
                </a:solidFill>
              </a:defRPr>
            </a:lvl1pPr>
            <a:lvl2pPr>
              <a:defRPr sz="13800">
                <a:solidFill>
                  <a:schemeClr val="tx1"/>
                </a:solidFill>
              </a:defRPr>
            </a:lvl2pPr>
            <a:lvl3pPr>
              <a:defRPr sz="11500">
                <a:solidFill>
                  <a:schemeClr val="tx1"/>
                </a:solidFill>
              </a:defRPr>
            </a:lvl3pPr>
            <a:lvl4pPr>
              <a:defRPr sz="9600">
                <a:solidFill>
                  <a:schemeClr val="tx1"/>
                </a:solidFill>
              </a:defRPr>
            </a:lvl4pPr>
            <a:lvl5pPr>
              <a:defRPr sz="9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324528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124720"/>
            <a:ext cx="5297557" cy="166106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199548"/>
            <a:ext cx="5308776" cy="31890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124713"/>
            <a:ext cx="5081004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4291901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124713"/>
            <a:ext cx="10758733" cy="1885466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8" y="3199548"/>
            <a:ext cx="10758733" cy="3189036"/>
          </a:xfrm>
        </p:spPr>
        <p:txBody>
          <a:bodyPr numCol="2" spcCol="719487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956698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8" y="1147780"/>
            <a:ext cx="3801119" cy="5223722"/>
          </a:xfrm>
        </p:spPr>
        <p:txBody>
          <a:bodyPr anchor="t">
            <a:noAutofit/>
          </a:bodyPr>
          <a:lstStyle>
            <a:lvl1pPr>
              <a:defRPr sz="26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5" y="1164858"/>
            <a:ext cx="6697035" cy="5223724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770703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50" y="1124721"/>
            <a:ext cx="3911401" cy="122366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2" y="2603405"/>
            <a:ext cx="3911401" cy="378517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31" y="1124693"/>
            <a:ext cx="6683551" cy="5298367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7120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2" y="1232631"/>
            <a:ext cx="3911401" cy="515595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66289"/>
            <a:ext cx="6612965" cy="465677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232632"/>
            <a:ext cx="6587576" cy="3945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80826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2" y="1232635"/>
            <a:ext cx="3911401" cy="68007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69" y="1232635"/>
            <a:ext cx="6456737" cy="68007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2062210"/>
            <a:ext cx="3911600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8" y="2062210"/>
            <a:ext cx="6472719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2402" y="3811316"/>
            <a:ext cx="187151" cy="214151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73" tIns="45686" rIns="91373" bIns="45686"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9925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409102"/>
            <a:ext cx="12192000" cy="1683855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73" tIns="45686" rIns="91373" bIns="45686" rtlCol="0" anchor="ctr"/>
          <a:lstStyle/>
          <a:p>
            <a:pPr algn="ctr"/>
            <a:endParaRPr lang="es-ES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7" y="5764076"/>
            <a:ext cx="1347483" cy="47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61" y="5764523"/>
            <a:ext cx="578707" cy="470606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2012309"/>
            <a:ext cx="3365479" cy="1292593"/>
          </a:xfrm>
          <a:prstGeom prst="rect">
            <a:avLst/>
          </a:prstGeom>
          <a:noFill/>
        </p:spPr>
        <p:txBody>
          <a:bodyPr wrap="square" lIns="91373" tIns="45686" rIns="91373" bIns="45686" rtlCol="0">
            <a:spAutoFit/>
          </a:bodyPr>
          <a:lstStyle/>
          <a:p>
            <a:r>
              <a:rPr lang="pt-PT" sz="1300">
                <a:solidFill>
                  <a:schemeClr val="tx2"/>
                </a:solidFill>
              </a:rPr>
              <a:t>A nossa missão é contribuir para o desenvolvimento das pessoas e das empresas.</a:t>
            </a:r>
          </a:p>
          <a:p>
            <a:endParaRPr lang="pt-PT" sz="1300">
              <a:solidFill>
                <a:schemeClr val="tx2"/>
              </a:solidFill>
            </a:endParaRPr>
          </a:p>
          <a:p>
            <a:r>
              <a:rPr lang="pt-PT" sz="1300">
                <a:solidFill>
                  <a:schemeClr val="tx2"/>
                </a:solidFill>
              </a:rPr>
              <a:t>A nossa cultura baseia-se no princípio</a:t>
            </a:r>
            <a:r>
              <a:rPr lang="pt-PT" sz="1300" baseline="0">
                <a:solidFill>
                  <a:schemeClr val="tx2"/>
                </a:solidFill>
              </a:rPr>
              <a:t> </a:t>
            </a:r>
            <a:r>
              <a:rPr lang="pt-PT" sz="1300">
                <a:solidFill>
                  <a:schemeClr val="tx2"/>
                </a:solidFill>
              </a:rPr>
              <a:t>de que tudo</a:t>
            </a:r>
            <a:r>
              <a:rPr lang="pt-PT" sz="1300" baseline="0">
                <a:solidFill>
                  <a:schemeClr val="tx2"/>
                </a:solidFill>
              </a:rPr>
              <a:t> o </a:t>
            </a:r>
            <a:r>
              <a:rPr lang="pt-PT" sz="1300">
                <a:solidFill>
                  <a:schemeClr val="tx2"/>
                </a:solidFill>
              </a:rPr>
              <a:t>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11" y="649714"/>
            <a:ext cx="3365479" cy="732138"/>
          </a:xfrm>
          <a:prstGeom prst="rect">
            <a:avLst/>
          </a:prstGeom>
          <a:noFill/>
        </p:spPr>
        <p:txBody>
          <a:bodyPr wrap="square" lIns="91373" tIns="45686" rIns="91373" bIns="45686" rtlCol="0">
            <a:spAutoFit/>
          </a:bodyPr>
          <a:lstStyle/>
          <a:p>
            <a:r>
              <a:rPr lang="es-ES" sz="4000" err="1">
                <a:solidFill>
                  <a:schemeClr val="accent1"/>
                </a:solidFill>
              </a:rPr>
              <a:t>Obrigado</a:t>
            </a:r>
            <a:r>
              <a:rPr lang="es-ES" sz="400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6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73" tIns="45686" rIns="91373" bIns="456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pic>
        <p:nvPicPr>
          <p:cNvPr id="13" name="Picture 2" descr="G:\Com_MarketingCorp\Pastas\Mudança de Imagem\2018\Logos\Simples Próximo Justo\FA_Simples Próximo Justo_RGB\JPG\FA_SANTANDER_Simples Próximo Justo_POS_RGB.jpg"/>
          <p:cNvPicPr>
            <a:picLocks noChangeAspect="1" noChangeArrowheads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7" t="30228" r="7698" b="19124"/>
          <a:stretch/>
        </p:blipFill>
        <p:spPr bwMode="auto">
          <a:xfrm>
            <a:off x="731018" y="3540414"/>
            <a:ext cx="2785913" cy="413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1639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134058"/>
            <a:ext cx="4937184" cy="1455207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200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0" y="2815400"/>
            <a:ext cx="4934309" cy="2519926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15"/>
              </a:spcAft>
              <a:buNone/>
              <a:defRPr sz="2000">
                <a:solidFill>
                  <a:schemeClr val="tx2"/>
                </a:solidFill>
              </a:defRPr>
            </a:lvl1pPr>
            <a:lvl2pPr marL="462483" indent="0" algn="ctr">
              <a:buNone/>
              <a:defRPr sz="2000"/>
            </a:lvl2pPr>
            <a:lvl3pPr marL="924967" indent="0" algn="ctr">
              <a:buNone/>
              <a:defRPr sz="1800"/>
            </a:lvl3pPr>
            <a:lvl4pPr marL="1387450" indent="0" algn="ctr">
              <a:buNone/>
              <a:defRPr sz="1600"/>
            </a:lvl4pPr>
            <a:lvl5pPr marL="1849933" indent="0" algn="ctr">
              <a:buNone/>
              <a:defRPr sz="1600"/>
            </a:lvl5pPr>
            <a:lvl6pPr marL="2312414" indent="0" algn="ctr">
              <a:buNone/>
              <a:defRPr sz="1600"/>
            </a:lvl6pPr>
            <a:lvl7pPr marL="2774901" indent="0" algn="ctr">
              <a:buNone/>
              <a:defRPr sz="1600"/>
            </a:lvl7pPr>
            <a:lvl8pPr marL="3237382" indent="0" algn="ctr">
              <a:buNone/>
              <a:defRPr sz="1600"/>
            </a:lvl8pPr>
            <a:lvl9pPr marL="3699865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7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495" tIns="46247" rIns="92495" bIns="46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7" y="345082"/>
            <a:ext cx="11177551" cy="433458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62483" indent="0">
              <a:buNone/>
              <a:defRPr sz="1300">
                <a:solidFill>
                  <a:schemeClr val="tx2"/>
                </a:solidFill>
              </a:defRPr>
            </a:lvl2pPr>
            <a:lvl3pPr marL="924967" indent="0">
              <a:buNone/>
              <a:defRPr sz="1300">
                <a:solidFill>
                  <a:schemeClr val="tx2"/>
                </a:solidFill>
              </a:defRPr>
            </a:lvl3pPr>
            <a:lvl4pPr marL="1387450" indent="0">
              <a:buNone/>
              <a:defRPr sz="1300">
                <a:solidFill>
                  <a:schemeClr val="tx2"/>
                </a:solidFill>
              </a:defRPr>
            </a:lvl4pPr>
            <a:lvl5pPr marL="1849933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072362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3" y="322972"/>
            <a:ext cx="1849821" cy="324591"/>
          </a:xfrm>
          <a:prstGeom prst="rect">
            <a:avLst/>
          </a:prstGeom>
          <a:noFill/>
        </p:spPr>
        <p:txBody>
          <a:bodyPr wrap="square" lIns="123329" tIns="61666" rIns="123329" bIns="61666" rtlCol="0">
            <a:spAutoFit/>
          </a:bodyPr>
          <a:lstStyle/>
          <a:p>
            <a:pPr defTabSz="1233288"/>
            <a:r>
              <a:rPr lang="es-ES" sz="1300">
                <a:solidFill>
                  <a:srgbClr val="EB0000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1" y="1137934"/>
            <a:ext cx="10635843" cy="5074764"/>
          </a:xfrm>
        </p:spPr>
        <p:txBody>
          <a:bodyPr>
            <a:normAutofit/>
          </a:bodyPr>
          <a:lstStyle>
            <a:lvl1pPr marL="436992" indent="-400577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867141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77125" y="82637"/>
            <a:ext cx="10515600" cy="721375"/>
          </a:xfrm>
        </p:spPr>
        <p:txBody>
          <a:bodyPr vert="horz" lIns="123329" tIns="61666" rIns="123329" bIns="61666" rtlCol="0" anchor="t">
            <a:noAutofit/>
          </a:bodyPr>
          <a:lstStyle>
            <a:lvl1pPr>
              <a:defRPr lang="pt-PT"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11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7127" y="1124713"/>
            <a:ext cx="10903849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61852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8" y="647833"/>
            <a:ext cx="4386195" cy="295047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5343" y="0"/>
            <a:ext cx="3266660" cy="709295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495" tIns="46247" rIns="92495" bIns="46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382580"/>
            <a:ext cx="2958755" cy="244598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700">
                <a:solidFill>
                  <a:schemeClr val="bg1"/>
                </a:solidFill>
              </a:defRPr>
            </a:lvl1pPr>
            <a:lvl2pPr>
              <a:defRPr sz="14000">
                <a:solidFill>
                  <a:schemeClr val="tx1"/>
                </a:solidFill>
              </a:defRPr>
            </a:lvl2pPr>
            <a:lvl3pPr>
              <a:defRPr sz="11600">
                <a:solidFill>
                  <a:schemeClr val="tx1"/>
                </a:solidFill>
              </a:defRPr>
            </a:lvl3pPr>
            <a:lvl4pPr>
              <a:defRPr sz="9700">
                <a:solidFill>
                  <a:schemeClr val="tx1"/>
                </a:solidFill>
              </a:defRPr>
            </a:lvl4pPr>
            <a:lvl5pPr>
              <a:defRPr sz="97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4009380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124720"/>
            <a:ext cx="5297557" cy="166106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199548"/>
            <a:ext cx="5308776" cy="31890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124713"/>
            <a:ext cx="5081004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89003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124713"/>
            <a:ext cx="10758733" cy="1885466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4" y="3199548"/>
            <a:ext cx="10758733" cy="3189036"/>
          </a:xfrm>
        </p:spPr>
        <p:txBody>
          <a:bodyPr numCol="2" spcCol="971090"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507820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8" y="1147780"/>
            <a:ext cx="3801119" cy="5223722"/>
          </a:xfrm>
        </p:spPr>
        <p:txBody>
          <a:bodyPr anchor="t">
            <a:noAutofit/>
          </a:bodyPr>
          <a:lstStyle>
            <a:lvl1pPr>
              <a:defRPr sz="26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5" y="1164858"/>
            <a:ext cx="6697035" cy="5223724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4048666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51" y="1124722"/>
            <a:ext cx="3911401" cy="122366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2603405"/>
            <a:ext cx="3911401" cy="378517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33" y="1124694"/>
            <a:ext cx="6683551" cy="5298368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6695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1232631"/>
            <a:ext cx="3911401" cy="515595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66291"/>
            <a:ext cx="6612965" cy="465677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232633"/>
            <a:ext cx="6587576" cy="3945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464199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1232631"/>
            <a:ext cx="3911401" cy="6800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70" y="1232631"/>
            <a:ext cx="6456737" cy="6800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2062210"/>
            <a:ext cx="3911600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8" y="2062210"/>
            <a:ext cx="6472719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2403" y="3811316"/>
            <a:ext cx="187151" cy="214151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3329" tIns="61666" rIns="123329" bIns="61666" rtlCol="0" anchor="ctr"/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4794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409102"/>
            <a:ext cx="12192000" cy="1683855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3329" tIns="61666" rIns="123329" bIns="61666" rtlCol="0" anchor="ctr"/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7" y="5764083"/>
            <a:ext cx="1347483" cy="471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61" y="5764523"/>
            <a:ext cx="578707" cy="470606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2012310"/>
            <a:ext cx="3365479" cy="1324865"/>
          </a:xfrm>
          <a:prstGeom prst="rect">
            <a:avLst/>
          </a:prstGeom>
          <a:noFill/>
        </p:spPr>
        <p:txBody>
          <a:bodyPr wrap="square" lIns="123329" tIns="61666" rIns="123329" bIns="61666" rtlCol="0">
            <a:spAutoFit/>
          </a:bodyPr>
          <a:lstStyle/>
          <a:p>
            <a:pPr defTabSz="1233288"/>
            <a:r>
              <a:rPr lang="pt-PT" sz="1300">
                <a:solidFill>
                  <a:srgbClr val="6E7678"/>
                </a:solidFill>
              </a:rPr>
              <a:t>A nossa missão é contribuir para o desenvolvimento das pessoas e das empresas.</a:t>
            </a:r>
          </a:p>
          <a:p>
            <a:pPr defTabSz="1233288"/>
            <a:endParaRPr lang="pt-PT" sz="1300">
              <a:solidFill>
                <a:srgbClr val="6E7678"/>
              </a:solidFill>
            </a:endParaRPr>
          </a:p>
          <a:p>
            <a:pPr defTabSz="1233288"/>
            <a:r>
              <a:rPr lang="pt-PT" sz="1300">
                <a:solidFill>
                  <a:srgbClr val="6E7678"/>
                </a:solidFill>
              </a:rPr>
              <a:t>A nossa cultura baseia-se no princípio de que tudo o 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13" y="649715"/>
            <a:ext cx="3365479" cy="763970"/>
          </a:xfrm>
          <a:prstGeom prst="rect">
            <a:avLst/>
          </a:prstGeom>
          <a:noFill/>
        </p:spPr>
        <p:txBody>
          <a:bodyPr wrap="square" lIns="123329" tIns="61666" rIns="123329" bIns="61666" rtlCol="0">
            <a:spAutoFit/>
          </a:bodyPr>
          <a:lstStyle/>
          <a:p>
            <a:pPr defTabSz="1233288"/>
            <a:r>
              <a:rPr lang="es-ES" sz="4000" err="1">
                <a:solidFill>
                  <a:srgbClr val="EB0000"/>
                </a:solidFill>
              </a:rPr>
              <a:t>Obrigado</a:t>
            </a:r>
            <a:r>
              <a:rPr lang="es-ES" sz="4000">
                <a:solidFill>
                  <a:srgbClr val="EB0000"/>
                </a:solidFill>
              </a:rPr>
              <a:t>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7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495" tIns="46247" rIns="92495" bIns="46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pic>
        <p:nvPicPr>
          <p:cNvPr id="14" name="Imagen 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256" y="3576683"/>
            <a:ext cx="3046637" cy="30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620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7634"/>
            <a:ext cx="10515600" cy="1370975"/>
          </a:xfrm>
          <a:prstGeom prst="rect">
            <a:avLst/>
          </a:prstGeom>
        </p:spPr>
        <p:txBody>
          <a:bodyPr vert="horz" lIns="91373" tIns="45686" rIns="91373" bIns="45686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88169"/>
            <a:ext cx="10515600" cy="4500412"/>
          </a:xfrm>
          <a:prstGeom prst="rect">
            <a:avLst/>
          </a:prstGeom>
        </p:spPr>
        <p:txBody>
          <a:bodyPr vert="horz" lIns="91373" tIns="45686" rIns="91373" bIns="45686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74115"/>
            <a:ext cx="2743200" cy="377634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74115"/>
            <a:ext cx="4114800" cy="377634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/>
              <a:t>asas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74115"/>
            <a:ext cx="2743200" cy="377634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D97B6-E32F-4D7D-B839-7C3B51F2640F}" type="slidenum">
              <a:rPr lang="es-ES" smtClean="0"/>
              <a:t>‹#›</a:t>
            </a:fld>
            <a:endParaRPr lang="es-ES"/>
          </a:p>
        </p:txBody>
      </p:sp>
      <p:sp>
        <p:nvSpPr>
          <p:cNvPr id="8" name="MSIPCMContentMarking" descr="{&quot;HashCode&quot;:-665463564,&quot;Placement&quot;:&quot;Header&quot;,&quot;Top&quot;:0.0,&quot;Left&quot;:0.0,&quot;SlideWidth&quot;:960,&quot;SlideHeight&quot;:558}"/>
          <p:cNvSpPr txBox="1"/>
          <p:nvPr userDrawn="1"/>
        </p:nvSpPr>
        <p:spPr>
          <a:xfrm>
            <a:off x="0" y="0"/>
            <a:ext cx="907183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80468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</p:sldLayoutIdLst>
  <p:hf hdr="0" dt="0"/>
  <p:txStyles>
    <p:titleStyle>
      <a:lvl1pPr algn="l" defTabSz="913751" rtl="0" eaLnBrk="1" latinLnBrk="0" hangingPunct="1">
        <a:lnSpc>
          <a:spcPct val="90000"/>
        </a:lnSpc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38" indent="-228438" algn="l" defTabSz="91375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313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189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061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937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2812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69687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6563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3438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876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51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624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498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377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250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124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4998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7634"/>
            <a:ext cx="10515600" cy="1370975"/>
          </a:xfrm>
          <a:prstGeom prst="rect">
            <a:avLst/>
          </a:prstGeom>
        </p:spPr>
        <p:txBody>
          <a:bodyPr vert="horz" lIns="123329" tIns="61666" rIns="123329" bIns="61666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88170"/>
            <a:ext cx="10515600" cy="4500412"/>
          </a:xfrm>
          <a:prstGeom prst="rect">
            <a:avLst/>
          </a:prstGeom>
        </p:spPr>
        <p:txBody>
          <a:bodyPr vert="horz" lIns="123329" tIns="61666" rIns="123329" bIns="61666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74115"/>
            <a:ext cx="2743200" cy="377634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3288"/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74115"/>
            <a:ext cx="4114800" cy="377634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3288"/>
            <a:r>
              <a:rPr lang="es-ES">
                <a:solidFill>
                  <a:prstClr val="black">
                    <a:tint val="75000"/>
                  </a:prstClr>
                </a:solidFill>
              </a:rPr>
              <a:t>asas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74115"/>
            <a:ext cx="2743200" cy="377634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3288"/>
            <a:fld id="{BC0D97B6-E32F-4D7D-B839-7C3B51F2640F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1233288"/>
              <a:t>‹#›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MSIPCMContentMarking" descr="{&quot;HashCode&quot;:-665463564,&quot;Placement&quot;:&quot;Header&quot;,&quot;Top&quot;:0.0,&quot;Left&quot;:0.0,&quot;SlideWidth&quot;:960,&quot;SlideHeight&quot;:558}"/>
          <p:cNvSpPr txBox="1"/>
          <p:nvPr userDrawn="1"/>
        </p:nvSpPr>
        <p:spPr>
          <a:xfrm>
            <a:off x="0" y="0"/>
            <a:ext cx="907183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95304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hdr="0" dt="0"/>
  <p:txStyles>
    <p:titleStyle>
      <a:lvl1pPr algn="l" defTabSz="924967" rtl="0" eaLnBrk="1" latinLnBrk="0" hangingPunct="1">
        <a:lnSpc>
          <a:spcPct val="90000"/>
        </a:lnSpc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1243" indent="-231243" algn="l" defTabSz="924967" rtl="0" eaLnBrk="1" latinLnBrk="0" hangingPunct="1">
        <a:lnSpc>
          <a:spcPct val="90000"/>
        </a:lnSpc>
        <a:spcBef>
          <a:spcPts val="1012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3726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56207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18691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81174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43658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006140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68621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931105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2483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24967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87450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49933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12414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74901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37382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99865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3. Plano e </a:t>
            </a:r>
            <a:r>
              <a:rPr lang="es-ES" sz="2000" i="1" dirty="0"/>
              <a:t>status</a:t>
            </a:r>
            <a:r>
              <a:rPr lang="es-ES" sz="2000" dirty="0"/>
              <a:t> do </a:t>
            </a:r>
            <a:r>
              <a:rPr lang="es-ES" sz="2000" dirty="0" err="1"/>
              <a:t>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</a:t>
            </a:fld>
            <a:endParaRPr lang="es-ES" dirty="0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3.3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22243" y="1637202"/>
            <a:ext cx="1957457" cy="163005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100" dirty="0"/>
              <a:t>CDO</a:t>
            </a:r>
            <a:endParaRPr lang="en-US" sz="11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F17E78E-41EA-4899-8FEE-94E9E4145C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156471"/>
              </p:ext>
            </p:extLst>
          </p:nvPr>
        </p:nvGraphicFramePr>
        <p:xfrm>
          <a:off x="722242" y="2202181"/>
          <a:ext cx="9923673" cy="32338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038">
                  <a:extLst>
                    <a:ext uri="{9D8B030D-6E8A-4147-A177-3AD203B41FA5}">
                      <a16:colId xmlns:a16="http://schemas.microsoft.com/office/drawing/2014/main" val="2195827580"/>
                    </a:ext>
                  </a:extLst>
                </a:gridCol>
                <a:gridCol w="6141635">
                  <a:extLst>
                    <a:ext uri="{9D8B030D-6E8A-4147-A177-3AD203B41FA5}">
                      <a16:colId xmlns:a16="http://schemas.microsoft.com/office/drawing/2014/main" val="384748905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68826597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55765817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311303509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788573934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ID</a:t>
                      </a:r>
                      <a:endParaRPr lang="pt-PT" sz="9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Temas</a:t>
                      </a:r>
                      <a:endParaRPr lang="pt-PT" sz="9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# Responsabilidade/ Processo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pt-PT" sz="9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PT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Diferenças de MAVALIAA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pt-PT" sz="9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911135"/>
                  </a:ext>
                </a:extLst>
              </a:tr>
              <a:tr h="25724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u="none" strike="noStrike" dirty="0">
                          <a:effectLst/>
                          <a:latin typeface="+mj-lt"/>
                        </a:rPr>
                        <a:t>1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u="none" strike="noStrike">
                          <a:effectLst/>
                          <a:latin typeface="+mj-lt"/>
                        </a:rPr>
                        <a:t>Apenas serão contempladas responsabilidades/processos com bens associados e com datas de vencimento válidas (exceto bens com origem </a:t>
                      </a:r>
                      <a:r>
                        <a:rPr lang="pt-PT" sz="800" i="1" u="none" strike="noStrike">
                          <a:effectLst/>
                          <a:latin typeface="+mj-lt"/>
                        </a:rPr>
                        <a:t>leasing</a:t>
                      </a:r>
                      <a:r>
                        <a:rPr lang="pt-PT" sz="800" u="none" strike="noStrike">
                          <a:effectLst/>
                          <a:latin typeface="+mj-lt"/>
                        </a:rPr>
                        <a:t>).</a:t>
                      </a:r>
                      <a:endParaRPr lang="pt-PT" sz="800" b="0" i="0" u="none" strike="noStrike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1 295</a:t>
                      </a: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  (+ 0)</a:t>
                      </a: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659 274 841</a:t>
                      </a: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(+ 0)</a:t>
                      </a: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395443"/>
                  </a:ext>
                </a:extLst>
              </a:tr>
              <a:tr h="25724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u="none" strike="noStrike" dirty="0">
                          <a:effectLst/>
                          <a:latin typeface="+mj-lt"/>
                        </a:rPr>
                        <a:t>2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u="none" strike="noStrike" dirty="0">
                          <a:effectLst/>
                          <a:latin typeface="+mj-lt"/>
                        </a:rPr>
                        <a:t>Todos os titulares, utilizados atualmente como garantias pessoais, serão excluídos.</a:t>
                      </a:r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*36 617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</a:t>
                      </a:r>
                      <a:r>
                        <a:rPr lang="pt-PT" sz="9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(- 31 582)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3 225 480 935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(- 789 660 823)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6875890"/>
                  </a:ext>
                </a:extLst>
              </a:tr>
              <a:tr h="25724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u="none" strike="noStrike" dirty="0">
                          <a:effectLst/>
                          <a:latin typeface="+mj-lt"/>
                        </a:rPr>
                        <a:t>3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u="none" strike="noStrike" dirty="0">
                          <a:effectLst/>
                          <a:latin typeface="+mj-lt"/>
                        </a:rPr>
                        <a:t>O algoritmos de apuramento de saldos das responsabilidades, relevantes para a distribuição dos montantes das garantias, passará a contemplar contas contabilisticas de juros e despesas vencidas.</a:t>
                      </a:r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Por quantificar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9200727"/>
                  </a:ext>
                </a:extLst>
              </a:tr>
              <a:tr h="25724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u="none" strike="noStrike" dirty="0">
                          <a:effectLst/>
                          <a:latin typeface="+mj-lt"/>
                        </a:rPr>
                        <a:t>4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u="none" strike="noStrike" dirty="0">
                          <a:effectLst/>
                          <a:latin typeface="+mj-lt"/>
                        </a:rPr>
                        <a:t>A metodologia de aprovisionamento de montantes de avaliação para fomentos à construção e IFRRUs, manter-se-á como no BIYR9500. A mesma será revista após o rácio de Novembro.</a:t>
                      </a:r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7057866"/>
                  </a:ext>
                </a:extLst>
              </a:tr>
              <a:tr h="25724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u="none" strike="noStrike" dirty="0">
                          <a:effectLst/>
                          <a:latin typeface="+mj-lt"/>
                        </a:rPr>
                        <a:t>5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u="none" strike="noStrike" dirty="0">
                          <a:effectLst/>
                          <a:latin typeface="+mj-lt"/>
                        </a:rPr>
                        <a:t>O montante considerado em garantias pessoais deve ser o da responsabilidade e não o do processo. </a:t>
                      </a:r>
                      <a:endParaRPr lang="pt-PT" sz="800" b="1" i="0" u="none" strike="noStrike" dirty="0">
                        <a:solidFill>
                          <a:srgbClr val="00B05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Por quantificar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6077517"/>
                  </a:ext>
                </a:extLst>
              </a:tr>
              <a:tr h="25724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u="none" strike="noStrike">
                          <a:effectLst/>
                          <a:latin typeface="+mj-lt"/>
                        </a:rPr>
                        <a:t>No caso das garantias financeiras, serão descartadas as garantias cuja data de vencimento seja inferior à data do rácio, mesmo tendo uma data de cativo válida (uma vez que a data de cativo pode ser referente à DO e não ao bem contratualizado incialmente com o cliente). Metodologia que será aplicada após quantificação de impactos. </a:t>
                      </a:r>
                      <a:endParaRPr lang="pt-PT" sz="800" b="1" i="0" u="none" strike="noStrike">
                        <a:solidFill>
                          <a:srgbClr val="00B05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Por quantificar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9576559"/>
                  </a:ext>
                </a:extLst>
              </a:tr>
              <a:tr h="25724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u="none" strike="noStrike">
                          <a:effectLst/>
                          <a:latin typeface="+mj-lt"/>
                        </a:rPr>
                        <a:t>Apenas serão contemplados bens com datas de avaliação válidas (exceto bens com origem </a:t>
                      </a:r>
                      <a:r>
                        <a:rPr lang="pt-PT" sz="800" i="1" u="none" strike="noStrike">
                          <a:effectLst/>
                          <a:latin typeface="+mj-lt"/>
                        </a:rPr>
                        <a:t>leasing</a:t>
                      </a:r>
                      <a:r>
                        <a:rPr lang="pt-PT" sz="800" u="none" strike="noStrike">
                          <a:effectLst/>
                          <a:latin typeface="+mj-lt"/>
                        </a:rPr>
                        <a:t>). </a:t>
                      </a:r>
                      <a:endParaRPr lang="pt-PT" sz="800" b="0" i="0" u="none" strike="noStrike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215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</a:t>
                      </a:r>
                      <a:r>
                        <a:rPr lang="pt-PT" sz="9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(- 1)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59 103 625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(- 49 500)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340860"/>
                  </a:ext>
                </a:extLst>
              </a:tr>
              <a:tr h="25724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u="none" strike="noStrike" dirty="0">
                          <a:effectLst/>
                          <a:latin typeface="+mj-lt"/>
                        </a:rPr>
                        <a:t>A metodologia de aprovisionamento de montantes/datas de avaliação aplicada a Fomentos à Construção deve ser igual para todas as origens. </a:t>
                      </a:r>
                      <a:r>
                        <a:rPr lang="pt-PT" sz="800" b="1" u="none" strike="noStrike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NOVO</a:t>
                      </a:r>
                      <a:endParaRPr lang="pt-PT" sz="8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</a:t>
                      </a:r>
                      <a:r>
                        <a:rPr lang="pt-PT" sz="9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(+ 6)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- 54 164 535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(- 54 164 535)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4316186"/>
                  </a:ext>
                </a:extLst>
              </a:tr>
              <a:tr h="25724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u="none" strike="noStrike" dirty="0">
                          <a:effectLst/>
                          <a:latin typeface="+mj-lt"/>
                        </a:rPr>
                        <a:t>O rateio dos bens pelos processos/responsabilidades deve ser feito independentemente da origem. </a:t>
                      </a:r>
                      <a:r>
                        <a:rPr lang="pt-PT" sz="800" b="1" u="none" strike="noStrike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NOVO</a:t>
                      </a:r>
                      <a:endParaRPr lang="pt-PT" sz="8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104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</a:t>
                      </a:r>
                      <a:r>
                        <a:rPr lang="pt-PT" sz="9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(+104)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- 362 791 463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(- 362 791 463)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3737352"/>
                  </a:ext>
                </a:extLst>
              </a:tr>
              <a:tr h="25724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u="none" strike="noStrike">
                          <a:effectLst/>
                          <a:latin typeface="+mj-lt"/>
                        </a:rPr>
                        <a:t>Saldos de bens financeiros utilizados no modelo apresentam lag de um dia face ao BIYR (BIYR utiliza saldos de D+1). </a:t>
                      </a:r>
                      <a:r>
                        <a:rPr lang="pt-PT" sz="800" b="1" u="none" strike="noStrike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NOVO</a:t>
                      </a:r>
                      <a:endParaRPr lang="pt-PT" sz="800" b="0" i="0" u="none" strike="noStrike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3 409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</a:t>
                      </a:r>
                      <a:r>
                        <a:rPr lang="pt-PT" sz="9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(+ 3 409)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1 380 426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(+ 1 380 426)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0796925"/>
                  </a:ext>
                </a:extLst>
              </a:tr>
              <a:tr h="25724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11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São consideradas todas as garantias financeiras válidas dentro da mesma caução, independentemente da sua tipologia (exemplo, DO e TT).</a:t>
                      </a:r>
                      <a:r>
                        <a:rPr lang="pt-PT" sz="800" b="1" u="none" strike="noStrike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NOVO</a:t>
                      </a:r>
                      <a:endParaRPr lang="pt-PT" sz="800" b="0" i="0" u="none" strike="noStrike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  (+ 21)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2 493 179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(+ 2 493 179)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2613097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E391C80-8503-526C-1599-9EAA37A0065B}"/>
              </a:ext>
            </a:extLst>
          </p:cNvPr>
          <p:cNvSpPr txBox="1"/>
          <p:nvPr/>
        </p:nvSpPr>
        <p:spPr>
          <a:xfrm>
            <a:off x="711028" y="1878083"/>
            <a:ext cx="85111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PT" sz="1000" dirty="0"/>
              <a:t>Temas relevantes considerados no novo modelo de garantias:</a:t>
            </a:r>
            <a:endParaRPr lang="en-US" sz="1000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253D2F7-582B-9495-0091-F9EDA507B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028" y="6160304"/>
            <a:ext cx="4168129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PT" sz="800"/>
              <a:t>*</a:t>
            </a:r>
            <a:r>
              <a:rPr lang="pt-BR" sz="800"/>
              <a:t> A granularidade utilizada para análise foi ao nivel do bem (garantia pessoal – Cliente)</a:t>
            </a:r>
            <a:endParaRPr kumimoji="0" lang="pt-PT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1839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/>
              <a:t>3. Plano e </a:t>
            </a:r>
            <a:r>
              <a:rPr lang="es-ES" sz="2000" i="1"/>
              <a:t>status</a:t>
            </a:r>
            <a:r>
              <a:rPr lang="es-ES" sz="2000"/>
              <a:t> do </a:t>
            </a:r>
            <a:r>
              <a:rPr lang="es-ES" sz="2000" err="1"/>
              <a:t>projeto</a:t>
            </a:r>
            <a:endParaRPr lang="es-ES" sz="2000"/>
          </a:p>
          <a:p>
            <a:endParaRPr lang="es-ES" sz="2000"/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2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</a:rPr>
              <a:t>3.3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</a:rPr>
              <a:t>Quadro Resumo de Controlos e Resultados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22243" y="1637202"/>
            <a:ext cx="1957457" cy="163005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100"/>
              <a:t>CDO</a:t>
            </a:r>
            <a:endParaRPr lang="en-US" sz="110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7378797"/>
              </p:ext>
            </p:extLst>
          </p:nvPr>
        </p:nvGraphicFramePr>
        <p:xfrm>
          <a:off x="722242" y="2406079"/>
          <a:ext cx="9936400" cy="1159910"/>
        </p:xfrm>
        <a:graphic>
          <a:graphicData uri="http://schemas.openxmlformats.org/drawingml/2006/table">
            <a:tbl>
              <a:tblPr firstRow="1" firstCol="1" bandRow="1"/>
              <a:tblGrid>
                <a:gridCol w="20685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9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endParaRPr lang="en-US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BIYR9500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Novo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Modelo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de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Garantias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Tipo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</a:t>
                      </a:r>
                      <a:r>
                        <a:rPr lang="en-US" sz="900" b="1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Responsabilidade</a:t>
                      </a:r>
                      <a:r>
                        <a:rPr lang="en-US" sz="9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/</a:t>
                      </a:r>
                      <a:r>
                        <a:rPr lang="en-US" sz="900" b="1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</a:t>
                      </a:r>
                      <a:r>
                        <a:rPr lang="en-US" sz="900" b="1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Responsabilidade</a:t>
                      </a:r>
                      <a:r>
                        <a:rPr lang="en-US" sz="9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/</a:t>
                      </a:r>
                      <a:r>
                        <a:rPr lang="en-US" sz="900" b="1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68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Factoring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975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69 890 321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51 592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1 351 980 215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Pessoais</a:t>
                      </a:r>
                      <a:r>
                        <a:rPr lang="en-US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900" b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(excl. </a:t>
                      </a:r>
                      <a:r>
                        <a:rPr lang="en-US" sz="900" b="0" i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Leasing e Factoring</a:t>
                      </a:r>
                      <a:r>
                        <a:rPr lang="en-US" sz="900" b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)</a:t>
                      </a:r>
                      <a:r>
                        <a:rPr lang="en-US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*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425 035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36 093 061 168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372 313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24 009 494 267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Financeiras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8 953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1 229 973 638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8 899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760 497 074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55060737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Imóveis</a:t>
                      </a:r>
                      <a:r>
                        <a:rPr lang="en-US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900" b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(excl. </a:t>
                      </a:r>
                      <a:r>
                        <a:rPr lang="en-US" sz="900" b="0" i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Leasing</a:t>
                      </a:r>
                      <a:r>
                        <a:rPr lang="en-US" sz="900" b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)</a:t>
                      </a:r>
                      <a:endParaRPr lang="en-US" sz="9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375 526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57 882 806 898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387 985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57 342 224 672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 i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Leasing</a:t>
                      </a:r>
                      <a:r>
                        <a:rPr lang="en-US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900" b="1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Pessoais</a:t>
                      </a:r>
                      <a:r>
                        <a:rPr lang="en-US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* 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39 922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1 780 782 381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32 625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166 388 845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7319531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 i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Leasing</a:t>
                      </a:r>
                      <a:r>
                        <a:rPr lang="en-US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900" b="1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Imóveis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5 300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1 679 522 396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4 911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1 612 971 553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69975820"/>
                  </a:ext>
                </a:extLst>
              </a:tr>
            </a:tbl>
          </a:graphicData>
        </a:graphic>
      </p:graphicFrame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711028" y="6160304"/>
            <a:ext cx="4168129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PT" sz="800"/>
              <a:t>*</a:t>
            </a:r>
            <a:r>
              <a:rPr lang="pt-BR" sz="800"/>
              <a:t> A granularidade utilizada para análise foi ao nivel do bem (garantia pessoal – Cliente)</a:t>
            </a:r>
            <a:endParaRPr kumimoji="0" lang="pt-PT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ea typeface="Calibri" panose="020F05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1028" y="1878083"/>
            <a:ext cx="85111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PT" sz="1000"/>
              <a:t>Comparação de universo e montantes de avaliações (dados de agosto 2022):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865004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3. Plano e </a:t>
            </a:r>
            <a:r>
              <a:rPr lang="es-ES" sz="2000" i="1" dirty="0"/>
              <a:t>status</a:t>
            </a:r>
            <a:r>
              <a:rPr lang="es-ES" sz="2000" dirty="0"/>
              <a:t> do </a:t>
            </a:r>
            <a:r>
              <a:rPr lang="es-ES" sz="2000" dirty="0" err="1"/>
              <a:t>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3</a:t>
            </a:fld>
            <a:endParaRPr lang="es-ES" dirty="0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3.3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3" y="1631508"/>
            <a:ext cx="1957457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Garantias Pessoais</a:t>
            </a:r>
            <a:r>
              <a:rPr lang="pt-PT" sz="1000" b="1" baseline="30000" dirty="0">
                <a:solidFill>
                  <a:schemeClr val="tx1"/>
                </a:solidFill>
              </a:rPr>
              <a:t>1 2</a:t>
            </a:r>
            <a:endParaRPr lang="en-US" sz="1000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6382217"/>
              </p:ext>
            </p:extLst>
          </p:nvPr>
        </p:nvGraphicFramePr>
        <p:xfrm>
          <a:off x="722243" y="1992456"/>
          <a:ext cx="9645107" cy="2223840"/>
        </p:xfrm>
        <a:graphic>
          <a:graphicData uri="http://schemas.openxmlformats.org/drawingml/2006/table">
            <a:tbl>
              <a:tblPr firstRow="1" firstCol="1" bandRow="1"/>
              <a:tblGrid>
                <a:gridCol w="18646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2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6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94794262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Processo/ Cliente </a:t>
                      </a:r>
                      <a:r>
                        <a:rPr lang="pt-PT" sz="800" b="1" baseline="30000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</a:t>
                      </a:r>
                      <a:endParaRPr lang="pt-PT" sz="900" baseline="300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i="1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∆ Follow up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1)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Comum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34 521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719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2 290 892 432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2 290 892 432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0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327 656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24 067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20 983 896 879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28 935 000 664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-7 951 103 785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362 177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24 786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23 274 789 311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31 225 893 096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-7 951 103 785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4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2) </a:t>
                      </a:r>
                      <a:r>
                        <a:rPr lang="en-US" sz="800" b="1" kern="120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Exclusivo</a:t>
                      </a:r>
                      <a:r>
                        <a:rPr lang="en-US" sz="800" b="1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 Novo </a:t>
                      </a:r>
                      <a:r>
                        <a:rPr lang="en-US" sz="800" b="1" kern="120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Modelo</a:t>
                      </a:r>
                      <a:r>
                        <a:rPr lang="en-US" sz="800" b="1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 de </a:t>
                      </a:r>
                      <a:r>
                        <a:rPr lang="en-US" sz="800" b="1" kern="120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Garantias</a:t>
                      </a:r>
                      <a:endParaRPr lang="en-US" sz="800" b="1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8 781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-4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569 335 996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094135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127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12 869 710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71894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1 228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136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152 499 250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10 136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-2 362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734 704 956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000">
                <a:tc rowSpan="4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3)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BIYR9500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solidFill>
                            <a:schemeClr val="bg1"/>
                          </a:solidFill>
                          <a:effectLst/>
                        </a:rPr>
                        <a:t>36 617</a:t>
                      </a:r>
                      <a:endParaRPr lang="pt-PT" sz="7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solidFill>
                            <a:schemeClr val="tx1"/>
                          </a:solidFill>
                          <a:effectLst/>
                        </a:rPr>
                        <a:t>-31 582</a:t>
                      </a:r>
                      <a:endParaRPr lang="pt-PT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solidFill>
                            <a:schemeClr val="bg1"/>
                          </a:solidFill>
                          <a:effectLst/>
                        </a:rPr>
                        <a:t>3 225 480 935</a:t>
                      </a:r>
                      <a:endParaRPr lang="pt-PT" sz="7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2 826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-22 773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202 639 730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310498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33 044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31 740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1 439 047 408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</a:rPr>
                        <a:t>72 487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</a:rPr>
                        <a:t>-28 349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</a:rPr>
                        <a:t>4 867 168 072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11028" y="6072469"/>
            <a:ext cx="43428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/>
              <a:t>1. A análise exclui o universo de </a:t>
            </a:r>
            <a:r>
              <a:rPr lang="pt-BR" sz="800" i="1" dirty="0"/>
              <a:t>Leasing</a:t>
            </a:r>
            <a:r>
              <a:rPr lang="pt-BR" sz="800" dirty="0"/>
              <a:t> e </a:t>
            </a:r>
            <a:r>
              <a:rPr lang="pt-BR" sz="800" i="1" dirty="0"/>
              <a:t>Factoring</a:t>
            </a:r>
          </a:p>
          <a:p>
            <a:r>
              <a:rPr lang="pt-BR" sz="800" dirty="0"/>
              <a:t>2. A granularidade utilizada para análise foi ao nivel do bem (garantia pessoal – Cliente)</a:t>
            </a:r>
          </a:p>
          <a:p>
            <a:r>
              <a:rPr lang="pt-BR" sz="800" dirty="0"/>
              <a:t>3. A granularidade apresentada é a do Novo Modelo de Garantias (granularidade de IC’s)</a:t>
            </a:r>
            <a:endParaRPr lang="en-US" sz="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AF56CD-ED3D-EFF2-896B-D465D8A8C9A8}"/>
              </a:ext>
            </a:extLst>
          </p:cNvPr>
          <p:cNvSpPr/>
          <p:nvPr/>
        </p:nvSpPr>
        <p:spPr>
          <a:xfrm>
            <a:off x="722243" y="4594860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 dirty="0">
                <a:solidFill>
                  <a:schemeClr val="accent4"/>
                </a:solidFill>
                <a:latin typeface="+mj-lt"/>
              </a:rPr>
              <a:t>*Diferenças de metodologia refletidas:</a:t>
            </a:r>
          </a:p>
          <a:p>
            <a:endParaRPr lang="pt-PT" sz="900" dirty="0">
              <a:solidFill>
                <a:schemeClr val="tx1"/>
              </a:solidFill>
              <a:latin typeface="+mj-lt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u="sng" dirty="0">
                <a:solidFill>
                  <a:schemeClr val="tx1"/>
                </a:solidFill>
                <a:latin typeface="+mj-lt"/>
              </a:rPr>
              <a:t>Todos os titulares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, utilizados atualmente como garantias pessoais,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serão excluídos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67396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3. Plano e </a:t>
            </a:r>
            <a:r>
              <a:rPr lang="es-ES" sz="2000" i="1" dirty="0"/>
              <a:t>status</a:t>
            </a:r>
            <a:r>
              <a:rPr lang="es-ES" sz="2000" dirty="0"/>
              <a:t> do </a:t>
            </a:r>
            <a:r>
              <a:rPr lang="es-ES" sz="2000" dirty="0" err="1"/>
              <a:t>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4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3.3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722243" y="1631508"/>
            <a:ext cx="1957457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Garantias Financeiras</a:t>
            </a:r>
            <a:endParaRPr lang="en-US" sz="1000" b="1" dirty="0">
              <a:solidFill>
                <a:schemeClr val="tx1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3DBE921F-5189-2684-9605-7881F2DD0E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1133239"/>
              </p:ext>
            </p:extLst>
          </p:nvPr>
        </p:nvGraphicFramePr>
        <p:xfrm>
          <a:off x="722243" y="1992456"/>
          <a:ext cx="9645107" cy="2403840"/>
        </p:xfrm>
        <a:graphic>
          <a:graphicData uri="http://schemas.openxmlformats.org/drawingml/2006/table">
            <a:tbl>
              <a:tblPr firstRow="1" firstCol="1" bandRow="1"/>
              <a:tblGrid>
                <a:gridCol w="18646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2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6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94794262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 </a:t>
                      </a:r>
                      <a:r>
                        <a:rPr lang="pt-PT" sz="800" b="1" baseline="30000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1</a:t>
                      </a:r>
                      <a:endParaRPr lang="pt-PT" sz="900" baseline="300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i="1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∆ Follow up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5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1)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Comum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5 206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417 630 421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417 630 421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solidFill>
                            <a:schemeClr val="bg1"/>
                          </a:solidFill>
                          <a:effectLst/>
                        </a:rPr>
                        <a:t>3 465</a:t>
                      </a:r>
                      <a:endParaRPr lang="pt-PT" sz="7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3 465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solidFill>
                            <a:schemeClr val="bg1"/>
                          </a:solidFill>
                          <a:effectLst/>
                        </a:rPr>
                        <a:t>323 854 725</a:t>
                      </a:r>
                      <a:endParaRPr lang="pt-PT" sz="7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solidFill>
                            <a:schemeClr val="bg1"/>
                          </a:solidFill>
                          <a:effectLst/>
                        </a:rPr>
                        <a:t>319 981 121</a:t>
                      </a:r>
                      <a:endParaRPr lang="pt-PT" sz="7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solidFill>
                            <a:schemeClr val="bg1"/>
                          </a:solidFill>
                          <a:effectLst/>
                        </a:rPr>
                        <a:t>3 873 604</a:t>
                      </a:r>
                      <a:endParaRPr lang="pt-PT" sz="7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1786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1400229,88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1397813,61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2416,27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510670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186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-3 501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16923174,2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13915883,42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3007290,78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7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8 858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-4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759 808 551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752 925 239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6 883 311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2)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Novo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Modelo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de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Garantias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377 663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u="none" strike="noStrike">
                          <a:effectLst/>
                        </a:rPr>
                        <a:t> 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71894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310 860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u="none" strike="noStrike">
                          <a:effectLst/>
                        </a:rPr>
                        <a:t> 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8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41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0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688 523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u="none" strike="noStrike">
                          <a:effectLst/>
                        </a:rPr>
                        <a:t> 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000">
                <a:tc rowSpan="4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3)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BIYR9500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solidFill>
                            <a:schemeClr val="bg1"/>
                          </a:solidFill>
                          <a:effectLst/>
                        </a:rPr>
                        <a:t>388</a:t>
                      </a:r>
                      <a:endParaRPr lang="pt-PT" sz="7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solidFill>
                            <a:schemeClr val="bg1"/>
                          </a:solidFill>
                          <a:effectLst/>
                        </a:rPr>
                        <a:t>476 975 412</a:t>
                      </a:r>
                      <a:endParaRPr lang="pt-PT" sz="7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48 613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24 373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8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402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0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u="none" strike="noStrike">
                          <a:effectLst/>
                        </a:rPr>
                        <a:t> 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477 048 398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D9B12163-7231-98A4-752B-C91842F7088D}"/>
              </a:ext>
            </a:extLst>
          </p:cNvPr>
          <p:cNvSpPr/>
          <p:nvPr/>
        </p:nvSpPr>
        <p:spPr>
          <a:xfrm>
            <a:off x="722243" y="4594860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 dirty="0">
                <a:solidFill>
                  <a:schemeClr val="accent4"/>
                </a:solidFill>
                <a:latin typeface="+mj-lt"/>
              </a:rPr>
              <a:t>*Diferenças de metodologia refletidas:</a:t>
            </a:r>
          </a:p>
          <a:p>
            <a:endParaRPr lang="pt-PT" sz="900" dirty="0">
              <a:solidFill>
                <a:schemeClr val="tx1"/>
              </a:solidFill>
              <a:latin typeface="+mj-lt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+mj-lt"/>
              </a:rPr>
              <a:t>Saldos de bens financeiros utilizados no modelo apresentam </a:t>
            </a:r>
            <a:r>
              <a:rPr lang="pt-PT" sz="900" i="1" u="sng">
                <a:solidFill>
                  <a:schemeClr val="tx1"/>
                </a:solidFill>
                <a:latin typeface="+mj-lt"/>
              </a:rPr>
              <a:t>lag</a:t>
            </a:r>
            <a:r>
              <a:rPr lang="pt-PT" sz="900" u="sng">
                <a:solidFill>
                  <a:schemeClr val="tx1"/>
                </a:solidFill>
                <a:latin typeface="+mj-lt"/>
              </a:rPr>
              <a:t> de um dia 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face ao BIYR (BIYR utiliza saldos de D+1).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+mj-lt"/>
              </a:rPr>
              <a:t>Apenas serão contempladas responsabilidades/processos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com bens associados 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e com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datas de vencimento válidas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b="0" i="0" u="none" strike="noStrike">
                <a:solidFill>
                  <a:schemeClr val="tx1"/>
                </a:solidFill>
                <a:effectLst/>
                <a:latin typeface="+mj-lt"/>
              </a:rPr>
              <a:t>São consideradas todas as </a:t>
            </a:r>
            <a:r>
              <a:rPr lang="pt-PT" sz="900" b="0" i="0" u="sng" strike="noStrike">
                <a:solidFill>
                  <a:schemeClr val="tx1"/>
                </a:solidFill>
                <a:effectLst/>
                <a:latin typeface="+mj-lt"/>
              </a:rPr>
              <a:t>garantias financeiras válidas dentro da mesma caução</a:t>
            </a:r>
            <a:r>
              <a:rPr lang="pt-PT" sz="900" b="0" i="0" u="none" strike="noStrike">
                <a:solidFill>
                  <a:schemeClr val="tx1"/>
                </a:solidFill>
                <a:effectLst/>
                <a:latin typeface="+mj-lt"/>
              </a:rPr>
              <a:t>, independentemente da sua tipologia (exemplo, DO e TT)</a:t>
            </a:r>
            <a:endParaRPr lang="pt-PT" sz="9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D0D770-CF7C-B3A4-7476-7F7C8EE33F02}"/>
              </a:ext>
            </a:extLst>
          </p:cNvPr>
          <p:cNvSpPr txBox="1"/>
          <p:nvPr/>
        </p:nvSpPr>
        <p:spPr>
          <a:xfrm>
            <a:off x="711028" y="6072469"/>
            <a:ext cx="43428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/>
              <a:t>1. A granularidade apresentada é a do Novo Modelo de Garantias (granularidade de IC’s) 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960319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3. Plano e </a:t>
            </a:r>
            <a:r>
              <a:rPr lang="es-ES" sz="2000" i="1" dirty="0"/>
              <a:t>status</a:t>
            </a:r>
            <a:r>
              <a:rPr lang="es-ES" sz="2000" dirty="0"/>
              <a:t> do </a:t>
            </a:r>
            <a:r>
              <a:rPr lang="es-ES" sz="2000" dirty="0" err="1"/>
              <a:t>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5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3.3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3" y="1631508"/>
            <a:ext cx="1957457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Garantias Imóveis</a:t>
            </a:r>
            <a:r>
              <a:rPr lang="pt-PT" sz="1000" b="1" baseline="30000" dirty="0">
                <a:solidFill>
                  <a:schemeClr val="tx1"/>
                </a:solidFill>
              </a:rPr>
              <a:t>1</a:t>
            </a:r>
            <a:endParaRPr lang="en-US" sz="1000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94EF0D11-64A1-95A7-5896-603B980711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6046589"/>
              </p:ext>
            </p:extLst>
          </p:nvPr>
        </p:nvGraphicFramePr>
        <p:xfrm>
          <a:off x="722243" y="1992456"/>
          <a:ext cx="9645107" cy="2043840"/>
        </p:xfrm>
        <a:graphic>
          <a:graphicData uri="http://schemas.openxmlformats.org/drawingml/2006/table">
            <a:tbl>
              <a:tblPr firstRow="1" firstCol="1" bandRow="1"/>
              <a:tblGrid>
                <a:gridCol w="18646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2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6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94794262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 </a:t>
                      </a:r>
                      <a:r>
                        <a:rPr lang="pt-PT" sz="800" b="1" baseline="30000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</a:t>
                      </a:r>
                      <a:endParaRPr lang="pt-PT" sz="900" baseline="300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i="1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∆ Follow up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6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1)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Comum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205 636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151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40 216 736 384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40 216 736 384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solidFill>
                            <a:schemeClr val="bg1"/>
                          </a:solidFill>
                          <a:effectLst/>
                        </a:rPr>
                        <a:t>110</a:t>
                      </a:r>
                      <a:endParaRPr lang="pt-PT" sz="7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110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solidFill>
                            <a:schemeClr val="bg1"/>
                          </a:solidFill>
                          <a:effectLst/>
                        </a:rPr>
                        <a:t>393 710 455</a:t>
                      </a:r>
                      <a:endParaRPr lang="pt-PT" sz="7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solidFill>
                            <a:schemeClr val="bg1"/>
                          </a:solidFill>
                          <a:effectLst/>
                        </a:rPr>
                        <a:t>810 666 452</a:t>
                      </a:r>
                      <a:endParaRPr lang="pt-PT" sz="7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solidFill>
                            <a:schemeClr val="bg1"/>
                          </a:solidFill>
                          <a:effectLst/>
                        </a:rPr>
                        <a:t>-416 955 998</a:t>
                      </a:r>
                      <a:endParaRPr lang="pt-PT" sz="7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115583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-516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210713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193 814 387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61 550 651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132 263 736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2783915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182 208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320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16 537 963 446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16 511 328 559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26 634 887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387 985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96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57 342 224 672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57 600 282 046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-258 057 374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4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3)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BIYR9500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solidFill>
                            <a:schemeClr val="bg1"/>
                          </a:solidFill>
                          <a:effectLst/>
                        </a:rPr>
                        <a:t>1 122</a:t>
                      </a:r>
                      <a:endParaRPr lang="pt-PT" sz="7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-1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solidFill>
                            <a:schemeClr val="bg1"/>
                          </a:solidFill>
                          <a:effectLst/>
                        </a:rPr>
                        <a:t>241 403 054</a:t>
                      </a:r>
                      <a:endParaRPr lang="pt-PT" sz="7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-115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275 000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225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40 846 797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1 349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-95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600" b="1" u="none" strike="noStrike" dirty="0">
                          <a:effectLst/>
                        </a:rPr>
                        <a:t> </a:t>
                      </a:r>
                      <a:endParaRPr lang="pt-PT" sz="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282 524 851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73A208F6-5AB8-A553-3145-F5362921AE62}"/>
              </a:ext>
            </a:extLst>
          </p:cNvPr>
          <p:cNvSpPr/>
          <p:nvPr/>
        </p:nvSpPr>
        <p:spPr>
          <a:xfrm>
            <a:off x="722243" y="4594860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 dirty="0">
                <a:solidFill>
                  <a:schemeClr val="accent4"/>
                </a:solidFill>
                <a:latin typeface="+mj-lt"/>
              </a:rPr>
              <a:t>*Diferenças de metodologia refletidas:</a:t>
            </a:r>
          </a:p>
          <a:p>
            <a:endParaRPr lang="pt-PT" sz="900" dirty="0">
              <a:solidFill>
                <a:schemeClr val="tx1"/>
              </a:solidFill>
              <a:latin typeface="+mj-lt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+mj-lt"/>
              </a:rPr>
              <a:t>Apenas serão contempladas responsabilidades/processos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com bens associados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+mj-lt"/>
              </a:rPr>
              <a:t>Apenas serão contemplados bens com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datas de avaliação válidas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u="none" strike="noStrike" dirty="0">
                <a:solidFill>
                  <a:schemeClr val="tx1"/>
                </a:solidFill>
                <a:effectLst/>
                <a:latin typeface="+mj-lt"/>
              </a:rPr>
              <a:t>A metodologia de aprovisionamento de montantes/datas de avaliação aplicada a Fomentos à Construção deve ser igual para todas as origens.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u="none" strike="noStrike" dirty="0">
                <a:solidFill>
                  <a:schemeClr val="tx1"/>
                </a:solidFill>
                <a:effectLst/>
                <a:latin typeface="+mj-lt"/>
              </a:rPr>
              <a:t>O rateio dos bens pelos processos/responsabilidades deve ser feito independentemente da origem. </a:t>
            </a:r>
            <a:endParaRPr lang="pt-PT" sz="900" dirty="0">
              <a:solidFill>
                <a:schemeClr val="tx1"/>
              </a:solidFill>
              <a:latin typeface="+mj-lt"/>
            </a:endParaRPr>
          </a:p>
          <a:p>
            <a:pPr marL="228600" indent="-228600">
              <a:buFont typeface="+mj-lt"/>
              <a:buAutoNum type="arabicPeriod"/>
            </a:pPr>
            <a:endParaRPr lang="pt-PT" sz="9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E7CA54-E9D4-15E2-B844-863EF76FF921}"/>
              </a:ext>
            </a:extLst>
          </p:cNvPr>
          <p:cNvSpPr txBox="1"/>
          <p:nvPr/>
        </p:nvSpPr>
        <p:spPr>
          <a:xfrm>
            <a:off x="711028" y="6072469"/>
            <a:ext cx="43428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/>
              <a:t>1. A análise exclui o universo de </a:t>
            </a:r>
            <a:r>
              <a:rPr lang="pt-BR" sz="800" i="1" dirty="0"/>
              <a:t>Leasing</a:t>
            </a:r>
          </a:p>
          <a:p>
            <a:r>
              <a:rPr lang="pt-BR" sz="800" dirty="0"/>
              <a:t>2. A granularidade apresentada é a do Novo Modelo de Garantias (granularidade de IC’s) 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984871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3. Plano e </a:t>
            </a:r>
            <a:r>
              <a:rPr lang="es-ES" sz="2000" i="1" dirty="0"/>
              <a:t>status</a:t>
            </a:r>
            <a:r>
              <a:rPr lang="es-ES" sz="2000" dirty="0"/>
              <a:t> do </a:t>
            </a:r>
            <a:r>
              <a:rPr lang="es-ES" sz="2000" dirty="0" err="1"/>
              <a:t>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6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3.3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3" y="1631508"/>
            <a:ext cx="1957457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i="1" dirty="0">
                <a:solidFill>
                  <a:schemeClr val="tx1"/>
                </a:solidFill>
              </a:rPr>
              <a:t>Leasing</a:t>
            </a:r>
            <a:r>
              <a:rPr lang="pt-PT" sz="1000" b="1" dirty="0">
                <a:solidFill>
                  <a:schemeClr val="tx1"/>
                </a:solidFill>
              </a:rPr>
              <a:t> Imóveis</a:t>
            </a:r>
            <a:endParaRPr lang="en-US" sz="1000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09F8BDE-9239-AD09-EF31-CC46E4FB86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4491389"/>
              </p:ext>
            </p:extLst>
          </p:nvPr>
        </p:nvGraphicFramePr>
        <p:xfrm>
          <a:off x="722243" y="1992456"/>
          <a:ext cx="9645107" cy="1863840"/>
        </p:xfrm>
        <a:graphic>
          <a:graphicData uri="http://schemas.openxmlformats.org/drawingml/2006/table">
            <a:tbl>
              <a:tblPr firstRow="1" firstCol="1" bandRow="1"/>
              <a:tblGrid>
                <a:gridCol w="18646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2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6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94794262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 </a:t>
                      </a:r>
                      <a:r>
                        <a:rPr lang="pt-PT" sz="800" b="1" baseline="30000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</a:t>
                      </a:r>
                      <a:endParaRPr lang="pt-PT" sz="900" baseline="300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∆ Follow up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1)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Comum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4 893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920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1 609 181 007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1 609 181 007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18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-11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3 790 546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1 960 800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1 829 746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4 911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909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1 612 971 553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1 611 141 807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1 829 746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2)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Novo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Modelo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de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Garantias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0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-5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0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</a:rPr>
                        <a:t>0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</a:rPr>
                        <a:t>-5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</a:rPr>
                        <a:t>0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000">
                <a:tc rowSpan="4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3)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BIYR9500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125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125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24 720 012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85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-144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23 812 914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25230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179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-93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19 847 663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859858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389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-112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u="none" strike="noStrike" dirty="0">
                          <a:effectLst/>
                        </a:rPr>
                        <a:t> 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68 380 590</a:t>
                      </a: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4B7515AF-BE8F-166D-017D-FFA2E7258BC8}"/>
              </a:ext>
            </a:extLst>
          </p:cNvPr>
          <p:cNvSpPr txBox="1">
            <a:spLocks/>
          </p:cNvSpPr>
          <p:nvPr/>
        </p:nvSpPr>
        <p:spPr>
          <a:xfrm>
            <a:off x="722243" y="4001414"/>
            <a:ext cx="1957457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i="1" dirty="0">
                <a:solidFill>
                  <a:schemeClr val="tx1"/>
                </a:solidFill>
              </a:rPr>
              <a:t>Leasing </a:t>
            </a:r>
            <a:r>
              <a:rPr lang="pt-PT" sz="1000" b="1" dirty="0">
                <a:solidFill>
                  <a:schemeClr val="tx1"/>
                </a:solidFill>
              </a:rPr>
              <a:t>Pessoais</a:t>
            </a:r>
            <a:r>
              <a:rPr lang="pt-PT" sz="1000" b="1" baseline="30000" dirty="0">
                <a:solidFill>
                  <a:schemeClr val="tx1"/>
                </a:solidFill>
              </a:rPr>
              <a:t> 1</a:t>
            </a:r>
            <a:endParaRPr lang="en-US" sz="1000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AB80F0A-E11B-61FA-EFAD-1E764024BF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8941976"/>
              </p:ext>
            </p:extLst>
          </p:nvPr>
        </p:nvGraphicFramePr>
        <p:xfrm>
          <a:off x="722243" y="4370854"/>
          <a:ext cx="9645107" cy="1503840"/>
        </p:xfrm>
        <a:graphic>
          <a:graphicData uri="http://schemas.openxmlformats.org/drawingml/2006/table">
            <a:tbl>
              <a:tblPr firstRow="1" firstCol="1" bandRow="1"/>
              <a:tblGrid>
                <a:gridCol w="18646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2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6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94794262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Processo/Cliente </a:t>
                      </a:r>
                      <a:r>
                        <a:rPr lang="pt-PT" sz="800" b="1" baseline="30000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</a:t>
                      </a:r>
                      <a:endParaRPr lang="pt-PT" sz="900" baseline="300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∆ Follow up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 1) </a:t>
                      </a:r>
                      <a:r>
                        <a:rPr lang="en-US" sz="800" b="1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Universo</a:t>
                      </a:r>
                      <a:r>
                        <a:rPr lang="en-US" sz="8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 </a:t>
                      </a:r>
                      <a:r>
                        <a:rPr lang="en-US" sz="800" b="1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Comum</a:t>
                      </a:r>
                      <a:endParaRPr lang="en-US" sz="800" b="1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9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9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32 584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55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166 311 498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1 661 515 768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-1 495 204 270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82715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32 593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64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166 311 498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1 661 515 768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-1 495 204 270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2)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Novo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Modelo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de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Garantias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32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10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77 347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32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10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77 347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u="none" strike="noStrike" dirty="0">
                          <a:effectLst/>
                        </a:rPr>
                        <a:t> 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u="none" strike="noStrike" dirty="0">
                          <a:effectLst/>
                        </a:rPr>
                        <a:t> 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3)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BIYR9500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7 329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-64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119 266 612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7 329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-64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u="none" strike="noStrike" dirty="0">
                          <a:effectLst/>
                        </a:rPr>
                        <a:t> 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119 266 612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88421B6-A6DF-B07E-F687-FF291458F5AF}"/>
              </a:ext>
            </a:extLst>
          </p:cNvPr>
          <p:cNvSpPr txBox="1"/>
          <p:nvPr/>
        </p:nvSpPr>
        <p:spPr>
          <a:xfrm>
            <a:off x="711028" y="6072469"/>
            <a:ext cx="42851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/>
              <a:t>1. A granularidade utilizada para análise foi ao nivel do bem (garantia pessoal – Cliente)</a:t>
            </a:r>
          </a:p>
          <a:p>
            <a:r>
              <a:rPr lang="pt-BR" sz="800" dirty="0"/>
              <a:t>2. A granularidade apresentada é a do Novo Modelo de Garantias (granularidade de IC’s)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656608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3. Plano e </a:t>
            </a:r>
            <a:r>
              <a:rPr lang="es-ES" sz="2000" i="1" dirty="0"/>
              <a:t>status</a:t>
            </a:r>
            <a:r>
              <a:rPr lang="es-ES" sz="2000" dirty="0"/>
              <a:t> do </a:t>
            </a:r>
            <a:r>
              <a:rPr lang="es-ES" sz="2000" dirty="0" err="1"/>
              <a:t>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7</a:t>
            </a:fld>
            <a:endParaRPr lang="es-ES" dirty="0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3.3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3" y="1631508"/>
            <a:ext cx="1957457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Impactos Imparidade</a:t>
            </a:r>
            <a:r>
              <a:rPr lang="pt-PT" sz="1000" b="1" baseline="30000" dirty="0">
                <a:solidFill>
                  <a:schemeClr val="tx1"/>
                </a:solidFill>
              </a:rPr>
              <a:t>1 </a:t>
            </a:r>
            <a:endParaRPr lang="en-US" sz="1000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1704881"/>
              </p:ext>
            </p:extLst>
          </p:nvPr>
        </p:nvGraphicFramePr>
        <p:xfrm>
          <a:off x="722243" y="1992456"/>
          <a:ext cx="8447257" cy="2231460"/>
        </p:xfrm>
        <a:graphic>
          <a:graphicData uri="http://schemas.openxmlformats.org/drawingml/2006/table">
            <a:tbl>
              <a:tblPr firstRow="1" firstCol="1" bandRow="1"/>
              <a:tblGrid>
                <a:gridCol w="18646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2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6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94794262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Provisão - Novo Modelo de garantias</a:t>
                      </a:r>
                      <a:endParaRPr lang="pt-PT" sz="8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Provisão -</a:t>
                      </a:r>
                    </a:p>
                    <a:p>
                      <a:pPr algn="l" fontAlgn="ctr"/>
                      <a:r>
                        <a:rPr lang="pt-PT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BIYR9500</a:t>
                      </a:r>
                      <a:endParaRPr lang="pt-PT" sz="8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Diferenças</a:t>
                      </a: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5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1) </a:t>
                      </a:r>
                      <a:r>
                        <a:rPr lang="pt-PT" sz="800" b="1" u="none" strike="noStrike" dirty="0">
                          <a:effectLst/>
                        </a:rPr>
                        <a:t>Universo sem diferenças de Imparidade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u="none" strike="noStrike" dirty="0">
                          <a:effectLst/>
                        </a:rPr>
                        <a:t>Sem Garantia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920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1 387 569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223 975 021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223 975 021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094135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u="none" strike="noStrike" dirty="0">
                          <a:effectLst/>
                        </a:rPr>
                        <a:t>Colaterais descartados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920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234 834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522 880 602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522 880 602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771894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u="none" strike="noStrike" dirty="0">
                          <a:effectLst/>
                        </a:rPr>
                        <a:t>Colaterais elegiveis - Sem Diferenças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920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199 987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128 643 466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128 643 466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481098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u="none" strike="noStrike" dirty="0">
                          <a:effectLst/>
                        </a:rPr>
                        <a:t>Colaterais elegiveis - Com Diferenças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920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172 621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91 833 881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91 833 881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0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u="none" strike="noStrike" dirty="0">
                          <a:effectLst/>
                        </a:rPr>
                        <a:t>Total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1 995 011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967 332 969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967 332 969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0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000">
                <a:tc rowSpan="6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2) </a:t>
                      </a:r>
                      <a:r>
                        <a:rPr lang="pt-PT" sz="800" b="1" u="none" strike="noStrike" dirty="0">
                          <a:effectLst/>
                        </a:rPr>
                        <a:t>Universo com diferenças de Imparidade</a:t>
                      </a:r>
                      <a:endParaRPr lang="en-US" sz="9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Diferenças de metodologia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1 659</a:t>
                      </a:r>
                      <a:endParaRPr lang="pt-PT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2 861 059</a:t>
                      </a:r>
                      <a:endParaRPr lang="pt-PT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3 045 287</a:t>
                      </a:r>
                      <a:endParaRPr lang="pt-PT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-184 227</a:t>
                      </a:r>
                      <a:endParaRPr lang="pt-PT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9 194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22 358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-13 164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673489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395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883 608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862 826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20 782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310498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2 089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2 471 659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2 362 074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109 585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700" u="none" strike="noStrike" dirty="0">
                          <a:effectLst/>
                        </a:rPr>
                        <a:t>Impactos não relacionados com garantias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1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98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25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74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426795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4 160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6 225 618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6 292 569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-66 951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11028" y="6072469"/>
            <a:ext cx="56829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/>
              <a:t>1. Análise com base na execução do dia 20 </a:t>
            </a:r>
            <a:r>
              <a:rPr lang="pt-BR" sz="800"/>
              <a:t>de dezembro, </a:t>
            </a:r>
            <a:r>
              <a:rPr lang="pt-BR" sz="800" dirty="0"/>
              <a:t>referente à informação de garantias e contratos </a:t>
            </a:r>
            <a:r>
              <a:rPr lang="pt-BR" sz="800"/>
              <a:t>de setembro</a:t>
            </a:r>
            <a:r>
              <a:rPr lang="pt-BR" sz="800" dirty="0"/>
              <a:t>. </a:t>
            </a:r>
            <a:endParaRPr lang="pt-BR" sz="800" i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AF56CD-ED3D-EFF2-896B-D465D8A8C9A8}"/>
              </a:ext>
            </a:extLst>
          </p:cNvPr>
          <p:cNvSpPr/>
          <p:nvPr/>
        </p:nvSpPr>
        <p:spPr>
          <a:xfrm>
            <a:off x="722243" y="4594860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dirty="0">
                <a:solidFill>
                  <a:schemeClr val="tx1"/>
                </a:solidFill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97686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a9b50dc7-8f72-473c-8b7e-4a8c46ecad32">
      <Terms xmlns="http://schemas.microsoft.com/office/infopath/2007/PartnerControls"/>
    </lcf76f155ced4ddcb4097134ff3c332f>
    <TaxCatchAll xmlns="7b1ec8e5-5652-48eb-8550-a56a35f5f817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D051AEB2C48B458F82B58F7F6D9A00" ma:contentTypeVersion="15" ma:contentTypeDescription="Create a new document." ma:contentTypeScope="" ma:versionID="227ef61e06442c04571c71c62bc066b5">
  <xsd:schema xmlns:xsd="http://www.w3.org/2001/XMLSchema" xmlns:xs="http://www.w3.org/2001/XMLSchema" xmlns:p="http://schemas.microsoft.com/office/2006/metadata/properties" xmlns:ns1="http://schemas.microsoft.com/sharepoint/v3" xmlns:ns2="a9b50dc7-8f72-473c-8b7e-4a8c46ecad32" xmlns:ns3="7b1ec8e5-5652-48eb-8550-a56a35f5f817" targetNamespace="http://schemas.microsoft.com/office/2006/metadata/properties" ma:root="true" ma:fieldsID="664ccac259a9ef08632df25fa10eaa8b" ns1:_="" ns2:_="" ns3:_="">
    <xsd:import namespace="http://schemas.microsoft.com/sharepoint/v3"/>
    <xsd:import namespace="a9b50dc7-8f72-473c-8b7e-4a8c46ecad32"/>
    <xsd:import namespace="7b1ec8e5-5652-48eb-8550-a56a35f5f81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b50dc7-8f72-473c-8b7e-4a8c46ecad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2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1ec8e5-5652-48eb-8550-a56a35f5f81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1a5ce08-dc66-4f05-9d75-293f82016f98}" ma:internalName="TaxCatchAll" ma:showField="CatchAllData" ma:web="7b1ec8e5-5652-48eb-8550-a56a35f5f81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5B6808E-2F30-4A3E-86D7-9BE6F24DF713}">
  <ds:schemaRefs>
    <ds:schemaRef ds:uri="621ea064-9f67-4017-b065-3d285bfa18a7"/>
    <ds:schemaRef ds:uri="7beef631-8f1e-4c1a-be60-1d5dcae54ef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9B86F79-B4C3-4A50-99A6-9049AB0B94D4}"/>
</file>

<file path=customXml/itemProps3.xml><?xml version="1.0" encoding="utf-8"?>
<ds:datastoreItem xmlns:ds="http://schemas.openxmlformats.org/officeDocument/2006/customXml" ds:itemID="{4977CA2D-DDA6-4B62-8B11-431A258D07F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3868</TotalTime>
  <Words>1956</Words>
  <Application>Microsoft Office PowerPoint</Application>
  <PresentationFormat>Custom</PresentationFormat>
  <Paragraphs>572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Times New Roman</vt:lpstr>
      <vt:lpstr>Wingdings</vt:lpstr>
      <vt:lpstr>Tema de Office</vt:lpstr>
      <vt:lpstr>1_Tema de Office</vt:lpstr>
      <vt:lpstr>3.3</vt:lpstr>
      <vt:lpstr>3.3</vt:lpstr>
      <vt:lpstr>3.3</vt:lpstr>
      <vt:lpstr>3.3</vt:lpstr>
      <vt:lpstr>3.3</vt:lpstr>
      <vt:lpstr>3.3</vt:lpstr>
      <vt:lpstr>3.3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Power Point SANTANDER</dc:title>
  <dc:creator>Presentalia (info@presentalia.com)</dc:creator>
  <cp:lastModifiedBy>Marharyta Synchak</cp:lastModifiedBy>
  <cp:revision>166</cp:revision>
  <dcterms:created xsi:type="dcterms:W3CDTF">2018-03-19T11:10:43Z</dcterms:created>
  <dcterms:modified xsi:type="dcterms:W3CDTF">2022-12-22T12:58:09Z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0x010100C6D051AEB2C48B458F82B58F7F6D9A00</vt:lpwstr>
  </property>
  <property fmtid="{D5CDD505-2E9C-101B-9397-08002B2CF9AE}" pid="3" name="MediaServiceImageTags">
    <vt:lpwstr/>
  </property>
  <property fmtid="{D5CDD505-2E9C-101B-9397-08002B2CF9AE}" pid="4" name="MSIP_Label_3c41c091-3cbc-4dba-8b59-ce62f19500db_Enabled">
    <vt:lpwstr>true</vt:lpwstr>
  </property>
  <property fmtid="{D5CDD505-2E9C-101B-9397-08002B2CF9AE}" pid="5" name="MSIP_Label_3c41c091-3cbc-4dba-8b59-ce62f19500db_SetDate">
    <vt:lpwstr>2022-11-25T14:33:26Z</vt:lpwstr>
  </property>
  <property fmtid="{D5CDD505-2E9C-101B-9397-08002B2CF9AE}" pid="6" name="MSIP_Label_3c41c091-3cbc-4dba-8b59-ce62f19500db_Method">
    <vt:lpwstr>Privileged</vt:lpwstr>
  </property>
  <property fmtid="{D5CDD505-2E9C-101B-9397-08002B2CF9AE}" pid="7" name="MSIP_Label_3c41c091-3cbc-4dba-8b59-ce62f19500db_Name">
    <vt:lpwstr>Confidential_0_1</vt:lpwstr>
  </property>
  <property fmtid="{D5CDD505-2E9C-101B-9397-08002B2CF9AE}" pid="8" name="MSIP_Label_3c41c091-3cbc-4dba-8b59-ce62f19500db_SiteId">
    <vt:lpwstr>35595a02-4d6d-44ac-99e1-f9ab4cd872db</vt:lpwstr>
  </property>
  <property fmtid="{D5CDD505-2E9C-101B-9397-08002B2CF9AE}" pid="9" name="MSIP_Label_3c41c091-3cbc-4dba-8b59-ce62f19500db_ActionId">
    <vt:lpwstr>75ced0a5-2e7d-4292-9a2f-8176e3efd260</vt:lpwstr>
  </property>
  <property fmtid="{D5CDD505-2E9C-101B-9397-08002B2CF9AE}" pid="10" name="MSIP_Label_3c41c091-3cbc-4dba-8b59-ce62f19500db_ContentBits">
    <vt:lpwstr>1</vt:lpwstr>
  </property>
</Properties>
</file>