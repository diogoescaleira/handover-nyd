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6" r:id="rId6"/>
  </p:sldMasterIdLst>
  <p:notesMasterIdLst>
    <p:notesMasterId r:id="rId15"/>
  </p:notesMasterIdLst>
  <p:handoutMasterIdLst>
    <p:handoutMasterId r:id="rId16"/>
  </p:handoutMasterIdLst>
  <p:sldIdLst>
    <p:sldId id="331" r:id="rId7"/>
    <p:sldId id="338" r:id="rId8"/>
    <p:sldId id="332" r:id="rId9"/>
    <p:sldId id="333" r:id="rId10"/>
    <p:sldId id="334" r:id="rId11"/>
    <p:sldId id="335" r:id="rId12"/>
    <p:sldId id="337" r:id="rId13"/>
    <p:sldId id="339" r:id="rId14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6BB9A7-573F-48DC-B429-02CEC7A84303}">
          <p14:sldIdLst>
            <p14:sldId id="331"/>
            <p14:sldId id="338"/>
            <p14:sldId id="332"/>
            <p14:sldId id="333"/>
            <p14:sldId id="334"/>
            <p14:sldId id="335"/>
            <p14:sldId id="337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7D7"/>
    <a:srgbClr val="FCE4D6"/>
    <a:srgbClr val="B7ABA4"/>
    <a:srgbClr val="E0F1E1"/>
    <a:srgbClr val="FF7575"/>
    <a:srgbClr val="C00000"/>
    <a:srgbClr val="3B3838"/>
    <a:srgbClr val="9ECFDE"/>
    <a:srgbClr val="7F7F7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A51E0-D7FB-4692-8E7A-62FF79CEC0F7}" v="240" dt="2023-01-11T22:06:39.2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8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ommentAuthors" Target="commentAuthors.xml"/><Relationship Id="rId20" Type="http://schemas.openxmlformats.org/officeDocument/2006/relationships/theme" Target="theme/theme1.xml"/><Relationship Id="rId16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87BA51E0-D7FB-4692-8E7A-62FF79CEC0F7}"/>
    <pc:docChg chg="undo redo custSel addSld modSld">
      <pc:chgData name="Nádia Genebra Ahmad" userId="36126275-cace-419f-8e9b-04679c4f8ea6" providerId="ADAL" clId="{87BA51E0-D7FB-4692-8E7A-62FF79CEC0F7}" dt="2023-01-11T22:25:25.759" v="820" actId="20577"/>
      <pc:docMkLst>
        <pc:docMk/>
      </pc:docMkLst>
      <pc:sldChg chg="addSp modSp mod">
        <pc:chgData name="Nádia Genebra Ahmad" userId="36126275-cace-419f-8e9b-04679c4f8ea6" providerId="ADAL" clId="{87BA51E0-D7FB-4692-8E7A-62FF79CEC0F7}" dt="2023-01-11T22:25:18.403" v="815" actId="20577"/>
        <pc:sldMkLst>
          <pc:docMk/>
          <pc:sldMk cId="2511839246" sldId="331"/>
        </pc:sldMkLst>
        <pc:spChg chg="mod">
          <ac:chgData name="Nádia Genebra Ahmad" userId="36126275-cace-419f-8e9b-04679c4f8ea6" providerId="ADAL" clId="{87BA51E0-D7FB-4692-8E7A-62FF79CEC0F7}" dt="2023-01-09T20:32:36.153" v="38" actId="20577"/>
          <ac:spMkLst>
            <pc:docMk/>
            <pc:sldMk cId="2511839246" sldId="331"/>
            <ac:spMk id="2" creationId="{8253D2F7-582B-9495-0091-F9EDA507B97C}"/>
          </ac:spMkLst>
        </pc:spChg>
        <pc:spChg chg="add mod">
          <ac:chgData name="Nádia Genebra Ahmad" userId="36126275-cace-419f-8e9b-04679c4f8ea6" providerId="ADAL" clId="{87BA51E0-D7FB-4692-8E7A-62FF79CEC0F7}" dt="2023-01-11T22:25:11.323" v="810" actId="20577"/>
          <ac:spMkLst>
            <pc:docMk/>
            <pc:sldMk cId="2511839246" sldId="331"/>
            <ac:spMk id="4" creationId="{BA8CC497-F543-2A37-9F0F-0F45773090FC}"/>
          </ac:spMkLst>
        </pc:spChg>
        <pc:spChg chg="add mod">
          <ac:chgData name="Nádia Genebra Ahmad" userId="36126275-cace-419f-8e9b-04679c4f8ea6" providerId="ADAL" clId="{87BA51E0-D7FB-4692-8E7A-62FF79CEC0F7}" dt="2023-01-11T22:25:18.403" v="815" actId="20577"/>
          <ac:spMkLst>
            <pc:docMk/>
            <pc:sldMk cId="2511839246" sldId="331"/>
            <ac:spMk id="6" creationId="{7DFD183F-0FF2-EDA2-1162-928FA7880D1E}"/>
          </ac:spMkLst>
        </pc:spChg>
        <pc:spChg chg="mod">
          <ac:chgData name="Nádia Genebra Ahmad" userId="36126275-cace-419f-8e9b-04679c4f8ea6" providerId="ADAL" clId="{87BA51E0-D7FB-4692-8E7A-62FF79CEC0F7}" dt="2023-01-09T20:40:25.416" v="123" actId="403"/>
          <ac:spMkLst>
            <pc:docMk/>
            <pc:sldMk cId="2511839246" sldId="331"/>
            <ac:spMk id="16" creationId="{5E391C80-8503-526C-1599-9EAA37A0065B}"/>
          </ac:spMkLst>
        </pc:spChg>
        <pc:graphicFrameChg chg="mod modGraphic">
          <ac:chgData name="Nádia Genebra Ahmad" userId="36126275-cace-419f-8e9b-04679c4f8ea6" providerId="ADAL" clId="{87BA51E0-D7FB-4692-8E7A-62FF79CEC0F7}" dt="2023-01-11T22:19:51.933" v="801" actId="20577"/>
          <ac:graphicFrameMkLst>
            <pc:docMk/>
            <pc:sldMk cId="2511839246" sldId="331"/>
            <ac:graphicFrameMk id="8" creationId="{DF17E78E-41EA-4899-8FEE-94E9E4145CC9}"/>
          </ac:graphicFrameMkLst>
        </pc:graphicFrameChg>
      </pc:sldChg>
      <pc:sldChg chg="addSp modSp mod">
        <pc:chgData name="Nádia Genebra Ahmad" userId="36126275-cace-419f-8e9b-04679c4f8ea6" providerId="ADAL" clId="{87BA51E0-D7FB-4692-8E7A-62FF79CEC0F7}" dt="2023-01-11T22:25:25.759" v="820" actId="20577"/>
        <pc:sldMkLst>
          <pc:docMk/>
          <pc:sldMk cId="3667396156" sldId="332"/>
        </pc:sldMkLst>
        <pc:spChg chg="add mod">
          <ac:chgData name="Nádia Genebra Ahmad" userId="36126275-cace-419f-8e9b-04679c4f8ea6" providerId="ADAL" clId="{87BA51E0-D7FB-4692-8E7A-62FF79CEC0F7}" dt="2023-01-11T18:47:50.086" v="248"/>
          <ac:spMkLst>
            <pc:docMk/>
            <pc:sldMk cId="3667396156" sldId="332"/>
            <ac:spMk id="2" creationId="{C2C83076-FD10-5B47-97E3-F24B175F2185}"/>
          </ac:spMkLst>
        </pc:spChg>
        <pc:spChg chg="add mod">
          <ac:chgData name="Nádia Genebra Ahmad" userId="36126275-cace-419f-8e9b-04679c4f8ea6" providerId="ADAL" clId="{87BA51E0-D7FB-4692-8E7A-62FF79CEC0F7}" dt="2023-01-11T22:25:25.759" v="820" actId="20577"/>
          <ac:spMkLst>
            <pc:docMk/>
            <pc:sldMk cId="3667396156" sldId="332"/>
            <ac:spMk id="4" creationId="{F1DA9849-3868-2EB0-DA54-305AB8155BDB}"/>
          </ac:spMkLst>
        </pc:spChg>
        <pc:graphicFrameChg chg="mod modGraphic">
          <ac:chgData name="Nádia Genebra Ahmad" userId="36126275-cace-419f-8e9b-04679c4f8ea6" providerId="ADAL" clId="{87BA51E0-D7FB-4692-8E7A-62FF79CEC0F7}" dt="2023-01-11T18:46:45.735" v="237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addSp modSp mod">
        <pc:chgData name="Nádia Genebra Ahmad" userId="36126275-cace-419f-8e9b-04679c4f8ea6" providerId="ADAL" clId="{87BA51E0-D7FB-4692-8E7A-62FF79CEC0F7}" dt="2023-01-11T18:47:52.488" v="249"/>
        <pc:sldMkLst>
          <pc:docMk/>
          <pc:sldMk cId="3960319929" sldId="333"/>
        </pc:sldMkLst>
        <pc:spChg chg="add mod">
          <ac:chgData name="Nádia Genebra Ahmad" userId="36126275-cace-419f-8e9b-04679c4f8ea6" providerId="ADAL" clId="{87BA51E0-D7FB-4692-8E7A-62FF79CEC0F7}" dt="2023-01-11T18:47:52.488" v="249"/>
          <ac:spMkLst>
            <pc:docMk/>
            <pc:sldMk cId="3960319929" sldId="333"/>
            <ac:spMk id="6" creationId="{A53ED6CB-870F-C2D2-E7BB-CCB3E8E32D01}"/>
          </ac:spMkLst>
        </pc:spChg>
        <pc:graphicFrameChg chg="mod modGraphic">
          <ac:chgData name="Nádia Genebra Ahmad" userId="36126275-cace-419f-8e9b-04679c4f8ea6" providerId="ADAL" clId="{87BA51E0-D7FB-4692-8E7A-62FF79CEC0F7}" dt="2023-01-11T18:47:19.171" v="243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addSp delSp modSp mod">
        <pc:chgData name="Nádia Genebra Ahmad" userId="36126275-cace-419f-8e9b-04679c4f8ea6" providerId="ADAL" clId="{87BA51E0-D7FB-4692-8E7A-62FF79CEC0F7}" dt="2023-01-11T21:47:57.093" v="516" actId="115"/>
        <pc:sldMkLst>
          <pc:docMk/>
          <pc:sldMk cId="1984871019" sldId="334"/>
        </pc:sldMkLst>
        <pc:spChg chg="add del mod">
          <ac:chgData name="Nádia Genebra Ahmad" userId="36126275-cace-419f-8e9b-04679c4f8ea6" providerId="ADAL" clId="{87BA51E0-D7FB-4692-8E7A-62FF79CEC0F7}" dt="2023-01-11T21:45:16.289" v="510" actId="478"/>
          <ac:spMkLst>
            <pc:docMk/>
            <pc:sldMk cId="1984871019" sldId="334"/>
            <ac:spMk id="2" creationId="{3979D1D3-A775-4EF2-03EE-30AA0C117017}"/>
          </ac:spMkLst>
        </pc:spChg>
        <pc:spChg chg="mod">
          <ac:chgData name="Nádia Genebra Ahmad" userId="36126275-cace-419f-8e9b-04679c4f8ea6" providerId="ADAL" clId="{87BA51E0-D7FB-4692-8E7A-62FF79CEC0F7}" dt="2023-01-11T21:47:57.093" v="516" actId="115"/>
          <ac:spMkLst>
            <pc:docMk/>
            <pc:sldMk cId="1984871019" sldId="334"/>
            <ac:spMk id="7" creationId="{73A208F6-5AB8-A553-3145-F5362921AE62}"/>
          </ac:spMkLst>
        </pc:spChg>
        <pc:graphicFrameChg chg="add del mod modGraphic">
          <ac:chgData name="Nádia Genebra Ahmad" userId="36126275-cace-419f-8e9b-04679c4f8ea6" providerId="ADAL" clId="{87BA51E0-D7FB-4692-8E7A-62FF79CEC0F7}" dt="2023-01-11T21:41:08.849" v="480" actId="478"/>
          <ac:graphicFrameMkLst>
            <pc:docMk/>
            <pc:sldMk cId="1984871019" sldId="334"/>
            <ac:graphicFrameMk id="4" creationId="{68FC084E-6B92-52A2-AA8A-C0EF387C85BF}"/>
          </ac:graphicFrameMkLst>
        </pc:graphicFrameChg>
        <pc:graphicFrameChg chg="mod modGraphic">
          <ac:chgData name="Nádia Genebra Ahmad" userId="36126275-cace-419f-8e9b-04679c4f8ea6" providerId="ADAL" clId="{87BA51E0-D7FB-4692-8E7A-62FF79CEC0F7}" dt="2023-01-11T21:45:08.545" v="509" actId="207"/>
          <ac:graphicFrameMkLst>
            <pc:docMk/>
            <pc:sldMk cId="1984871019" sldId="334"/>
            <ac:graphicFrameMk id="20" creationId="{94EF0D11-64A1-95A7-5896-603B980711CC}"/>
          </ac:graphicFrameMkLst>
        </pc:graphicFrameChg>
      </pc:sldChg>
      <pc:sldChg chg="addSp delSp modSp mod">
        <pc:chgData name="Nádia Genebra Ahmad" userId="36126275-cace-419f-8e9b-04679c4f8ea6" providerId="ADAL" clId="{87BA51E0-D7FB-4692-8E7A-62FF79CEC0F7}" dt="2023-01-11T22:06:13.025" v="705" actId="403"/>
        <pc:sldMkLst>
          <pc:docMk/>
          <pc:sldMk cId="2656608788" sldId="335"/>
        </pc:sldMkLst>
        <pc:spChg chg="add del mod">
          <ac:chgData name="Nádia Genebra Ahmad" userId="36126275-cace-419f-8e9b-04679c4f8ea6" providerId="ADAL" clId="{87BA51E0-D7FB-4692-8E7A-62FF79CEC0F7}" dt="2023-01-11T21:52:46.152" v="542" actId="478"/>
          <ac:spMkLst>
            <pc:docMk/>
            <pc:sldMk cId="2656608788" sldId="335"/>
            <ac:spMk id="7" creationId="{1DF534D1-B6F3-D9E4-97E1-6728B4322BCA}"/>
          </ac:spMkLst>
        </pc:spChg>
        <pc:graphicFrameChg chg="mod modGraphic">
          <ac:chgData name="Nádia Genebra Ahmad" userId="36126275-cace-419f-8e9b-04679c4f8ea6" providerId="ADAL" clId="{87BA51E0-D7FB-4692-8E7A-62FF79CEC0F7}" dt="2023-01-11T22:06:13.025" v="705" actId="403"/>
          <ac:graphicFrameMkLst>
            <pc:docMk/>
            <pc:sldMk cId="2656608788" sldId="335"/>
            <ac:graphicFrameMk id="2" creationId="{909F8BDE-9239-AD09-EF31-CC46E4FB8645}"/>
          </ac:graphicFrameMkLst>
        </pc:graphicFrameChg>
        <pc:graphicFrameChg chg="mod modGraphic">
          <ac:chgData name="Nádia Genebra Ahmad" userId="36126275-cace-419f-8e9b-04679c4f8ea6" providerId="ADAL" clId="{87BA51E0-D7FB-4692-8E7A-62FF79CEC0F7}" dt="2023-01-11T21:52:39.288" v="541" actId="20577"/>
          <ac:graphicFrameMkLst>
            <pc:docMk/>
            <pc:sldMk cId="2656608788" sldId="335"/>
            <ac:graphicFrameMk id="6" creationId="{CAB80F0A-E11B-61FA-EFAD-1E764024BFDF}"/>
          </ac:graphicFrameMkLst>
        </pc:graphicFrameChg>
      </pc:sldChg>
      <pc:sldChg chg="addSp modSp mod">
        <pc:chgData name="Nádia Genebra Ahmad" userId="36126275-cace-419f-8e9b-04679c4f8ea6" providerId="ADAL" clId="{87BA51E0-D7FB-4692-8E7A-62FF79CEC0F7}" dt="2023-01-11T22:06:16.441" v="706" actId="403"/>
        <pc:sldMkLst>
          <pc:docMk/>
          <pc:sldMk cId="4197686812" sldId="337"/>
        </pc:sldMkLst>
        <pc:spChg chg="add mod">
          <ac:chgData name="Nádia Genebra Ahmad" userId="36126275-cace-419f-8e9b-04679c4f8ea6" providerId="ADAL" clId="{87BA51E0-D7FB-4692-8E7A-62FF79CEC0F7}" dt="2023-01-11T18:47:56.985" v="252"/>
          <ac:spMkLst>
            <pc:docMk/>
            <pc:sldMk cId="4197686812" sldId="337"/>
            <ac:spMk id="2" creationId="{EA439761-0121-E077-6F09-0FB3EC8FA064}"/>
          </ac:spMkLst>
        </pc:spChg>
        <pc:graphicFrameChg chg="mod modGraphic">
          <ac:chgData name="Nádia Genebra Ahmad" userId="36126275-cace-419f-8e9b-04679c4f8ea6" providerId="ADAL" clId="{87BA51E0-D7FB-4692-8E7A-62FF79CEC0F7}" dt="2023-01-11T22:06:16.441" v="706" actId="403"/>
          <ac:graphicFrameMkLst>
            <pc:docMk/>
            <pc:sldMk cId="4197686812" sldId="337"/>
            <ac:graphicFrameMk id="14" creationId="{00000000-0000-0000-0000-000000000000}"/>
          </ac:graphicFrameMkLst>
        </pc:graphicFrameChg>
      </pc:sldChg>
      <pc:sldChg chg="addSp delSp modSp mod">
        <pc:chgData name="Nádia Genebra Ahmad" userId="36126275-cace-419f-8e9b-04679c4f8ea6" providerId="ADAL" clId="{87BA51E0-D7FB-4692-8E7A-62FF79CEC0F7}" dt="2023-01-11T18:53:53.035" v="361" actId="13926"/>
        <pc:sldMkLst>
          <pc:docMk/>
          <pc:sldMk cId="1865004159" sldId="338"/>
        </pc:sldMkLst>
        <pc:spChg chg="add mod">
          <ac:chgData name="Nádia Genebra Ahmad" userId="36126275-cace-419f-8e9b-04679c4f8ea6" providerId="ADAL" clId="{87BA51E0-D7FB-4692-8E7A-62FF79CEC0F7}" dt="2023-01-11T18:53:53.035" v="361" actId="13926"/>
          <ac:spMkLst>
            <pc:docMk/>
            <pc:sldMk cId="1865004159" sldId="338"/>
            <ac:spMk id="2" creationId="{9723272F-AB10-3043-8618-31B79F0169DB}"/>
          </ac:spMkLst>
        </pc:spChg>
        <pc:spChg chg="add del mod">
          <ac:chgData name="Nádia Genebra Ahmad" userId="36126275-cace-419f-8e9b-04679c4f8ea6" providerId="ADAL" clId="{87BA51E0-D7FB-4692-8E7A-62FF79CEC0F7}" dt="2023-01-09T20:33:59.959" v="75" actId="478"/>
          <ac:spMkLst>
            <pc:docMk/>
            <pc:sldMk cId="1865004159" sldId="338"/>
            <ac:spMk id="2" creationId="{FA1296E7-86B6-D0A6-EFE4-0B18A3374E74}"/>
          </ac:spMkLst>
        </pc:spChg>
        <pc:spChg chg="mod">
          <ac:chgData name="Nádia Genebra Ahmad" userId="36126275-cace-419f-8e9b-04679c4f8ea6" providerId="ADAL" clId="{87BA51E0-D7FB-4692-8E7A-62FF79CEC0F7}" dt="2023-01-11T18:48:06.890" v="266" actId="20577"/>
          <ac:spMkLst>
            <pc:docMk/>
            <pc:sldMk cId="1865004159" sldId="338"/>
            <ac:spMk id="12" creationId="{00000000-0000-0000-0000-000000000000}"/>
          </ac:spMkLst>
        </pc:spChg>
        <pc:graphicFrameChg chg="add del mod">
          <ac:chgData name="Nádia Genebra Ahmad" userId="36126275-cace-419f-8e9b-04679c4f8ea6" providerId="ADAL" clId="{87BA51E0-D7FB-4692-8E7A-62FF79CEC0F7}" dt="2023-01-11T18:52:58.787" v="343" actId="478"/>
          <ac:graphicFrameMkLst>
            <pc:docMk/>
            <pc:sldMk cId="1865004159" sldId="338"/>
            <ac:graphicFrameMk id="4" creationId="{1C38EB2C-503F-AD26-0914-00DA00B81BA7}"/>
          </ac:graphicFrameMkLst>
        </pc:graphicFrameChg>
        <pc:graphicFrameChg chg="mod modGraphic">
          <ac:chgData name="Nádia Genebra Ahmad" userId="36126275-cace-419f-8e9b-04679c4f8ea6" providerId="ADAL" clId="{87BA51E0-D7FB-4692-8E7A-62FF79CEC0F7}" dt="2023-01-11T18:53:32.617" v="349" actId="13926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addSp delSp modSp add mod">
        <pc:chgData name="Nádia Genebra Ahmad" userId="36126275-cace-419f-8e9b-04679c4f8ea6" providerId="ADAL" clId="{87BA51E0-D7FB-4692-8E7A-62FF79CEC0F7}" dt="2023-01-11T22:16:05.669" v="799" actId="2062"/>
        <pc:sldMkLst>
          <pc:docMk/>
          <pc:sldMk cId="2931368953" sldId="339"/>
        </pc:sldMkLst>
        <pc:spChg chg="del mod">
          <ac:chgData name="Nádia Genebra Ahmad" userId="36126275-cace-419f-8e9b-04679c4f8ea6" providerId="ADAL" clId="{87BA51E0-D7FB-4692-8E7A-62FF79CEC0F7}" dt="2023-01-11T21:53:17.396" v="544" actId="478"/>
          <ac:spMkLst>
            <pc:docMk/>
            <pc:sldMk cId="2931368953" sldId="339"/>
            <ac:spMk id="2" creationId="{EA439761-0121-E077-6F09-0FB3EC8FA064}"/>
          </ac:spMkLst>
        </pc:spChg>
        <pc:spChg chg="mod">
          <ac:chgData name="Nádia Genebra Ahmad" userId="36126275-cace-419f-8e9b-04679c4f8ea6" providerId="ADAL" clId="{87BA51E0-D7FB-4692-8E7A-62FF79CEC0F7}" dt="2023-01-11T22:09:36.625" v="786" actId="1035"/>
          <ac:spMkLst>
            <pc:docMk/>
            <pc:sldMk cId="2931368953" sldId="339"/>
            <ac:spMk id="13" creationId="{00000000-0000-0000-0000-000000000000}"/>
          </ac:spMkLst>
        </pc:spChg>
        <pc:spChg chg="mod">
          <ac:chgData name="Nádia Genebra Ahmad" userId="36126275-cace-419f-8e9b-04679c4f8ea6" providerId="ADAL" clId="{87BA51E0-D7FB-4692-8E7A-62FF79CEC0F7}" dt="2023-01-11T21:28:17.259" v="462" actId="20577"/>
          <ac:spMkLst>
            <pc:docMk/>
            <pc:sldMk cId="2931368953" sldId="339"/>
            <ac:spMk id="15" creationId="{00000000-0000-0000-0000-000000000000}"/>
          </ac:spMkLst>
        </pc:spChg>
        <pc:graphicFrameChg chg="add mod modGraphic">
          <ac:chgData name="Nádia Genebra Ahmad" userId="36126275-cace-419f-8e9b-04679c4f8ea6" providerId="ADAL" clId="{87BA51E0-D7FB-4692-8E7A-62FF79CEC0F7}" dt="2023-01-11T22:16:05.669" v="799" actId="2062"/>
          <ac:graphicFrameMkLst>
            <pc:docMk/>
            <pc:sldMk cId="2931368953" sldId="339"/>
            <ac:graphicFrameMk id="4" creationId="{1D5AD34C-9F22-0F96-ADAD-0463A560240D}"/>
          </ac:graphicFrameMkLst>
        </pc:graphicFrameChg>
        <pc:graphicFrameChg chg="del">
          <ac:chgData name="Nádia Genebra Ahmad" userId="36126275-cace-419f-8e9b-04679c4f8ea6" providerId="ADAL" clId="{87BA51E0-D7FB-4692-8E7A-62FF79CEC0F7}" dt="2023-01-11T21:28:34.403" v="463" actId="478"/>
          <ac:graphicFrameMkLst>
            <pc:docMk/>
            <pc:sldMk cId="2931368953" sldId="339"/>
            <ac:graphicFrameMk id="14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260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056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978106"/>
              </p:ext>
            </p:extLst>
          </p:nvPr>
        </p:nvGraphicFramePr>
        <p:xfrm>
          <a:off x="722242" y="2202181"/>
          <a:ext cx="9936403" cy="3910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720924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720924">
                  <a:extLst>
                    <a:ext uri="{9D8B030D-6E8A-4147-A177-3AD203B41FA5}">
                      <a16:colId xmlns:a16="http://schemas.microsoft.com/office/drawing/2014/main" val="2557658172"/>
                    </a:ext>
                  </a:extLst>
                </a:gridCol>
                <a:gridCol w="1081385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1081385">
                  <a:extLst>
                    <a:ext uri="{9D8B030D-6E8A-4147-A177-3AD203B41FA5}">
                      <a16:colId xmlns:a16="http://schemas.microsoft.com/office/drawing/2014/main" val="7885739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i="1" u="none" strike="noStrike" dirty="0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 dirty="0">
                          <a:effectLst/>
                          <a:latin typeface="+mj-lt"/>
                        </a:rPr>
                        <a:t>).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1 295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(+ 0)</a:t>
                      </a:r>
                      <a:r>
                        <a:rPr lang="pt-PT" sz="950" b="0" i="0" u="none" strike="noStrike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659 274 841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*36 617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(- 31 582)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3 225 480 935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(- 789 660 823)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95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59 103 625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(- 49 500)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- 54 164 535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(- 54 164 535)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(+104)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- 362 791 463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(- 362 791 463)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3 409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(+ 3 409)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1 380 426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(+ 1 380 426)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95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95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 (+ 21)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2 493 179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(+ 2 493 179)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/>
              <a:t>Os temas abaixo identificados, representam alterações que foram realizadas no modelo face à situação que existe atualmente e cuja sua alteração têm impacto nos resultados:</a:t>
            </a:r>
            <a:endParaRPr lang="en-US" sz="11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780534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1</a:t>
            </a:r>
            <a:r>
              <a:rPr lang="pt-BR" sz="800" dirty="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2. </a:t>
            </a:r>
            <a:r>
              <a:rPr kumimoji="0" lang="pt-B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Os valores entre parêntesis, representam o aumento</a:t>
            </a:r>
            <a:r>
              <a:rPr kumimoji="0" lang="pt-BR" altLang="en-US" sz="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ou diminuição do número de responsabilidade/processo ou montante de avaliação, face ao follow-up passado.</a:t>
            </a: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CC497-F543-2A37-9F0F-0F45773090FC}"/>
              </a:ext>
            </a:extLst>
          </p:cNvPr>
          <p:cNvSpPr/>
          <p:nvPr/>
        </p:nvSpPr>
        <p:spPr>
          <a:xfrm>
            <a:off x="9997440" y="1412240"/>
            <a:ext cx="2082800" cy="1391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Mudar todos os valores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D183F-0FF2-EDA2-1162-928FA7880D1E}"/>
              </a:ext>
            </a:extLst>
          </p:cNvPr>
          <p:cNvSpPr/>
          <p:nvPr/>
        </p:nvSpPr>
        <p:spPr>
          <a:xfrm>
            <a:off x="9997440" y="2934208"/>
            <a:ext cx="2082800" cy="1391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LCM: Retirar variações?</a:t>
            </a:r>
          </a:p>
        </p:txBody>
      </p:sp>
    </p:spTree>
    <p:extLst>
      <p:ext uri="{BB962C8B-B14F-4D97-AF65-F5344CB8AC3E}">
        <p14:creationId xmlns:p14="http://schemas.microsoft.com/office/powerpoint/2010/main" val="25118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803863"/>
              </p:ext>
            </p:extLst>
          </p:nvPr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(1)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(2)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∆ 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(2-1)</a:t>
                      </a:r>
                      <a:r>
                        <a:rPr lang="pt-PT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en-US" sz="1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1 008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78 435 758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6 468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945 762 685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5 460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867 326 927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425 035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34 997 179 494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372 313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22 969 651 445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-52 722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-12 027 528 050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8 953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1 229 973 638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8 899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760 497 074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-54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-469 476 564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1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373 867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58 495 118 376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385 882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57 721 688 944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12 015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-773 429 432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38 759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1 709 236 992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32 534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161 395 126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-6 225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-1 547 841 866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5 374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1 580 125 926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4 889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1 498 994 348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-485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-81 131 578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</a:rPr>
                        <a:t>852 996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</a:rPr>
                        <a:t>98 090 070 185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810 985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84 057 989 622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-42 011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-14 032 080 562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/>
              <a:t>Comparação de universo e montantes de avaliações (dados de dezembro 2022):</a:t>
            </a:r>
            <a:endParaRPr lang="en-US" sz="1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23272F-AB10-3043-8618-31B79F0169DB}"/>
              </a:ext>
            </a:extLst>
          </p:cNvPr>
          <p:cNvSpPr/>
          <p:nvPr/>
        </p:nvSpPr>
        <p:spPr>
          <a:xfrm>
            <a:off x="10830560" y="2376080"/>
            <a:ext cx="2082800" cy="1391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Mudar valores a </a:t>
            </a:r>
            <a:r>
              <a:rPr lang="pt-PT" dirty="0">
                <a:highlight>
                  <a:srgbClr val="FFFF00"/>
                </a:highlight>
              </a:rPr>
              <a:t>amarelo</a:t>
            </a:r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259577"/>
              </p:ext>
            </p:extLst>
          </p:nvPr>
        </p:nvGraphicFramePr>
        <p:xfrm>
          <a:off x="722243" y="1992456"/>
          <a:ext cx="9966866" cy="2281556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34 521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719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2 290 892 432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2 290 892 432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327 656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24 067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20 983 896 879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28 935 000 664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-7 951 103 785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362 177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24 786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23 274 789 311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31 225 893 096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-7 951 103 785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10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8 781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-4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569 335 996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127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12 869 710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1 228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136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152 499 250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10 136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-2 362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734 704 956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36 617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-31 582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3 225 480 935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2 826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-22 773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202 639 730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33 044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31 740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1 439 047 408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72 487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-28 349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4 867 168 072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C83076-FD10-5B47-97E3-F24B175F2185}"/>
              </a:ext>
            </a:extLst>
          </p:cNvPr>
          <p:cNvSpPr/>
          <p:nvPr/>
        </p:nvSpPr>
        <p:spPr>
          <a:xfrm>
            <a:off x="9997440" y="1412240"/>
            <a:ext cx="2082800" cy="1391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Mudar valores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DA9849-3868-2EB0-DA54-305AB8155BDB}"/>
              </a:ext>
            </a:extLst>
          </p:cNvPr>
          <p:cNvSpPr/>
          <p:nvPr/>
        </p:nvSpPr>
        <p:spPr>
          <a:xfrm>
            <a:off x="9997440" y="2934208"/>
            <a:ext cx="2082800" cy="1391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LCM: Manter </a:t>
            </a:r>
            <a:r>
              <a:rPr lang="pt-PT" dirty="0"/>
              <a:t>coluna follow-up?</a:t>
            </a:r>
          </a:p>
        </p:txBody>
      </p:sp>
    </p:spTree>
    <p:extLst>
      <p:ext uri="{BB962C8B-B14F-4D97-AF65-F5344CB8AC3E}">
        <p14:creationId xmlns:p14="http://schemas.microsoft.com/office/powerpoint/2010/main" val="36673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086417"/>
              </p:ext>
            </p:extLst>
          </p:nvPr>
        </p:nvGraphicFramePr>
        <p:xfrm>
          <a:off x="722243" y="1992456"/>
          <a:ext cx="9966866" cy="2434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5 206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417 630 421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417 630 421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3 465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3 465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323 854 725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319 981 121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3 873 604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1400229,88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1397813,61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2416,27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186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-3 501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16923174,2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13915883,42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3007290,78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8 858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-4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759 808 551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752 925 239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6 883 311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377 663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310 860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41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688 523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388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</a:rPr>
                        <a:t>476 975 412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48 613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24 373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402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>
                          <a:effectLst/>
                        </a:rPr>
                        <a:t>0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477 048 398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ED6CB-870F-C2D2-E7BB-CCB3E8E32D01}"/>
              </a:ext>
            </a:extLst>
          </p:cNvPr>
          <p:cNvSpPr/>
          <p:nvPr/>
        </p:nvSpPr>
        <p:spPr>
          <a:xfrm>
            <a:off x="9997440" y="1412240"/>
            <a:ext cx="2082800" cy="1391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Mudar valores</a:t>
            </a:r>
          </a:p>
        </p:txBody>
      </p:sp>
    </p:spTree>
    <p:extLst>
      <p:ext uri="{BB962C8B-B14F-4D97-AF65-F5344CB8AC3E}">
        <p14:creationId xmlns:p14="http://schemas.microsoft.com/office/powerpoint/2010/main" val="396031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482291"/>
              </p:ext>
            </p:extLst>
          </p:nvPr>
        </p:nvGraphicFramePr>
        <p:xfrm>
          <a:off x="722243" y="1992456"/>
          <a:ext cx="9966866" cy="2254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205 667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40 565 773 113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40 565 773 113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290 735 185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731 077 726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-440 342 541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93 016 157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54 031 550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38 984 607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179 971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-2 237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16 771 513 933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16 761 614 868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9 899 066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385 778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-2 207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57 721 038 388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58 112 497 257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-391 458 868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2) </a:t>
                      </a:r>
                      <a:r>
                        <a:rPr lang="en-US" sz="105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5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650 556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650 556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650 556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650 556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1 185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253 266 552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-253 266 552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93 193 964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-93 193 964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36 160 605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-36 160 605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1 427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78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382 621 120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-382 621 120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independentemente da origem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 </a:t>
            </a:r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487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572516"/>
              </p:ext>
            </p:extLst>
          </p:nvPr>
        </p:nvGraphicFramePr>
        <p:xfrm>
          <a:off x="722243" y="1992456"/>
          <a:ext cx="9966866" cy="1354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4 872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1 496 365 853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1 496 365 853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2 628 496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975 300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4 889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1 498 994 348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1 497 341 153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68 169 352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-68 169 352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14 615 421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-14 615 421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985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82 784 774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-82 784 774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492670"/>
              </p:ext>
            </p:extLst>
          </p:nvPr>
        </p:nvGraphicFramePr>
        <p:xfrm>
          <a:off x="722243" y="4370854"/>
          <a:ext cx="9966866" cy="1570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10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-1 103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-1 103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66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Imparidade</a:t>
            </a:r>
            <a:r>
              <a:rPr lang="pt-PT" sz="1000" b="1" baseline="30000" dirty="0">
                <a:solidFill>
                  <a:schemeClr val="tx1"/>
                </a:solidFill>
              </a:rPr>
              <a:t>1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649249"/>
              </p:ext>
            </p:extLst>
          </p:nvPr>
        </p:nvGraphicFramePr>
        <p:xfrm>
          <a:off x="722243" y="1992456"/>
          <a:ext cx="9376230" cy="226194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564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1291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- Novo Modelo de garantias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Provisão -</a:t>
                      </a:r>
                    </a:p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BIYR9500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Diferenças</a:t>
                      </a: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1) </a:t>
                      </a:r>
                      <a:r>
                        <a:rPr lang="pt-PT" sz="1000" b="1" u="none" strike="noStrike" dirty="0">
                          <a:effectLst/>
                        </a:rPr>
                        <a:t>Universo sem diferenças de Imparidade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Sem Garantia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1 387 569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223 975 021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223 975 021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Colaterais descartados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234 834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522 880 602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522 880 602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Colaterais elegiveis - Sem Diferenças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199 987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128 643 466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128 643 466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810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</a:rPr>
                        <a:t>Colaterais elegiveis - Com Diferenças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920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172 621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91 833 881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91 833 881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</a:rPr>
                        <a:t>Total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1 995 011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967 332 969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967 332 969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pt-PT" sz="1000" b="1" u="none" strike="noStrike" dirty="0">
                          <a:effectLst/>
                        </a:rPr>
                        <a:t>Universo com diferenças de Imparidade</a:t>
                      </a:r>
                      <a:endParaRPr lang="en-US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1 659</a:t>
                      </a:r>
                      <a:endParaRPr lang="pt-PT" sz="9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2 861 059</a:t>
                      </a:r>
                      <a:endParaRPr lang="pt-PT" sz="9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3 045 287</a:t>
                      </a:r>
                      <a:endParaRPr lang="pt-PT" sz="9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-184 227</a:t>
                      </a:r>
                      <a:endParaRPr lang="pt-PT" sz="900" b="0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9 194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22 358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-13 164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73489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395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883 608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862 826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20 782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2 089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2 471 659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2 362 074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109 585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</a:rPr>
                        <a:t>Impactos não relacionados com garantias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</a:rPr>
                        <a:t>98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25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</a:rPr>
                        <a:t>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679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4 160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6 225 618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6 292 569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</a:rPr>
                        <a:t>-66 951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128" marR="6128" marT="612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56829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Análise com base na execução do dia 20 </a:t>
            </a:r>
            <a:r>
              <a:rPr lang="pt-BR" sz="800"/>
              <a:t>de dezembro, </a:t>
            </a:r>
            <a:r>
              <a:rPr lang="pt-BR" sz="800" dirty="0"/>
              <a:t>referente à informação de garantias e contratos </a:t>
            </a:r>
            <a:r>
              <a:rPr lang="pt-BR" sz="800"/>
              <a:t>de setembro</a:t>
            </a:r>
            <a:r>
              <a:rPr lang="pt-BR" sz="800" dirty="0"/>
              <a:t>. </a:t>
            </a:r>
            <a:endParaRPr lang="pt-BR" sz="8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439761-0121-E077-6F09-0FB3EC8FA064}"/>
              </a:ext>
            </a:extLst>
          </p:cNvPr>
          <p:cNvSpPr/>
          <p:nvPr/>
        </p:nvSpPr>
        <p:spPr>
          <a:xfrm>
            <a:off x="9997440" y="1412240"/>
            <a:ext cx="2082800" cy="1391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Mudar valores</a:t>
            </a:r>
          </a:p>
        </p:txBody>
      </p:sp>
    </p:spTree>
    <p:extLst>
      <p:ext uri="{BB962C8B-B14F-4D97-AF65-F5344CB8AC3E}">
        <p14:creationId xmlns:p14="http://schemas.microsoft.com/office/powerpoint/2010/main" val="4197686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Capital</a:t>
            </a:r>
            <a:r>
              <a:rPr lang="pt-PT" sz="1000" b="1" baseline="30000" dirty="0">
                <a:solidFill>
                  <a:schemeClr val="tx1"/>
                </a:solidFill>
              </a:rPr>
              <a:t>1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5981029"/>
            <a:ext cx="5798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pt-BR" sz="800" dirty="0"/>
              <a:t>Análise com base na execução do dia 17 de novembro, referente à informação de garantias e contratos de setembro.</a:t>
            </a:r>
          </a:p>
          <a:p>
            <a:pPr marL="228600" indent="-228600">
              <a:buAutoNum type="arabicPeriod"/>
            </a:pPr>
            <a:r>
              <a:rPr lang="pt-PT" sz="800" dirty="0"/>
              <a:t>Universo definido com base na combinação entre o método de cálculo de capital, segmento e contrato BDR.</a:t>
            </a:r>
            <a:r>
              <a:rPr lang="pt-BR" sz="800" dirty="0"/>
              <a:t> </a:t>
            </a:r>
          </a:p>
          <a:p>
            <a:pPr marL="228600" indent="-228600">
              <a:buAutoNum type="arabicPeriod"/>
            </a:pPr>
            <a:r>
              <a:rPr lang="pt-PT" sz="800" dirty="0"/>
              <a:t>BDR1 resulta do processo atual do BIYR9500.</a:t>
            </a:r>
          </a:p>
          <a:p>
            <a:pPr marL="228600" indent="-228600">
              <a:buAutoNum type="arabicPeriod"/>
            </a:pPr>
            <a:r>
              <a:rPr lang="pt-PT" sz="800" dirty="0"/>
              <a:t>BDR2 resulta do processo utilizando o Novo Modelo de Garantias.</a:t>
            </a:r>
            <a:endParaRPr lang="pt-BR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060616"/>
              </p:ext>
            </p:extLst>
          </p:nvPr>
        </p:nvGraphicFramePr>
        <p:xfrm>
          <a:off x="722244" y="1995488"/>
          <a:ext cx="10044976" cy="3923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816320">
                  <a:extLst>
                    <a:ext uri="{9D8B030D-6E8A-4147-A177-3AD203B41FA5}">
                      <a16:colId xmlns:a16="http://schemas.microsoft.com/office/drawing/2014/main" val="1285549034"/>
                    </a:ext>
                  </a:extLst>
                </a:gridCol>
                <a:gridCol w="2556000">
                  <a:extLst>
                    <a:ext uri="{9D8B030D-6E8A-4147-A177-3AD203B41FA5}">
                      <a16:colId xmlns:a16="http://schemas.microsoft.com/office/drawing/2014/main" val="2840638076"/>
                    </a:ext>
                  </a:extLst>
                </a:gridCol>
                <a:gridCol w="806358">
                  <a:extLst>
                    <a:ext uri="{9D8B030D-6E8A-4147-A177-3AD203B41FA5}">
                      <a16:colId xmlns:a16="http://schemas.microsoft.com/office/drawing/2014/main" val="1156208378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Universo</a:t>
                      </a:r>
                      <a:r>
                        <a:rPr lang="pt-PT" sz="1000" b="1" u="none" strike="noStrike" baseline="300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Casuistica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4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Comum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resolução - requisitos definidos e planificados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235 797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4 002 146 696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2 362 944 594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1 639 202 102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16 895 036 943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16 895 036 943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6618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inerentes a garantias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1 144 038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3 378 025 079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3 176 950 409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201 074 670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7 043 720 668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7 036 372 923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7 347 744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4741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significativos (threshold = 1)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186 165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1 138 476 198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1 138 471 598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4 600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3 062 244 401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3 062 244 400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58127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108 745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3 087 973 270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2 295 486 345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792 486 925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6 739 882 496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6 700 677 270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39 205 226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2201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2 410 473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-2 410 473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428 521 704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-428 521 704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403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289 851 034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289 851 034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442 383 914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442 383 914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9846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11 896 472 277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8 976 263 419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2 920 208 858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34 183 268 421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34 122 853 240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60 415 181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 fontAlgn="ctr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10675"/>
                  </a:ext>
                </a:extLst>
              </a:tr>
              <a:tr h="1800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Comum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inerentes a garantias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5 810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1 148 028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44 276 451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-43 128 423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13 508 902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40 688 729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-27 179 827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78885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significativos (threshold = 1)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137 383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554 750 800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554 750 801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-1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18 144 128 274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18 144 128 257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73346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11 367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30 415 901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45 890 830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-15 474 929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673 407 208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605 552 745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67 854 462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583717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Diferenças de Reconciliação (Cont/Cargabal)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9 968 040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-9 968 040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320 745 104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-320 745 104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5979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59 102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1 103 370 931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-1 103 370 931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3 367 772 451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-3 367 772 451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9298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Diferenças de Reconciliação (Cont/Cargabal)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5 502 659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5 502 659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5 451 281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5 451 281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02816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66 062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2 242 965 790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2 242 965 790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3 700 100 977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3 700 100 977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554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2 834 783 179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1 758 257 053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1 076 526 126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22 536 596 641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22 478 887 287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57 709 354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355479"/>
                  </a:ext>
                </a:extLst>
              </a:tr>
              <a:tr h="1800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 Global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14 731 255 457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10 734 520 473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3 996 734 984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56 719 865 061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56 601 740 527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118 124 534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36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4" ma:contentTypeDescription="Create a new document." ma:contentTypeScope="" ma:versionID="79e67366f4f833e6ed256f1754db7724">
  <xsd:schema xmlns:xsd="http://www.w3.org/2001/XMLSchema" xmlns:xs="http://www.w3.org/2001/XMLSchema" xmlns:p="http://schemas.microsoft.com/office/2006/metadata/properties" xmlns:ns2="a9b50dc7-8f72-473c-8b7e-4a8c46ecad32" xmlns:ns3="7b1ec8e5-5652-48eb-8550-a56a35f5f817" targetNamespace="http://schemas.microsoft.com/office/2006/metadata/properties" ma:root="true" ma:fieldsID="a2dfa4586165189752f7d91e1cf323ff" ns2:_="" ns3:_=""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eef631-8f1e-4c1a-be60-1d5dcae54e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15C501F-B4DA-4AFC-BCB8-78CEEE0F1E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b50dc7-8f72-473c-8b7e-4a8c46ecad32"/>
    <ds:schemaRef ds:uri="7b1ec8e5-5652-48eb-8550-a56a35f5f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2769E67-B70E-475C-8E4E-BE75D3859B84}"/>
</file>

<file path=docProps/app.xml><?xml version="1.0" encoding="utf-8"?>
<Properties xmlns="http://schemas.openxmlformats.org/officeDocument/2006/extended-properties" xmlns:vt="http://schemas.openxmlformats.org/officeDocument/2006/docPropsVTypes">
  <TotalTime>4102</TotalTime>
  <Words>2613</Words>
  <Application>Microsoft Office PowerPoint</Application>
  <PresentationFormat>Custom</PresentationFormat>
  <Paragraphs>752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Tema de Office</vt:lpstr>
      <vt:lpstr>1_Tema de Office</vt:lpstr>
      <vt:lpstr>3.3</vt:lpstr>
      <vt:lpstr>3.3</vt:lpstr>
      <vt:lpstr>3.3</vt:lpstr>
      <vt:lpstr>3.3</vt:lpstr>
      <vt:lpstr>3.3</vt:lpstr>
      <vt:lpstr>3.3</vt:lpstr>
      <vt:lpstr>3.3</vt:lpstr>
      <vt:lpstr>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167</cp:revision>
  <dcterms:created xsi:type="dcterms:W3CDTF">2018-03-19T11:10:43Z</dcterms:created>
  <dcterms:modified xsi:type="dcterms:W3CDTF">2023-01-11T22:25:31Z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2023-01-09T20:33:50Z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252cb5ac-9ba1-4de5-9e2c-f0eacb757eec</vt:lpwstr>
  </property>
  <property fmtid="{D5CDD505-2E9C-101B-9397-08002B2CF9AE}" pid="10" name="MSIP_Label_3c41c091-3cbc-4dba-8b59-ce62f19500db_ContentBits">
    <vt:lpwstr>1</vt:lpwstr>
  </property>
</Properties>
</file>