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</p:sldMasterIdLst>
  <p:notesMasterIdLst>
    <p:notesMasterId r:id="rId7"/>
  </p:notesMasterIdLst>
  <p:handoutMasterIdLst>
    <p:handoutMasterId r:id="rId8"/>
  </p:handoutMasterIdLst>
  <p:sldIdLst>
    <p:sldId id="373" r:id="rId6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D9D9"/>
    <a:srgbClr val="FF7575"/>
    <a:srgbClr val="3B3838"/>
    <a:srgbClr val="9ECFDE"/>
    <a:srgbClr val="7F7F7F"/>
    <a:srgbClr val="D9D9D9"/>
    <a:srgbClr val="13868C"/>
    <a:srgbClr val="EB0000"/>
    <a:srgbClr val="DEED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C55A3F-F67F-4077-8064-2D789CEAE8D6}" v="4" dt="2023-04-03T07:24:28.8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86" y="-797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ádia Genebra Ahmad" userId="36126275-cace-419f-8e9b-04679c4f8ea6" providerId="ADAL" clId="{F8C55A3F-F67F-4077-8064-2D789CEAE8D6}"/>
    <pc:docChg chg="undo custSel delSld modSld delMainMaster">
      <pc:chgData name="Nádia Genebra Ahmad" userId="36126275-cace-419f-8e9b-04679c4f8ea6" providerId="ADAL" clId="{F8C55A3F-F67F-4077-8064-2D789CEAE8D6}" dt="2023-04-03T07:25:28.894" v="470" actId="208"/>
      <pc:docMkLst>
        <pc:docMk/>
      </pc:docMkLst>
      <pc:sldChg chg="del">
        <pc:chgData name="Nádia Genebra Ahmad" userId="36126275-cace-419f-8e9b-04679c4f8ea6" providerId="ADAL" clId="{F8C55A3F-F67F-4077-8064-2D789CEAE8D6}" dt="2023-03-31T18:19:33.209" v="0" actId="47"/>
        <pc:sldMkLst>
          <pc:docMk/>
          <pc:sldMk cId="1125657622" sldId="256"/>
        </pc:sldMkLst>
      </pc:sldChg>
      <pc:sldChg chg="del">
        <pc:chgData name="Nádia Genebra Ahmad" userId="36126275-cace-419f-8e9b-04679c4f8ea6" providerId="ADAL" clId="{F8C55A3F-F67F-4077-8064-2D789CEAE8D6}" dt="2023-03-31T18:19:36.486" v="1" actId="47"/>
        <pc:sldMkLst>
          <pc:docMk/>
          <pc:sldMk cId="1005498502" sldId="267"/>
        </pc:sldMkLst>
      </pc:sldChg>
      <pc:sldChg chg="del">
        <pc:chgData name="Nádia Genebra Ahmad" userId="36126275-cace-419f-8e9b-04679c4f8ea6" providerId="ADAL" clId="{F8C55A3F-F67F-4077-8064-2D789CEAE8D6}" dt="2023-03-31T18:19:33.209" v="0" actId="47"/>
        <pc:sldMkLst>
          <pc:docMk/>
          <pc:sldMk cId="4215426283" sldId="306"/>
        </pc:sldMkLst>
      </pc:sldChg>
      <pc:sldChg chg="del">
        <pc:chgData name="Nádia Genebra Ahmad" userId="36126275-cace-419f-8e9b-04679c4f8ea6" providerId="ADAL" clId="{F8C55A3F-F67F-4077-8064-2D789CEAE8D6}" dt="2023-03-31T18:19:36.486" v="1" actId="47"/>
        <pc:sldMkLst>
          <pc:docMk/>
          <pc:sldMk cId="3757026652" sldId="324"/>
        </pc:sldMkLst>
      </pc:sldChg>
      <pc:sldChg chg="del">
        <pc:chgData name="Nádia Genebra Ahmad" userId="36126275-cace-419f-8e9b-04679c4f8ea6" providerId="ADAL" clId="{F8C55A3F-F67F-4077-8064-2D789CEAE8D6}" dt="2023-03-31T18:19:36.486" v="1" actId="47"/>
        <pc:sldMkLst>
          <pc:docMk/>
          <pc:sldMk cId="136012540" sldId="325"/>
        </pc:sldMkLst>
      </pc:sldChg>
      <pc:sldChg chg="del">
        <pc:chgData name="Nádia Genebra Ahmad" userId="36126275-cace-419f-8e9b-04679c4f8ea6" providerId="ADAL" clId="{F8C55A3F-F67F-4077-8064-2D789CEAE8D6}" dt="2023-03-31T18:19:36.486" v="1" actId="47"/>
        <pc:sldMkLst>
          <pc:docMk/>
          <pc:sldMk cId="1184307580" sldId="326"/>
        </pc:sldMkLst>
      </pc:sldChg>
      <pc:sldChg chg="del">
        <pc:chgData name="Nádia Genebra Ahmad" userId="36126275-cace-419f-8e9b-04679c4f8ea6" providerId="ADAL" clId="{F8C55A3F-F67F-4077-8064-2D789CEAE8D6}" dt="2023-03-31T18:19:36.486" v="1" actId="47"/>
        <pc:sldMkLst>
          <pc:docMk/>
          <pc:sldMk cId="326973016" sldId="330"/>
        </pc:sldMkLst>
      </pc:sldChg>
      <pc:sldChg chg="del">
        <pc:chgData name="Nádia Genebra Ahmad" userId="36126275-cace-419f-8e9b-04679c4f8ea6" providerId="ADAL" clId="{F8C55A3F-F67F-4077-8064-2D789CEAE8D6}" dt="2023-03-31T18:19:33.209" v="0" actId="47"/>
        <pc:sldMkLst>
          <pc:docMk/>
          <pc:sldMk cId="1865004159" sldId="338"/>
        </pc:sldMkLst>
      </pc:sldChg>
      <pc:sldChg chg="del">
        <pc:chgData name="Nádia Genebra Ahmad" userId="36126275-cace-419f-8e9b-04679c4f8ea6" providerId="ADAL" clId="{F8C55A3F-F67F-4077-8064-2D789CEAE8D6}" dt="2023-03-31T18:19:36.486" v="1" actId="47"/>
        <pc:sldMkLst>
          <pc:docMk/>
          <pc:sldMk cId="152537382" sldId="348"/>
        </pc:sldMkLst>
      </pc:sldChg>
      <pc:sldChg chg="del">
        <pc:chgData name="Nádia Genebra Ahmad" userId="36126275-cace-419f-8e9b-04679c4f8ea6" providerId="ADAL" clId="{F8C55A3F-F67F-4077-8064-2D789CEAE8D6}" dt="2023-03-31T18:19:36.486" v="1" actId="47"/>
        <pc:sldMkLst>
          <pc:docMk/>
          <pc:sldMk cId="3371953063" sldId="349"/>
        </pc:sldMkLst>
      </pc:sldChg>
      <pc:sldChg chg="del">
        <pc:chgData name="Nádia Genebra Ahmad" userId="36126275-cace-419f-8e9b-04679c4f8ea6" providerId="ADAL" clId="{F8C55A3F-F67F-4077-8064-2D789CEAE8D6}" dt="2023-03-31T18:19:33.209" v="0" actId="47"/>
        <pc:sldMkLst>
          <pc:docMk/>
          <pc:sldMk cId="3811271935" sldId="350"/>
        </pc:sldMkLst>
      </pc:sldChg>
      <pc:sldChg chg="del">
        <pc:chgData name="Nádia Genebra Ahmad" userId="36126275-cace-419f-8e9b-04679c4f8ea6" providerId="ADAL" clId="{F8C55A3F-F67F-4077-8064-2D789CEAE8D6}" dt="2023-03-31T18:19:36.486" v="1" actId="47"/>
        <pc:sldMkLst>
          <pc:docMk/>
          <pc:sldMk cId="2088130186" sldId="358"/>
        </pc:sldMkLst>
      </pc:sldChg>
      <pc:sldChg chg="del">
        <pc:chgData name="Nádia Genebra Ahmad" userId="36126275-cace-419f-8e9b-04679c4f8ea6" providerId="ADAL" clId="{F8C55A3F-F67F-4077-8064-2D789CEAE8D6}" dt="2023-03-31T18:19:36.486" v="1" actId="47"/>
        <pc:sldMkLst>
          <pc:docMk/>
          <pc:sldMk cId="2941407195" sldId="359"/>
        </pc:sldMkLst>
      </pc:sldChg>
      <pc:sldChg chg="del">
        <pc:chgData name="Nádia Genebra Ahmad" userId="36126275-cace-419f-8e9b-04679c4f8ea6" providerId="ADAL" clId="{F8C55A3F-F67F-4077-8064-2D789CEAE8D6}" dt="2023-03-31T18:19:36.486" v="1" actId="47"/>
        <pc:sldMkLst>
          <pc:docMk/>
          <pc:sldMk cId="3537588073" sldId="361"/>
        </pc:sldMkLst>
      </pc:sldChg>
      <pc:sldChg chg="del">
        <pc:chgData name="Nádia Genebra Ahmad" userId="36126275-cace-419f-8e9b-04679c4f8ea6" providerId="ADAL" clId="{F8C55A3F-F67F-4077-8064-2D789CEAE8D6}" dt="2023-03-31T18:19:33.209" v="0" actId="47"/>
        <pc:sldMkLst>
          <pc:docMk/>
          <pc:sldMk cId="3591765744" sldId="363"/>
        </pc:sldMkLst>
      </pc:sldChg>
      <pc:sldChg chg="del">
        <pc:chgData name="Nádia Genebra Ahmad" userId="36126275-cace-419f-8e9b-04679c4f8ea6" providerId="ADAL" clId="{F8C55A3F-F67F-4077-8064-2D789CEAE8D6}" dt="2023-03-31T18:19:36.486" v="1" actId="47"/>
        <pc:sldMkLst>
          <pc:docMk/>
          <pc:sldMk cId="4208994639" sldId="364"/>
        </pc:sldMkLst>
      </pc:sldChg>
      <pc:sldChg chg="del">
        <pc:chgData name="Nádia Genebra Ahmad" userId="36126275-cace-419f-8e9b-04679c4f8ea6" providerId="ADAL" clId="{F8C55A3F-F67F-4077-8064-2D789CEAE8D6}" dt="2023-03-31T18:19:33.209" v="0" actId="47"/>
        <pc:sldMkLst>
          <pc:docMk/>
          <pc:sldMk cId="1215262335" sldId="365"/>
        </pc:sldMkLst>
      </pc:sldChg>
      <pc:sldChg chg="del">
        <pc:chgData name="Nádia Genebra Ahmad" userId="36126275-cace-419f-8e9b-04679c4f8ea6" providerId="ADAL" clId="{F8C55A3F-F67F-4077-8064-2D789CEAE8D6}" dt="2023-03-31T18:19:33.209" v="0" actId="47"/>
        <pc:sldMkLst>
          <pc:docMk/>
          <pc:sldMk cId="111535585" sldId="367"/>
        </pc:sldMkLst>
      </pc:sldChg>
      <pc:sldChg chg="del">
        <pc:chgData name="Nádia Genebra Ahmad" userId="36126275-cace-419f-8e9b-04679c4f8ea6" providerId="ADAL" clId="{F8C55A3F-F67F-4077-8064-2D789CEAE8D6}" dt="2023-03-31T18:19:33.209" v="0" actId="47"/>
        <pc:sldMkLst>
          <pc:docMk/>
          <pc:sldMk cId="304460049" sldId="368"/>
        </pc:sldMkLst>
      </pc:sldChg>
      <pc:sldChg chg="del">
        <pc:chgData name="Nádia Genebra Ahmad" userId="36126275-cace-419f-8e9b-04679c4f8ea6" providerId="ADAL" clId="{F8C55A3F-F67F-4077-8064-2D789CEAE8D6}" dt="2023-03-31T18:19:33.209" v="0" actId="47"/>
        <pc:sldMkLst>
          <pc:docMk/>
          <pc:sldMk cId="3156286407" sldId="369"/>
        </pc:sldMkLst>
      </pc:sldChg>
      <pc:sldChg chg="del">
        <pc:chgData name="Nádia Genebra Ahmad" userId="36126275-cace-419f-8e9b-04679c4f8ea6" providerId="ADAL" clId="{F8C55A3F-F67F-4077-8064-2D789CEAE8D6}" dt="2023-03-31T18:19:33.209" v="0" actId="47"/>
        <pc:sldMkLst>
          <pc:docMk/>
          <pc:sldMk cId="1965639224" sldId="370"/>
        </pc:sldMkLst>
      </pc:sldChg>
      <pc:sldChg chg="del">
        <pc:chgData name="Nádia Genebra Ahmad" userId="36126275-cace-419f-8e9b-04679c4f8ea6" providerId="ADAL" clId="{F8C55A3F-F67F-4077-8064-2D789CEAE8D6}" dt="2023-03-31T18:19:33.209" v="0" actId="47"/>
        <pc:sldMkLst>
          <pc:docMk/>
          <pc:sldMk cId="932530539" sldId="371"/>
        </pc:sldMkLst>
      </pc:sldChg>
      <pc:sldChg chg="del">
        <pc:chgData name="Nádia Genebra Ahmad" userId="36126275-cace-419f-8e9b-04679c4f8ea6" providerId="ADAL" clId="{F8C55A3F-F67F-4077-8064-2D789CEAE8D6}" dt="2023-03-31T18:19:33.209" v="0" actId="47"/>
        <pc:sldMkLst>
          <pc:docMk/>
          <pc:sldMk cId="331773752" sldId="372"/>
        </pc:sldMkLst>
      </pc:sldChg>
      <pc:sldChg chg="addSp modSp mod">
        <pc:chgData name="Nádia Genebra Ahmad" userId="36126275-cace-419f-8e9b-04679c4f8ea6" providerId="ADAL" clId="{F8C55A3F-F67F-4077-8064-2D789CEAE8D6}" dt="2023-04-03T07:25:28.894" v="470" actId="208"/>
        <pc:sldMkLst>
          <pc:docMk/>
          <pc:sldMk cId="230364981" sldId="373"/>
        </pc:sldMkLst>
        <pc:spChg chg="mod">
          <ac:chgData name="Nádia Genebra Ahmad" userId="36126275-cace-419f-8e9b-04679c4f8ea6" providerId="ADAL" clId="{F8C55A3F-F67F-4077-8064-2D789CEAE8D6}" dt="2023-04-03T07:22:12.901" v="278" actId="20577"/>
          <ac:spMkLst>
            <pc:docMk/>
            <pc:sldMk cId="230364981" sldId="373"/>
            <ac:spMk id="7" creationId="{88ECC50B-117E-FC80-C5A0-31682E40DD74}"/>
          </ac:spMkLst>
        </pc:spChg>
        <pc:spChg chg="mod">
          <ac:chgData name="Nádia Genebra Ahmad" userId="36126275-cace-419f-8e9b-04679c4f8ea6" providerId="ADAL" clId="{F8C55A3F-F67F-4077-8064-2D789CEAE8D6}" dt="2023-03-31T18:21:37.531" v="104" actId="20577"/>
          <ac:spMkLst>
            <pc:docMk/>
            <pc:sldMk cId="230364981" sldId="373"/>
            <ac:spMk id="9" creationId="{EBB4D737-4769-DA22-3EBA-563EBC6CDD40}"/>
          </ac:spMkLst>
        </pc:spChg>
        <pc:spChg chg="mod">
          <ac:chgData name="Nádia Genebra Ahmad" userId="36126275-cace-419f-8e9b-04679c4f8ea6" providerId="ADAL" clId="{F8C55A3F-F67F-4077-8064-2D789CEAE8D6}" dt="2023-04-03T07:22:03.339" v="253" actId="20577"/>
          <ac:spMkLst>
            <pc:docMk/>
            <pc:sldMk cId="230364981" sldId="373"/>
            <ac:spMk id="11" creationId="{B5110827-6A0C-3EB9-5778-7CC7F8E958DE}"/>
          </ac:spMkLst>
        </pc:spChg>
        <pc:spChg chg="add mod">
          <ac:chgData name="Nádia Genebra Ahmad" userId="36126275-cace-419f-8e9b-04679c4f8ea6" providerId="ADAL" clId="{F8C55A3F-F67F-4077-8064-2D789CEAE8D6}" dt="2023-04-03T07:25:13.931" v="466" actId="207"/>
          <ac:spMkLst>
            <pc:docMk/>
            <pc:sldMk cId="230364981" sldId="373"/>
            <ac:spMk id="13" creationId="{FB8B0167-9E94-4E0E-9F4A-A0B3B210ACC7}"/>
          </ac:spMkLst>
        </pc:spChg>
        <pc:spChg chg="mod">
          <ac:chgData name="Nádia Genebra Ahmad" userId="36126275-cace-419f-8e9b-04679c4f8ea6" providerId="ADAL" clId="{F8C55A3F-F67F-4077-8064-2D789CEAE8D6}" dt="2023-04-03T07:25:19.516" v="468" actId="207"/>
          <ac:spMkLst>
            <pc:docMk/>
            <pc:sldMk cId="230364981" sldId="373"/>
            <ac:spMk id="21" creationId="{35249DB2-AB51-3A3A-3CD5-98E67E069580}"/>
          </ac:spMkLst>
        </pc:spChg>
        <pc:grpChg chg="add mod">
          <ac:chgData name="Nádia Genebra Ahmad" userId="36126275-cace-419f-8e9b-04679c4f8ea6" providerId="ADAL" clId="{F8C55A3F-F67F-4077-8064-2D789CEAE8D6}" dt="2023-04-03T07:24:48.966" v="461" actId="1037"/>
          <ac:grpSpMkLst>
            <pc:docMk/>
            <pc:sldMk cId="230364981" sldId="373"/>
            <ac:grpSpMk id="18" creationId="{CD585925-A3F8-83DE-F85D-65C7D98656F2}"/>
          </ac:grpSpMkLst>
        </pc:grpChg>
        <pc:grpChg chg="add mod">
          <ac:chgData name="Nádia Genebra Ahmad" userId="36126275-cace-419f-8e9b-04679c4f8ea6" providerId="ADAL" clId="{F8C55A3F-F67F-4077-8064-2D789CEAE8D6}" dt="2023-04-03T07:24:48.966" v="461" actId="1037"/>
          <ac:grpSpMkLst>
            <pc:docMk/>
            <pc:sldMk cId="230364981" sldId="373"/>
            <ac:grpSpMk id="19" creationId="{BEA76A0D-D2C9-81FC-334A-F979CDA30ED4}"/>
          </ac:grpSpMkLst>
        </pc:grpChg>
        <pc:graphicFrameChg chg="mod modGraphic">
          <ac:chgData name="Nádia Genebra Ahmad" userId="36126275-cace-419f-8e9b-04679c4f8ea6" providerId="ADAL" clId="{F8C55A3F-F67F-4077-8064-2D789CEAE8D6}" dt="2023-04-03T07:24:58.815" v="463" actId="14734"/>
          <ac:graphicFrameMkLst>
            <pc:docMk/>
            <pc:sldMk cId="230364981" sldId="373"/>
            <ac:graphicFrameMk id="10" creationId="{5349DF03-51C3-E098-A4B4-331DEF7F0FBB}"/>
          </ac:graphicFrameMkLst>
        </pc:graphicFrameChg>
        <pc:graphicFrameChg chg="mod modGraphic">
          <ac:chgData name="Nádia Genebra Ahmad" userId="36126275-cace-419f-8e9b-04679c4f8ea6" providerId="ADAL" clId="{F8C55A3F-F67F-4077-8064-2D789CEAE8D6}" dt="2023-04-03T07:24:55.280" v="462" actId="14734"/>
          <ac:graphicFrameMkLst>
            <pc:docMk/>
            <pc:sldMk cId="230364981" sldId="373"/>
            <ac:graphicFrameMk id="12" creationId="{F1D7B62E-0BC4-AE03-FF27-D6E7004AE5D8}"/>
          </ac:graphicFrameMkLst>
        </pc:graphicFrameChg>
        <pc:cxnChg chg="add mod">
          <ac:chgData name="Nádia Genebra Ahmad" userId="36126275-cace-419f-8e9b-04679c4f8ea6" providerId="ADAL" clId="{F8C55A3F-F67F-4077-8064-2D789CEAE8D6}" dt="2023-04-03T07:25:26.066" v="469" actId="208"/>
          <ac:cxnSpMkLst>
            <pc:docMk/>
            <pc:sldMk cId="230364981" sldId="373"/>
            <ac:cxnSpMk id="6" creationId="{71B1DA16-FF52-8FA8-A00F-F66DC2D4B380}"/>
          </ac:cxnSpMkLst>
        </pc:cxnChg>
        <pc:cxnChg chg="mod">
          <ac:chgData name="Nádia Genebra Ahmad" userId="36126275-cace-419f-8e9b-04679c4f8ea6" providerId="ADAL" clId="{F8C55A3F-F67F-4077-8064-2D789CEAE8D6}" dt="2023-04-03T07:25:28.894" v="470" actId="208"/>
          <ac:cxnSpMkLst>
            <pc:docMk/>
            <pc:sldMk cId="230364981" sldId="373"/>
            <ac:cxnSpMk id="20" creationId="{A881EE9A-7708-CD11-0E53-A73542568215}"/>
          </ac:cxnSpMkLst>
        </pc:cxnChg>
      </pc:sldChg>
      <pc:sldMasterChg chg="del delSldLayout">
        <pc:chgData name="Nádia Genebra Ahmad" userId="36126275-cace-419f-8e9b-04679c4f8ea6" providerId="ADAL" clId="{F8C55A3F-F67F-4077-8064-2D789CEAE8D6}" dt="2023-03-31T18:19:36.486" v="1" actId="47"/>
        <pc:sldMasterMkLst>
          <pc:docMk/>
          <pc:sldMasterMk cId="3439044603" sldId="2147483678"/>
        </pc:sldMasterMkLst>
        <pc:sldLayoutChg chg="del">
          <pc:chgData name="Nádia Genebra Ahmad" userId="36126275-cace-419f-8e9b-04679c4f8ea6" providerId="ADAL" clId="{F8C55A3F-F67F-4077-8064-2D789CEAE8D6}" dt="2023-03-31T18:19:36.486" v="1" actId="47"/>
          <pc:sldLayoutMkLst>
            <pc:docMk/>
            <pc:sldMasterMk cId="3439044603" sldId="2147483678"/>
            <pc:sldLayoutMk cId="3642383350" sldId="2147483679"/>
          </pc:sldLayoutMkLst>
        </pc:sldLayoutChg>
        <pc:sldLayoutChg chg="del">
          <pc:chgData name="Nádia Genebra Ahmad" userId="36126275-cace-419f-8e9b-04679c4f8ea6" providerId="ADAL" clId="{F8C55A3F-F67F-4077-8064-2D789CEAE8D6}" dt="2023-03-31T18:19:36.486" v="1" actId="47"/>
          <pc:sldLayoutMkLst>
            <pc:docMk/>
            <pc:sldMasterMk cId="3439044603" sldId="2147483678"/>
            <pc:sldLayoutMk cId="281052327" sldId="2147483680"/>
          </pc:sldLayoutMkLst>
        </pc:sldLayoutChg>
        <pc:sldLayoutChg chg="del">
          <pc:chgData name="Nádia Genebra Ahmad" userId="36126275-cace-419f-8e9b-04679c4f8ea6" providerId="ADAL" clId="{F8C55A3F-F67F-4077-8064-2D789CEAE8D6}" dt="2023-03-31T18:19:36.486" v="1" actId="47"/>
          <pc:sldLayoutMkLst>
            <pc:docMk/>
            <pc:sldMasterMk cId="3439044603" sldId="2147483678"/>
            <pc:sldLayoutMk cId="2840998749" sldId="2147483681"/>
          </pc:sldLayoutMkLst>
        </pc:sldLayoutChg>
        <pc:sldLayoutChg chg="del">
          <pc:chgData name="Nádia Genebra Ahmad" userId="36126275-cace-419f-8e9b-04679c4f8ea6" providerId="ADAL" clId="{F8C55A3F-F67F-4077-8064-2D789CEAE8D6}" dt="2023-03-31T18:19:36.486" v="1" actId="47"/>
          <pc:sldLayoutMkLst>
            <pc:docMk/>
            <pc:sldMasterMk cId="3439044603" sldId="2147483678"/>
            <pc:sldLayoutMk cId="902793163" sldId="2147483682"/>
          </pc:sldLayoutMkLst>
        </pc:sldLayoutChg>
        <pc:sldLayoutChg chg="del">
          <pc:chgData name="Nádia Genebra Ahmad" userId="36126275-cace-419f-8e9b-04679c4f8ea6" providerId="ADAL" clId="{F8C55A3F-F67F-4077-8064-2D789CEAE8D6}" dt="2023-03-31T18:19:36.486" v="1" actId="47"/>
          <pc:sldLayoutMkLst>
            <pc:docMk/>
            <pc:sldMasterMk cId="3439044603" sldId="2147483678"/>
            <pc:sldLayoutMk cId="3736067159" sldId="2147483683"/>
          </pc:sldLayoutMkLst>
        </pc:sldLayoutChg>
        <pc:sldLayoutChg chg="del">
          <pc:chgData name="Nádia Genebra Ahmad" userId="36126275-cace-419f-8e9b-04679c4f8ea6" providerId="ADAL" clId="{F8C55A3F-F67F-4077-8064-2D789CEAE8D6}" dt="2023-03-31T18:19:36.486" v="1" actId="47"/>
          <pc:sldLayoutMkLst>
            <pc:docMk/>
            <pc:sldMasterMk cId="3439044603" sldId="2147483678"/>
            <pc:sldLayoutMk cId="2607973248" sldId="2147483684"/>
          </pc:sldLayoutMkLst>
        </pc:sldLayoutChg>
        <pc:sldLayoutChg chg="del">
          <pc:chgData name="Nádia Genebra Ahmad" userId="36126275-cace-419f-8e9b-04679c4f8ea6" providerId="ADAL" clId="{F8C55A3F-F67F-4077-8064-2D789CEAE8D6}" dt="2023-03-31T18:19:36.486" v="1" actId="47"/>
          <pc:sldLayoutMkLst>
            <pc:docMk/>
            <pc:sldMasterMk cId="3439044603" sldId="2147483678"/>
            <pc:sldLayoutMk cId="1780023394" sldId="2147483685"/>
          </pc:sldLayoutMkLst>
        </pc:sldLayoutChg>
        <pc:sldLayoutChg chg="del">
          <pc:chgData name="Nádia Genebra Ahmad" userId="36126275-cace-419f-8e9b-04679c4f8ea6" providerId="ADAL" clId="{F8C55A3F-F67F-4077-8064-2D789CEAE8D6}" dt="2023-03-31T18:19:36.486" v="1" actId="47"/>
          <pc:sldLayoutMkLst>
            <pc:docMk/>
            <pc:sldMasterMk cId="3439044603" sldId="2147483678"/>
            <pc:sldLayoutMk cId="160378146" sldId="2147483686"/>
          </pc:sldLayoutMkLst>
        </pc:sldLayoutChg>
        <pc:sldLayoutChg chg="del">
          <pc:chgData name="Nádia Genebra Ahmad" userId="36126275-cace-419f-8e9b-04679c4f8ea6" providerId="ADAL" clId="{F8C55A3F-F67F-4077-8064-2D789CEAE8D6}" dt="2023-03-31T18:19:36.486" v="1" actId="47"/>
          <pc:sldLayoutMkLst>
            <pc:docMk/>
            <pc:sldMasterMk cId="3439044603" sldId="2147483678"/>
            <pc:sldLayoutMk cId="2219466805" sldId="2147483687"/>
          </pc:sldLayoutMkLst>
        </pc:sldLayoutChg>
        <pc:sldLayoutChg chg="del">
          <pc:chgData name="Nádia Genebra Ahmad" userId="36126275-cace-419f-8e9b-04679c4f8ea6" providerId="ADAL" clId="{F8C55A3F-F67F-4077-8064-2D789CEAE8D6}" dt="2023-03-31T18:19:36.486" v="1" actId="47"/>
          <pc:sldLayoutMkLst>
            <pc:docMk/>
            <pc:sldMasterMk cId="3439044603" sldId="2147483678"/>
            <pc:sldLayoutMk cId="3669157277" sldId="214748368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03/04/2023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03/04/2023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1857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Plano e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– Impactos Área de Capital (relativo a 31 de Janeiro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Modelo VS JM_GARANT_CTO</a:t>
            </a:r>
            <a:endParaRPr lang="en-US" sz="1000" baseline="30000">
              <a:solidFill>
                <a:schemeClr val="tx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90DD7-7A57-A5DD-1BF3-EDD100B3C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671770"/>
              </p:ext>
            </p:extLst>
          </p:nvPr>
        </p:nvGraphicFramePr>
        <p:xfrm>
          <a:off x="722243" y="2038432"/>
          <a:ext cx="9176402" cy="107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0872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Registos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Valor de avaliação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Tipologia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+mj-lt"/>
                        </a:rPr>
                        <a:t>1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+mj-lt"/>
                        </a:rPr>
                        <a:t>1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+mj-lt"/>
                        </a:rPr>
                        <a:t> Financeira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8 643,00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8 642,00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712 263 989,42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712 263 546,36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-443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Imóvel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375 304,00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375 304,00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59 029 483 062,33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59 029 483 062,33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+mj-lt"/>
                        </a:rPr>
                        <a:t> Pessoais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374 392,00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374 320,00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-72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23 258 116 333,14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23 256 901 898,66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-1 214 434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758 339,00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758 266,00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-73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82 999 863 384,89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82 998 648 507,35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-1 214 878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B4D737-4769-DA22-3EBA-563EBC6CDD40}"/>
              </a:ext>
            </a:extLst>
          </p:cNvPr>
          <p:cNvSpPr txBox="1"/>
          <p:nvPr/>
        </p:nvSpPr>
        <p:spPr>
          <a:xfrm>
            <a:off x="711028" y="6162004"/>
            <a:ext cx="58047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/>
              <a:t>1. Tabela JM_GARANT_CTO carregada na BDR2 e resulta do processo utilizando o Novo Modelo de Garantias (GT015).</a:t>
            </a:r>
            <a:endParaRPr lang="pt-BR" sz="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F90A05-396F-15DB-CA88-C7CF672A1A53}"/>
              </a:ext>
            </a:extLst>
          </p:cNvPr>
          <p:cNvSpPr/>
          <p:nvPr/>
        </p:nvSpPr>
        <p:spPr>
          <a:xfrm>
            <a:off x="9505950" y="447675"/>
            <a:ext cx="819150" cy="21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/>
              <a:t>new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ECC50B-117E-FC80-C5A0-31682E40DD74}"/>
              </a:ext>
            </a:extLst>
          </p:cNvPr>
          <p:cNvSpPr/>
          <p:nvPr/>
        </p:nvSpPr>
        <p:spPr>
          <a:xfrm>
            <a:off x="546643" y="4649462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1"/>
                </a:solidFill>
                <a:latin typeface="+mj-lt"/>
              </a:rPr>
              <a:t>Exemplo de Garantias Pessoais:</a:t>
            </a:r>
            <a:endParaRPr lang="pt-PT" sz="900" b="1" dirty="0">
              <a:solidFill>
                <a:schemeClr val="accent4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Após a última execução do Modelo, e já com a incorporação dos </a:t>
            </a:r>
            <a:r>
              <a:rPr lang="pt-PT" sz="900" i="1" dirty="0">
                <a:solidFill>
                  <a:schemeClr val="tx1"/>
                </a:solidFill>
                <a:latin typeface="+mj-lt"/>
              </a:rPr>
              <a:t>cgarants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 de </a:t>
            </a:r>
            <a:r>
              <a:rPr lang="pt-PT" sz="900" i="1" u="sng" dirty="0">
                <a:solidFill>
                  <a:schemeClr val="tx1"/>
                </a:solidFill>
                <a:latin typeface="+mj-lt"/>
              </a:rPr>
              <a:t>leasing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 que não estavam a ser incluídos, ocorreu um erro de desdobramento por cgarant para casos em que existe apenas um zcliente por responsabilidade.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 A BDR descarta aleatoriamente um dos registos duplicados por chave primária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349DF03-51C3-E098-A4B4-331DEF7F0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736946"/>
              </p:ext>
            </p:extLst>
          </p:nvPr>
        </p:nvGraphicFramePr>
        <p:xfrm>
          <a:off x="875124" y="5294240"/>
          <a:ext cx="6409596" cy="721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9263788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6310605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5098318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66169592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279995539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04698617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398016343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783516918"/>
                    </a:ext>
                  </a:extLst>
                </a:gridCol>
                <a:gridCol w="793596">
                  <a:extLst>
                    <a:ext uri="{9D8B030D-6E8A-4147-A177-3AD203B41FA5}">
                      <a16:colId xmlns:a16="http://schemas.microsoft.com/office/drawing/2014/main" val="458466323"/>
                    </a:ext>
                  </a:extLst>
                </a:gridCol>
              </a:tblGrid>
              <a:tr h="180975">
                <a:tc gridSpan="9"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GT015</a:t>
                      </a: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1714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r>
                        <a:rPr lang="pt-PT" sz="9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tipologia</a:t>
                      </a:r>
                      <a:endParaRPr lang="pt-PT" sz="9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origem</a:t>
                      </a:r>
                      <a:endParaRPr lang="pt-PT" sz="9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mavaliaa</a:t>
                      </a:r>
                      <a:endParaRPr lang="pt-PT" sz="9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cempresa</a:t>
                      </a:r>
                      <a:endParaRPr lang="pt-PT" sz="9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ckbalcao</a:t>
                      </a:r>
                      <a:endParaRPr lang="pt-PT" sz="9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cknumcta</a:t>
                      </a:r>
                      <a:endParaRPr lang="pt-PT" sz="9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zdeposit</a:t>
                      </a:r>
                      <a:endParaRPr lang="pt-PT" sz="9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cgarant</a:t>
                      </a:r>
                      <a:endParaRPr lang="pt-PT" sz="9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zcliente</a:t>
                      </a:r>
                      <a:endParaRPr lang="pt-PT" sz="9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5074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PES</a:t>
                      </a:r>
                      <a:endParaRPr lang="pt-PT" sz="9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LEA</a:t>
                      </a:r>
                      <a:endParaRPr lang="pt-PT" sz="9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10 763,72</a:t>
                      </a:r>
                      <a:endParaRPr lang="pt-PT" sz="9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90</a:t>
                      </a:r>
                      <a:endParaRPr lang="pt-PT" sz="9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0000</a:t>
                      </a:r>
                      <a:endParaRPr lang="pt-PT" sz="9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00000244180</a:t>
                      </a:r>
                      <a:endParaRPr lang="pt-PT" sz="9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000420000572694</a:t>
                      </a:r>
                      <a:endParaRPr lang="pt-PT" sz="9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 dirty="0">
                          <a:solidFill>
                            <a:schemeClr val="accent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501</a:t>
                      </a:r>
                      <a:endParaRPr lang="pt-PT" sz="900" dirty="0">
                        <a:solidFill>
                          <a:schemeClr val="accent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8014793193</a:t>
                      </a:r>
                      <a:endParaRPr lang="pt-PT" sz="9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7225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PES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LEA</a:t>
                      </a:r>
                      <a:endParaRPr lang="pt-PT" sz="9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10 763,72</a:t>
                      </a:r>
                      <a:endParaRPr lang="pt-PT" sz="9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90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0000</a:t>
                      </a:r>
                      <a:endParaRPr lang="pt-PT" sz="9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00000244180</a:t>
                      </a:r>
                      <a:endParaRPr lang="pt-PT" sz="9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000420000572694</a:t>
                      </a:r>
                      <a:endParaRPr lang="pt-PT" sz="9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 dirty="0">
                          <a:solidFill>
                            <a:schemeClr val="accent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198</a:t>
                      </a:r>
                      <a:endParaRPr lang="pt-PT" sz="900" dirty="0">
                        <a:solidFill>
                          <a:schemeClr val="accent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8014793193</a:t>
                      </a:r>
                      <a:endParaRPr lang="pt-PT" sz="9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47491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B5110827-6A0C-3EB9-5778-7CC7F8E958DE}"/>
              </a:ext>
            </a:extLst>
          </p:cNvPr>
          <p:cNvSpPr/>
          <p:nvPr/>
        </p:nvSpPr>
        <p:spPr>
          <a:xfrm>
            <a:off x="546643" y="3270719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1"/>
                </a:solidFill>
                <a:latin typeface="+mj-lt"/>
              </a:rPr>
              <a:t>Exemplo de Garantias Financeiras:</a:t>
            </a:r>
            <a:endParaRPr lang="pt-PT" sz="900" b="1" dirty="0">
              <a:solidFill>
                <a:schemeClr val="accent4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O tratamento da chaves da responsabilidade do modelo para a tabela output </a:t>
            </a:r>
            <a:r>
              <a:rPr lang="pt-PT" sz="900" b="1" dirty="0">
                <a:solidFill>
                  <a:schemeClr val="tx1"/>
                </a:solidFill>
                <a:latin typeface="+mj-lt"/>
              </a:rPr>
              <a:t>gt015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 não está a ser refletido no código de </a:t>
            </a:r>
            <a:r>
              <a:rPr lang="pt-PT" sz="900" b="1" dirty="0">
                <a:solidFill>
                  <a:schemeClr val="tx1"/>
                </a:solidFill>
                <a:latin typeface="+mj-lt"/>
              </a:rPr>
              <a:t>produto/subproduto da responsabilidade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, duplicando registos.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A BDR descarta aleatoriamente um dos registos duplicados por chave primária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1D7B62E-0BC4-AE03-FF27-D6E7004AE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590567"/>
              </p:ext>
            </p:extLst>
          </p:nvPr>
        </p:nvGraphicFramePr>
        <p:xfrm>
          <a:off x="875124" y="3774527"/>
          <a:ext cx="6409596" cy="721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8396">
                  <a:extLst>
                    <a:ext uri="{9D8B030D-6E8A-4147-A177-3AD203B41FA5}">
                      <a16:colId xmlns:a16="http://schemas.microsoft.com/office/drawing/2014/main" val="1028419816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1908497701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419162840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3980163432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372968277"/>
                    </a:ext>
                  </a:extLst>
                </a:gridCol>
                <a:gridCol w="815340">
                  <a:extLst>
                    <a:ext uri="{9D8B030D-6E8A-4147-A177-3AD203B41FA5}">
                      <a16:colId xmlns:a16="http://schemas.microsoft.com/office/drawing/2014/main" val="299334362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340000135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783516918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458466323"/>
                    </a:ext>
                  </a:extLst>
                </a:gridCol>
              </a:tblGrid>
              <a:tr h="180975">
                <a:tc gridSpan="9"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GT015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GT015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85517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r>
                        <a:rPr lang="pt-PT" sz="9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tipologia</a:t>
                      </a:r>
                      <a:endParaRPr lang="pt-PT" sz="9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origem</a:t>
                      </a:r>
                      <a:endParaRPr lang="pt-PT" sz="9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mavaliaa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cempresa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ckbalcao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cknumcta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zdeposit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ckprodut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cksubpro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5074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155,50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00826406001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000000000000000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j-lt"/>
                        </a:rPr>
                        <a:t>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7225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443,06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00826406001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000000000000000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j-lt"/>
                        </a:rPr>
                        <a:t>170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47491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CD585925-A3F8-83DE-F85D-65C7D98656F2}"/>
              </a:ext>
            </a:extLst>
          </p:cNvPr>
          <p:cNvGrpSpPr/>
          <p:nvPr/>
        </p:nvGrpSpPr>
        <p:grpSpPr>
          <a:xfrm>
            <a:off x="7285224" y="4229100"/>
            <a:ext cx="3175301" cy="297857"/>
            <a:chOff x="7224264" y="4229100"/>
            <a:chExt cx="3175301" cy="297857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1B1DA16-FF52-8FA8-A00F-F66DC2D4B380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7224264" y="4378029"/>
              <a:ext cx="1089156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8B0167-9E94-4E0E-9F4A-A0B3B210ACC7}"/>
                </a:ext>
              </a:extLst>
            </p:cNvPr>
            <p:cNvSpPr/>
            <p:nvPr/>
          </p:nvSpPr>
          <p:spPr>
            <a:xfrm>
              <a:off x="8313420" y="4229100"/>
              <a:ext cx="2086145" cy="297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800" b="1" dirty="0">
                  <a:solidFill>
                    <a:srgbClr val="C00000"/>
                  </a:solidFill>
                </a:rPr>
                <a:t>Registo eliminado pela processo da BDR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A76A0D-D2C9-81FC-334A-F979CDA30ED4}"/>
              </a:ext>
            </a:extLst>
          </p:cNvPr>
          <p:cNvGrpSpPr/>
          <p:nvPr/>
        </p:nvGrpSpPr>
        <p:grpSpPr>
          <a:xfrm>
            <a:off x="7285224" y="5593080"/>
            <a:ext cx="3175301" cy="297857"/>
            <a:chOff x="7224264" y="4229100"/>
            <a:chExt cx="3175301" cy="29785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881EE9A-7708-CD11-0E53-A73542568215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7224264" y="4378029"/>
              <a:ext cx="1089156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5249DB2-AB51-3A3A-3CD5-98E67E069580}"/>
                </a:ext>
              </a:extLst>
            </p:cNvPr>
            <p:cNvSpPr/>
            <p:nvPr/>
          </p:nvSpPr>
          <p:spPr>
            <a:xfrm>
              <a:off x="8313420" y="4229100"/>
              <a:ext cx="2086145" cy="297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800" b="1" dirty="0">
                  <a:solidFill>
                    <a:srgbClr val="C00000"/>
                  </a:solidFill>
                </a:rPr>
                <a:t>Registo eliminado pela processo da BDR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36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4" ma:contentTypeDescription="Create a new document." ma:contentTypeScope="" ma:versionID="bc2757bd4c151ee688c369fdfdc5da1d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49cf35f77f191e8ab7b2974270a8c8bd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3B37FC-F086-4960-862A-1F8DDE49D0ED}"/>
</file>

<file path=customXml/itemProps2.xml><?xml version="1.0" encoding="utf-8"?>
<ds:datastoreItem xmlns:ds="http://schemas.openxmlformats.org/officeDocument/2006/customXml" ds:itemID="{45B6808E-2F30-4A3E-86D7-9BE6F24DF713}">
  <ds:schemaRefs>
    <ds:schemaRef ds:uri="621ea064-9f67-4017-b065-3d285bfa18a7"/>
    <ds:schemaRef ds:uri="7b1ec8e5-5652-48eb-8550-a56a35f5f817"/>
    <ds:schemaRef ds:uri="7beef631-8f1e-4c1a-be60-1d5dcae54efd"/>
    <ds:schemaRef ds:uri="a9b50dc7-8f72-473c-8b7e-4a8c46ecad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4150</TotalTime>
  <Words>331</Words>
  <Application>Microsoft Office PowerPoint</Application>
  <PresentationFormat>Custom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Tema de Office</vt:lpstr>
      <vt:lpstr>1_Tema de Office</vt:lpstr>
      <vt:lpstr>1.3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Nádia Genebra Ahmad</cp:lastModifiedBy>
  <cp:revision>232</cp:revision>
  <dcterms:created xsi:type="dcterms:W3CDTF">2018-03-19T11:10:43Z</dcterms:created>
  <dcterms:modified xsi:type="dcterms:W3CDTF">2023-04-03T07:25:36Z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2023-02-22T10:31:56Z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173c60c3-cb47-4784-b350-e5b95560702d</vt:lpwstr>
  </property>
  <property fmtid="{D5CDD505-2E9C-101B-9397-08002B2CF9AE}" pid="10" name="MSIP_Label_3c41c091-3cbc-4dba-8b59-ce62f19500db_ContentBits">
    <vt:lpwstr>1</vt:lpwstr>
  </property>
</Properties>
</file>