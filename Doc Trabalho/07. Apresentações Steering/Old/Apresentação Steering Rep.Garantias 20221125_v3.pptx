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3"/>
  </p:notesMasterIdLst>
  <p:handoutMasterIdLst>
    <p:handoutMasterId r:id="rId14"/>
  </p:handoutMasterIdLst>
  <p:sldIdLst>
    <p:sldId id="331" r:id="rId6"/>
    <p:sldId id="338" r:id="rId7"/>
    <p:sldId id="332" r:id="rId8"/>
    <p:sldId id="333" r:id="rId9"/>
    <p:sldId id="334" r:id="rId10"/>
    <p:sldId id="335" r:id="rId11"/>
    <p:sldId id="337" r:id="rId12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A316B-2292-4BF9-81AC-16B9DBF18C28}">
          <p14:sldIdLst/>
        </p14:section>
        <p14:section name="Untitled Section" id="{302B9EA8-A14A-459E-AD43-DB325DBEFFAF}">
          <p14:sldIdLst/>
        </p14:section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B7ABA4"/>
    <a:srgbClr val="E0F1E1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B686B-8A00-4015-82AC-85EDF2E7838E}" v="40" dt="2022-12-21T23:25:39.540"/>
    <p1510:client id="{F1684632-5A0D-4DDE-A80B-CEA06431E119}" v="5" dt="2022-12-22T09:35:11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F1684632-5A0D-4DDE-A80B-CEA06431E119}"/>
    <pc:docChg chg="custSel addSld modSld modSection">
      <pc:chgData name="Nádia Genebra Ahmad" userId="36126275-cace-419f-8e9b-04679c4f8ea6" providerId="ADAL" clId="{F1684632-5A0D-4DDE-A80B-CEA06431E119}" dt="2022-12-22T09:35:25.205" v="35" actId="20577"/>
      <pc:docMkLst>
        <pc:docMk/>
      </pc:docMkLst>
      <pc:sldChg chg="delSp modSp mod">
        <pc:chgData name="Nádia Genebra Ahmad" userId="36126275-cace-419f-8e9b-04679c4f8ea6" providerId="ADAL" clId="{F1684632-5A0D-4DDE-A80B-CEA06431E119}" dt="2022-12-22T09:35:25.205" v="35" actId="20577"/>
        <pc:sldMkLst>
          <pc:docMk/>
          <pc:sldMk cId="2511839246" sldId="331"/>
        </pc:sldMkLst>
        <pc:spChg chg="del">
          <ac:chgData name="Nádia Genebra Ahmad" userId="36126275-cace-419f-8e9b-04679c4f8ea6" providerId="ADAL" clId="{F1684632-5A0D-4DDE-A80B-CEA06431E119}" dt="2022-12-22T09:32:35.562" v="1" actId="478"/>
          <ac:spMkLst>
            <pc:docMk/>
            <pc:sldMk cId="2511839246" sldId="331"/>
            <ac:spMk id="11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2:35.562" v="1" actId="478"/>
          <ac:spMkLst>
            <pc:docMk/>
            <pc:sldMk cId="2511839246" sldId="331"/>
            <ac:spMk id="12" creationId="{00000000-0000-0000-0000-000000000000}"/>
          </ac:spMkLst>
        </pc:spChg>
        <pc:graphicFrameChg chg="mod modGraphic">
          <ac:chgData name="Nádia Genebra Ahmad" userId="36126275-cace-419f-8e9b-04679c4f8ea6" providerId="ADAL" clId="{F1684632-5A0D-4DDE-A80B-CEA06431E119}" dt="2022-12-22T09:35:25.205" v="35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  <pc:graphicFrameChg chg="del">
          <ac:chgData name="Nádia Genebra Ahmad" userId="36126275-cace-419f-8e9b-04679c4f8ea6" providerId="ADAL" clId="{F1684632-5A0D-4DDE-A80B-CEA06431E119}" dt="2022-12-22T09:32:35.562" v="1" actId="478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  <pc:sldChg chg="delSp add mod">
        <pc:chgData name="Nádia Genebra Ahmad" userId="36126275-cace-419f-8e9b-04679c4f8ea6" providerId="ADAL" clId="{F1684632-5A0D-4DDE-A80B-CEA06431E119}" dt="2022-12-22T09:32:43.804" v="2" actId="478"/>
        <pc:sldMkLst>
          <pc:docMk/>
          <pc:sldMk cId="497113395" sldId="338"/>
        </pc:sldMkLst>
        <pc:spChg chg="del">
          <ac:chgData name="Nádia Genebra Ahmad" userId="36126275-cace-419f-8e9b-04679c4f8ea6" providerId="ADAL" clId="{F1684632-5A0D-4DDE-A80B-CEA06431E119}" dt="2022-12-22T09:32:43.804" v="2" actId="478"/>
          <ac:spMkLst>
            <pc:docMk/>
            <pc:sldMk cId="497113395" sldId="338"/>
            <ac:spMk id="16" creationId="{5E391C80-8503-526C-1599-9EAA37A0065B}"/>
          </ac:spMkLst>
        </pc:spChg>
        <pc:graphicFrameChg chg="del">
          <ac:chgData name="Nádia Genebra Ahmad" userId="36126275-cace-419f-8e9b-04679c4f8ea6" providerId="ADAL" clId="{F1684632-5A0D-4DDE-A80B-CEA06431E119}" dt="2022-12-22T09:32:43.804" v="2" actId="478"/>
          <ac:graphicFrameMkLst>
            <pc:docMk/>
            <pc:sldMk cId="497113395" sldId="338"/>
            <ac:graphicFrameMk id="8" creationId="{DF17E78E-41EA-4899-8FEE-94E9E4145CC9}"/>
          </ac:graphicFrameMkLst>
        </pc:graphicFrameChg>
      </pc:sldChg>
    </pc:docChg>
  </pc:docChgLst>
  <pc:docChgLst>
    <pc:chgData name="Marharyta Synchak" userId="18542655-04ec-4b42-8aad-fd81f81ee43b" providerId="ADAL" clId="{C68B686B-8A00-4015-82AC-85EDF2E7838E}"/>
    <pc:docChg chg="undo custSel addSld delSld modSld sldOrd delMainMaster modSection">
      <pc:chgData name="Marharyta Synchak" userId="18542655-04ec-4b42-8aad-fd81f81ee43b" providerId="ADAL" clId="{C68B686B-8A00-4015-82AC-85EDF2E7838E}" dt="2022-12-22T09:30:40.141" v="511"/>
      <pc:docMkLst>
        <pc:docMk/>
      </pc:docMkLst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125657622" sldId="25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005498502" sldId="267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850796119" sldId="268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2710188691" sldId="269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198064318" sldId="28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048031411" sldId="28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615993555" sldId="29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215426283" sldId="306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648791960" sldId="307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897991740" sldId="31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853539714" sldId="320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349553966" sldId="32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444156174" sldId="322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757026652" sldId="32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36012540" sldId="325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184307580" sldId="32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26973016" sldId="330"/>
        </pc:sldMkLst>
      </pc:sldChg>
      <pc:sldChg chg="modSp">
        <pc:chgData name="Marharyta Synchak" userId="18542655-04ec-4b42-8aad-fd81f81ee43b" providerId="ADAL" clId="{C68B686B-8A00-4015-82AC-85EDF2E7838E}" dt="2022-12-21T23:25:16.263" v="501" actId="572"/>
        <pc:sldMkLst>
          <pc:docMk/>
          <pc:sldMk cId="3667396156" sldId="332"/>
        </pc:sldMkLst>
        <pc:graphicFrameChg chg="mod">
          <ac:chgData name="Marharyta Synchak" userId="18542655-04ec-4b42-8aad-fd81f81ee43b" providerId="ADAL" clId="{C68B686B-8A00-4015-82AC-85EDF2E7838E}" dt="2022-12-21T23:25:16.263" v="501" actId="572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1T22:58:40.533" v="17" actId="113"/>
        <pc:sldMkLst>
          <pc:docMk/>
          <pc:sldMk cId="1984871019" sldId="334"/>
        </pc:sldMkLst>
        <pc:graphicFrameChg chg="mod modGraphic">
          <ac:chgData name="Marharyta Synchak" userId="18542655-04ec-4b42-8aad-fd81f81ee43b" providerId="ADAL" clId="{C68B686B-8A00-4015-82AC-85EDF2E7838E}" dt="2022-12-21T22:58:40.533" v="17" actId="113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modSp mod ord">
        <pc:chgData name="Marharyta Synchak" userId="18542655-04ec-4b42-8aad-fd81f81ee43b" providerId="ADAL" clId="{C68B686B-8A00-4015-82AC-85EDF2E7838E}" dt="2022-12-22T09:30:40.141" v="511"/>
        <pc:sldMkLst>
          <pc:docMk/>
          <pc:sldMk cId="2656608788" sldId="335"/>
        </pc:sldMkLst>
        <pc:graphicFrameChg chg="mod modGraphic">
          <ac:chgData name="Marharyta Synchak" userId="18542655-04ec-4b42-8aad-fd81f81ee43b" providerId="ADAL" clId="{C68B686B-8A00-4015-82AC-85EDF2E7838E}" dt="2022-12-21T23:03:00.924" v="48" actId="113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Marharyta Synchak" userId="18542655-04ec-4b42-8aad-fd81f81ee43b" providerId="ADAL" clId="{C68B686B-8A00-4015-82AC-85EDF2E7838E}" dt="2022-12-21T23:06:19.346" v="66" actId="113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delSp modSp del mod ord">
        <pc:chgData name="Marharyta Synchak" userId="18542655-04ec-4b42-8aad-fd81f81ee43b" providerId="ADAL" clId="{C68B686B-8A00-4015-82AC-85EDF2E7838E}" dt="2022-12-21T23:22:17.079" v="468" actId="2696"/>
        <pc:sldMkLst>
          <pc:docMk/>
          <pc:sldMk cId="2971637634" sldId="336"/>
        </pc:sldMkLst>
        <pc:graphicFrameChg chg="del modGraphic">
          <ac:chgData name="Marharyta Synchak" userId="18542655-04ec-4b42-8aad-fd81f81ee43b" providerId="ADAL" clId="{C68B686B-8A00-4015-82AC-85EDF2E7838E}" dt="2022-12-21T22:59:19.379" v="21" actId="478"/>
          <ac:graphicFrameMkLst>
            <pc:docMk/>
            <pc:sldMk cId="2971637634" sldId="336"/>
            <ac:graphicFrameMk id="9" creationId="{C9BD9C71-3485-4DF5-ABFB-008415C21D29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3:10.366" v="49" actId="478"/>
          <ac:graphicFrameMkLst>
            <pc:docMk/>
            <pc:sldMk cId="2971637634" sldId="336"/>
            <ac:graphicFrameMk id="10" creationId="{736D4E1A-7B6A-4B8B-82AA-4840B91AEADF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8:25.494" v="146" actId="478"/>
          <ac:graphicFrameMkLst>
            <pc:docMk/>
            <pc:sldMk cId="2971637634" sldId="336"/>
            <ac:graphicFrameMk id="11" creationId="{59076D8A-946F-40CC-A549-F559498DB676}"/>
          </ac:graphicFrameMkLst>
        </pc:graphicFrameChg>
        <pc:graphicFrameChg chg="add mod modGraphic">
          <ac:chgData name="Marharyta Synchak" userId="18542655-04ec-4b42-8aad-fd81f81ee43b" providerId="ADAL" clId="{C68B686B-8A00-4015-82AC-85EDF2E7838E}" dt="2022-12-21T23:08:40.039" v="148" actId="2166"/>
          <ac:graphicFrameMkLst>
            <pc:docMk/>
            <pc:sldMk cId="2971637634" sldId="336"/>
            <ac:graphicFrameMk id="12" creationId="{36B49EA3-9A2E-4F1A-8B72-E4A7AD3BAFAE}"/>
          </ac:graphicFrameMkLst>
        </pc:graphicFrameChg>
      </pc:sldChg>
      <pc:sldChg chg="modSp add mod ord">
        <pc:chgData name="Marharyta Synchak" userId="18542655-04ec-4b42-8aad-fd81f81ee43b" providerId="ADAL" clId="{C68B686B-8A00-4015-82AC-85EDF2E7838E}" dt="2022-12-21T23:25:39.540" v="502"/>
        <pc:sldMkLst>
          <pc:docMk/>
          <pc:sldMk cId="4197686812" sldId="337"/>
        </pc:sldMkLst>
        <pc:spChg chg="mod">
          <ac:chgData name="Marharyta Synchak" userId="18542655-04ec-4b42-8aad-fd81f81ee43b" providerId="ADAL" clId="{C68B686B-8A00-4015-82AC-85EDF2E7838E}" dt="2022-12-21T23:19:18.464" v="417" actId="20577"/>
          <ac:spMkLst>
            <pc:docMk/>
            <pc:sldMk cId="4197686812" sldId="337"/>
            <ac:spMk id="7" creationId="{6AAF56CD-ED3D-EFF2-896B-D465D8A8C9A8}"/>
          </ac:spMkLst>
        </pc:spChg>
        <pc:spChg chg="mod">
          <ac:chgData name="Marharyta Synchak" userId="18542655-04ec-4b42-8aad-fd81f81ee43b" providerId="ADAL" clId="{C68B686B-8A00-4015-82AC-85EDF2E7838E}" dt="2022-12-21T23:21:21.871" v="467" actId="20577"/>
          <ac:spMkLst>
            <pc:docMk/>
            <pc:sldMk cId="4197686812" sldId="337"/>
            <ac:spMk id="13" creationId="{00000000-0000-0000-0000-000000000000}"/>
          </ac:spMkLst>
        </pc:spChg>
        <pc:spChg chg="mod">
          <ac:chgData name="Marharyta Synchak" userId="18542655-04ec-4b42-8aad-fd81f81ee43b" providerId="ADAL" clId="{C68B686B-8A00-4015-82AC-85EDF2E7838E}" dt="2022-12-21T23:22:39.989" v="487" actId="20577"/>
          <ac:spMkLst>
            <pc:docMk/>
            <pc:sldMk cId="4197686812" sldId="337"/>
            <ac:spMk id="15" creationId="{00000000-0000-0000-0000-000000000000}"/>
          </ac:spMkLst>
        </pc:spChg>
        <pc:graphicFrameChg chg="mod modGraphic">
          <ac:chgData name="Marharyta Synchak" userId="18542655-04ec-4b42-8aad-fd81f81ee43b" providerId="ADAL" clId="{C68B686B-8A00-4015-82AC-85EDF2E7838E}" dt="2022-12-21T23:25:39.540" v="502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MasterChg chg="delSldLayout">
        <pc:chgData name="Marharyta Synchak" userId="18542655-04ec-4b42-8aad-fd81f81ee43b" providerId="ADAL" clId="{C68B686B-8A00-4015-82AC-85EDF2E7838E}" dt="2022-12-22T09:30:27.488" v="503" actId="47"/>
        <pc:sldMasterMkLst>
          <pc:docMk/>
          <pc:sldMasterMk cId="3804683215" sldId="2147483648"/>
        </pc:sldMasterMkLst>
        <pc:sldLayoutChg chg="del">
          <pc:chgData name="Marharyta Synchak" userId="18542655-04ec-4b42-8aad-fd81f81ee43b" providerId="ADAL" clId="{C68B686B-8A00-4015-82AC-85EDF2E7838E}" dt="2022-12-22T09:30:27.488" v="503" actId="47"/>
          <pc:sldLayoutMkLst>
            <pc:docMk/>
            <pc:sldMasterMk cId="3804683215" sldId="2147483648"/>
            <pc:sldLayoutMk cId="3940589481" sldId="2147483689"/>
          </pc:sldLayoutMkLst>
        </pc:sldLayoutChg>
      </pc:sldMasterChg>
      <pc:sldMasterChg chg="del delSldLayout">
        <pc:chgData name="Marharyta Synchak" userId="18542655-04ec-4b42-8aad-fd81f81ee43b" providerId="ADAL" clId="{C68B686B-8A00-4015-82AC-85EDF2E7838E}" dt="2022-12-22T09:30:33.033" v="504" actId="47"/>
        <pc:sldMasterMkLst>
          <pc:docMk/>
          <pc:sldMasterMk cId="3439044603" sldId="2147483678"/>
        </pc:sldMasterMkLst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26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778088"/>
              </p:ext>
            </p:extLst>
          </p:nvPr>
        </p:nvGraphicFramePr>
        <p:xfrm>
          <a:off x="722242" y="2202181"/>
          <a:ext cx="9923673" cy="2976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38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1635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válidas. 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(+714)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(+503 755 763)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*68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(+68 199)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4 015 141 758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(+4 015 141 758)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contemplados bens com datas de avaliação válidas. 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(+216)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59 153 125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(+ 59 153 125)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67712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8591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76894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(+XXX)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XXX)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242" y="4803839"/>
          <a:ext cx="9936400" cy="116508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69 890 321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</a:rPr>
                        <a:t>51 592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</a:rPr>
                        <a:t>1 351 980 215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425 035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36 093 061 168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372 313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24 009 494 267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8 953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1 229 973 638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8 899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760 497 074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375 526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57 882 806 898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387 985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57 342 224 672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39 922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1 780 782 381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16 594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166 388 845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5 300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1 679 522 396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4 911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1 612 971 553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*</a:t>
            </a:r>
            <a:r>
              <a:rPr lang="pt-BR" sz="800" dirty="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4543930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Comparação de universo e montantes de avaliações (dados de agosto 2022):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7113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82217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34 521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327 656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24 067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20 983 896 879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28 935 000 664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-7 951 103 785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362 177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24 786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23 274 789 311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31 225 893 096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-7 951 103 785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8 781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569 335 996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12 869 710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1 228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152 499 250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10 136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-2 362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734 704 956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-22 773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202 639 730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33 044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31 740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1 439 047 408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72 487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-28 349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4 867 168 072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601625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5 206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323 854 725</a:t>
                      </a:r>
                      <a:endParaRPr lang="pt-PT" sz="7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319 981 121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3 873 604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1400229,88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1397813,61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2416,27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-3 501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16923174,2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13915883,42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3007290,78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8 858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759 808 551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752 925 239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6 883 311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310 860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688 523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388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476 975 412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48 613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24 373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402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477 048 398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de um dia 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38873"/>
              </p:ext>
            </p:extLst>
          </p:nvPr>
        </p:nvGraphicFramePr>
        <p:xfrm>
          <a:off x="722243" y="1992456"/>
          <a:ext cx="9645107" cy="204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205 636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393 710 455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810 666 452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-416 955 998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193 814 387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61 550 651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132 263 736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182 208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16 537 963 446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16 511 328 559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26 634 887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387 985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57 342 224 672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57 600 282 046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-258 057 374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1 122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241 403 054</a:t>
                      </a:r>
                      <a:endParaRPr lang="pt-PT" sz="7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275 000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40 846 797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1 349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-95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600" b="1" u="none" strike="noStrike" dirty="0">
                          <a:effectLst/>
                        </a:rPr>
                        <a:t> </a:t>
                      </a:r>
                      <a:endParaRPr lang="pt-PT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282 524 851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55736"/>
              </p:ext>
            </p:extLst>
          </p:nvPr>
        </p:nvGraphicFramePr>
        <p:xfrm>
          <a:off x="722243" y="1992456"/>
          <a:ext cx="9645107" cy="186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4 893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920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3 790 546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1 960 800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1 829 746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4 911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909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1 612 971 553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1 611 141 807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1 829 746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24 720 012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-144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23 812 914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-93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19 847 663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43 660 577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84597"/>
              </p:ext>
            </p:extLst>
          </p:nvPr>
        </p:nvGraphicFramePr>
        <p:xfrm>
          <a:off x="722243" y="4370854"/>
          <a:ext cx="9645107" cy="15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n/a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32 584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n/a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166 311 498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1 661 515 768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-1 495 204 270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32 593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n/a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166 311 498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1 661 515 768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-1 495 204 270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n/a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77 347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n/a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77 347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7 329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n/a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119 266 612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7 329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n/a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119 266 612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62518"/>
              </p:ext>
            </p:extLst>
          </p:nvPr>
        </p:nvGraphicFramePr>
        <p:xfrm>
          <a:off x="722243" y="1992456"/>
          <a:ext cx="8447257" cy="223146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com garantias Modelo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com garantias BIYR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Diferenças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1) </a:t>
                      </a:r>
                      <a:r>
                        <a:rPr lang="pt-PT" sz="800" b="1" u="none" strike="noStrike" dirty="0">
                          <a:effectLst/>
                        </a:rPr>
                        <a:t>Universo sem diferenças de Imparidade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Sem Garantia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1 387 569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223 975 021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descartados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234 834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522 880 602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522 880 602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Sem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199 719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810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Com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172 647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91 778 926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91 778 926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Total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1 994 769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966 980 935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966 980 935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pt-PT" sz="800" b="1" u="none" strike="noStrike" dirty="0">
                          <a:effectLst/>
                        </a:rPr>
                        <a:t>Universo com diferenças de Imparidade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1 679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3 084 916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2 914 375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170 541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568 464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372 531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195 933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3489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916 776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931 586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-14 810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2 022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2 268 687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2 359 062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-90 375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u="none" strike="noStrike" dirty="0">
                          <a:effectLst/>
                        </a:rPr>
                        <a:t>Impactos não relacionados com garantias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79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4 402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6 838 868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6 577 652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261 216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2908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Análise com base na execução do dia 12 de dezembro. </a:t>
            </a:r>
            <a:endParaRPr lang="pt-BR" sz="8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6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A4B09C0-E6BB-411A-9F62-E26808BD3FF2}"/>
</file>

<file path=customXml/itemProps2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B6808E-2F30-4A3E-86D7-9BE6F24DF713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eef631-8f1e-4c1a-be60-1d5dcae54efd"/>
    <ds:schemaRef ds:uri="http://purl.org/dc/elements/1.1/"/>
    <ds:schemaRef ds:uri="621ea064-9f67-4017-b065-3d285bfa18a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1743</Words>
  <Application>Microsoft Office PowerPoint</Application>
  <PresentationFormat>Custom</PresentationFormat>
  <Paragraphs>553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166</cp:revision>
  <dcterms:created xsi:type="dcterms:W3CDTF">2018-03-19T11:10:43Z</dcterms:created>
  <dcterms:modified xsi:type="dcterms:W3CDTF">2022-12-22T09:35:33Z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2022-11-25T14:33:26Z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75ced0a5-2e7d-4292-9a2f-8176e3efd260</vt:lpwstr>
  </property>
  <property fmtid="{D5CDD505-2E9C-101B-9397-08002B2CF9AE}" pid="10" name="MSIP_Label_3c41c091-3cbc-4dba-8b59-ce62f19500db_ContentBits">
    <vt:lpwstr>1</vt:lpwstr>
  </property>
</Properties>
</file>