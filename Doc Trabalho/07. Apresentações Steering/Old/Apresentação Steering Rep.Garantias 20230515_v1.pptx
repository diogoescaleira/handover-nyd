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31"/>
  </p:notesMasterIdLst>
  <p:handoutMasterIdLst>
    <p:handoutMasterId r:id="rId32"/>
  </p:handoutMasterIdLst>
  <p:sldIdLst>
    <p:sldId id="256" r:id="rId6"/>
    <p:sldId id="306" r:id="rId7"/>
    <p:sldId id="367" r:id="rId8"/>
    <p:sldId id="368" r:id="rId9"/>
    <p:sldId id="338" r:id="rId10"/>
    <p:sldId id="369" r:id="rId11"/>
    <p:sldId id="370" r:id="rId12"/>
    <p:sldId id="371" r:id="rId13"/>
    <p:sldId id="372" r:id="rId14"/>
    <p:sldId id="375" r:id="rId15"/>
    <p:sldId id="365" r:id="rId16"/>
    <p:sldId id="373" r:id="rId17"/>
    <p:sldId id="361" r:id="rId18"/>
    <p:sldId id="374" r:id="rId19"/>
    <p:sldId id="330" r:id="rId20"/>
    <p:sldId id="358" r:id="rId21"/>
    <p:sldId id="376" r:id="rId22"/>
    <p:sldId id="392" r:id="rId23"/>
    <p:sldId id="379" r:id="rId24"/>
    <p:sldId id="390" r:id="rId25"/>
    <p:sldId id="386" r:id="rId26"/>
    <p:sldId id="387" r:id="rId27"/>
    <p:sldId id="324" r:id="rId28"/>
    <p:sldId id="364" r:id="rId29"/>
    <p:sldId id="267" r:id="rId30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4D6"/>
    <a:srgbClr val="FFD9D9"/>
    <a:srgbClr val="D7D7D7"/>
    <a:srgbClr val="FF7575"/>
    <a:srgbClr val="C00000"/>
    <a:srgbClr val="3B3838"/>
    <a:srgbClr val="9ECFDE"/>
    <a:srgbClr val="7F7F7F"/>
    <a:srgbClr val="D9D9D9"/>
    <a:srgbClr val="138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2B02D2-737E-444B-83FA-5E5C122258AC}" v="125" dt="2023-05-15T17:43:57.809"/>
    <p1510:client id="{FD6EC977-DA86-49DB-BDBE-6F3FAE9D0ABA}" v="803" dt="2023-05-15T21:35:51.3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14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5/10/relationships/revisionInfo" Target="revisionInfo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4ED3BD61-000E-4A6F-9093-1471A340E41D}"/>
    <pc:docChg chg="undo redo custSel addSld delSld modSld delMainMaster">
      <pc:chgData name="Nádia Genebra Ahmad" userId="36126275-cace-419f-8e9b-04679c4f8ea6" providerId="ADAL" clId="{4ED3BD61-000E-4A6F-9093-1471A340E41D}" dt="2023-04-04T16:42:55.851" v="2715" actId="478"/>
      <pc:docMkLst>
        <pc:docMk/>
      </pc:docMkLst>
      <pc:sldChg chg="modSp add del mod">
        <pc:chgData name="Nádia Genebra Ahmad" userId="36126275-cace-419f-8e9b-04679c4f8ea6" providerId="ADAL" clId="{4ED3BD61-000E-4A6F-9093-1471A340E41D}" dt="2023-04-04T13:26:08.652" v="1311" actId="20577"/>
        <pc:sldMkLst>
          <pc:docMk/>
          <pc:sldMk cId="1125657622" sldId="256"/>
        </pc:sldMkLst>
        <pc:spChg chg="mod">
          <ac:chgData name="Nádia Genebra Ahmad" userId="36126275-cace-419f-8e9b-04679c4f8ea6" providerId="ADAL" clId="{4ED3BD61-000E-4A6F-9093-1471A340E41D}" dt="2023-04-04T13:26:08.652" v="1311" actId="20577"/>
          <ac:spMkLst>
            <pc:docMk/>
            <pc:sldMk cId="1125657622" sldId="256"/>
            <ac:spMk id="4" creationId="{00000000-0000-0000-0000-000000000000}"/>
          </ac:spMkLst>
        </pc:spChg>
      </pc:sldChg>
      <pc:sldChg chg="add del">
        <pc:chgData name="Nádia Genebra Ahmad" userId="36126275-cace-419f-8e9b-04679c4f8ea6" providerId="ADAL" clId="{4ED3BD61-000E-4A6F-9093-1471A340E41D}" dt="2023-04-04T13:29:25.204" v="1312"/>
        <pc:sldMkLst>
          <pc:docMk/>
          <pc:sldMk cId="1005498502" sldId="267"/>
        </pc:sldMkLst>
      </pc:sldChg>
      <pc:sldChg chg="modSp add del mod">
        <pc:chgData name="Nádia Genebra Ahmad" userId="36126275-cace-419f-8e9b-04679c4f8ea6" providerId="ADAL" clId="{4ED3BD61-000E-4A6F-9093-1471A340E41D}" dt="2023-04-04T14:03:45.087" v="1928" actId="20577"/>
        <pc:sldMkLst>
          <pc:docMk/>
          <pc:sldMk cId="4215426283" sldId="306"/>
        </pc:sldMkLst>
        <pc:spChg chg="mod">
          <ac:chgData name="Nádia Genebra Ahmad" userId="36126275-cace-419f-8e9b-04679c4f8ea6" providerId="ADAL" clId="{4ED3BD61-000E-4A6F-9093-1471A340E41D}" dt="2023-04-04T14:03:45.087" v="1928" actId="20577"/>
          <ac:spMkLst>
            <pc:docMk/>
            <pc:sldMk cId="4215426283" sldId="306"/>
            <ac:spMk id="2" creationId="{6D3E78DA-069E-4823-8E49-CBFF8D792C2E}"/>
          </ac:spMkLst>
        </pc:spChg>
      </pc:sldChg>
      <pc:sldChg chg="add del">
        <pc:chgData name="Nádia Genebra Ahmad" userId="36126275-cace-419f-8e9b-04679c4f8ea6" providerId="ADAL" clId="{4ED3BD61-000E-4A6F-9093-1471A340E41D}" dt="2023-04-03T07:29:00.131" v="107" actId="47"/>
        <pc:sldMkLst>
          <pc:docMk/>
          <pc:sldMk cId="3757026652" sldId="324"/>
        </pc:sldMkLst>
      </pc:sldChg>
      <pc:sldChg chg="del">
        <pc:chgData name="Nádia Genebra Ahmad" userId="36126275-cace-419f-8e9b-04679c4f8ea6" providerId="ADAL" clId="{4ED3BD61-000E-4A6F-9093-1471A340E41D}" dt="2023-04-03T07:28:53.702" v="103" actId="47"/>
        <pc:sldMkLst>
          <pc:docMk/>
          <pc:sldMk cId="136012540" sldId="325"/>
        </pc:sldMkLst>
      </pc:sldChg>
      <pc:sldChg chg="del">
        <pc:chgData name="Nádia Genebra Ahmad" userId="36126275-cace-419f-8e9b-04679c4f8ea6" providerId="ADAL" clId="{4ED3BD61-000E-4A6F-9093-1471A340E41D}" dt="2023-04-03T07:28:55.573" v="104" actId="47"/>
        <pc:sldMkLst>
          <pc:docMk/>
          <pc:sldMk cId="1184307580" sldId="326"/>
        </pc:sldMkLst>
      </pc:sldChg>
      <pc:sldChg chg="addSp delSp modSp mod">
        <pc:chgData name="Nádia Genebra Ahmad" userId="36126275-cace-419f-8e9b-04679c4f8ea6" providerId="ADAL" clId="{4ED3BD61-000E-4A6F-9093-1471A340E41D}" dt="2023-04-04T16:00:55.601" v="2633" actId="947"/>
        <pc:sldMkLst>
          <pc:docMk/>
          <pc:sldMk cId="326973016" sldId="330"/>
        </pc:sldMkLst>
        <pc:spChg chg="mod">
          <ac:chgData name="Nádia Genebra Ahmad" userId="36126275-cace-419f-8e9b-04679c4f8ea6" providerId="ADAL" clId="{4ED3BD61-000E-4A6F-9093-1471A340E41D}" dt="2023-04-04T11:05:44.362" v="1163" actId="2711"/>
          <ac:spMkLst>
            <pc:docMk/>
            <pc:sldMk cId="326973016" sldId="330"/>
            <ac:spMk id="2" creationId="{00000000-0000-0000-0000-000000000000}"/>
          </ac:spMkLst>
        </pc:spChg>
        <pc:spChg chg="add mod">
          <ac:chgData name="Nádia Genebra Ahmad" userId="36126275-cace-419f-8e9b-04679c4f8ea6" providerId="ADAL" clId="{4ED3BD61-000E-4A6F-9093-1471A340E41D}" dt="2023-04-04T16:00:45.491" v="2628" actId="20577"/>
          <ac:spMkLst>
            <pc:docMk/>
            <pc:sldMk cId="326973016" sldId="330"/>
            <ac:spMk id="2" creationId="{06C6B63B-CDB2-98E0-54E2-768992CCD6F5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26973016" sldId="330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4ED3BD61-000E-4A6F-9093-1471A340E41D}" dt="2023-04-04T12:24:57.113" v="1247" actId="1076"/>
          <ac:spMkLst>
            <pc:docMk/>
            <pc:sldMk cId="326973016" sldId="330"/>
            <ac:spMk id="4" creationId="{EF094708-4E98-E15D-55CE-B9FFBFAFBE07}"/>
          </ac:spMkLst>
        </pc:spChg>
        <pc:spChg chg="mod">
          <ac:chgData name="Nádia Genebra Ahmad" userId="36126275-cace-419f-8e9b-04679c4f8ea6" providerId="ADAL" clId="{4ED3BD61-000E-4A6F-9093-1471A340E41D}" dt="2023-04-04T15:57:20.187" v="2571" actId="6549"/>
          <ac:spMkLst>
            <pc:docMk/>
            <pc:sldMk cId="326973016" sldId="330"/>
            <ac:spMk id="6" creationId="{96E1D030-109C-9A49-378B-6C82B5FF0708}"/>
          </ac:spMkLst>
        </pc:spChg>
        <pc:spChg chg="add mod">
          <ac:chgData name="Nádia Genebra Ahmad" userId="36126275-cace-419f-8e9b-04679c4f8ea6" providerId="ADAL" clId="{4ED3BD61-000E-4A6F-9093-1471A340E41D}" dt="2023-04-04T16:00:49.054" v="2629"/>
          <ac:spMkLst>
            <pc:docMk/>
            <pc:sldMk cId="326973016" sldId="330"/>
            <ac:spMk id="7" creationId="{38CD3599-9E8E-E2E3-63E1-809343B775A7}"/>
          </ac:spMkLst>
        </pc:spChg>
        <pc:spChg chg="mod">
          <ac:chgData name="Nádia Genebra Ahmad" userId="36126275-cace-419f-8e9b-04679c4f8ea6" providerId="ADAL" clId="{4ED3BD61-000E-4A6F-9093-1471A340E41D}" dt="2023-04-04T11:05:44.362" v="1163" actId="2711"/>
          <ac:spMkLst>
            <pc:docMk/>
            <pc:sldMk cId="326973016" sldId="330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5:44.362" v="1163" actId="2711"/>
          <ac:spMkLst>
            <pc:docMk/>
            <pc:sldMk cId="326973016" sldId="330"/>
            <ac:spMk id="12" creationId="{00000000-0000-0000-0000-000000000000}"/>
          </ac:spMkLst>
        </pc:spChg>
        <pc:spChg chg="del">
          <ac:chgData name="Nádia Genebra Ahmad" userId="36126275-cace-419f-8e9b-04679c4f8ea6" providerId="ADAL" clId="{4ED3BD61-000E-4A6F-9093-1471A340E41D}" dt="2023-04-04T15:59:20.423" v="2582" actId="478"/>
          <ac:spMkLst>
            <pc:docMk/>
            <pc:sldMk cId="326973016" sldId="330"/>
            <ac:spMk id="13" creationId="{2E23487A-5C84-5333-A7B0-8D593D18E778}"/>
          </ac:spMkLst>
        </pc:spChg>
        <pc:spChg chg="mod">
          <ac:chgData name="Nádia Genebra Ahmad" userId="36126275-cace-419f-8e9b-04679c4f8ea6" providerId="ADAL" clId="{4ED3BD61-000E-4A6F-9093-1471A340E41D}" dt="2023-04-04T16:00:55.601" v="2633" actId="947"/>
          <ac:spMkLst>
            <pc:docMk/>
            <pc:sldMk cId="326973016" sldId="330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5:58:55.385" v="2581"/>
          <ac:graphicFrameMkLst>
            <pc:docMk/>
            <pc:sldMk cId="326973016" sldId="330"/>
            <ac:graphicFrameMk id="11" creationId="{97CBBE27-E806-7F25-9E76-FE3304FE8F8B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5:37:47.153" v="2176" actId="15"/>
        <pc:sldMkLst>
          <pc:docMk/>
          <pc:sldMk cId="1865004159" sldId="338"/>
        </pc:sldMkLst>
        <pc:spChg chg="add del mod">
          <ac:chgData name="Nádia Genebra Ahmad" userId="36126275-cace-419f-8e9b-04679c4f8ea6" providerId="ADAL" clId="{4ED3BD61-000E-4A6F-9093-1471A340E41D}" dt="2023-04-04T15:37:29.972" v="2170" actId="478"/>
          <ac:spMkLst>
            <pc:docMk/>
            <pc:sldMk cId="1865004159" sldId="338"/>
            <ac:spMk id="2" creationId="{33B83A71-8AD6-3FAF-0E6A-0AF662DDB211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1865004159" sldId="338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4ED3BD61-000E-4A6F-9093-1471A340E41D}" dt="2023-04-04T13:56:44.194" v="1695"/>
          <ac:spMkLst>
            <pc:docMk/>
            <pc:sldMk cId="1865004159" sldId="338"/>
            <ac:spMk id="4" creationId="{1395CC0C-E4E9-D409-255D-6A32BEE35502}"/>
          </ac:spMkLst>
        </pc:spChg>
        <pc:spChg chg="mod">
          <ac:chgData name="Nádia Genebra Ahmad" userId="36126275-cace-419f-8e9b-04679c4f8ea6" providerId="ADAL" clId="{4ED3BD61-000E-4A6F-9093-1471A340E41D}" dt="2023-04-04T11:03:31.847" v="1143" actId="2711"/>
          <ac:spMkLst>
            <pc:docMk/>
            <pc:sldMk cId="1865004159" sldId="338"/>
            <ac:spMk id="10" creationId="{00000000-0000-0000-0000-000000000000}"/>
          </ac:spMkLst>
        </pc:spChg>
        <pc:spChg chg="del mod">
          <ac:chgData name="Nádia Genebra Ahmad" userId="36126275-cace-419f-8e9b-04679c4f8ea6" providerId="ADAL" clId="{4ED3BD61-000E-4A6F-9093-1471A340E41D}" dt="2023-04-04T13:56:43.940" v="1694" actId="478"/>
          <ac:spMkLst>
            <pc:docMk/>
            <pc:sldMk cId="1865004159" sldId="338"/>
            <ac:spMk id="11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3:31.847" v="1143" actId="2711"/>
          <ac:spMkLst>
            <pc:docMk/>
            <pc:sldMk cId="1865004159" sldId="338"/>
            <ac:spMk id="12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7:24.658" v="1707" actId="20577"/>
          <ac:spMkLst>
            <pc:docMk/>
            <pc:sldMk cId="1865004159" sldId="338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6:35.851" v="1693" actId="947"/>
          <ac:spMkLst>
            <pc:docMk/>
            <pc:sldMk cId="1865004159" sldId="338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5:37:47.153" v="2176" actId="15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del">
        <pc:chgData name="Nádia Genebra Ahmad" userId="36126275-cace-419f-8e9b-04679c4f8ea6" providerId="ADAL" clId="{4ED3BD61-000E-4A6F-9093-1471A340E41D}" dt="2023-04-03T07:28:52.152" v="102" actId="47"/>
        <pc:sldMkLst>
          <pc:docMk/>
          <pc:sldMk cId="152537382" sldId="348"/>
        </pc:sldMkLst>
      </pc:sldChg>
      <pc:sldChg chg="addSp delSp modSp add del mod">
        <pc:chgData name="Nádia Genebra Ahmad" userId="36126275-cace-419f-8e9b-04679c4f8ea6" providerId="ADAL" clId="{4ED3BD61-000E-4A6F-9093-1471A340E41D}" dt="2023-04-04T16:42:55.851" v="2715" actId="478"/>
        <pc:sldMkLst>
          <pc:docMk/>
          <pc:sldMk cId="3371953063" sldId="349"/>
        </pc:sldMkLst>
        <pc:spChg chg="add mod">
          <ac:chgData name="Nádia Genebra Ahmad" userId="36126275-cace-419f-8e9b-04679c4f8ea6" providerId="ADAL" clId="{4ED3BD61-000E-4A6F-9093-1471A340E41D}" dt="2023-04-04T16:37:00.113" v="2683" actId="404"/>
          <ac:spMkLst>
            <pc:docMk/>
            <pc:sldMk cId="3371953063" sldId="349"/>
            <ac:spMk id="2" creationId="{75B33793-1BDD-D1D6-8928-095E3045E598}"/>
          </ac:spMkLst>
        </pc:spChg>
        <pc:spChg chg="mod">
          <ac:chgData name="Nádia Genebra Ahmad" userId="36126275-cace-419f-8e9b-04679c4f8ea6" providerId="ADAL" clId="{4ED3BD61-000E-4A6F-9093-1471A340E41D}" dt="2023-04-04T15:32:05.352" v="2102" actId="20577"/>
          <ac:spMkLst>
            <pc:docMk/>
            <pc:sldMk cId="3371953063" sldId="349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3:30:01.374" v="1313" actId="2711"/>
          <ac:spMkLst>
            <pc:docMk/>
            <pc:sldMk cId="3371953063" sldId="349"/>
            <ac:spMk id="4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30:01.374" v="1313" actId="2711"/>
          <ac:spMkLst>
            <pc:docMk/>
            <pc:sldMk cId="3371953063" sldId="349"/>
            <ac:spMk id="6" creationId="{00000000-0000-0000-0000-000000000000}"/>
          </ac:spMkLst>
        </pc:spChg>
        <pc:spChg chg="add del mod">
          <ac:chgData name="Nádia Genebra Ahmad" userId="36126275-cace-419f-8e9b-04679c4f8ea6" providerId="ADAL" clId="{4ED3BD61-000E-4A6F-9093-1471A340E41D}" dt="2023-04-04T16:42:55.851" v="2715" actId="478"/>
          <ac:spMkLst>
            <pc:docMk/>
            <pc:sldMk cId="3371953063" sldId="349"/>
            <ac:spMk id="8" creationId="{3F39434F-39F9-1783-1BA9-7A671DABFEAC}"/>
          </ac:spMkLst>
        </pc:spChg>
        <pc:spChg chg="mod">
          <ac:chgData name="Nádia Genebra Ahmad" userId="36126275-cace-419f-8e9b-04679c4f8ea6" providerId="ADAL" clId="{4ED3BD61-000E-4A6F-9093-1471A340E41D}" dt="2023-04-04T16:36:54.285" v="2682" actId="404"/>
          <ac:spMkLst>
            <pc:docMk/>
            <pc:sldMk cId="3371953063" sldId="349"/>
            <ac:spMk id="13" creationId="{8C86AB67-257B-4A72-BCFC-E86455F3F0AC}"/>
          </ac:spMkLst>
        </pc:spChg>
        <pc:grpChg chg="del">
          <ac:chgData name="Nádia Genebra Ahmad" userId="36126275-cace-419f-8e9b-04679c4f8ea6" providerId="ADAL" clId="{4ED3BD61-000E-4A6F-9093-1471A340E41D}" dt="2023-04-04T14:53:28.768" v="1936" actId="478"/>
          <ac:grpSpMkLst>
            <pc:docMk/>
            <pc:sldMk cId="3371953063" sldId="349"/>
            <ac:grpSpMk id="7" creationId="{00000000-0000-0000-0000-000000000000}"/>
          </ac:grpSpMkLst>
        </pc:grpChg>
      </pc:sldChg>
      <pc:sldChg chg="del">
        <pc:chgData name="Nádia Genebra Ahmad" userId="36126275-cace-419f-8e9b-04679c4f8ea6" providerId="ADAL" clId="{4ED3BD61-000E-4A6F-9093-1471A340E41D}" dt="2023-04-03T07:27:06.844" v="18" actId="47"/>
        <pc:sldMkLst>
          <pc:docMk/>
          <pc:sldMk cId="3811271935" sldId="350"/>
        </pc:sldMkLst>
      </pc:sldChg>
      <pc:sldChg chg="addSp delSp modSp mod">
        <pc:chgData name="Nádia Genebra Ahmad" userId="36126275-cace-419f-8e9b-04679c4f8ea6" providerId="ADAL" clId="{4ED3BD61-000E-4A6F-9093-1471A340E41D}" dt="2023-04-04T15:57:07.963" v="2568" actId="478"/>
        <pc:sldMkLst>
          <pc:docMk/>
          <pc:sldMk cId="2088130186" sldId="358"/>
        </pc:sldMkLst>
        <pc:spChg chg="add mod">
          <ac:chgData name="Nádia Genebra Ahmad" userId="36126275-cace-419f-8e9b-04679c4f8ea6" providerId="ADAL" clId="{4ED3BD61-000E-4A6F-9093-1471A340E41D}" dt="2023-04-03T07:28:28.341" v="93"/>
          <ac:spMkLst>
            <pc:docMk/>
            <pc:sldMk cId="2088130186" sldId="358"/>
            <ac:spMk id="2" creationId="{446B704A-05E4-E717-C194-5EBA62BDACB2}"/>
          </ac:spMkLst>
        </pc:spChg>
        <pc:spChg chg="add del mod">
          <ac:chgData name="Nádia Genebra Ahmad" userId="36126275-cace-419f-8e9b-04679c4f8ea6" providerId="ADAL" clId="{4ED3BD61-000E-4A6F-9093-1471A340E41D}" dt="2023-04-04T15:57:07.963" v="2568" actId="478"/>
          <ac:spMkLst>
            <pc:docMk/>
            <pc:sldMk cId="2088130186" sldId="358"/>
            <ac:spMk id="2" creationId="{D2AFFC41-7AC5-D973-B723-BD060961485C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2088130186" sldId="358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1:07:16.440" v="1175" actId="113"/>
          <ac:spMkLst>
            <pc:docMk/>
            <pc:sldMk cId="2088130186" sldId="358"/>
            <ac:spMk id="51" creationId="{6A436EC5-7AD1-4622-9D4D-836200569CBB}"/>
          </ac:spMkLst>
        </pc:spChg>
        <pc:spChg chg="mod">
          <ac:chgData name="Nádia Genebra Ahmad" userId="36126275-cace-419f-8e9b-04679c4f8ea6" providerId="ADAL" clId="{4ED3BD61-000E-4A6F-9093-1471A340E41D}" dt="2023-04-04T11:05:51.503" v="1164" actId="2711"/>
          <ac:spMkLst>
            <pc:docMk/>
            <pc:sldMk cId="2088130186" sldId="358"/>
            <ac:spMk id="53" creationId="{2CEF6F44-A6B1-4A9F-A96A-C1F135FD6C3A}"/>
          </ac:spMkLst>
        </pc:spChg>
        <pc:spChg chg="del">
          <ac:chgData name="Nádia Genebra Ahmad" userId="36126275-cace-419f-8e9b-04679c4f8ea6" providerId="ADAL" clId="{4ED3BD61-000E-4A6F-9093-1471A340E41D}" dt="2023-04-04T09:32:50.943" v="809" actId="478"/>
          <ac:spMkLst>
            <pc:docMk/>
            <pc:sldMk cId="2088130186" sldId="358"/>
            <ac:spMk id="54" creationId="{4A61B9C1-7B97-46CD-8226-E9048CCC1254}"/>
          </ac:spMkLst>
        </pc:spChg>
        <pc:spChg chg="mod">
          <ac:chgData name="Nádia Genebra Ahmad" userId="36126275-cace-419f-8e9b-04679c4f8ea6" providerId="ADAL" clId="{4ED3BD61-000E-4A6F-9093-1471A340E41D}" dt="2023-04-04T09:33:07.090" v="812" actId="164"/>
          <ac:spMkLst>
            <pc:docMk/>
            <pc:sldMk cId="2088130186" sldId="358"/>
            <ac:spMk id="55" creationId="{24DB13A8-4E32-40F1-9F47-C855D21B4BD8}"/>
          </ac:spMkLst>
        </pc:spChg>
        <pc:spChg chg="mod">
          <ac:chgData name="Nádia Genebra Ahmad" userId="36126275-cace-419f-8e9b-04679c4f8ea6" providerId="ADAL" clId="{4ED3BD61-000E-4A6F-9093-1471A340E41D}" dt="2023-04-04T09:34:08.468" v="973" actId="1038"/>
          <ac:spMkLst>
            <pc:docMk/>
            <pc:sldMk cId="2088130186" sldId="358"/>
            <ac:spMk id="56" creationId="{F970F823-2E01-4308-B014-187F8759B064}"/>
          </ac:spMkLst>
        </pc:spChg>
        <pc:spChg chg="mod">
          <ac:chgData name="Nádia Genebra Ahmad" userId="36126275-cace-419f-8e9b-04679c4f8ea6" providerId="ADAL" clId="{4ED3BD61-000E-4A6F-9093-1471A340E41D}" dt="2023-04-04T09:34:14.646" v="999" actId="1037"/>
          <ac:spMkLst>
            <pc:docMk/>
            <pc:sldMk cId="2088130186" sldId="358"/>
            <ac:spMk id="57" creationId="{604B33CD-064E-46A4-B7B2-4E1F42332B5A}"/>
          </ac:spMkLst>
        </pc:spChg>
        <pc:spChg chg="mod">
          <ac:chgData name="Nádia Genebra Ahmad" userId="36126275-cace-419f-8e9b-04679c4f8ea6" providerId="ADAL" clId="{4ED3BD61-000E-4A6F-9093-1471A340E41D}" dt="2023-04-04T09:34:23.373" v="1030" actId="1037"/>
          <ac:spMkLst>
            <pc:docMk/>
            <pc:sldMk cId="2088130186" sldId="358"/>
            <ac:spMk id="58" creationId="{49CE0D7D-E475-486C-84CA-5212474003E6}"/>
          </ac:spMkLst>
        </pc:spChg>
        <pc:spChg chg="mod">
          <ac:chgData name="Nádia Genebra Ahmad" userId="36126275-cace-419f-8e9b-04679c4f8ea6" providerId="ADAL" clId="{4ED3BD61-000E-4A6F-9093-1471A340E41D}" dt="2023-04-04T09:34:49.004" v="1031" actId="552"/>
          <ac:spMkLst>
            <pc:docMk/>
            <pc:sldMk cId="2088130186" sldId="358"/>
            <ac:spMk id="62" creationId="{7200FFCA-F1CF-419D-B201-55015DE975D0}"/>
          </ac:spMkLst>
        </pc:spChg>
        <pc:spChg chg="mod">
          <ac:chgData name="Nádia Genebra Ahmad" userId="36126275-cace-419f-8e9b-04679c4f8ea6" providerId="ADAL" clId="{4ED3BD61-000E-4A6F-9093-1471A340E41D}" dt="2023-04-04T09:35:07.004" v="1060" actId="20577"/>
          <ac:spMkLst>
            <pc:docMk/>
            <pc:sldMk cId="2088130186" sldId="358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4ED3BD61-000E-4A6F-9093-1471A340E41D}" dt="2023-04-04T09:32:35.961" v="808" actId="164"/>
          <ac:grpSpMkLst>
            <pc:docMk/>
            <pc:sldMk cId="2088130186" sldId="358"/>
            <ac:grpSpMk id="4" creationId="{0898D6D6-B86D-424A-97D1-092376140181}"/>
          </ac:grpSpMkLst>
        </pc:grpChg>
        <pc:grpChg chg="add mod">
          <ac:chgData name="Nádia Genebra Ahmad" userId="36126275-cace-419f-8e9b-04679c4f8ea6" providerId="ADAL" clId="{4ED3BD61-000E-4A6F-9093-1471A340E41D}" dt="2023-04-04T11:05:51.503" v="1164" actId="2711"/>
          <ac:grpSpMkLst>
            <pc:docMk/>
            <pc:sldMk cId="2088130186" sldId="358"/>
            <ac:grpSpMk id="6" creationId="{8179B468-5618-35D8-E774-9BDD9C0B39BC}"/>
          </ac:grpSpMkLst>
        </pc:grpChg>
        <pc:graphicFrameChg chg="mod modGraphic">
          <ac:chgData name="Nádia Genebra Ahmad" userId="36126275-cace-419f-8e9b-04679c4f8ea6" providerId="ADAL" clId="{4ED3BD61-000E-4A6F-9093-1471A340E41D}" dt="2023-04-04T11:06:38.653" v="1170" actId="2062"/>
          <ac:graphicFrameMkLst>
            <pc:docMk/>
            <pc:sldMk cId="2088130186" sldId="358"/>
            <ac:graphicFrameMk id="49" creationId="{00000000-0000-0000-0000-000000000000}"/>
          </ac:graphicFrameMkLst>
        </pc:graphicFrameChg>
        <pc:graphicFrameChg chg="mod">
          <ac:chgData name="Nádia Genebra Ahmad" userId="36126275-cace-419f-8e9b-04679c4f8ea6" providerId="ADAL" clId="{4ED3BD61-000E-4A6F-9093-1471A340E41D}" dt="2023-04-04T11:05:51.503" v="1164" actId="2711"/>
          <ac:graphicFrameMkLst>
            <pc:docMk/>
            <pc:sldMk cId="2088130186" sldId="358"/>
            <ac:graphicFrameMk id="50" creationId="{65AC3D7A-0F4B-4606-AFA3-9FCD3049166B}"/>
          </ac:graphicFrameMkLst>
        </pc:graphicFrameChg>
        <pc:graphicFrameChg chg="mod modGraphic">
          <ac:chgData name="Nádia Genebra Ahmad" userId="36126275-cace-419f-8e9b-04679c4f8ea6" providerId="ADAL" clId="{4ED3BD61-000E-4A6F-9093-1471A340E41D}" dt="2023-04-04T11:06:56.326" v="1173" actId="404"/>
          <ac:graphicFrameMkLst>
            <pc:docMk/>
            <pc:sldMk cId="2088130186" sldId="358"/>
            <ac:graphicFrameMk id="60" creationId="{29B6B899-6ACA-41AB-914A-76573652C8C8}"/>
          </ac:graphicFrameMkLst>
        </pc:graphicFrameChg>
        <pc:picChg chg="mod">
          <ac:chgData name="Nádia Genebra Ahmad" userId="36126275-cace-419f-8e9b-04679c4f8ea6" providerId="ADAL" clId="{4ED3BD61-000E-4A6F-9093-1471A340E41D}" dt="2023-04-04T11:05:51.503" v="1164" actId="2711"/>
          <ac:picMkLst>
            <pc:docMk/>
            <pc:sldMk cId="2088130186" sldId="358"/>
            <ac:picMk id="52" creationId="{39DD8DEA-13F3-4183-9376-B9E57DFDA734}"/>
          </ac:picMkLst>
        </pc:picChg>
        <pc:cxnChg chg="mod">
          <ac:chgData name="Nádia Genebra Ahmad" userId="36126275-cace-419f-8e9b-04679c4f8ea6" providerId="ADAL" clId="{4ED3BD61-000E-4A6F-9093-1471A340E41D}" dt="2023-04-04T11:05:51.503" v="1164" actId="2711"/>
          <ac:cxnSpMkLst>
            <pc:docMk/>
            <pc:sldMk cId="2088130186" sldId="358"/>
            <ac:cxnSpMk id="59" creationId="{7B27E4F2-1BB6-421D-A899-460BD3DA6CCD}"/>
          </ac:cxnSpMkLst>
        </pc:cxnChg>
      </pc:sldChg>
      <pc:sldChg chg="addSp delSp modSp add del mod">
        <pc:chgData name="Nádia Genebra Ahmad" userId="36126275-cace-419f-8e9b-04679c4f8ea6" providerId="ADAL" clId="{4ED3BD61-000E-4A6F-9093-1471A340E41D}" dt="2023-04-04T14:54:10.075" v="2000" actId="47"/>
        <pc:sldMkLst>
          <pc:docMk/>
          <pc:sldMk cId="2941407195" sldId="359"/>
        </pc:sldMkLst>
        <pc:spChg chg="mod">
          <ac:chgData name="Nádia Genebra Ahmad" userId="36126275-cace-419f-8e9b-04679c4f8ea6" providerId="ADAL" clId="{4ED3BD61-000E-4A6F-9093-1471A340E41D}" dt="2023-04-04T13:30:08.590" v="1315" actId="2711"/>
          <ac:spMkLst>
            <pc:docMk/>
            <pc:sldMk cId="2941407195" sldId="359"/>
            <ac:spMk id="13" creationId="{8C86AB67-257B-4A72-BCFC-E86455F3F0AC}"/>
          </ac:spMkLst>
        </pc:spChg>
        <pc:picChg chg="add del">
          <ac:chgData name="Nádia Genebra Ahmad" userId="36126275-cace-419f-8e9b-04679c4f8ea6" providerId="ADAL" clId="{4ED3BD61-000E-4A6F-9093-1471A340E41D}" dt="2023-04-04T14:08:02.743" v="1932" actId="22"/>
          <ac:picMkLst>
            <pc:docMk/>
            <pc:sldMk cId="2941407195" sldId="359"/>
            <ac:picMk id="4" creationId="{E8B7F6DB-B0CA-4D96-E1EA-CC73A4FACEE6}"/>
          </ac:picMkLst>
        </pc:picChg>
      </pc:sldChg>
      <pc:sldChg chg="addSp delSp modSp mod">
        <pc:chgData name="Nádia Genebra Ahmad" userId="36126275-cace-419f-8e9b-04679c4f8ea6" providerId="ADAL" clId="{4ED3BD61-000E-4A6F-9093-1471A340E41D}" dt="2023-04-04T16:01:28.274" v="2634" actId="478"/>
        <pc:sldMkLst>
          <pc:docMk/>
          <pc:sldMk cId="3537588073" sldId="361"/>
        </pc:sldMkLst>
        <pc:spChg chg="add del mod">
          <ac:chgData name="Nádia Genebra Ahmad" userId="36126275-cace-419f-8e9b-04679c4f8ea6" providerId="ADAL" clId="{4ED3BD61-000E-4A6F-9093-1471A340E41D}" dt="2023-04-03T17:58:40.280" v="688" actId="478"/>
          <ac:spMkLst>
            <pc:docMk/>
            <pc:sldMk cId="3537588073" sldId="361"/>
            <ac:spMk id="2" creationId="{E90B2587-17C5-6C6B-3A42-6278E47A9566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537588073" sldId="361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4:01:17.703" v="1841" actId="1035"/>
          <ac:spMkLst>
            <pc:docMk/>
            <pc:sldMk cId="3537588073" sldId="361"/>
            <ac:spMk id="7" creationId="{00000000-0000-0000-0000-000000000000}"/>
          </ac:spMkLst>
        </pc:spChg>
        <pc:spChg chg="add del mod">
          <ac:chgData name="Nádia Genebra Ahmad" userId="36126275-cace-419f-8e9b-04679c4f8ea6" providerId="ADAL" clId="{4ED3BD61-000E-4A6F-9093-1471A340E41D}" dt="2023-04-04T16:01:28.274" v="2634" actId="478"/>
          <ac:spMkLst>
            <pc:docMk/>
            <pc:sldMk cId="3537588073" sldId="361"/>
            <ac:spMk id="10" creationId="{018BD304-8530-7D98-FDA1-BEF32A1C80DF}"/>
          </ac:spMkLst>
        </pc:spChg>
        <pc:spChg chg="mod">
          <ac:chgData name="Nádia Genebra Ahmad" userId="36126275-cace-419f-8e9b-04679c4f8ea6" providerId="ADAL" clId="{4ED3BD61-000E-4A6F-9093-1471A340E41D}" dt="2023-04-04T11:05:30.094" v="1160" actId="2711"/>
          <ac:spMkLst>
            <pc:docMk/>
            <pc:sldMk cId="3537588073" sldId="361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4:01:04.188" v="1837" actId="20577"/>
          <ac:spMkLst>
            <pc:docMk/>
            <pc:sldMk cId="3537588073" sldId="361"/>
            <ac:spMk id="3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5:30.094" v="1160" actId="2711"/>
          <ac:spMkLst>
            <pc:docMk/>
            <pc:sldMk cId="3537588073" sldId="361"/>
            <ac:spMk id="36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4:01:17.703" v="1841" actId="1035"/>
          <ac:spMkLst>
            <pc:docMk/>
            <pc:sldMk cId="3537588073" sldId="361"/>
            <ac:spMk id="44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4:00:49.824" v="1832" actId="947"/>
          <ac:spMkLst>
            <pc:docMk/>
            <pc:sldMk cId="3537588073" sldId="361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4:01:17.703" v="1841" actId="1035"/>
          <ac:graphicFrameMkLst>
            <pc:docMk/>
            <pc:sldMk cId="3537588073" sldId="361"/>
            <ac:graphicFrameMk id="6" creationId="{00000000-0000-0000-0000-000000000000}"/>
          </ac:graphicFrameMkLst>
        </pc:graphicFrameChg>
        <pc:graphicFrameChg chg="mod modGraphic">
          <ac:chgData name="Nádia Genebra Ahmad" userId="36126275-cace-419f-8e9b-04679c4f8ea6" providerId="ADAL" clId="{4ED3BD61-000E-4A6F-9093-1471A340E41D}" dt="2023-04-04T11:05:32.873" v="1161" actId="2711"/>
          <ac:graphicFrameMkLst>
            <pc:docMk/>
            <pc:sldMk cId="3537588073" sldId="361"/>
            <ac:graphicFrameMk id="33" creationId="{1D5AD34C-9F22-0F96-ADAD-0463A560240D}"/>
          </ac:graphicFrameMkLst>
        </pc:graphicFrameChg>
        <pc:cxnChg chg="mod">
          <ac:chgData name="Nádia Genebra Ahmad" userId="36126275-cace-419f-8e9b-04679c4f8ea6" providerId="ADAL" clId="{4ED3BD61-000E-4A6F-9093-1471A340E41D}" dt="2023-04-04T14:01:17.703" v="1841" actId="1035"/>
          <ac:cxnSpMkLst>
            <pc:docMk/>
            <pc:sldMk cId="3537588073" sldId="361"/>
            <ac:cxnSpMk id="38" creationId="{00000000-0000-0000-0000-000000000000}"/>
          </ac:cxnSpMkLst>
        </pc:cxnChg>
      </pc:sldChg>
      <pc:sldChg chg="addSp modSp del">
        <pc:chgData name="Nádia Genebra Ahmad" userId="36126275-cace-419f-8e9b-04679c4f8ea6" providerId="ADAL" clId="{4ED3BD61-000E-4A6F-9093-1471A340E41D}" dt="2023-04-03T07:27:46.070" v="60" actId="47"/>
        <pc:sldMkLst>
          <pc:docMk/>
          <pc:sldMk cId="3591765744" sldId="363"/>
        </pc:sldMkLst>
        <pc:spChg chg="add mod">
          <ac:chgData name="Nádia Genebra Ahmad" userId="36126275-cace-419f-8e9b-04679c4f8ea6" providerId="ADAL" clId="{4ED3BD61-000E-4A6F-9093-1471A340E41D}" dt="2023-04-03T07:27:42.213" v="59"/>
          <ac:spMkLst>
            <pc:docMk/>
            <pc:sldMk cId="3591765744" sldId="363"/>
            <ac:spMk id="2" creationId="{CEFE3E20-A904-872F-5C82-C2D9EBB7E977}"/>
          </ac:spMkLst>
        </pc:spChg>
      </pc:sldChg>
      <pc:sldChg chg="addSp delSp modSp mod">
        <pc:chgData name="Nádia Genebra Ahmad" userId="36126275-cace-419f-8e9b-04679c4f8ea6" providerId="ADAL" clId="{4ED3BD61-000E-4A6F-9093-1471A340E41D}" dt="2023-04-04T16:37:54.866" v="2714" actId="20577"/>
        <pc:sldMkLst>
          <pc:docMk/>
          <pc:sldMk cId="4208994639" sldId="364"/>
        </pc:sldMkLst>
        <pc:spChg chg="add del mod">
          <ac:chgData name="Nádia Genebra Ahmad" userId="36126275-cace-419f-8e9b-04679c4f8ea6" providerId="ADAL" clId="{4ED3BD61-000E-4A6F-9093-1471A340E41D}" dt="2023-04-04T16:34:51.369" v="2679" actId="478"/>
          <ac:spMkLst>
            <pc:docMk/>
            <pc:sldMk cId="4208994639" sldId="364"/>
            <ac:spMk id="2" creationId="{4D190164-8BF5-2677-6352-AC6C373DBFE2}"/>
          </ac:spMkLst>
        </pc:spChg>
        <pc:spChg chg="mod">
          <ac:chgData name="Nádia Genebra Ahmad" userId="36126275-cace-419f-8e9b-04679c4f8ea6" providerId="ADAL" clId="{4ED3BD61-000E-4A6F-9093-1471A340E41D}" dt="2023-04-04T15:32:02.330" v="2100" actId="20577"/>
          <ac:spMkLst>
            <pc:docMk/>
            <pc:sldMk cId="4208994639" sldId="364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4ED3BD61-000E-4A6F-9093-1471A340E41D}" dt="2023-04-04T16:37:54.866" v="2714" actId="20577"/>
          <ac:spMkLst>
            <pc:docMk/>
            <pc:sldMk cId="4208994639" sldId="364"/>
            <ac:spMk id="6" creationId="{1A2715E1-F83F-1D43-7B2D-C5E62404D9E2}"/>
          </ac:spMkLst>
        </pc:spChg>
        <pc:spChg chg="mod">
          <ac:chgData name="Nádia Genebra Ahmad" userId="36126275-cace-419f-8e9b-04679c4f8ea6" providerId="ADAL" clId="{4ED3BD61-000E-4A6F-9093-1471A340E41D}" dt="2023-04-04T11:05:59.788" v="1166" actId="2711"/>
          <ac:spMkLst>
            <pc:docMk/>
            <pc:sldMk cId="4208994639" sldId="364"/>
            <ac:spMk id="7" creationId="{3510AB86-A3F2-3CD8-18B7-E2E5E383949F}"/>
          </ac:spMkLst>
        </pc:spChg>
        <pc:spChg chg="del mod">
          <ac:chgData name="Nádia Genebra Ahmad" userId="36126275-cace-419f-8e9b-04679c4f8ea6" providerId="ADAL" clId="{4ED3BD61-000E-4A6F-9093-1471A340E41D}" dt="2023-04-04T14:53:19.204" v="1935" actId="478"/>
          <ac:spMkLst>
            <pc:docMk/>
            <pc:sldMk cId="4208994639" sldId="364"/>
            <ac:spMk id="8" creationId="{8ABDB758-49D6-DF64-0640-787254D8C769}"/>
          </ac:spMkLst>
        </pc:spChg>
        <pc:graphicFrameChg chg="mod modGraphic">
          <ac:chgData name="Nádia Genebra Ahmad" userId="36126275-cace-419f-8e9b-04679c4f8ea6" providerId="ADAL" clId="{4ED3BD61-000E-4A6F-9093-1471A340E41D}" dt="2023-04-04T16:37:27.997" v="2703" actId="1035"/>
          <ac:graphicFrameMkLst>
            <pc:docMk/>
            <pc:sldMk cId="4208994639" sldId="364"/>
            <ac:graphicFrameMk id="4" creationId="{DFB88808-D1A1-0551-AFD9-87ABBF80E762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22:38.165" v="2650" actId="478"/>
        <pc:sldMkLst>
          <pc:docMk/>
          <pc:sldMk cId="1215262335" sldId="365"/>
        </pc:sldMkLst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1215262335" sldId="365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4ED3BD61-000E-4A6F-9093-1471A340E41D}" dt="2023-04-04T15:53:52.045" v="2385" actId="478"/>
          <ac:spMkLst>
            <pc:docMk/>
            <pc:sldMk cId="1215262335" sldId="365"/>
            <ac:spMk id="4" creationId="{8B1E43B7-2B94-C66D-0089-28F74A80CF3B}"/>
          </ac:spMkLst>
        </pc:spChg>
        <pc:spChg chg="add del mod">
          <ac:chgData name="Nádia Genebra Ahmad" userId="36126275-cace-419f-8e9b-04679c4f8ea6" providerId="ADAL" clId="{4ED3BD61-000E-4A6F-9093-1471A340E41D}" dt="2023-04-04T16:22:36.015" v="2649" actId="478"/>
          <ac:spMkLst>
            <pc:docMk/>
            <pc:sldMk cId="1215262335" sldId="365"/>
            <ac:spMk id="6" creationId="{C18FAE61-DB71-F234-BFC0-4125DF30F367}"/>
          </ac:spMkLst>
        </pc:spChg>
        <pc:spChg chg="add del mod">
          <ac:chgData name="Nádia Genebra Ahmad" userId="36126275-cace-419f-8e9b-04679c4f8ea6" providerId="ADAL" clId="{4ED3BD61-000E-4A6F-9093-1471A340E41D}" dt="2023-04-04T16:22:38.165" v="2650" actId="478"/>
          <ac:spMkLst>
            <pc:docMk/>
            <pc:sldMk cId="1215262335" sldId="365"/>
            <ac:spMk id="7" creationId="{A598836F-3390-52A0-9D66-79E9D1D6FF1F}"/>
          </ac:spMkLst>
        </pc:spChg>
        <pc:spChg chg="mod">
          <ac:chgData name="Nádia Genebra Ahmad" userId="36126275-cace-419f-8e9b-04679c4f8ea6" providerId="ADAL" clId="{4ED3BD61-000E-4A6F-9093-1471A340E41D}" dt="2023-04-04T11:05:01.684" v="1154" actId="2711"/>
          <ac:spMkLst>
            <pc:docMk/>
            <pc:sldMk cId="1215262335" sldId="365"/>
            <ac:spMk id="8" creationId="{B88421B6-A6DF-B07E-F687-FF291458F5AF}"/>
          </ac:spMkLst>
        </pc:spChg>
        <pc:spChg chg="mod">
          <ac:chgData name="Nádia Genebra Ahmad" userId="36126275-cace-419f-8e9b-04679c4f8ea6" providerId="ADAL" clId="{4ED3BD61-000E-4A6F-9093-1471A340E41D}" dt="2023-04-04T11:05:01.684" v="1154" actId="2711"/>
          <ac:spMkLst>
            <pc:docMk/>
            <pc:sldMk cId="1215262335" sldId="365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22.441" v="1769"/>
          <ac:spMkLst>
            <pc:docMk/>
            <pc:sldMk cId="1215262335" sldId="365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5:52:51.374" v="2384" actId="255"/>
          <ac:graphicFrameMkLst>
            <pc:docMk/>
            <pc:sldMk cId="1215262335" sldId="365"/>
            <ac:graphicFrameMk id="2" creationId="{909F8BDE-9239-AD09-EF31-CC46E4FB8645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31:15.812" v="2663" actId="478"/>
        <pc:sldMkLst>
          <pc:docMk/>
          <pc:sldMk cId="111535585" sldId="367"/>
        </pc:sldMkLst>
        <pc:spChg chg="mod">
          <ac:chgData name="Nádia Genebra Ahmad" userId="36126275-cace-419f-8e9b-04679c4f8ea6" providerId="ADAL" clId="{4ED3BD61-000E-4A6F-9093-1471A340E41D}" dt="2023-04-04T13:56:03.086" v="1681" actId="6549"/>
          <ac:spMkLst>
            <pc:docMk/>
            <pc:sldMk cId="111535585" sldId="367"/>
            <ac:spMk id="2" creationId="{8253D2F7-582B-9495-0091-F9EDA507B97C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111535585" sldId="367"/>
            <ac:spMk id="3" creationId="{E125DFD4-F75B-4CEF-A4D7-EA79824B5320}"/>
          </ac:spMkLst>
        </pc:spChg>
        <pc:spChg chg="del">
          <ac:chgData name="Nádia Genebra Ahmad" userId="36126275-cace-419f-8e9b-04679c4f8ea6" providerId="ADAL" clId="{4ED3BD61-000E-4A6F-9093-1471A340E41D}" dt="2023-04-04T09:58:11.618" v="1127" actId="478"/>
          <ac:spMkLst>
            <pc:docMk/>
            <pc:sldMk cId="111535585" sldId="367"/>
            <ac:spMk id="4" creationId="{2005A9D1-3D25-764B-470C-41E1E3DFF445}"/>
          </ac:spMkLst>
        </pc:spChg>
        <pc:spChg chg="add del mod">
          <ac:chgData name="Nádia Genebra Ahmad" userId="36126275-cace-419f-8e9b-04679c4f8ea6" providerId="ADAL" clId="{4ED3BD61-000E-4A6F-9093-1471A340E41D}" dt="2023-04-04T13:32:11.817" v="1323" actId="21"/>
          <ac:spMkLst>
            <pc:docMk/>
            <pc:sldMk cId="111535585" sldId="367"/>
            <ac:spMk id="4" creationId="{7F78EA7D-6BC0-7F00-3814-05783C31A2D7}"/>
          </ac:spMkLst>
        </pc:spChg>
        <pc:spChg chg="add del mod">
          <ac:chgData name="Nádia Genebra Ahmad" userId="36126275-cace-419f-8e9b-04679c4f8ea6" providerId="ADAL" clId="{4ED3BD61-000E-4A6F-9093-1471A340E41D}" dt="2023-04-04T16:31:15.812" v="2663" actId="478"/>
          <ac:spMkLst>
            <pc:docMk/>
            <pc:sldMk cId="111535585" sldId="367"/>
            <ac:spMk id="6" creationId="{B7E7BC1F-48B6-EA3C-66E5-EEDA7E952CC6}"/>
          </ac:spMkLst>
        </pc:spChg>
        <pc:spChg chg="mod">
          <ac:chgData name="Nádia Genebra Ahmad" userId="36126275-cace-419f-8e9b-04679c4f8ea6" providerId="ADAL" clId="{4ED3BD61-000E-4A6F-9093-1471A340E41D}" dt="2023-04-04T11:02:45.759" v="1137" actId="2711"/>
          <ac:spMkLst>
            <pc:docMk/>
            <pc:sldMk cId="111535585" sldId="367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35:51.694" v="1480" actId="20577"/>
          <ac:spMkLst>
            <pc:docMk/>
            <pc:sldMk cId="111535585" sldId="367"/>
            <ac:spMk id="16" creationId="{5E391C80-8503-526C-1599-9EAA37A0065B}"/>
          </ac:spMkLst>
        </pc:spChg>
        <pc:spChg chg="mod">
          <ac:chgData name="Nádia Genebra Ahmad" userId="36126275-cace-419f-8e9b-04679c4f8ea6" providerId="ADAL" clId="{4ED3BD61-000E-4A6F-9093-1471A340E41D}" dt="2023-04-04T13:57:09.062" v="1701" actId="20577"/>
          <ac:spMkLst>
            <pc:docMk/>
            <pc:sldMk cId="111535585" sldId="367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33:13.981" v="1398" actId="947"/>
          <ac:spMkLst>
            <pc:docMk/>
            <pc:sldMk cId="111535585" sldId="367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31:12.741" v="2662" actId="947"/>
          <ac:graphicFrameMkLst>
            <pc:docMk/>
            <pc:sldMk cId="111535585" sldId="367"/>
            <ac:graphicFrameMk id="8" creationId="{DF17E78E-41EA-4899-8FEE-94E9E4145CC9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35:37.626" v="2680" actId="478"/>
        <pc:sldMkLst>
          <pc:docMk/>
          <pc:sldMk cId="304460049" sldId="368"/>
        </pc:sldMkLst>
        <pc:spChg chg="del mod">
          <ac:chgData name="Nádia Genebra Ahmad" userId="36126275-cace-419f-8e9b-04679c4f8ea6" providerId="ADAL" clId="{4ED3BD61-000E-4A6F-9093-1471A340E41D}" dt="2023-04-04T13:34:46.235" v="1470" actId="478"/>
          <ac:spMkLst>
            <pc:docMk/>
            <pc:sldMk cId="304460049" sldId="368"/>
            <ac:spMk id="2" creationId="{8253D2F7-582B-9495-0091-F9EDA507B97C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04460049" sldId="368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4ED3BD61-000E-4A6F-9093-1471A340E41D}" dt="2023-04-04T16:35:37.626" v="2680" actId="478"/>
          <ac:spMkLst>
            <pc:docMk/>
            <pc:sldMk cId="304460049" sldId="368"/>
            <ac:spMk id="4" creationId="{CCC51AFF-2061-C0D8-DF92-8174A6EF3A94}"/>
          </ac:spMkLst>
        </pc:spChg>
        <pc:spChg chg="add mod">
          <ac:chgData name="Nádia Genebra Ahmad" userId="36126275-cace-419f-8e9b-04679c4f8ea6" providerId="ADAL" clId="{4ED3BD61-000E-4A6F-9093-1471A340E41D}" dt="2023-04-04T13:32:18.222" v="1359" actId="1035"/>
          <ac:spMkLst>
            <pc:docMk/>
            <pc:sldMk cId="304460049" sldId="368"/>
            <ac:spMk id="6" creationId="{94D31158-A6EE-FC67-32EE-D546D5EF43CE}"/>
          </ac:spMkLst>
        </pc:spChg>
        <pc:spChg chg="del">
          <ac:chgData name="Nádia Genebra Ahmad" userId="36126275-cace-419f-8e9b-04679c4f8ea6" providerId="ADAL" clId="{4ED3BD61-000E-4A6F-9093-1471A340E41D}" dt="2023-04-04T09:58:08.397" v="1126" actId="478"/>
          <ac:spMkLst>
            <pc:docMk/>
            <pc:sldMk cId="304460049" sldId="368"/>
            <ac:spMk id="7" creationId="{2B6819E3-7C99-EDCC-E06D-A812AF7F6974}"/>
          </ac:spMkLst>
        </pc:spChg>
        <pc:spChg chg="add mod">
          <ac:chgData name="Nádia Genebra Ahmad" userId="36126275-cace-419f-8e9b-04679c4f8ea6" providerId="ADAL" clId="{4ED3BD61-000E-4A6F-9093-1471A340E41D}" dt="2023-04-04T13:32:30.723" v="1378" actId="1036"/>
          <ac:spMkLst>
            <pc:docMk/>
            <pc:sldMk cId="304460049" sldId="368"/>
            <ac:spMk id="7" creationId="{BE81D586-B3A4-FFE9-CA88-29DE168AE118}"/>
          </ac:spMkLst>
        </pc:spChg>
        <pc:spChg chg="add del mod">
          <ac:chgData name="Nádia Genebra Ahmad" userId="36126275-cace-419f-8e9b-04679c4f8ea6" providerId="ADAL" clId="{4ED3BD61-000E-4A6F-9093-1471A340E41D}" dt="2023-04-04T13:56:12.316" v="1682" actId="478"/>
          <ac:spMkLst>
            <pc:docMk/>
            <pc:sldMk cId="304460049" sldId="368"/>
            <ac:spMk id="9" creationId="{6E5D15F9-E65A-E76E-B1BF-8263A92BF59E}"/>
          </ac:spMkLst>
        </pc:spChg>
        <pc:spChg chg="del">
          <ac:chgData name="Nádia Genebra Ahmad" userId="36126275-cace-419f-8e9b-04679c4f8ea6" providerId="ADAL" clId="{4ED3BD61-000E-4A6F-9093-1471A340E41D}" dt="2023-04-04T09:58:08.397" v="1126" actId="478"/>
          <ac:spMkLst>
            <pc:docMk/>
            <pc:sldMk cId="304460049" sldId="368"/>
            <ac:spMk id="9" creationId="{EFADA675-2166-5710-9060-2789DFBAC0DE}"/>
          </ac:spMkLst>
        </pc:spChg>
        <pc:spChg chg="mod">
          <ac:chgData name="Nádia Genebra Ahmad" userId="36126275-cace-419f-8e9b-04679c4f8ea6" providerId="ADAL" clId="{4ED3BD61-000E-4A6F-9093-1471A340E41D}" dt="2023-04-04T11:03:19.860" v="1141" actId="2711"/>
          <ac:spMkLst>
            <pc:docMk/>
            <pc:sldMk cId="304460049" sldId="368"/>
            <ac:spMk id="10" creationId="{00000000-0000-0000-0000-000000000000}"/>
          </ac:spMkLst>
        </pc:spChg>
        <pc:spChg chg="add mod">
          <ac:chgData name="Nádia Genebra Ahmad" userId="36126275-cace-419f-8e9b-04679c4f8ea6" providerId="ADAL" clId="{4ED3BD61-000E-4A6F-9093-1471A340E41D}" dt="2023-04-04T13:56:12.551" v="1683"/>
          <ac:spMkLst>
            <pc:docMk/>
            <pc:sldMk cId="304460049" sldId="368"/>
            <ac:spMk id="11" creationId="{35D750DF-A697-68D7-B1BD-D2D54EDCD51B}"/>
          </ac:spMkLst>
        </pc:spChg>
        <pc:spChg chg="mod">
          <ac:chgData name="Nádia Genebra Ahmad" userId="36126275-cace-419f-8e9b-04679c4f8ea6" providerId="ADAL" clId="{4ED3BD61-000E-4A6F-9093-1471A340E41D}" dt="2023-04-04T11:03:19.860" v="1141" actId="2711"/>
          <ac:spMkLst>
            <pc:docMk/>
            <pc:sldMk cId="304460049" sldId="368"/>
            <ac:spMk id="16" creationId="{5E391C80-8503-526C-1599-9EAA37A0065B}"/>
          </ac:spMkLst>
        </pc:spChg>
        <pc:spChg chg="mod">
          <ac:chgData name="Nádia Genebra Ahmad" userId="36126275-cace-419f-8e9b-04679c4f8ea6" providerId="ADAL" clId="{4ED3BD61-000E-4A6F-9093-1471A340E41D}" dt="2023-04-04T13:57:18.755" v="1705" actId="20577"/>
          <ac:spMkLst>
            <pc:docMk/>
            <pc:sldMk cId="304460049" sldId="368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34:55.981" v="1472"/>
          <ac:spMkLst>
            <pc:docMk/>
            <pc:sldMk cId="304460049" sldId="368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30:55.767" v="2660"/>
          <ac:graphicFrameMkLst>
            <pc:docMk/>
            <pc:sldMk cId="304460049" sldId="368"/>
            <ac:graphicFrameMk id="8" creationId="{DF17E78E-41EA-4899-8FEE-94E9E4145CC9}"/>
          </ac:graphicFrameMkLst>
        </pc:graphicFrameChg>
      </pc:sldChg>
      <pc:sldChg chg="addSp modSp mod">
        <pc:chgData name="Nádia Genebra Ahmad" userId="36126275-cace-419f-8e9b-04679c4f8ea6" providerId="ADAL" clId="{4ED3BD61-000E-4A6F-9093-1471A340E41D}" dt="2023-04-04T16:04:48.025" v="2642" actId="255"/>
        <pc:sldMkLst>
          <pc:docMk/>
          <pc:sldMk cId="3156286407" sldId="369"/>
        </pc:sldMkLst>
        <pc:spChg chg="add mod">
          <ac:chgData name="Nádia Genebra Ahmad" userId="36126275-cace-419f-8e9b-04679c4f8ea6" providerId="ADAL" clId="{4ED3BD61-000E-4A6F-9093-1471A340E41D}" dt="2023-04-04T15:42:13.305" v="2250" actId="20577"/>
          <ac:spMkLst>
            <pc:docMk/>
            <pc:sldMk cId="3156286407" sldId="369"/>
            <ac:spMk id="2" creationId="{CD9005FA-50B1-1033-3FB7-093B9985C901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156286407" sldId="369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3:54:35.144" v="1580" actId="1036"/>
          <ac:spMkLst>
            <pc:docMk/>
            <pc:sldMk cId="3156286407" sldId="369"/>
            <ac:spMk id="7" creationId="{6AAF56CD-ED3D-EFF2-896B-D465D8A8C9A8}"/>
          </ac:spMkLst>
        </pc:spChg>
        <pc:spChg chg="mod">
          <ac:chgData name="Nádia Genebra Ahmad" userId="36126275-cace-419f-8e9b-04679c4f8ea6" providerId="ADAL" clId="{4ED3BD61-000E-4A6F-9093-1471A340E41D}" dt="2023-04-04T11:03:51.611" v="1145" actId="2711"/>
          <ac:spMkLst>
            <pc:docMk/>
            <pc:sldMk cId="3156286407" sldId="369"/>
            <ac:spMk id="13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3:51.611" v="1145" actId="2711"/>
          <ac:spMkLst>
            <pc:docMk/>
            <pc:sldMk cId="3156286407" sldId="369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06.874" v="1765" actId="20577"/>
          <ac:spMkLst>
            <pc:docMk/>
            <pc:sldMk cId="3156286407" sldId="369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04:48.025" v="2642" actId="255"/>
          <ac:graphicFrameMkLst>
            <pc:docMk/>
            <pc:sldMk cId="3156286407" sldId="369"/>
            <ac:graphicFrameMk id="14" creationId="{00000000-0000-0000-0000-000000000000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22:47.259" v="2651" actId="478"/>
        <pc:sldMkLst>
          <pc:docMk/>
          <pc:sldMk cId="1965639224" sldId="370"/>
        </pc:sldMkLst>
        <pc:spChg chg="mod">
          <ac:chgData name="Nádia Genebra Ahmad" userId="36126275-cace-419f-8e9b-04679c4f8ea6" providerId="ADAL" clId="{4ED3BD61-000E-4A6F-9093-1471A340E41D}" dt="2023-04-04T13:54:40.387" v="1582" actId="20577"/>
          <ac:spMkLst>
            <pc:docMk/>
            <pc:sldMk cId="1965639224" sldId="370"/>
            <ac:spMk id="2" creationId="{D9B12163-7231-98A4-752B-C91842F7088D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1965639224" sldId="370"/>
            <ac:spMk id="3" creationId="{E125DFD4-F75B-4CEF-A4D7-EA79824B5320}"/>
          </ac:spMkLst>
        </pc:spChg>
        <pc:spChg chg="mod">
          <ac:chgData name="Nádia Genebra Ahmad" userId="36126275-cace-419f-8e9b-04679c4f8ea6" providerId="ADAL" clId="{4ED3BD61-000E-4A6F-9093-1471A340E41D}" dt="2023-04-04T11:04:04.355" v="1147" actId="2711"/>
          <ac:spMkLst>
            <pc:docMk/>
            <pc:sldMk cId="1965639224" sldId="370"/>
            <ac:spMk id="4" creationId="{97D0D770-CF7C-B3A4-7476-7F7C8EE33F02}"/>
          </ac:spMkLst>
        </pc:spChg>
        <pc:spChg chg="add del mod">
          <ac:chgData name="Nádia Genebra Ahmad" userId="36126275-cace-419f-8e9b-04679c4f8ea6" providerId="ADAL" clId="{4ED3BD61-000E-4A6F-9093-1471A340E41D}" dt="2023-04-04T15:42:21.794" v="2251" actId="478"/>
          <ac:spMkLst>
            <pc:docMk/>
            <pc:sldMk cId="1965639224" sldId="370"/>
            <ac:spMk id="6" creationId="{07D18473-82A2-8635-FB35-F6D80E9136E9}"/>
          </ac:spMkLst>
        </pc:spChg>
        <pc:spChg chg="add del mod">
          <ac:chgData name="Nádia Genebra Ahmad" userId="36126275-cace-419f-8e9b-04679c4f8ea6" providerId="ADAL" clId="{4ED3BD61-000E-4A6F-9093-1471A340E41D}" dt="2023-04-04T16:22:47.259" v="2651" actId="478"/>
          <ac:spMkLst>
            <pc:docMk/>
            <pc:sldMk cId="1965639224" sldId="370"/>
            <ac:spMk id="7" creationId="{A676126E-90F4-F2AF-18FD-B3DF5E6E053D}"/>
          </ac:spMkLst>
        </pc:spChg>
        <pc:spChg chg="mod">
          <ac:chgData name="Nádia Genebra Ahmad" userId="36126275-cace-419f-8e9b-04679c4f8ea6" providerId="ADAL" clId="{4ED3BD61-000E-4A6F-9093-1471A340E41D}" dt="2023-04-04T11:04:04.355" v="1147" actId="2711"/>
          <ac:spMkLst>
            <pc:docMk/>
            <pc:sldMk cId="1965639224" sldId="370"/>
            <ac:spMk id="13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13.625" v="1766"/>
          <ac:spMkLst>
            <pc:docMk/>
            <pc:sldMk cId="1965639224" sldId="370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04:57.721" v="2645" actId="255"/>
          <ac:graphicFrameMkLst>
            <pc:docMk/>
            <pc:sldMk cId="1965639224" sldId="370"/>
            <ac:graphicFrameMk id="20" creationId="{3DBE921F-5189-2684-9605-7881F2DD0E5E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32:17.974" v="2666" actId="478"/>
        <pc:sldMkLst>
          <pc:docMk/>
          <pc:sldMk cId="932530539" sldId="371"/>
        </pc:sldMkLst>
        <pc:spChg chg="add del mod">
          <ac:chgData name="Nádia Genebra Ahmad" userId="36126275-cace-419f-8e9b-04679c4f8ea6" providerId="ADAL" clId="{4ED3BD61-000E-4A6F-9093-1471A340E41D}" dt="2023-04-04T12:59:05.072" v="1298" actId="478"/>
          <ac:spMkLst>
            <pc:docMk/>
            <pc:sldMk cId="932530539" sldId="371"/>
            <ac:spMk id="2" creationId="{2A6A28B2-05FC-113B-47C7-9C62704E6237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932530539" sldId="371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4ED3BD61-000E-4A6F-9093-1471A340E41D}" dt="2023-04-04T16:32:17.974" v="2666" actId="478"/>
          <ac:spMkLst>
            <pc:docMk/>
            <pc:sldMk cId="932530539" sldId="371"/>
            <ac:spMk id="4" creationId="{35886481-8193-A0AB-BFBE-BD8A38F33750}"/>
          </ac:spMkLst>
        </pc:spChg>
        <pc:spChg chg="mod">
          <ac:chgData name="Nádia Genebra Ahmad" userId="36126275-cace-419f-8e9b-04679c4f8ea6" providerId="ADAL" clId="{4ED3BD61-000E-4A6F-9093-1471A340E41D}" dt="2023-04-04T13:54:48.801" v="1584" actId="20577"/>
          <ac:spMkLst>
            <pc:docMk/>
            <pc:sldMk cId="932530539" sldId="371"/>
            <ac:spMk id="7" creationId="{73A208F6-5AB8-A553-3145-F5362921AE62}"/>
          </ac:spMkLst>
        </pc:spChg>
        <pc:spChg chg="mod">
          <ac:chgData name="Nádia Genebra Ahmad" userId="36126275-cace-419f-8e9b-04679c4f8ea6" providerId="ADAL" clId="{4ED3BD61-000E-4A6F-9093-1471A340E41D}" dt="2023-04-04T12:53:55.555" v="1286" actId="1076"/>
          <ac:spMkLst>
            <pc:docMk/>
            <pc:sldMk cId="932530539" sldId="371"/>
            <ac:spMk id="8" creationId="{05E7CA54-E9D4-15E2-B844-863EF76FF921}"/>
          </ac:spMkLst>
        </pc:spChg>
        <pc:spChg chg="mod">
          <ac:chgData name="Nádia Genebra Ahmad" userId="36126275-cace-419f-8e9b-04679c4f8ea6" providerId="ADAL" clId="{4ED3BD61-000E-4A6F-9093-1471A340E41D}" dt="2023-04-04T11:04:16.963" v="1149" actId="2711"/>
          <ac:spMkLst>
            <pc:docMk/>
            <pc:sldMk cId="932530539" sldId="371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16.413" v="1767"/>
          <ac:spMkLst>
            <pc:docMk/>
            <pc:sldMk cId="932530539" sldId="371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05:04.818" v="2648" actId="255"/>
          <ac:graphicFrameMkLst>
            <pc:docMk/>
            <pc:sldMk cId="932530539" sldId="371"/>
            <ac:graphicFrameMk id="20" creationId="{94EF0D11-64A1-95A7-5896-603B980711CC}"/>
          </ac:graphicFrameMkLst>
        </pc:graphicFrameChg>
      </pc:sldChg>
      <pc:sldChg chg="addSp delSp modSp mod">
        <pc:chgData name="Nádia Genebra Ahmad" userId="36126275-cace-419f-8e9b-04679c4f8ea6" providerId="ADAL" clId="{4ED3BD61-000E-4A6F-9093-1471A340E41D}" dt="2023-04-04T16:01:48.745" v="2639" actId="20577"/>
        <pc:sldMkLst>
          <pc:docMk/>
          <pc:sldMk cId="331773752" sldId="372"/>
        </pc:sldMkLst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31773752" sldId="372"/>
            <ac:spMk id="3" creationId="{E125DFD4-F75B-4CEF-A4D7-EA79824B5320}"/>
          </ac:spMkLst>
        </pc:spChg>
        <pc:spChg chg="del mod">
          <ac:chgData name="Nádia Genebra Ahmad" userId="36126275-cace-419f-8e9b-04679c4f8ea6" providerId="ADAL" clId="{4ED3BD61-000E-4A6F-9093-1471A340E41D}" dt="2023-04-04T15:54:11.777" v="2388" actId="478"/>
          <ac:spMkLst>
            <pc:docMk/>
            <pc:sldMk cId="331773752" sldId="372"/>
            <ac:spMk id="4" creationId="{4B7515AF-BE8F-166D-017D-FFA2E7258BC8}"/>
          </ac:spMkLst>
        </pc:spChg>
        <pc:spChg chg="add del mod">
          <ac:chgData name="Nádia Genebra Ahmad" userId="36126275-cace-419f-8e9b-04679c4f8ea6" providerId="ADAL" clId="{4ED3BD61-000E-4A6F-9093-1471A340E41D}" dt="2023-04-04T15:48:00.020" v="2324" actId="478"/>
          <ac:spMkLst>
            <pc:docMk/>
            <pc:sldMk cId="331773752" sldId="372"/>
            <ac:spMk id="7" creationId="{F40195E5-E6C5-36A5-978E-3C020582FEF4}"/>
          </ac:spMkLst>
        </pc:spChg>
        <pc:spChg chg="mod">
          <ac:chgData name="Nádia Genebra Ahmad" userId="36126275-cace-419f-8e9b-04679c4f8ea6" providerId="ADAL" clId="{4ED3BD61-000E-4A6F-9093-1471A340E41D}" dt="2023-04-04T16:01:48.745" v="2639" actId="20577"/>
          <ac:spMkLst>
            <pc:docMk/>
            <pc:sldMk cId="331773752" sldId="372"/>
            <ac:spMk id="8" creationId="{B88421B6-A6DF-B07E-F687-FF291458F5AF}"/>
          </ac:spMkLst>
        </pc:spChg>
        <pc:spChg chg="add del mod">
          <ac:chgData name="Nádia Genebra Ahmad" userId="36126275-cace-419f-8e9b-04679c4f8ea6" providerId="ADAL" clId="{4ED3BD61-000E-4A6F-9093-1471A340E41D}" dt="2023-04-04T15:54:12.963" v="2389" actId="478"/>
          <ac:spMkLst>
            <pc:docMk/>
            <pc:sldMk cId="331773752" sldId="372"/>
            <ac:spMk id="9" creationId="{263B933F-796B-4B13-CBA1-38C80B711C3C}"/>
          </ac:spMkLst>
        </pc:spChg>
        <pc:spChg chg="mod">
          <ac:chgData name="Nádia Genebra Ahmad" userId="36126275-cace-419f-8e9b-04679c4f8ea6" providerId="ADAL" clId="{4ED3BD61-000E-4A6F-9093-1471A340E41D}" dt="2023-04-04T11:04:50.060" v="1151" actId="2711"/>
          <ac:spMkLst>
            <pc:docMk/>
            <pc:sldMk cId="331773752" sldId="372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3:58:18.810" v="1768"/>
          <ac:spMkLst>
            <pc:docMk/>
            <pc:sldMk cId="331773752" sldId="372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4ED3BD61-000E-4A6F-9093-1471A340E41D}" dt="2023-04-04T16:01:45.157" v="2637" actId="20577"/>
          <ac:graphicFrameMkLst>
            <pc:docMk/>
            <pc:sldMk cId="331773752" sldId="372"/>
            <ac:graphicFrameMk id="2" creationId="{909F8BDE-9239-AD09-EF31-CC46E4FB8645}"/>
          </ac:graphicFrameMkLst>
        </pc:graphicFrameChg>
        <pc:graphicFrameChg chg="del mod modGraphic">
          <ac:chgData name="Nádia Genebra Ahmad" userId="36126275-cace-419f-8e9b-04679c4f8ea6" providerId="ADAL" clId="{4ED3BD61-000E-4A6F-9093-1471A340E41D}" dt="2023-04-04T15:54:11.777" v="2388" actId="478"/>
          <ac:graphicFrameMkLst>
            <pc:docMk/>
            <pc:sldMk cId="331773752" sldId="372"/>
            <ac:graphicFrameMk id="6" creationId="{CAB80F0A-E11B-61FA-EFAD-1E764024BFDF}"/>
          </ac:graphicFrameMkLst>
        </pc:graphicFrameChg>
      </pc:sldChg>
      <pc:sldChg chg="addSp delSp modSp add del mod">
        <pc:chgData name="Nádia Genebra Ahmad" userId="36126275-cace-419f-8e9b-04679c4f8ea6" providerId="ADAL" clId="{4ED3BD61-000E-4A6F-9093-1471A340E41D}" dt="2023-04-04T16:01:32.848" v="2635" actId="478"/>
        <pc:sldMkLst>
          <pc:docMk/>
          <pc:sldMk cId="230364981" sldId="373"/>
        </pc:sldMkLst>
        <pc:spChg chg="add del mod">
          <ac:chgData name="Nádia Genebra Ahmad" userId="36126275-cace-419f-8e9b-04679c4f8ea6" providerId="ADAL" clId="{4ED3BD61-000E-4A6F-9093-1471A340E41D}" dt="2023-04-04T14:01:49.663" v="1877" actId="478"/>
          <ac:spMkLst>
            <pc:docMk/>
            <pc:sldMk cId="230364981" sldId="373"/>
            <ac:spMk id="2" creationId="{10FC39C1-81BF-48AC-EC0A-5826F5500D68}"/>
          </ac:spMkLst>
        </pc:spChg>
        <pc:spChg chg="del mod">
          <ac:chgData name="Nádia Genebra Ahmad" userId="36126275-cace-419f-8e9b-04679c4f8ea6" providerId="ADAL" clId="{4ED3BD61-000E-4A6F-9093-1471A340E41D}" dt="2023-04-03T07:28:11.584" v="76" actId="478"/>
          <ac:spMkLst>
            <pc:docMk/>
            <pc:sldMk cId="230364981" sldId="373"/>
            <ac:spMk id="2" creationId="{1DF90A05-396F-15DB-CA88-C7CF672A1A53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230364981" sldId="373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4ED3BD61-000E-4A6F-9093-1471A340E41D}" dt="2023-04-04T16:01:32.848" v="2635" actId="478"/>
          <ac:spMkLst>
            <pc:docMk/>
            <pc:sldMk cId="230364981" sldId="373"/>
            <ac:spMk id="4" creationId="{C5B6D98B-3E9D-C5C2-0902-E675D7CE0DDD}"/>
          </ac:spMkLst>
        </pc:spChg>
        <pc:spChg chg="mod">
          <ac:chgData name="Nádia Genebra Ahmad" userId="36126275-cace-419f-8e9b-04679c4f8ea6" providerId="ADAL" clId="{4ED3BD61-000E-4A6F-9093-1471A340E41D}" dt="2023-04-04T14:03:04.502" v="1906" actId="553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Nádia Genebra Ahmad" userId="36126275-cace-419f-8e9b-04679c4f8ea6" providerId="ADAL" clId="{4ED3BD61-000E-4A6F-9093-1471A340E41D}" dt="2023-04-04T14:01:46.773" v="1876" actId="554"/>
          <ac:spMkLst>
            <pc:docMk/>
            <pc:sldMk cId="230364981" sldId="373"/>
            <ac:spMk id="9" creationId="{EBB4D737-4769-DA22-3EBA-563EBC6CDD40}"/>
          </ac:spMkLst>
        </pc:spChg>
        <pc:spChg chg="mod">
          <ac:chgData name="Nádia Genebra Ahmad" userId="36126275-cace-419f-8e9b-04679c4f8ea6" providerId="ADAL" clId="{4ED3BD61-000E-4A6F-9093-1471A340E41D}" dt="2023-04-04T14:03:04.502" v="1906" actId="553"/>
          <ac:spMkLst>
            <pc:docMk/>
            <pc:sldMk cId="230364981" sldId="373"/>
            <ac:spMk id="11" creationId="{B5110827-6A0C-3EB9-5778-7CC7F8E958DE}"/>
          </ac:spMkLst>
        </pc:spChg>
        <pc:spChg chg="mod">
          <ac:chgData name="Nádia Genebra Ahmad" userId="36126275-cace-419f-8e9b-04679c4f8ea6" providerId="ADAL" clId="{4ED3BD61-000E-4A6F-9093-1471A340E41D}" dt="2023-04-04T11:05:12.818" v="1156" actId="2711"/>
          <ac:spMkLst>
            <pc:docMk/>
            <pc:sldMk cId="230364981" sldId="373"/>
            <ac:spMk id="13" creationId="{FB8B0167-9E94-4E0E-9F4A-A0B3B210ACC7}"/>
          </ac:spMkLst>
        </pc:spChg>
        <pc:spChg chg="mod">
          <ac:chgData name="Nádia Genebra Ahmad" userId="36126275-cace-419f-8e9b-04679c4f8ea6" providerId="ADAL" clId="{4ED3BD61-000E-4A6F-9093-1471A340E41D}" dt="2023-04-04T14:03:00.205" v="1905" actId="552"/>
          <ac:spMkLst>
            <pc:docMk/>
            <pc:sldMk cId="230364981" sldId="373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4ED3BD61-000E-4A6F-9093-1471A340E41D}" dt="2023-04-04T11:05:12.818" v="1156" actId="2711"/>
          <ac:spMkLst>
            <pc:docMk/>
            <pc:sldMk cId="230364981" sldId="373"/>
            <ac:spMk id="21" creationId="{35249DB2-AB51-3A3A-3CD5-98E67E069580}"/>
          </ac:spMkLst>
        </pc:spChg>
        <pc:spChg chg="mod">
          <ac:chgData name="Nádia Genebra Ahmad" userId="36126275-cace-419f-8e9b-04679c4f8ea6" providerId="ADAL" clId="{4ED3BD61-000E-4A6F-9093-1471A340E41D}" dt="2023-04-04T13:59:05.414" v="1804" actId="114"/>
          <ac:spMkLst>
            <pc:docMk/>
            <pc:sldMk cId="230364981" sldId="373"/>
            <ac:spMk id="81" creationId="{00000000-0000-0000-0000-000000000000}"/>
          </ac:spMkLst>
        </pc:spChg>
        <pc:grpChg chg="mod">
          <ac:chgData name="Nádia Genebra Ahmad" userId="36126275-cace-419f-8e9b-04679c4f8ea6" providerId="ADAL" clId="{4ED3BD61-000E-4A6F-9093-1471A340E41D}" dt="2023-04-04T14:03:18.871" v="1925" actId="1036"/>
          <ac:grpSpMkLst>
            <pc:docMk/>
            <pc:sldMk cId="230364981" sldId="373"/>
            <ac:grpSpMk id="18" creationId="{CD585925-A3F8-83DE-F85D-65C7D98656F2}"/>
          </ac:grpSpMkLst>
        </pc:grpChg>
        <pc:grpChg chg="mod">
          <ac:chgData name="Nádia Genebra Ahmad" userId="36126275-cace-419f-8e9b-04679c4f8ea6" providerId="ADAL" clId="{4ED3BD61-000E-4A6F-9093-1471A340E41D}" dt="2023-04-04T14:03:15.949" v="1924" actId="1035"/>
          <ac:grpSpMkLst>
            <pc:docMk/>
            <pc:sldMk cId="230364981" sldId="373"/>
            <ac:grpSpMk id="19" creationId="{BEA76A0D-D2C9-81FC-334A-F979CDA30ED4}"/>
          </ac:grpSpMkLst>
        </pc:grpChg>
        <pc:graphicFrameChg chg="modGraphic">
          <ac:chgData name="Nádia Genebra Ahmad" userId="36126275-cace-419f-8e9b-04679c4f8ea6" providerId="ADAL" clId="{4ED3BD61-000E-4A6F-9093-1471A340E41D}" dt="2023-04-04T14:02:11.253" v="1880" actId="2062"/>
          <ac:graphicFrameMkLst>
            <pc:docMk/>
            <pc:sldMk cId="230364981" sldId="373"/>
            <ac:graphicFrameMk id="8" creationId="{37790DD7-7A57-A5DD-1BF3-EDD100B3CFCB}"/>
          </ac:graphicFrameMkLst>
        </pc:graphicFrameChg>
        <pc:graphicFrameChg chg="mod modGraphic">
          <ac:chgData name="Nádia Genebra Ahmad" userId="36126275-cace-419f-8e9b-04679c4f8ea6" providerId="ADAL" clId="{4ED3BD61-000E-4A6F-9093-1471A340E41D}" dt="2023-04-04T14:03:11.824" v="1915" actId="1035"/>
          <ac:graphicFrameMkLst>
            <pc:docMk/>
            <pc:sldMk cId="230364981" sldId="373"/>
            <ac:graphicFrameMk id="10" creationId="{5349DF03-51C3-E098-A4B4-331DEF7F0FBB}"/>
          </ac:graphicFrameMkLst>
        </pc:graphicFrameChg>
        <pc:graphicFrameChg chg="modGraphic">
          <ac:chgData name="Nádia Genebra Ahmad" userId="36126275-cace-419f-8e9b-04679c4f8ea6" providerId="ADAL" clId="{4ED3BD61-000E-4A6F-9093-1471A340E41D}" dt="2023-04-04T14:02:05.413" v="1878" actId="2062"/>
          <ac:graphicFrameMkLst>
            <pc:docMk/>
            <pc:sldMk cId="230364981" sldId="373"/>
            <ac:graphicFrameMk id="12" creationId="{F1D7B62E-0BC4-AE03-FF27-D6E7004AE5D8}"/>
          </ac:graphicFrameMkLst>
        </pc:graphicFrameChg>
      </pc:sldChg>
      <pc:sldChg chg="delSp add del mod">
        <pc:chgData name="Nádia Genebra Ahmad" userId="36126275-cace-419f-8e9b-04679c4f8ea6" providerId="ADAL" clId="{4ED3BD61-000E-4A6F-9093-1471A340E41D}" dt="2023-04-03T07:26:19.045" v="4" actId="47"/>
        <pc:sldMkLst>
          <pc:docMk/>
          <pc:sldMk cId="3664959187" sldId="374"/>
        </pc:sldMkLst>
        <pc:spChg chg="del">
          <ac:chgData name="Nádia Genebra Ahmad" userId="36126275-cace-419f-8e9b-04679c4f8ea6" providerId="ADAL" clId="{4ED3BD61-000E-4A6F-9093-1471A340E41D}" dt="2023-04-03T07:08:16.878" v="2" actId="478"/>
          <ac:spMkLst>
            <pc:docMk/>
            <pc:sldMk cId="3664959187" sldId="374"/>
            <ac:spMk id="2" creationId="{1DF90A05-396F-15DB-CA88-C7CF672A1A53}"/>
          </ac:spMkLst>
        </pc:spChg>
      </pc:sldChg>
      <pc:sldChg chg="addSp delSp modSp mod">
        <pc:chgData name="Nádia Genebra Ahmad" userId="36126275-cace-419f-8e9b-04679c4f8ea6" providerId="ADAL" clId="{4ED3BD61-000E-4A6F-9093-1471A340E41D}" dt="2023-04-04T16:36:11.939" v="2681" actId="13926"/>
        <pc:sldMkLst>
          <pc:docMk/>
          <pc:sldMk cId="3809727174" sldId="374"/>
        </pc:sldMkLst>
        <pc:spChg chg="add del mod">
          <ac:chgData name="Nádia Genebra Ahmad" userId="36126275-cace-419f-8e9b-04679c4f8ea6" providerId="ADAL" clId="{4ED3BD61-000E-4A6F-9093-1471A340E41D}" dt="2023-04-04T15:24:32.990" v="2098" actId="478"/>
          <ac:spMkLst>
            <pc:docMk/>
            <pc:sldMk cId="3809727174" sldId="374"/>
            <ac:spMk id="2" creationId="{B3FFDC62-8680-83E7-3AD2-713C57C90177}"/>
          </ac:spMkLst>
        </pc:spChg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3809727174" sldId="374"/>
            <ac:spMk id="3" creationId="{E125DFD4-F75B-4CEF-A4D7-EA79824B5320}"/>
          </ac:spMkLst>
        </pc:spChg>
        <pc:spChg chg="del">
          <ac:chgData name="Nádia Genebra Ahmad" userId="36126275-cace-419f-8e9b-04679c4f8ea6" providerId="ADAL" clId="{4ED3BD61-000E-4A6F-9093-1471A340E41D}" dt="2023-04-04T15:59:29.282" v="2583" actId="478"/>
          <ac:spMkLst>
            <pc:docMk/>
            <pc:sldMk cId="3809727174" sldId="374"/>
            <ac:spMk id="4" creationId="{C5B6D98B-3E9D-C5C2-0902-E675D7CE0DDD}"/>
          </ac:spMkLst>
        </pc:spChg>
        <pc:spChg chg="mod">
          <ac:chgData name="Nádia Genebra Ahmad" userId="36126275-cace-419f-8e9b-04679c4f8ea6" providerId="ADAL" clId="{4ED3BD61-000E-4A6F-9093-1471A340E41D}" dt="2023-04-04T16:36:11.939" v="2681" actId="13926"/>
          <ac:spMkLst>
            <pc:docMk/>
            <pc:sldMk cId="3809727174" sldId="374"/>
            <ac:spMk id="9" creationId="{EBB4D737-4769-DA22-3EBA-563EBC6CDD40}"/>
          </ac:spMkLst>
        </pc:spChg>
        <pc:spChg chg="add mod">
          <ac:chgData name="Nádia Genebra Ahmad" userId="36126275-cace-419f-8e9b-04679c4f8ea6" providerId="ADAL" clId="{4ED3BD61-000E-4A6F-9093-1471A340E41D}" dt="2023-04-04T16:00:30.938" v="2622" actId="20577"/>
          <ac:spMkLst>
            <pc:docMk/>
            <pc:sldMk cId="3809727174" sldId="374"/>
            <ac:spMk id="14" creationId="{F4DCBE8B-C498-F4BD-5897-15EECEC7F750}"/>
          </ac:spMkLst>
        </pc:spChg>
        <pc:spChg chg="mod">
          <ac:chgData name="Nádia Genebra Ahmad" userId="36126275-cace-419f-8e9b-04679c4f8ea6" providerId="ADAL" clId="{4ED3BD61-000E-4A6F-9093-1471A340E41D}" dt="2023-04-04T15:59:48.257" v="2587" actId="20577"/>
          <ac:spMkLst>
            <pc:docMk/>
            <pc:sldMk cId="3809727174" sldId="374"/>
            <ac:spMk id="81" creationId="{00000000-0000-0000-0000-000000000000}"/>
          </ac:spMkLst>
        </pc:spChg>
        <pc:graphicFrameChg chg="modGraphic">
          <ac:chgData name="Nádia Genebra Ahmad" userId="36126275-cace-419f-8e9b-04679c4f8ea6" providerId="ADAL" clId="{4ED3BD61-000E-4A6F-9093-1471A340E41D}" dt="2023-04-04T15:59:57.606" v="2589" actId="20577"/>
          <ac:graphicFrameMkLst>
            <pc:docMk/>
            <pc:sldMk cId="3809727174" sldId="374"/>
            <ac:graphicFrameMk id="8" creationId="{37790DD7-7A57-A5DD-1BF3-EDD100B3CFCB}"/>
          </ac:graphicFrameMkLst>
        </pc:graphicFrameChg>
      </pc:sldChg>
      <pc:sldChg chg="addSp delSp modSp add mod">
        <pc:chgData name="Nádia Genebra Ahmad" userId="36126275-cace-419f-8e9b-04679c4f8ea6" providerId="ADAL" clId="{4ED3BD61-000E-4A6F-9093-1471A340E41D}" dt="2023-04-04T15:55:47.884" v="2513" actId="1076"/>
        <pc:sldMkLst>
          <pc:docMk/>
          <pc:sldMk cId="1271757370" sldId="375"/>
        </pc:sldMkLst>
        <pc:spChg chg="mod">
          <ac:chgData name="Nádia Genebra Ahmad" userId="36126275-cace-419f-8e9b-04679c4f8ea6" providerId="ADAL" clId="{4ED3BD61-000E-4A6F-9093-1471A340E41D}" dt="2023-04-04T15:54:59.724" v="2463" actId="554"/>
          <ac:spMkLst>
            <pc:docMk/>
            <pc:sldMk cId="1271757370" sldId="375"/>
            <ac:spMk id="4" creationId="{4B7515AF-BE8F-166D-017D-FFA2E7258BC8}"/>
          </ac:spMkLst>
        </pc:spChg>
        <pc:spChg chg="add mod">
          <ac:chgData name="Nádia Genebra Ahmad" userId="36126275-cace-419f-8e9b-04679c4f8ea6" providerId="ADAL" clId="{4ED3BD61-000E-4A6F-9093-1471A340E41D}" dt="2023-04-04T15:55:44.843" v="2512" actId="20577"/>
          <ac:spMkLst>
            <pc:docMk/>
            <pc:sldMk cId="1271757370" sldId="375"/>
            <ac:spMk id="7" creationId="{FA460541-F1A5-22A6-3107-8623D4A2824A}"/>
          </ac:spMkLst>
        </pc:spChg>
        <pc:spChg chg="mod">
          <ac:chgData name="Nádia Genebra Ahmad" userId="36126275-cace-419f-8e9b-04679c4f8ea6" providerId="ADAL" clId="{4ED3BD61-000E-4A6F-9093-1471A340E41D}" dt="2023-04-04T15:55:47.884" v="2513" actId="1076"/>
          <ac:spMkLst>
            <pc:docMk/>
            <pc:sldMk cId="1271757370" sldId="375"/>
            <ac:spMk id="9" creationId="{263B933F-796B-4B13-CBA1-38C80B711C3C}"/>
          </ac:spMkLst>
        </pc:spChg>
        <pc:spChg chg="del mod">
          <ac:chgData name="Nádia Genebra Ahmad" userId="36126275-cace-419f-8e9b-04679c4f8ea6" providerId="ADAL" clId="{4ED3BD61-000E-4A6F-9093-1471A340E41D}" dt="2023-04-04T15:55:02.085" v="2464" actId="478"/>
          <ac:spMkLst>
            <pc:docMk/>
            <pc:sldMk cId="1271757370" sldId="375"/>
            <ac:spMk id="15" creationId="{00000000-0000-0000-0000-000000000000}"/>
          </ac:spMkLst>
        </pc:spChg>
        <pc:graphicFrameChg chg="add del mod">
          <ac:chgData name="Nádia Genebra Ahmad" userId="36126275-cace-419f-8e9b-04679c4f8ea6" providerId="ADAL" clId="{4ED3BD61-000E-4A6F-9093-1471A340E41D}" dt="2023-04-04T15:55:10.227" v="2466" actId="478"/>
          <ac:graphicFrameMkLst>
            <pc:docMk/>
            <pc:sldMk cId="1271757370" sldId="375"/>
            <ac:graphicFrameMk id="2" creationId="{909F8BDE-9239-AD09-EF31-CC46E4FB8645}"/>
          </ac:graphicFrameMkLst>
        </pc:graphicFrameChg>
        <pc:graphicFrameChg chg="mod">
          <ac:chgData name="Nádia Genebra Ahmad" userId="36126275-cace-419f-8e9b-04679c4f8ea6" providerId="ADAL" clId="{4ED3BD61-000E-4A6F-9093-1471A340E41D}" dt="2023-04-04T15:55:07.396" v="2465" actId="554"/>
          <ac:graphicFrameMkLst>
            <pc:docMk/>
            <pc:sldMk cId="1271757370" sldId="375"/>
            <ac:graphicFrameMk id="6" creationId="{CAB80F0A-E11B-61FA-EFAD-1E764024BFDF}"/>
          </ac:graphicFrameMkLst>
        </pc:graphicFrameChg>
      </pc:sldChg>
      <pc:sldChg chg="modSp">
        <pc:chgData name="Nádia Genebra Ahmad" userId="36126275-cace-419f-8e9b-04679c4f8ea6" providerId="ADAL" clId="{4ED3BD61-000E-4A6F-9093-1471A340E41D}" dt="2023-04-04T14:04:06.787" v="1929"/>
        <pc:sldMkLst>
          <pc:docMk/>
          <pc:sldMk cId="2817709709" sldId="375"/>
        </pc:sldMkLst>
        <pc:spChg chg="mod">
          <ac:chgData name="Nádia Genebra Ahmad" userId="36126275-cace-419f-8e9b-04679c4f8ea6" providerId="ADAL" clId="{4ED3BD61-000E-4A6F-9093-1471A340E41D}" dt="2023-04-04T14:04:06.787" v="1929"/>
          <ac:spMkLst>
            <pc:docMk/>
            <pc:sldMk cId="2817709709" sldId="375"/>
            <ac:spMk id="3" creationId="{E125DFD4-F75B-4CEF-A4D7-EA79824B5320}"/>
          </ac:spMkLst>
        </pc:spChg>
      </pc:sldChg>
      <pc:sldMasterChg chg="del delSldLayout">
        <pc:chgData name="Nádia Genebra Ahmad" userId="36126275-cace-419f-8e9b-04679c4f8ea6" providerId="ADAL" clId="{4ED3BD61-000E-4A6F-9093-1471A340E41D}" dt="2023-04-03T07:28:57.015" v="105" actId="47"/>
        <pc:sldMasterMkLst>
          <pc:docMk/>
          <pc:sldMasterMk cId="3439044603" sldId="2147483678"/>
        </pc:sldMasterMkLst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Nádia Genebra Ahmad" userId="36126275-cace-419f-8e9b-04679c4f8ea6" providerId="ADAL" clId="{4ED3BD61-000E-4A6F-9093-1471A340E41D}" dt="2023-04-03T07:28:57.015" v="105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  <pc:docChgLst>
    <pc:chgData name="Nádia Genebra Ahmad" userId="36126275-cace-419f-8e9b-04679c4f8ea6" providerId="ADAL" clId="{CA6BA6E9-3CFE-433D-BE38-B074DF5869FE}"/>
    <pc:docChg chg="modSld">
      <pc:chgData name="Nádia Genebra Ahmad" userId="36126275-cace-419f-8e9b-04679c4f8ea6" providerId="ADAL" clId="{CA6BA6E9-3CFE-433D-BE38-B074DF5869FE}" dt="2023-03-31T18:13:35.909" v="7" actId="20577"/>
      <pc:docMkLst>
        <pc:docMk/>
      </pc:docMkLst>
      <pc:sldChg chg="modSp mod">
        <pc:chgData name="Nádia Genebra Ahmad" userId="36126275-cace-419f-8e9b-04679c4f8ea6" providerId="ADAL" clId="{CA6BA6E9-3CFE-433D-BE38-B074DF5869FE}" dt="2023-03-31T18:13:35.909" v="7" actId="20577"/>
        <pc:sldMkLst>
          <pc:docMk/>
          <pc:sldMk cId="230364981" sldId="373"/>
        </pc:sldMkLst>
        <pc:spChg chg="mod">
          <ac:chgData name="Nádia Genebra Ahmad" userId="36126275-cace-419f-8e9b-04679c4f8ea6" providerId="ADAL" clId="{CA6BA6E9-3CFE-433D-BE38-B074DF5869FE}" dt="2023-03-31T18:13:26.521" v="0" actId="6549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Nádia Genebra Ahmad" userId="36126275-cace-419f-8e9b-04679c4f8ea6" providerId="ADAL" clId="{CA6BA6E9-3CFE-433D-BE38-B074DF5869FE}" dt="2023-03-31T18:13:35.909" v="7" actId="20577"/>
          <ac:spMkLst>
            <pc:docMk/>
            <pc:sldMk cId="230364981" sldId="373"/>
            <ac:spMk id="81" creationId="{00000000-0000-0000-0000-000000000000}"/>
          </ac:spMkLst>
        </pc:spChg>
      </pc:sldChg>
    </pc:docChg>
  </pc:docChgLst>
  <pc:docChgLst>
    <pc:chgData name="Marharyta Synchak" userId="18542655-04ec-4b42-8aad-fd81f81ee43b" providerId="ADAL" clId="{B22B02D2-737E-444B-83FA-5E5C122258AC}"/>
    <pc:docChg chg="undo custSel addSld delSld modSld">
      <pc:chgData name="Marharyta Synchak" userId="18542655-04ec-4b42-8aad-fd81f81ee43b" providerId="ADAL" clId="{B22B02D2-737E-444B-83FA-5E5C122258AC}" dt="2023-05-15T17:43:57.810" v="136" actId="20577"/>
      <pc:docMkLst>
        <pc:docMk/>
      </pc:docMkLst>
      <pc:sldChg chg="delSp modSp mod">
        <pc:chgData name="Marharyta Synchak" userId="18542655-04ec-4b42-8aad-fd81f81ee43b" providerId="ADAL" clId="{B22B02D2-737E-444B-83FA-5E5C122258AC}" dt="2023-05-15T15:46:08.337" v="76" actId="113"/>
        <pc:sldMkLst>
          <pc:docMk/>
          <pc:sldMk cId="326973016" sldId="330"/>
        </pc:sldMkLst>
        <pc:spChg chg="del">
          <ac:chgData name="Marharyta Synchak" userId="18542655-04ec-4b42-8aad-fd81f81ee43b" providerId="ADAL" clId="{B22B02D2-737E-444B-83FA-5E5C122258AC}" dt="2023-05-15T15:43:26.340" v="31" actId="478"/>
          <ac:spMkLst>
            <pc:docMk/>
            <pc:sldMk cId="326973016" sldId="330"/>
            <ac:spMk id="4" creationId="{C6BA6E43-1B07-541B-769C-41786B1CC268}"/>
          </ac:spMkLst>
        </pc:spChg>
        <pc:spChg chg="mod">
          <ac:chgData name="Marharyta Synchak" userId="18542655-04ec-4b42-8aad-fd81f81ee43b" providerId="ADAL" clId="{B22B02D2-737E-444B-83FA-5E5C122258AC}" dt="2023-05-15T14:59:15.042" v="20" actId="20577"/>
          <ac:spMkLst>
            <pc:docMk/>
            <pc:sldMk cId="326973016" sldId="330"/>
            <ac:spMk id="12" creationId="{00000000-0000-0000-0000-000000000000}"/>
          </ac:spMkLst>
        </pc:spChg>
        <pc:graphicFrameChg chg="modGraphic">
          <ac:chgData name="Marharyta Synchak" userId="18542655-04ec-4b42-8aad-fd81f81ee43b" providerId="ADAL" clId="{B22B02D2-737E-444B-83FA-5E5C122258AC}" dt="2023-05-15T15:46:08.337" v="76" actId="113"/>
          <ac:graphicFrameMkLst>
            <pc:docMk/>
            <pc:sldMk cId="326973016" sldId="330"/>
            <ac:graphicFrameMk id="11" creationId="{97CBBE27-E806-7F25-9E76-FE3304FE8F8B}"/>
          </ac:graphicFrameMkLst>
        </pc:graphicFrameChg>
      </pc:sldChg>
      <pc:sldChg chg="modSp mod">
        <pc:chgData name="Marharyta Synchak" userId="18542655-04ec-4b42-8aad-fd81f81ee43b" providerId="ADAL" clId="{B22B02D2-737E-444B-83FA-5E5C122258AC}" dt="2023-05-15T17:43:57.810" v="136" actId="20577"/>
        <pc:sldMkLst>
          <pc:docMk/>
          <pc:sldMk cId="4208994639" sldId="364"/>
        </pc:sldMkLst>
        <pc:graphicFrameChg chg="mod modGraphic">
          <ac:chgData name="Marharyta Synchak" userId="18542655-04ec-4b42-8aad-fd81f81ee43b" providerId="ADAL" clId="{B22B02D2-737E-444B-83FA-5E5C122258AC}" dt="2023-05-15T17:43:57.810" v="136" actId="20577"/>
          <ac:graphicFrameMkLst>
            <pc:docMk/>
            <pc:sldMk cId="4208994639" sldId="364"/>
            <ac:graphicFrameMk id="4" creationId="{DFB88808-D1A1-0551-AFD9-87ABBF80E762}"/>
          </ac:graphicFrameMkLst>
        </pc:graphicFrameChg>
      </pc:sldChg>
      <pc:sldChg chg="delSp modSp mod">
        <pc:chgData name="Marharyta Synchak" userId="18542655-04ec-4b42-8aad-fd81f81ee43b" providerId="ADAL" clId="{B22B02D2-737E-444B-83FA-5E5C122258AC}" dt="2023-05-15T14:57:27.422" v="10" actId="478"/>
        <pc:sldMkLst>
          <pc:docMk/>
          <pc:sldMk cId="3809727174" sldId="374"/>
        </pc:sldMkLst>
        <pc:spChg chg="del">
          <ac:chgData name="Marharyta Synchak" userId="18542655-04ec-4b42-8aad-fd81f81ee43b" providerId="ADAL" clId="{B22B02D2-737E-444B-83FA-5E5C122258AC}" dt="2023-05-15T14:57:27.422" v="10" actId="478"/>
          <ac:spMkLst>
            <pc:docMk/>
            <pc:sldMk cId="3809727174" sldId="374"/>
            <ac:spMk id="2" creationId="{48FF81E5-FCF0-0851-D235-56F97248D354}"/>
          </ac:spMkLst>
        </pc:spChg>
        <pc:spChg chg="mod">
          <ac:chgData name="Marharyta Synchak" userId="18542655-04ec-4b42-8aad-fd81f81ee43b" providerId="ADAL" clId="{B22B02D2-737E-444B-83FA-5E5C122258AC}" dt="2023-05-15T14:55:33.817" v="1" actId="20577"/>
          <ac:spMkLst>
            <pc:docMk/>
            <pc:sldMk cId="3809727174" sldId="374"/>
            <ac:spMk id="7" creationId="{88ECC50B-117E-FC80-C5A0-31682E40DD74}"/>
          </ac:spMkLst>
        </pc:spChg>
        <pc:graphicFrameChg chg="modGraphic">
          <ac:chgData name="Marharyta Synchak" userId="18542655-04ec-4b42-8aad-fd81f81ee43b" providerId="ADAL" clId="{B22B02D2-737E-444B-83FA-5E5C122258AC}" dt="2023-05-15T14:57:17.345" v="9" actId="403"/>
          <ac:graphicFrameMkLst>
            <pc:docMk/>
            <pc:sldMk cId="3809727174" sldId="374"/>
            <ac:graphicFrameMk id="8" creationId="{37790DD7-7A57-A5DD-1BF3-EDD100B3CFCB}"/>
          </ac:graphicFrameMkLst>
        </pc:graphicFrameChg>
      </pc:sldChg>
      <pc:sldChg chg="delSp modSp mod">
        <pc:chgData name="Marharyta Synchak" userId="18542655-04ec-4b42-8aad-fd81f81ee43b" providerId="ADAL" clId="{B22B02D2-737E-444B-83FA-5E5C122258AC}" dt="2023-05-15T17:39:14.216" v="123" actId="478"/>
        <pc:sldMkLst>
          <pc:docMk/>
          <pc:sldMk cId="3272146824" sldId="379"/>
        </pc:sldMkLst>
        <pc:spChg chg="del">
          <ac:chgData name="Marharyta Synchak" userId="18542655-04ec-4b42-8aad-fd81f81ee43b" providerId="ADAL" clId="{B22B02D2-737E-444B-83FA-5E5C122258AC}" dt="2023-05-15T17:39:14.216" v="123" actId="478"/>
          <ac:spMkLst>
            <pc:docMk/>
            <pc:sldMk cId="3272146824" sldId="379"/>
            <ac:spMk id="8" creationId="{74989324-A9C9-AB03-EDA5-2BF3EE202C91}"/>
          </ac:spMkLst>
        </pc:spChg>
        <pc:graphicFrameChg chg="mod modGraphic">
          <ac:chgData name="Marharyta Synchak" userId="18542655-04ec-4b42-8aad-fd81f81ee43b" providerId="ADAL" clId="{B22B02D2-737E-444B-83FA-5E5C122258AC}" dt="2023-05-15T17:39:06.403" v="122" actId="2062"/>
          <ac:graphicFrameMkLst>
            <pc:docMk/>
            <pc:sldMk cId="3272146824" sldId="379"/>
            <ac:graphicFrameMk id="9" creationId="{00000000-0000-0000-0000-000000000000}"/>
          </ac:graphicFrameMkLst>
        </pc:graphicFrameChg>
      </pc:sldChg>
      <pc:sldChg chg="addSp modSp new del">
        <pc:chgData name="Marharyta Synchak" userId="18542655-04ec-4b42-8aad-fd81f81ee43b" providerId="ADAL" clId="{B22B02D2-737E-444B-83FA-5E5C122258AC}" dt="2023-05-15T17:39:32.390" v="124" actId="2696"/>
        <pc:sldMkLst>
          <pc:docMk/>
          <pc:sldMk cId="1263900190" sldId="393"/>
        </pc:sldMkLst>
        <pc:graphicFrameChg chg="add mod">
          <ac:chgData name="Marharyta Synchak" userId="18542655-04ec-4b42-8aad-fd81f81ee43b" providerId="ADAL" clId="{B22B02D2-737E-444B-83FA-5E5C122258AC}" dt="2023-05-15T17:38:07.038" v="116"/>
          <ac:graphicFrameMkLst>
            <pc:docMk/>
            <pc:sldMk cId="1263900190" sldId="393"/>
            <ac:graphicFrameMk id="6" creationId="{EEB4FA42-5758-C1F5-7ADC-BD1F9D08F572}"/>
          </ac:graphicFrameMkLst>
        </pc:graphicFrameChg>
      </pc:sldChg>
      <pc:sldChg chg="addSp delSp modSp new del mod">
        <pc:chgData name="Marharyta Synchak" userId="18542655-04ec-4b42-8aad-fd81f81ee43b" providerId="ADAL" clId="{B22B02D2-737E-444B-83FA-5E5C122258AC}" dt="2023-05-15T15:46:20.176" v="77" actId="2696"/>
        <pc:sldMkLst>
          <pc:docMk/>
          <pc:sldMk cId="4125185113" sldId="393"/>
        </pc:sldMkLst>
        <pc:spChg chg="del">
          <ac:chgData name="Marharyta Synchak" userId="18542655-04ec-4b42-8aad-fd81f81ee43b" providerId="ADAL" clId="{B22B02D2-737E-444B-83FA-5E5C122258AC}" dt="2023-05-15T14:55:55.674" v="3" actId="478"/>
          <ac:spMkLst>
            <pc:docMk/>
            <pc:sldMk cId="4125185113" sldId="393"/>
            <ac:spMk id="2" creationId="{F026F795-D679-393A-853E-32B0E1E44BC1}"/>
          </ac:spMkLst>
        </pc:spChg>
        <pc:spChg chg="del">
          <ac:chgData name="Marharyta Synchak" userId="18542655-04ec-4b42-8aad-fd81f81ee43b" providerId="ADAL" clId="{B22B02D2-737E-444B-83FA-5E5C122258AC}" dt="2023-05-15T14:55:59.534" v="4" actId="478"/>
          <ac:spMkLst>
            <pc:docMk/>
            <pc:sldMk cId="4125185113" sldId="393"/>
            <ac:spMk id="5" creationId="{29B91BD6-8810-B8FC-E9FE-76A1D8B25611}"/>
          </ac:spMkLst>
        </pc:spChg>
        <pc:graphicFrameChg chg="add del mod">
          <ac:chgData name="Marharyta Synchak" userId="18542655-04ec-4b42-8aad-fd81f81ee43b" providerId="ADAL" clId="{B22B02D2-737E-444B-83FA-5E5C122258AC}" dt="2023-05-15T15:41:14.859" v="21" actId="478"/>
          <ac:graphicFrameMkLst>
            <pc:docMk/>
            <pc:sldMk cId="4125185113" sldId="393"/>
            <ac:graphicFrameMk id="6" creationId="{808AC365-84D6-1943-9E27-FDACAAC14E94}"/>
          </ac:graphicFrameMkLst>
        </pc:graphicFrameChg>
        <pc:graphicFrameChg chg="add del mod">
          <ac:chgData name="Marharyta Synchak" userId="18542655-04ec-4b42-8aad-fd81f81ee43b" providerId="ADAL" clId="{B22B02D2-737E-444B-83FA-5E5C122258AC}" dt="2023-05-15T15:41:50.013" v="27" actId="478"/>
          <ac:graphicFrameMkLst>
            <pc:docMk/>
            <pc:sldMk cId="4125185113" sldId="393"/>
            <ac:graphicFrameMk id="7" creationId="{BB9E8CF9-E65E-9646-D2F8-8781C3768F85}"/>
          </ac:graphicFrameMkLst>
        </pc:graphicFrameChg>
        <pc:graphicFrameChg chg="add mod">
          <ac:chgData name="Marharyta Synchak" userId="18542655-04ec-4b42-8aad-fd81f81ee43b" providerId="ADAL" clId="{B22B02D2-737E-444B-83FA-5E5C122258AC}" dt="2023-05-15T15:42:44.746" v="28"/>
          <ac:graphicFrameMkLst>
            <pc:docMk/>
            <pc:sldMk cId="4125185113" sldId="393"/>
            <ac:graphicFrameMk id="8" creationId="{E3AA3F50-D612-EE69-20B7-CAE3CC1D9DF9}"/>
          </ac:graphicFrameMkLst>
        </pc:graphicFrameChg>
      </pc:sldChg>
    </pc:docChg>
  </pc:docChgLst>
  <pc:docChgLst>
    <pc:chgData name="Nádia Genebra Ahmad" userId="36126275-cace-419f-8e9b-04679c4f8ea6" providerId="ADAL" clId="{FD6EC977-DA86-49DB-BDBE-6F3FAE9D0ABA}"/>
    <pc:docChg chg="undo redo custSel addSld delSld modSld sldOrd">
      <pc:chgData name="Nádia Genebra Ahmad" userId="36126275-cace-419f-8e9b-04679c4f8ea6" providerId="ADAL" clId="{FD6EC977-DA86-49DB-BDBE-6F3FAE9D0ABA}" dt="2023-05-15T21:35:51.356" v="8428"/>
      <pc:docMkLst>
        <pc:docMk/>
      </pc:docMkLst>
      <pc:sldChg chg="modSp mod">
        <pc:chgData name="Nádia Genebra Ahmad" userId="36126275-cace-419f-8e9b-04679c4f8ea6" providerId="ADAL" clId="{FD6EC977-DA86-49DB-BDBE-6F3FAE9D0ABA}" dt="2023-05-15T14:02:34.455" v="6489" actId="20577"/>
        <pc:sldMkLst>
          <pc:docMk/>
          <pc:sldMk cId="1125657622" sldId="256"/>
        </pc:sldMkLst>
        <pc:spChg chg="mod">
          <ac:chgData name="Nádia Genebra Ahmad" userId="36126275-cace-419f-8e9b-04679c4f8ea6" providerId="ADAL" clId="{FD6EC977-DA86-49DB-BDBE-6F3FAE9D0ABA}" dt="2023-05-15T14:02:34.455" v="6489" actId="20577"/>
          <ac:spMkLst>
            <pc:docMk/>
            <pc:sldMk cId="1125657622" sldId="256"/>
            <ac:spMk id="4" creationId="{00000000-0000-0000-0000-000000000000}"/>
          </ac:spMkLst>
        </pc:spChg>
      </pc:sldChg>
      <pc:sldChg chg="ord">
        <pc:chgData name="Nádia Genebra Ahmad" userId="36126275-cace-419f-8e9b-04679c4f8ea6" providerId="ADAL" clId="{FD6EC977-DA86-49DB-BDBE-6F3FAE9D0ABA}" dt="2023-05-11T17:09:09.713" v="593"/>
        <pc:sldMkLst>
          <pc:docMk/>
          <pc:sldMk cId="1005498502" sldId="267"/>
        </pc:sldMkLst>
      </pc:sldChg>
      <pc:sldChg chg="modSp mod modShow">
        <pc:chgData name="Nádia Genebra Ahmad" userId="36126275-cace-419f-8e9b-04679c4f8ea6" providerId="ADAL" clId="{FD6EC977-DA86-49DB-BDBE-6F3FAE9D0ABA}" dt="2023-05-11T19:01:07.273" v="1143" actId="20577"/>
        <pc:sldMkLst>
          <pc:docMk/>
          <pc:sldMk cId="4215426283" sldId="306"/>
        </pc:sldMkLst>
        <pc:spChg chg="mod">
          <ac:chgData name="Nádia Genebra Ahmad" userId="36126275-cace-419f-8e9b-04679c4f8ea6" providerId="ADAL" clId="{FD6EC977-DA86-49DB-BDBE-6F3FAE9D0ABA}" dt="2023-05-11T19:01:07.273" v="1143" actId="20577"/>
          <ac:spMkLst>
            <pc:docMk/>
            <pc:sldMk cId="4215426283" sldId="306"/>
            <ac:spMk id="2" creationId="{6D3E78DA-069E-4823-8E49-CBFF8D792C2E}"/>
          </ac:spMkLst>
        </pc:spChg>
      </pc:sldChg>
      <pc:sldChg chg="modSp mod">
        <pc:chgData name="Nádia Genebra Ahmad" userId="36126275-cace-419f-8e9b-04679c4f8ea6" providerId="ADAL" clId="{FD6EC977-DA86-49DB-BDBE-6F3FAE9D0ABA}" dt="2023-05-11T19:25:30.354" v="2128" actId="20577"/>
        <pc:sldMkLst>
          <pc:docMk/>
          <pc:sldMk cId="3757026652" sldId="324"/>
        </pc:sldMkLst>
        <pc:spChg chg="mod">
          <ac:chgData name="Nádia Genebra Ahmad" userId="36126275-cace-419f-8e9b-04679c4f8ea6" providerId="ADAL" clId="{FD6EC977-DA86-49DB-BDBE-6F3FAE9D0ABA}" dt="2023-05-11T19:25:30.354" v="2128" actId="20577"/>
          <ac:spMkLst>
            <pc:docMk/>
            <pc:sldMk cId="3757026652" sldId="324"/>
            <ac:spMk id="4" creationId="{46DCEE02-D34D-4F11-9432-3B5DE7C3D539}"/>
          </ac:spMkLst>
        </pc:spChg>
      </pc:sldChg>
      <pc:sldChg chg="addSp modSp mod">
        <pc:chgData name="Nádia Genebra Ahmad" userId="36126275-cace-419f-8e9b-04679c4f8ea6" providerId="ADAL" clId="{FD6EC977-DA86-49DB-BDBE-6F3FAE9D0ABA}" dt="2023-05-15T21:27:43.048" v="8018" actId="20577"/>
        <pc:sldMkLst>
          <pc:docMk/>
          <pc:sldMk cId="326973016" sldId="330"/>
        </pc:sldMkLst>
        <pc:spChg chg="mod">
          <ac:chgData name="Nádia Genebra Ahmad" userId="36126275-cace-419f-8e9b-04679c4f8ea6" providerId="ADAL" clId="{FD6EC977-DA86-49DB-BDBE-6F3FAE9D0ABA}" dt="2023-05-11T17:12:06.182" v="595"/>
          <ac:spMkLst>
            <pc:docMk/>
            <pc:sldMk cId="326973016" sldId="330"/>
            <ac:spMk id="2" creationId="{06C6B63B-CDB2-98E0-54E2-768992CCD6F5}"/>
          </ac:spMkLst>
        </pc:spChg>
        <pc:spChg chg="add mod">
          <ac:chgData name="Nádia Genebra Ahmad" userId="36126275-cace-419f-8e9b-04679c4f8ea6" providerId="ADAL" clId="{FD6EC977-DA86-49DB-BDBE-6F3FAE9D0ABA}" dt="2023-05-15T12:52:39.165" v="6443" actId="1076"/>
          <ac:spMkLst>
            <pc:docMk/>
            <pc:sldMk cId="326973016" sldId="330"/>
            <ac:spMk id="4" creationId="{C6BA6E43-1B07-541B-769C-41786B1CC268}"/>
          </ac:spMkLst>
        </pc:spChg>
        <pc:spChg chg="mod">
          <ac:chgData name="Nádia Genebra Ahmad" userId="36126275-cace-419f-8e9b-04679c4f8ea6" providerId="ADAL" clId="{FD6EC977-DA86-49DB-BDBE-6F3FAE9D0ABA}" dt="2023-05-15T21:24:46.968" v="7902" actId="20577"/>
          <ac:spMkLst>
            <pc:docMk/>
            <pc:sldMk cId="326973016" sldId="330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27:43.048" v="8018" actId="20577"/>
          <ac:spMkLst>
            <pc:docMk/>
            <pc:sldMk cId="326973016" sldId="330"/>
            <ac:spMk id="81" creationId="{00000000-0000-0000-0000-000000000000}"/>
          </ac:spMkLst>
        </pc:spChg>
      </pc:sldChg>
      <pc:sldChg chg="addSp delSp modSp mod modShow">
        <pc:chgData name="Nádia Genebra Ahmad" userId="36126275-cace-419f-8e9b-04679c4f8ea6" providerId="ADAL" clId="{FD6EC977-DA86-49DB-BDBE-6F3FAE9D0ABA}" dt="2023-05-15T21:24:26.780" v="7896"/>
        <pc:sldMkLst>
          <pc:docMk/>
          <pc:sldMk cId="1865004159" sldId="338"/>
        </pc:sldMkLst>
        <pc:spChg chg="add mod">
          <ac:chgData name="Nádia Genebra Ahmad" userId="36126275-cace-419f-8e9b-04679c4f8ea6" providerId="ADAL" clId="{FD6EC977-DA86-49DB-BDBE-6F3FAE9D0ABA}" dt="2023-05-15T21:24:26.780" v="7896"/>
          <ac:spMkLst>
            <pc:docMk/>
            <pc:sldMk cId="1865004159" sldId="338"/>
            <ac:spMk id="2" creationId="{8F714F8A-1CCA-0BE0-DD1C-FDBAED35AF07}"/>
          </ac:spMkLst>
        </pc:spChg>
        <pc:spChg chg="mod">
          <ac:chgData name="Nádia Genebra Ahmad" userId="36126275-cace-419f-8e9b-04679c4f8ea6" providerId="ADAL" clId="{FD6EC977-DA86-49DB-BDBE-6F3FAE9D0ABA}" dt="2023-05-11T17:12:06.182" v="595"/>
          <ac:spMkLst>
            <pc:docMk/>
            <pc:sldMk cId="1865004159" sldId="338"/>
            <ac:spMk id="4" creationId="{1395CC0C-E4E9-D409-255D-6A32BEE35502}"/>
          </ac:spMkLst>
        </pc:spChg>
        <pc:spChg chg="del">
          <ac:chgData name="Nádia Genebra Ahmad" userId="36126275-cace-419f-8e9b-04679c4f8ea6" providerId="ADAL" clId="{FD6EC977-DA86-49DB-BDBE-6F3FAE9D0ABA}" dt="2023-05-15T12:50:37.342" v="6417" actId="478"/>
          <ac:spMkLst>
            <pc:docMk/>
            <pc:sldMk cId="1865004159" sldId="338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40:32.818" v="5770" actId="2711"/>
          <ac:spMkLst>
            <pc:docMk/>
            <pc:sldMk cId="1865004159" sldId="338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FD6EC977-DA86-49DB-BDBE-6F3FAE9D0ABA}" dt="2023-05-15T21:24:26.502" v="7895" actId="478"/>
          <ac:spMkLst>
            <pc:docMk/>
            <pc:sldMk cId="1865004159" sldId="338"/>
            <ac:spMk id="81" creationId="{00000000-0000-0000-0000-000000000000}"/>
          </ac:spMkLst>
        </pc:spChg>
        <pc:graphicFrameChg chg="mod">
          <ac:chgData name="Nádia Genebra Ahmad" userId="36126275-cace-419f-8e9b-04679c4f8ea6" providerId="ADAL" clId="{FD6EC977-DA86-49DB-BDBE-6F3FAE9D0ABA}" dt="2023-05-11T17:34:45.824" v="647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addSp delSp modSp del mod">
        <pc:chgData name="Nádia Genebra Ahmad" userId="36126275-cace-419f-8e9b-04679c4f8ea6" providerId="ADAL" clId="{FD6EC977-DA86-49DB-BDBE-6F3FAE9D0ABA}" dt="2023-05-15T13:08:56.982" v="6483" actId="47"/>
        <pc:sldMkLst>
          <pc:docMk/>
          <pc:sldMk cId="3371953063" sldId="349"/>
        </pc:sldMkLst>
        <pc:spChg chg="mod">
          <ac:chgData name="Nádia Genebra Ahmad" userId="36126275-cace-419f-8e9b-04679c4f8ea6" providerId="ADAL" clId="{FD6EC977-DA86-49DB-BDBE-6F3FAE9D0ABA}" dt="2023-05-15T13:07:54.833" v="6465" actId="20577"/>
          <ac:spMkLst>
            <pc:docMk/>
            <pc:sldMk cId="3371953063" sldId="349"/>
            <ac:spMk id="2" creationId="{75B33793-1BDD-D1D6-8928-095E3045E598}"/>
          </ac:spMkLst>
        </pc:spChg>
        <pc:spChg chg="add mod">
          <ac:chgData name="Nádia Genebra Ahmad" userId="36126275-cace-419f-8e9b-04679c4f8ea6" providerId="ADAL" clId="{FD6EC977-DA86-49DB-BDBE-6F3FAE9D0ABA}" dt="2023-05-15T13:07:30.343" v="6462" actId="1076"/>
          <ac:spMkLst>
            <pc:docMk/>
            <pc:sldMk cId="3371953063" sldId="349"/>
            <ac:spMk id="4" creationId="{A83A9554-F2FE-1A5C-A5ED-31E52386707E}"/>
          </ac:spMkLst>
        </pc:spChg>
        <pc:spChg chg="del mod">
          <ac:chgData name="Nádia Genebra Ahmad" userId="36126275-cace-419f-8e9b-04679c4f8ea6" providerId="ADAL" clId="{FD6EC977-DA86-49DB-BDBE-6F3FAE9D0ABA}" dt="2023-05-15T13:07:28.713" v="6461" actId="478"/>
          <ac:spMkLst>
            <pc:docMk/>
            <pc:sldMk cId="3371953063" sldId="349"/>
            <ac:spMk id="13" creationId="{8C86AB67-257B-4A72-BCFC-E86455F3F0AC}"/>
          </ac:spMkLst>
        </pc:spChg>
      </pc:sldChg>
      <pc:sldChg chg="addSp delSp modSp mod">
        <pc:chgData name="Nádia Genebra Ahmad" userId="36126275-cace-419f-8e9b-04679c4f8ea6" providerId="ADAL" clId="{FD6EC977-DA86-49DB-BDBE-6F3FAE9D0ABA}" dt="2023-05-15T21:28:00.498" v="8021" actId="20577"/>
        <pc:sldMkLst>
          <pc:docMk/>
          <pc:sldMk cId="2088130186" sldId="358"/>
        </pc:sldMkLst>
        <pc:spChg chg="add mod">
          <ac:chgData name="Nádia Genebra Ahmad" userId="36126275-cace-419f-8e9b-04679c4f8ea6" providerId="ADAL" clId="{FD6EC977-DA86-49DB-BDBE-6F3FAE9D0ABA}" dt="2023-05-15T21:28:00.498" v="8021" actId="20577"/>
          <ac:spMkLst>
            <pc:docMk/>
            <pc:sldMk cId="2088130186" sldId="358"/>
            <ac:spMk id="2" creationId="{C66A9DF7-FCEA-317F-D8F1-0A59CE0B31A5}"/>
          </ac:spMkLst>
        </pc:spChg>
        <pc:spChg chg="add del">
          <ac:chgData name="Nádia Genebra Ahmad" userId="36126275-cace-419f-8e9b-04679c4f8ea6" providerId="ADAL" clId="{FD6EC977-DA86-49DB-BDBE-6F3FAE9D0ABA}" dt="2023-05-11T18:59:44.238" v="1120" actId="22"/>
          <ac:spMkLst>
            <pc:docMk/>
            <pc:sldMk cId="2088130186" sldId="358"/>
            <ac:spMk id="4" creationId="{9300E519-0AB8-ABC3-E83B-5EEE09A0C6BA}"/>
          </ac:spMkLst>
        </pc:spChg>
        <pc:spChg chg="mod">
          <ac:chgData name="Nádia Genebra Ahmad" userId="36126275-cace-419f-8e9b-04679c4f8ea6" providerId="ADAL" clId="{FD6EC977-DA86-49DB-BDBE-6F3FAE9D0ABA}" dt="2023-05-15T21:24:50.342" v="7904" actId="20577"/>
          <ac:spMkLst>
            <pc:docMk/>
            <pc:sldMk cId="2088130186" sldId="358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FD6EC977-DA86-49DB-BDBE-6F3FAE9D0ABA}" dt="2023-05-15T21:25:13.678" v="7909" actId="478"/>
          <ac:spMkLst>
            <pc:docMk/>
            <pc:sldMk cId="2088130186" sldId="358"/>
            <ac:spMk id="81" creationId="{00000000-0000-0000-0000-000000000000}"/>
          </ac:spMkLst>
        </pc:spChg>
        <pc:cxnChg chg="mod">
          <ac:chgData name="Nádia Genebra Ahmad" userId="36126275-cace-419f-8e9b-04679c4f8ea6" providerId="ADAL" clId="{FD6EC977-DA86-49DB-BDBE-6F3FAE9D0ABA}" dt="2023-05-12T12:14:22.060" v="2424" actId="1035"/>
          <ac:cxnSpMkLst>
            <pc:docMk/>
            <pc:sldMk cId="2088130186" sldId="358"/>
            <ac:cxnSpMk id="59" creationId="{7B27E4F2-1BB6-421D-A899-460BD3DA6CCD}"/>
          </ac:cxnSpMkLst>
        </pc:cxnChg>
      </pc:sldChg>
      <pc:sldChg chg="modSp mod">
        <pc:chgData name="Nádia Genebra Ahmad" userId="36126275-cace-419f-8e9b-04679c4f8ea6" providerId="ADAL" clId="{FD6EC977-DA86-49DB-BDBE-6F3FAE9D0ABA}" dt="2023-05-15T21:27:05.565" v="7958" actId="20577"/>
        <pc:sldMkLst>
          <pc:docMk/>
          <pc:sldMk cId="3537588073" sldId="361"/>
        </pc:sldMkLst>
        <pc:spChg chg="mod">
          <ac:chgData name="Nádia Genebra Ahmad" userId="36126275-cace-419f-8e9b-04679c4f8ea6" providerId="ADAL" clId="{FD6EC977-DA86-49DB-BDBE-6F3FAE9D0ABA}" dt="2023-05-11T18:54:21.613" v="1074" actId="20577"/>
          <ac:spMkLst>
            <pc:docMk/>
            <pc:sldMk cId="3537588073" sldId="361"/>
            <ac:spMk id="7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1T18:05:55.693" v="809" actId="20577"/>
          <ac:spMkLst>
            <pc:docMk/>
            <pc:sldMk cId="3537588073" sldId="361"/>
            <ac:spMk id="35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1T18:49:31.258" v="1023" actId="14100"/>
          <ac:spMkLst>
            <pc:docMk/>
            <pc:sldMk cId="3537588073" sldId="361"/>
            <ac:spMk id="36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24:41.184" v="7898" actId="20577"/>
          <ac:spMkLst>
            <pc:docMk/>
            <pc:sldMk cId="3537588073" sldId="361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27:05.565" v="7958" actId="20577"/>
          <ac:spMkLst>
            <pc:docMk/>
            <pc:sldMk cId="3537588073" sldId="361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FD6EC977-DA86-49DB-BDBE-6F3FAE9D0ABA}" dt="2023-05-11T18:52:47.196" v="1036" actId="113"/>
          <ac:graphicFrameMkLst>
            <pc:docMk/>
            <pc:sldMk cId="3537588073" sldId="361"/>
            <ac:graphicFrameMk id="6" creationId="{00000000-0000-0000-0000-000000000000}"/>
          </ac:graphicFrameMkLst>
        </pc:graphicFrameChg>
        <pc:graphicFrameChg chg="mod modGraphic">
          <ac:chgData name="Nádia Genebra Ahmad" userId="36126275-cace-419f-8e9b-04679c4f8ea6" providerId="ADAL" clId="{FD6EC977-DA86-49DB-BDBE-6F3FAE9D0ABA}" dt="2023-05-11T18:49:18.085" v="1017" actId="121"/>
          <ac:graphicFrameMkLst>
            <pc:docMk/>
            <pc:sldMk cId="3537588073" sldId="361"/>
            <ac:graphicFrameMk id="33" creationId="{1D5AD34C-9F22-0F96-ADAD-0463A560240D}"/>
          </ac:graphicFrameMkLst>
        </pc:graphicFrameChg>
        <pc:cxnChg chg="mod">
          <ac:chgData name="Nádia Genebra Ahmad" userId="36126275-cace-419f-8e9b-04679c4f8ea6" providerId="ADAL" clId="{FD6EC977-DA86-49DB-BDBE-6F3FAE9D0ABA}" dt="2023-05-11T18:49:31.258" v="1023" actId="14100"/>
          <ac:cxnSpMkLst>
            <pc:docMk/>
            <pc:sldMk cId="3537588073" sldId="361"/>
            <ac:cxnSpMk id="38" creationId="{00000000-0000-0000-0000-000000000000}"/>
          </ac:cxnSpMkLst>
        </pc:cxnChg>
      </pc:sldChg>
      <pc:sldChg chg="addSp delSp modSp mod">
        <pc:chgData name="Nádia Genebra Ahmad" userId="36126275-cace-419f-8e9b-04679c4f8ea6" providerId="ADAL" clId="{FD6EC977-DA86-49DB-BDBE-6F3FAE9D0ABA}" dt="2023-05-15T17:46:34.817" v="6996" actId="478"/>
        <pc:sldMkLst>
          <pc:docMk/>
          <pc:sldMk cId="4208994639" sldId="364"/>
        </pc:sldMkLst>
        <pc:spChg chg="add del">
          <ac:chgData name="Nádia Genebra Ahmad" userId="36126275-cace-419f-8e9b-04679c4f8ea6" providerId="ADAL" clId="{FD6EC977-DA86-49DB-BDBE-6F3FAE9D0ABA}" dt="2023-05-11T19:25:43.206" v="2130" actId="478"/>
          <ac:spMkLst>
            <pc:docMk/>
            <pc:sldMk cId="4208994639" sldId="364"/>
            <ac:spMk id="2" creationId="{3BB33C89-8333-14E1-18F7-23F4E497988C}"/>
          </ac:spMkLst>
        </pc:spChg>
        <pc:spChg chg="mod">
          <ac:chgData name="Nádia Genebra Ahmad" userId="36126275-cace-419f-8e9b-04679c4f8ea6" providerId="ADAL" clId="{FD6EC977-DA86-49DB-BDBE-6F3FAE9D0ABA}" dt="2023-05-15T13:09:10.998" v="6486" actId="20577"/>
          <ac:spMkLst>
            <pc:docMk/>
            <pc:sldMk cId="4208994639" sldId="364"/>
            <ac:spMk id="3" creationId="{E125DFD4-F75B-4CEF-A4D7-EA79824B5320}"/>
          </ac:spMkLst>
        </pc:spChg>
        <pc:spChg chg="del">
          <ac:chgData name="Nádia Genebra Ahmad" userId="36126275-cace-419f-8e9b-04679c4f8ea6" providerId="ADAL" clId="{FD6EC977-DA86-49DB-BDBE-6F3FAE9D0ABA}" dt="2023-05-15T11:51:18.929" v="6140" actId="478"/>
          <ac:spMkLst>
            <pc:docMk/>
            <pc:sldMk cId="4208994639" sldId="364"/>
            <ac:spMk id="6" creationId="{1A2715E1-F83F-1D43-7B2D-C5E62404D9E2}"/>
          </ac:spMkLst>
        </pc:spChg>
        <pc:spChg chg="add del mod">
          <ac:chgData name="Nádia Genebra Ahmad" userId="36126275-cace-419f-8e9b-04679c4f8ea6" providerId="ADAL" clId="{FD6EC977-DA86-49DB-BDBE-6F3FAE9D0ABA}" dt="2023-05-15T17:46:34.817" v="6996" actId="478"/>
          <ac:spMkLst>
            <pc:docMk/>
            <pc:sldMk cId="4208994639" sldId="364"/>
            <ac:spMk id="8" creationId="{6AB57A0E-9A45-1F9D-88B2-D6C2EB6EE6F9}"/>
          </ac:spMkLst>
        </pc:spChg>
        <pc:graphicFrameChg chg="mod modGraphic">
          <ac:chgData name="Nádia Genebra Ahmad" userId="36126275-cace-419f-8e9b-04679c4f8ea6" providerId="ADAL" clId="{FD6EC977-DA86-49DB-BDBE-6F3FAE9D0ABA}" dt="2023-05-15T14:16:31.109" v="6574" actId="20577"/>
          <ac:graphicFrameMkLst>
            <pc:docMk/>
            <pc:sldMk cId="4208994639" sldId="364"/>
            <ac:graphicFrameMk id="4" creationId="{DFB88808-D1A1-0551-AFD9-87ABBF80E762}"/>
          </ac:graphicFrameMkLst>
        </pc:graphicFrameChg>
      </pc:sldChg>
      <pc:sldChg chg="modSp mod modShow">
        <pc:chgData name="Nádia Genebra Ahmad" userId="36126275-cace-419f-8e9b-04679c4f8ea6" providerId="ADAL" clId="{FD6EC977-DA86-49DB-BDBE-6F3FAE9D0ABA}" dt="2023-05-15T11:40:46.421" v="5776" actId="2711"/>
        <pc:sldMkLst>
          <pc:docMk/>
          <pc:sldMk cId="1215262335" sldId="365"/>
        </pc:sldMkLst>
        <pc:spChg chg="mod">
          <ac:chgData name="Nádia Genebra Ahmad" userId="36126275-cace-419f-8e9b-04679c4f8ea6" providerId="ADAL" clId="{FD6EC977-DA86-49DB-BDBE-6F3FAE9D0ABA}" dt="2023-05-15T11:40:46.421" v="5776" actId="2711"/>
          <ac:spMkLst>
            <pc:docMk/>
            <pc:sldMk cId="1215262335" sldId="365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39:09.048" v="5744" actId="113"/>
          <ac:spMkLst>
            <pc:docMk/>
            <pc:sldMk cId="1215262335" sldId="365"/>
            <ac:spMk id="81" creationId="{00000000-0000-0000-0000-000000000000}"/>
          </ac:spMkLst>
        </pc:spChg>
        <pc:graphicFrameChg chg="mod">
          <ac:chgData name="Nádia Genebra Ahmad" userId="36126275-cace-419f-8e9b-04679c4f8ea6" providerId="ADAL" clId="{FD6EC977-DA86-49DB-BDBE-6F3FAE9D0ABA}" dt="2023-05-11T18:03:40.509" v="792"/>
          <ac:graphicFrameMkLst>
            <pc:docMk/>
            <pc:sldMk cId="1215262335" sldId="365"/>
            <ac:graphicFrameMk id="2" creationId="{909F8BDE-9239-AD09-EF31-CC46E4FB8645}"/>
          </ac:graphicFrameMkLst>
        </pc:graphicFrameChg>
      </pc:sldChg>
      <pc:sldChg chg="addSp delSp modSp mod modShow">
        <pc:chgData name="Nádia Genebra Ahmad" userId="36126275-cace-419f-8e9b-04679c4f8ea6" providerId="ADAL" clId="{FD6EC977-DA86-49DB-BDBE-6F3FAE9D0ABA}" dt="2023-05-15T21:24:23.757" v="7894"/>
        <pc:sldMkLst>
          <pc:docMk/>
          <pc:sldMk cId="111535585" sldId="367"/>
        </pc:sldMkLst>
        <pc:spChg chg="mod">
          <ac:chgData name="Nádia Genebra Ahmad" userId="36126275-cace-419f-8e9b-04679c4f8ea6" providerId="ADAL" clId="{FD6EC977-DA86-49DB-BDBE-6F3FAE9D0ABA}" dt="2023-05-11T17:12:06.182" v="595"/>
          <ac:spMkLst>
            <pc:docMk/>
            <pc:sldMk cId="111535585" sldId="367"/>
            <ac:spMk id="2" creationId="{8253D2F7-582B-9495-0091-F9EDA507B97C}"/>
          </ac:spMkLst>
        </pc:spChg>
        <pc:spChg chg="add mod">
          <ac:chgData name="Nádia Genebra Ahmad" userId="36126275-cace-419f-8e9b-04679c4f8ea6" providerId="ADAL" clId="{FD6EC977-DA86-49DB-BDBE-6F3FAE9D0ABA}" dt="2023-05-15T21:24:23.757" v="7894"/>
          <ac:spMkLst>
            <pc:docMk/>
            <pc:sldMk cId="111535585" sldId="367"/>
            <ac:spMk id="4" creationId="{C18C708A-8BD1-AC1B-BB7B-66FE96C4AC15}"/>
          </ac:spMkLst>
        </pc:spChg>
        <pc:spChg chg="del">
          <ac:chgData name="Nádia Genebra Ahmad" userId="36126275-cace-419f-8e9b-04679c4f8ea6" providerId="ADAL" clId="{FD6EC977-DA86-49DB-BDBE-6F3FAE9D0ABA}" dt="2023-05-15T12:50:29.280" v="6415" actId="478"/>
          <ac:spMkLst>
            <pc:docMk/>
            <pc:sldMk cId="111535585" sldId="367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2:50:56.615" v="6427" actId="20577"/>
          <ac:spMkLst>
            <pc:docMk/>
            <pc:sldMk cId="111535585" sldId="367"/>
            <ac:spMk id="16" creationId="{5E391C80-8503-526C-1599-9EAA37A0065B}"/>
          </ac:spMkLst>
        </pc:spChg>
        <pc:spChg chg="mod">
          <ac:chgData name="Nádia Genebra Ahmad" userId="36126275-cace-419f-8e9b-04679c4f8ea6" providerId="ADAL" clId="{FD6EC977-DA86-49DB-BDBE-6F3FAE9D0ABA}" dt="2023-05-15T11:40:26.253" v="5768" actId="2711"/>
          <ac:spMkLst>
            <pc:docMk/>
            <pc:sldMk cId="111535585" sldId="367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FD6EC977-DA86-49DB-BDBE-6F3FAE9D0ABA}" dt="2023-05-15T21:24:23.501" v="7893" actId="478"/>
          <ac:spMkLst>
            <pc:docMk/>
            <pc:sldMk cId="111535585" sldId="367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FD6EC977-DA86-49DB-BDBE-6F3FAE9D0ABA}" dt="2023-05-11T17:16:58.677" v="604"/>
          <ac:graphicFrameMkLst>
            <pc:docMk/>
            <pc:sldMk cId="111535585" sldId="367"/>
            <ac:graphicFrameMk id="8" creationId="{DF17E78E-41EA-4899-8FEE-94E9E4145CC9}"/>
          </ac:graphicFrameMkLst>
        </pc:graphicFrameChg>
      </pc:sldChg>
      <pc:sldChg chg="addSp delSp modSp mod modShow">
        <pc:chgData name="Nádia Genebra Ahmad" userId="36126275-cace-419f-8e9b-04679c4f8ea6" providerId="ADAL" clId="{FD6EC977-DA86-49DB-BDBE-6F3FAE9D0ABA}" dt="2023-05-15T21:24:17.522" v="7892" actId="20577"/>
        <pc:sldMkLst>
          <pc:docMk/>
          <pc:sldMk cId="304460049" sldId="368"/>
        </pc:sldMkLst>
        <pc:spChg chg="add mod">
          <ac:chgData name="Nádia Genebra Ahmad" userId="36126275-cace-419f-8e9b-04679c4f8ea6" providerId="ADAL" clId="{FD6EC977-DA86-49DB-BDBE-6F3FAE9D0ABA}" dt="2023-05-11T18:18:47.312" v="970" actId="552"/>
          <ac:spMkLst>
            <pc:docMk/>
            <pc:sldMk cId="304460049" sldId="368"/>
            <ac:spMk id="2" creationId="{E3BAEF15-400D-8CE6-5DB7-EEF0E96B4230}"/>
          </ac:spMkLst>
        </pc:spChg>
        <pc:spChg chg="del">
          <ac:chgData name="Nádia Genebra Ahmad" userId="36126275-cace-419f-8e9b-04679c4f8ea6" providerId="ADAL" clId="{FD6EC977-DA86-49DB-BDBE-6F3FAE9D0ABA}" dt="2023-05-11T17:18:29.230" v="612" actId="478"/>
          <ac:spMkLst>
            <pc:docMk/>
            <pc:sldMk cId="304460049" sldId="368"/>
            <ac:spMk id="6" creationId="{94D31158-A6EE-FC67-32EE-D546D5EF43CE}"/>
          </ac:spMkLst>
        </pc:spChg>
        <pc:spChg chg="mod">
          <ac:chgData name="Nádia Genebra Ahmad" userId="36126275-cace-419f-8e9b-04679c4f8ea6" providerId="ADAL" clId="{FD6EC977-DA86-49DB-BDBE-6F3FAE9D0ABA}" dt="2023-05-11T18:18:47.312" v="970" actId="552"/>
          <ac:spMkLst>
            <pc:docMk/>
            <pc:sldMk cId="304460049" sldId="368"/>
            <ac:spMk id="7" creationId="{BE81D586-B3A4-FFE9-CA88-29DE168AE118}"/>
          </ac:spMkLst>
        </pc:spChg>
        <pc:spChg chg="del">
          <ac:chgData name="Nádia Genebra Ahmad" userId="36126275-cace-419f-8e9b-04679c4f8ea6" providerId="ADAL" clId="{FD6EC977-DA86-49DB-BDBE-6F3FAE9D0ABA}" dt="2023-05-15T12:50:31.576" v="6416" actId="478"/>
          <ac:spMkLst>
            <pc:docMk/>
            <pc:sldMk cId="304460049" sldId="368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1T17:12:06.182" v="595"/>
          <ac:spMkLst>
            <pc:docMk/>
            <pc:sldMk cId="304460049" sldId="368"/>
            <ac:spMk id="11" creationId="{35D750DF-A697-68D7-B1BD-D2D54EDCD51B}"/>
          </ac:spMkLst>
        </pc:spChg>
        <pc:spChg chg="mod">
          <ac:chgData name="Nádia Genebra Ahmad" userId="36126275-cace-419f-8e9b-04679c4f8ea6" providerId="ADAL" clId="{FD6EC977-DA86-49DB-BDBE-6F3FAE9D0ABA}" dt="2023-05-15T12:51:04.632" v="6431" actId="20577"/>
          <ac:spMkLst>
            <pc:docMk/>
            <pc:sldMk cId="304460049" sldId="368"/>
            <ac:spMk id="16" creationId="{5E391C80-8503-526C-1599-9EAA37A0065B}"/>
          </ac:spMkLst>
        </pc:spChg>
        <pc:spChg chg="mod">
          <ac:chgData name="Nádia Genebra Ahmad" userId="36126275-cace-419f-8e9b-04679c4f8ea6" providerId="ADAL" clId="{FD6EC977-DA86-49DB-BDBE-6F3FAE9D0ABA}" dt="2023-05-15T11:40:30.749" v="5769" actId="2711"/>
          <ac:spMkLst>
            <pc:docMk/>
            <pc:sldMk cId="304460049" sldId="368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24:17.522" v="7892" actId="20577"/>
          <ac:spMkLst>
            <pc:docMk/>
            <pc:sldMk cId="304460049" sldId="368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FD6EC977-DA86-49DB-BDBE-6F3FAE9D0ABA}" dt="2023-05-11T18:18:34.204" v="952"/>
          <ac:graphicFrameMkLst>
            <pc:docMk/>
            <pc:sldMk cId="304460049" sldId="368"/>
            <ac:graphicFrameMk id="8" creationId="{DF17E78E-41EA-4899-8FEE-94E9E4145CC9}"/>
          </ac:graphicFrameMkLst>
        </pc:graphicFrameChg>
      </pc:sldChg>
      <pc:sldChg chg="addSp modSp mod modShow">
        <pc:chgData name="Nádia Genebra Ahmad" userId="36126275-cace-419f-8e9b-04679c4f8ea6" providerId="ADAL" clId="{FD6EC977-DA86-49DB-BDBE-6F3FAE9D0ABA}" dt="2023-05-15T11:40:34.915" v="5771" actId="2711"/>
        <pc:sldMkLst>
          <pc:docMk/>
          <pc:sldMk cId="3156286407" sldId="369"/>
        </pc:sldMkLst>
        <pc:spChg chg="add mod">
          <ac:chgData name="Nádia Genebra Ahmad" userId="36126275-cace-419f-8e9b-04679c4f8ea6" providerId="ADAL" clId="{FD6EC977-DA86-49DB-BDBE-6F3FAE9D0ABA}" dt="2023-05-11T18:17:42.145" v="943" actId="554"/>
          <ac:spMkLst>
            <pc:docMk/>
            <pc:sldMk cId="3156286407" sldId="369"/>
            <ac:spMk id="2" creationId="{5733524D-FE29-441D-4EBA-6582676B972E}"/>
          </ac:spMkLst>
        </pc:spChg>
        <pc:spChg chg="mod">
          <ac:chgData name="Nádia Genebra Ahmad" userId="36126275-cace-419f-8e9b-04679c4f8ea6" providerId="ADAL" clId="{FD6EC977-DA86-49DB-BDBE-6F3FAE9D0ABA}" dt="2023-05-11T18:17:42.145" v="943" actId="554"/>
          <ac:spMkLst>
            <pc:docMk/>
            <pc:sldMk cId="3156286407" sldId="369"/>
            <ac:spMk id="7" creationId="{6AAF56CD-ED3D-EFF2-896B-D465D8A8C9A8}"/>
          </ac:spMkLst>
        </pc:spChg>
        <pc:spChg chg="mod">
          <ac:chgData name="Nádia Genebra Ahmad" userId="36126275-cace-419f-8e9b-04679c4f8ea6" providerId="ADAL" clId="{FD6EC977-DA86-49DB-BDBE-6F3FAE9D0ABA}" dt="2023-05-11T18:16:08.448" v="886" actId="1036"/>
          <ac:spMkLst>
            <pc:docMk/>
            <pc:sldMk cId="3156286407" sldId="369"/>
            <ac:spMk id="13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40:34.915" v="5771" actId="2711"/>
          <ac:spMkLst>
            <pc:docMk/>
            <pc:sldMk cId="3156286407" sldId="369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37:42.507" v="5729" actId="113"/>
          <ac:spMkLst>
            <pc:docMk/>
            <pc:sldMk cId="3156286407" sldId="369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FD6EC977-DA86-49DB-BDBE-6F3FAE9D0ABA}" dt="2023-05-11T17:36:49.101" v="663"/>
          <ac:graphicFrameMkLst>
            <pc:docMk/>
            <pc:sldMk cId="3156286407" sldId="369"/>
            <ac:graphicFrameMk id="14" creationId="{00000000-0000-0000-0000-000000000000}"/>
          </ac:graphicFrameMkLst>
        </pc:graphicFrameChg>
      </pc:sldChg>
      <pc:sldChg chg="modSp mod modShow">
        <pc:chgData name="Nádia Genebra Ahmad" userId="36126275-cace-419f-8e9b-04679c4f8ea6" providerId="ADAL" clId="{FD6EC977-DA86-49DB-BDBE-6F3FAE9D0ABA}" dt="2023-05-15T11:40:37.316" v="5772" actId="2711"/>
        <pc:sldMkLst>
          <pc:docMk/>
          <pc:sldMk cId="1965639224" sldId="370"/>
        </pc:sldMkLst>
        <pc:spChg chg="mod">
          <ac:chgData name="Nádia Genebra Ahmad" userId="36126275-cace-419f-8e9b-04679c4f8ea6" providerId="ADAL" clId="{FD6EC977-DA86-49DB-BDBE-6F3FAE9D0ABA}" dt="2023-05-15T11:40:37.316" v="5772" actId="2711"/>
          <ac:spMkLst>
            <pc:docMk/>
            <pc:sldMk cId="1965639224" sldId="370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38:20.545" v="5732" actId="113"/>
          <ac:spMkLst>
            <pc:docMk/>
            <pc:sldMk cId="1965639224" sldId="370"/>
            <ac:spMk id="81" creationId="{00000000-0000-0000-0000-000000000000}"/>
          </ac:spMkLst>
        </pc:spChg>
        <pc:graphicFrameChg chg="mod">
          <ac:chgData name="Nádia Genebra Ahmad" userId="36126275-cace-419f-8e9b-04679c4f8ea6" providerId="ADAL" clId="{FD6EC977-DA86-49DB-BDBE-6F3FAE9D0ABA}" dt="2023-05-11T17:38:07.119" v="665"/>
          <ac:graphicFrameMkLst>
            <pc:docMk/>
            <pc:sldMk cId="1965639224" sldId="370"/>
            <ac:graphicFrameMk id="20" creationId="{3DBE921F-5189-2684-9605-7881F2DD0E5E}"/>
          </ac:graphicFrameMkLst>
        </pc:graphicFrameChg>
      </pc:sldChg>
      <pc:sldChg chg="modSp mod modShow">
        <pc:chgData name="Nádia Genebra Ahmad" userId="36126275-cace-419f-8e9b-04679c4f8ea6" providerId="ADAL" clId="{FD6EC977-DA86-49DB-BDBE-6F3FAE9D0ABA}" dt="2023-05-15T11:40:39.605" v="5773" actId="2711"/>
        <pc:sldMkLst>
          <pc:docMk/>
          <pc:sldMk cId="932530539" sldId="371"/>
        </pc:sldMkLst>
        <pc:spChg chg="mod">
          <ac:chgData name="Nádia Genebra Ahmad" userId="36126275-cace-419f-8e9b-04679c4f8ea6" providerId="ADAL" clId="{FD6EC977-DA86-49DB-BDBE-6F3FAE9D0ABA}" dt="2023-05-11T17:43:55.291" v="685" actId="14100"/>
          <ac:spMkLst>
            <pc:docMk/>
            <pc:sldMk cId="932530539" sldId="371"/>
            <ac:spMk id="7" creationId="{73A208F6-5AB8-A553-3145-F5362921AE62}"/>
          </ac:spMkLst>
        </pc:spChg>
        <pc:spChg chg="mod">
          <ac:chgData name="Nádia Genebra Ahmad" userId="36126275-cace-419f-8e9b-04679c4f8ea6" providerId="ADAL" clId="{FD6EC977-DA86-49DB-BDBE-6F3FAE9D0ABA}" dt="2023-05-15T11:40:39.605" v="5773" actId="2711"/>
          <ac:spMkLst>
            <pc:docMk/>
            <pc:sldMk cId="932530539" sldId="371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38:33.035" v="5735" actId="113"/>
          <ac:spMkLst>
            <pc:docMk/>
            <pc:sldMk cId="932530539" sldId="371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FD6EC977-DA86-49DB-BDBE-6F3FAE9D0ABA}" dt="2023-05-11T17:40:10.446" v="674"/>
          <ac:graphicFrameMkLst>
            <pc:docMk/>
            <pc:sldMk cId="932530539" sldId="371"/>
            <ac:graphicFrameMk id="20" creationId="{94EF0D11-64A1-95A7-5896-603B980711CC}"/>
          </ac:graphicFrameMkLst>
        </pc:graphicFrameChg>
      </pc:sldChg>
      <pc:sldChg chg="modSp mod modShow">
        <pc:chgData name="Nádia Genebra Ahmad" userId="36126275-cace-419f-8e9b-04679c4f8ea6" providerId="ADAL" clId="{FD6EC977-DA86-49DB-BDBE-6F3FAE9D0ABA}" dt="2023-05-15T21:21:22.214" v="7743" actId="113"/>
        <pc:sldMkLst>
          <pc:docMk/>
          <pc:sldMk cId="331773752" sldId="372"/>
        </pc:sldMkLst>
        <pc:spChg chg="mod">
          <ac:chgData name="Nádia Genebra Ahmad" userId="36126275-cace-419f-8e9b-04679c4f8ea6" providerId="ADAL" clId="{FD6EC977-DA86-49DB-BDBE-6F3FAE9D0ABA}" dt="2023-05-15T11:40:41.752" v="5774" actId="2711"/>
          <ac:spMkLst>
            <pc:docMk/>
            <pc:sldMk cId="331773752" sldId="372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21:22.214" v="7743" actId="113"/>
          <ac:spMkLst>
            <pc:docMk/>
            <pc:sldMk cId="331773752" sldId="372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FD6EC977-DA86-49DB-BDBE-6F3FAE9D0ABA}" dt="2023-05-11T17:45:17.789" v="697"/>
          <ac:graphicFrameMkLst>
            <pc:docMk/>
            <pc:sldMk cId="331773752" sldId="372"/>
            <ac:graphicFrameMk id="2" creationId="{909F8BDE-9239-AD09-EF31-CC46E4FB8645}"/>
          </ac:graphicFrameMkLst>
        </pc:graphicFrameChg>
      </pc:sldChg>
      <pc:sldChg chg="modSp mod">
        <pc:chgData name="Nádia Genebra Ahmad" userId="36126275-cace-419f-8e9b-04679c4f8ea6" providerId="ADAL" clId="{FD6EC977-DA86-49DB-BDBE-6F3FAE9D0ABA}" dt="2023-05-15T21:26:47.550" v="7950" actId="20577"/>
        <pc:sldMkLst>
          <pc:docMk/>
          <pc:sldMk cId="230364981" sldId="373"/>
        </pc:sldMkLst>
        <pc:spChg chg="mod">
          <ac:chgData name="Nádia Genebra Ahmad" userId="36126275-cace-419f-8e9b-04679c4f8ea6" providerId="ADAL" clId="{FD6EC977-DA86-49DB-BDBE-6F3FAE9D0ABA}" dt="2023-05-11T18:04:27.658" v="793" actId="6549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Nádia Genebra Ahmad" userId="36126275-cace-419f-8e9b-04679c4f8ea6" providerId="ADAL" clId="{FD6EC977-DA86-49DB-BDBE-6F3FAE9D0ABA}" dt="2023-05-11T18:05:47.054" v="800" actId="20577"/>
          <ac:spMkLst>
            <pc:docMk/>
            <pc:sldMk cId="230364981" sldId="373"/>
            <ac:spMk id="9" creationId="{EBB4D737-4769-DA22-3EBA-563EBC6CDD40}"/>
          </ac:spMkLst>
        </pc:spChg>
        <pc:spChg chg="mod">
          <ac:chgData name="Nádia Genebra Ahmad" userId="36126275-cace-419f-8e9b-04679c4f8ea6" providerId="ADAL" clId="{FD6EC977-DA86-49DB-BDBE-6F3FAE9D0ABA}" dt="2023-05-15T11:40:48.476" v="5777" actId="2711"/>
          <ac:spMkLst>
            <pc:docMk/>
            <pc:sldMk cId="230364981" sldId="373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26:47.550" v="7950" actId="20577"/>
          <ac:spMkLst>
            <pc:docMk/>
            <pc:sldMk cId="230364981" sldId="373"/>
            <ac:spMk id="81" creationId="{00000000-0000-0000-0000-000000000000}"/>
          </ac:spMkLst>
        </pc:spChg>
        <pc:grpChg chg="mod">
          <ac:chgData name="Nádia Genebra Ahmad" userId="36126275-cace-419f-8e9b-04679c4f8ea6" providerId="ADAL" clId="{FD6EC977-DA86-49DB-BDBE-6F3FAE9D0ABA}" dt="2023-05-02T11:16:02.793" v="586" actId="14100"/>
          <ac:grpSpMkLst>
            <pc:docMk/>
            <pc:sldMk cId="230364981" sldId="373"/>
            <ac:grpSpMk id="18" creationId="{CD585925-A3F8-83DE-F85D-65C7D98656F2}"/>
          </ac:grpSpMkLst>
        </pc:grpChg>
        <pc:grpChg chg="mod">
          <ac:chgData name="Nádia Genebra Ahmad" userId="36126275-cace-419f-8e9b-04679c4f8ea6" providerId="ADAL" clId="{FD6EC977-DA86-49DB-BDBE-6F3FAE9D0ABA}" dt="2023-05-02T11:15:49.309" v="584" actId="1038"/>
          <ac:grpSpMkLst>
            <pc:docMk/>
            <pc:sldMk cId="230364981" sldId="373"/>
            <ac:grpSpMk id="19" creationId="{BEA76A0D-D2C9-81FC-334A-F979CDA30ED4}"/>
          </ac:grpSpMkLst>
        </pc:grpChg>
        <pc:graphicFrameChg chg="mod modGraphic">
          <ac:chgData name="Nádia Genebra Ahmad" userId="36126275-cace-419f-8e9b-04679c4f8ea6" providerId="ADAL" clId="{FD6EC977-DA86-49DB-BDBE-6F3FAE9D0ABA}" dt="2023-05-15T12:52:15.442" v="6440" actId="6549"/>
          <ac:graphicFrameMkLst>
            <pc:docMk/>
            <pc:sldMk cId="230364981" sldId="373"/>
            <ac:graphicFrameMk id="8" creationId="{37790DD7-7A57-A5DD-1BF3-EDD100B3CFCB}"/>
          </ac:graphicFrameMkLst>
        </pc:graphicFrameChg>
        <pc:graphicFrameChg chg="mod modGraphic">
          <ac:chgData name="Nádia Genebra Ahmad" userId="36126275-cace-419f-8e9b-04679c4f8ea6" providerId="ADAL" clId="{FD6EC977-DA86-49DB-BDBE-6F3FAE9D0ABA}" dt="2023-05-02T11:15:39.015" v="566" actId="113"/>
          <ac:graphicFrameMkLst>
            <pc:docMk/>
            <pc:sldMk cId="230364981" sldId="373"/>
            <ac:graphicFrameMk id="10" creationId="{5349DF03-51C3-E098-A4B4-331DEF7F0FBB}"/>
          </ac:graphicFrameMkLst>
        </pc:graphicFrameChg>
        <pc:graphicFrameChg chg="mod modGraphic">
          <ac:chgData name="Nádia Genebra Ahmad" userId="36126275-cace-419f-8e9b-04679c4f8ea6" providerId="ADAL" clId="{FD6EC977-DA86-49DB-BDBE-6F3FAE9D0ABA}" dt="2023-05-02T11:16:54.059" v="590" actId="2084"/>
          <ac:graphicFrameMkLst>
            <pc:docMk/>
            <pc:sldMk cId="230364981" sldId="373"/>
            <ac:graphicFrameMk id="12" creationId="{F1D7B62E-0BC4-AE03-FF27-D6E7004AE5D8}"/>
          </ac:graphicFrameMkLst>
        </pc:graphicFrameChg>
        <pc:cxnChg chg="mod">
          <ac:chgData name="Nádia Genebra Ahmad" userId="36126275-cace-419f-8e9b-04679c4f8ea6" providerId="ADAL" clId="{FD6EC977-DA86-49DB-BDBE-6F3FAE9D0ABA}" dt="2023-05-02T11:15:57.964" v="585" actId="14100"/>
          <ac:cxnSpMkLst>
            <pc:docMk/>
            <pc:sldMk cId="230364981" sldId="373"/>
            <ac:cxnSpMk id="20" creationId="{A881EE9A-7708-CD11-0E53-A73542568215}"/>
          </ac:cxnSpMkLst>
        </pc:cxnChg>
      </pc:sldChg>
      <pc:sldChg chg="addSp modSp mod">
        <pc:chgData name="Nádia Genebra Ahmad" userId="36126275-cace-419f-8e9b-04679c4f8ea6" providerId="ADAL" clId="{FD6EC977-DA86-49DB-BDBE-6F3FAE9D0ABA}" dt="2023-05-15T21:27:27.118" v="7990" actId="114"/>
        <pc:sldMkLst>
          <pc:docMk/>
          <pc:sldMk cId="3809727174" sldId="374"/>
        </pc:sldMkLst>
        <pc:spChg chg="add mod">
          <ac:chgData name="Nádia Genebra Ahmad" userId="36126275-cace-419f-8e9b-04679c4f8ea6" providerId="ADAL" clId="{FD6EC977-DA86-49DB-BDBE-6F3FAE9D0ABA}" dt="2023-05-15T12:52:31.091" v="6442" actId="1035"/>
          <ac:spMkLst>
            <pc:docMk/>
            <pc:sldMk cId="3809727174" sldId="374"/>
            <ac:spMk id="2" creationId="{48FF81E5-FCF0-0851-D235-56F97248D354}"/>
          </ac:spMkLst>
        </pc:spChg>
        <pc:spChg chg="mod">
          <ac:chgData name="Nádia Genebra Ahmad" userId="36126275-cace-419f-8e9b-04679c4f8ea6" providerId="ADAL" clId="{FD6EC977-DA86-49DB-BDBE-6F3FAE9D0ABA}" dt="2023-05-11T17:12:06.182" v="595"/>
          <ac:spMkLst>
            <pc:docMk/>
            <pc:sldMk cId="3809727174" sldId="374"/>
            <ac:spMk id="9" creationId="{EBB4D737-4769-DA22-3EBA-563EBC6CDD40}"/>
          </ac:spMkLst>
        </pc:spChg>
        <pc:spChg chg="mod">
          <ac:chgData name="Nádia Genebra Ahmad" userId="36126275-cace-419f-8e9b-04679c4f8ea6" providerId="ADAL" clId="{FD6EC977-DA86-49DB-BDBE-6F3FAE9D0ABA}" dt="2023-05-15T21:24:44.208" v="7900" actId="20577"/>
          <ac:spMkLst>
            <pc:docMk/>
            <pc:sldMk cId="3809727174" sldId="374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27:27.118" v="7990" actId="114"/>
          <ac:spMkLst>
            <pc:docMk/>
            <pc:sldMk cId="3809727174" sldId="374"/>
            <ac:spMk id="81" creationId="{00000000-0000-0000-0000-000000000000}"/>
          </ac:spMkLst>
        </pc:spChg>
      </pc:sldChg>
      <pc:sldChg chg="addSp delSp modSp mod modShow">
        <pc:chgData name="Nádia Genebra Ahmad" userId="36126275-cace-419f-8e9b-04679c4f8ea6" providerId="ADAL" clId="{FD6EC977-DA86-49DB-BDBE-6F3FAE9D0ABA}" dt="2023-05-15T11:40:43.893" v="5775" actId="2711"/>
        <pc:sldMkLst>
          <pc:docMk/>
          <pc:sldMk cId="1271757370" sldId="375"/>
        </pc:sldMkLst>
        <pc:spChg chg="add del mod">
          <ac:chgData name="Nádia Genebra Ahmad" userId="36126275-cace-419f-8e9b-04679c4f8ea6" providerId="ADAL" clId="{FD6EC977-DA86-49DB-BDBE-6F3FAE9D0ABA}" dt="2023-05-11T18:19:21.166" v="971" actId="478"/>
          <ac:spMkLst>
            <pc:docMk/>
            <pc:sldMk cId="1271757370" sldId="375"/>
            <ac:spMk id="2" creationId="{44EC8F6B-75FF-592D-DF9F-DC9E0416368D}"/>
          </ac:spMkLst>
        </pc:spChg>
        <pc:spChg chg="mod">
          <ac:chgData name="Nádia Genebra Ahmad" userId="36126275-cace-419f-8e9b-04679c4f8ea6" providerId="ADAL" clId="{FD6EC977-DA86-49DB-BDBE-6F3FAE9D0ABA}" dt="2023-05-11T18:10:07.691" v="864"/>
          <ac:spMkLst>
            <pc:docMk/>
            <pc:sldMk cId="1271757370" sldId="375"/>
            <ac:spMk id="7" creationId="{FA460541-F1A5-22A6-3107-8623D4A2824A}"/>
          </ac:spMkLst>
        </pc:spChg>
        <pc:spChg chg="mod">
          <ac:chgData name="Nádia Genebra Ahmad" userId="36126275-cace-419f-8e9b-04679c4f8ea6" providerId="ADAL" clId="{FD6EC977-DA86-49DB-BDBE-6F3FAE9D0ABA}" dt="2023-05-15T11:40:43.893" v="5775" actId="2711"/>
          <ac:spMkLst>
            <pc:docMk/>
            <pc:sldMk cId="1271757370" sldId="375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38:57.980" v="5741" actId="113"/>
          <ac:spMkLst>
            <pc:docMk/>
            <pc:sldMk cId="1271757370" sldId="375"/>
            <ac:spMk id="81" creationId="{00000000-0000-0000-0000-000000000000}"/>
          </ac:spMkLst>
        </pc:spChg>
        <pc:graphicFrameChg chg="mod modGraphic">
          <ac:chgData name="Nádia Genebra Ahmad" userId="36126275-cace-419f-8e9b-04679c4f8ea6" providerId="ADAL" clId="{FD6EC977-DA86-49DB-BDBE-6F3FAE9D0ABA}" dt="2023-05-11T17:48:47.948" v="744"/>
          <ac:graphicFrameMkLst>
            <pc:docMk/>
            <pc:sldMk cId="1271757370" sldId="375"/>
            <ac:graphicFrameMk id="6" creationId="{CAB80F0A-E11B-61FA-EFAD-1E764024BFDF}"/>
          </ac:graphicFrameMkLst>
        </pc:graphicFrameChg>
      </pc:sldChg>
      <pc:sldChg chg="modSp add mod">
        <pc:chgData name="Nádia Genebra Ahmad" userId="36126275-cace-419f-8e9b-04679c4f8ea6" providerId="ADAL" clId="{FD6EC977-DA86-49DB-BDBE-6F3FAE9D0ABA}" dt="2023-05-12T19:10:18.118" v="3760"/>
        <pc:sldMkLst>
          <pc:docMk/>
          <pc:sldMk cId="474606317" sldId="376"/>
        </pc:sldMkLst>
        <pc:spChg chg="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474606317" sldId="376"/>
            <ac:spMk id="2" creationId="{6D3E78DA-069E-4823-8E49-CBFF8D792C2E}"/>
          </ac:spMkLst>
        </pc:spChg>
        <pc:spChg chg="mod">
          <ac:chgData name="Nádia Genebra Ahmad" userId="36126275-cace-419f-8e9b-04679c4f8ea6" providerId="ADAL" clId="{FD6EC977-DA86-49DB-BDBE-6F3FAE9D0ABA}" dt="2023-05-11T19:00:11.323" v="1129" actId="20577"/>
          <ac:spMkLst>
            <pc:docMk/>
            <pc:sldMk cId="474606317" sldId="376"/>
            <ac:spMk id="4" creationId="{46DCEE02-D34D-4F11-9432-3B5DE7C3D539}"/>
          </ac:spMkLst>
        </pc:spChg>
      </pc:sldChg>
      <pc:sldChg chg="addSp modSp add del mod">
        <pc:chgData name="Nádia Genebra Ahmad" userId="36126275-cace-419f-8e9b-04679c4f8ea6" providerId="ADAL" clId="{FD6EC977-DA86-49DB-BDBE-6F3FAE9D0ABA}" dt="2023-05-11T19:04:37.540" v="1271" actId="47"/>
        <pc:sldMkLst>
          <pc:docMk/>
          <pc:sldMk cId="4063950885" sldId="377"/>
        </pc:sldMkLst>
        <pc:spChg chg="mod">
          <ac:chgData name="Nádia Genebra Ahmad" userId="36126275-cace-419f-8e9b-04679c4f8ea6" providerId="ADAL" clId="{FD6EC977-DA86-49DB-BDBE-6F3FAE9D0ABA}" dt="2023-05-11T19:01:43.821" v="1212" actId="20577"/>
          <ac:spMkLst>
            <pc:docMk/>
            <pc:sldMk cId="4063950885" sldId="377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FD6EC977-DA86-49DB-BDBE-6F3FAE9D0ABA}" dt="2023-05-11T19:00:35.597" v="1139" actId="20577"/>
          <ac:spMkLst>
            <pc:docMk/>
            <pc:sldMk cId="4063950885" sldId="377"/>
            <ac:spMk id="4" creationId="{AD751E86-37FE-01DD-5CDD-D76E131555D4}"/>
          </ac:spMkLst>
        </pc:spChg>
      </pc:sldChg>
      <pc:sldChg chg="addSp delSp modSp add del mod">
        <pc:chgData name="Nádia Genebra Ahmad" userId="36126275-cace-419f-8e9b-04679c4f8ea6" providerId="ADAL" clId="{FD6EC977-DA86-49DB-BDBE-6F3FAE9D0ABA}" dt="2023-05-11T19:04:37.540" v="1271" actId="47"/>
        <pc:sldMkLst>
          <pc:docMk/>
          <pc:sldMk cId="938971817" sldId="378"/>
        </pc:sldMkLst>
        <pc:spChg chg="del">
          <ac:chgData name="Nádia Genebra Ahmad" userId="36126275-cace-419f-8e9b-04679c4f8ea6" providerId="ADAL" clId="{FD6EC977-DA86-49DB-BDBE-6F3FAE9D0ABA}" dt="2023-05-11T19:01:50.386" v="1213" actId="478"/>
          <ac:spMkLst>
            <pc:docMk/>
            <pc:sldMk cId="938971817" sldId="378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FD6EC977-DA86-49DB-BDBE-6F3FAE9D0ABA}" dt="2023-05-11T19:00:42.961" v="1140"/>
          <ac:spMkLst>
            <pc:docMk/>
            <pc:sldMk cId="938971817" sldId="378"/>
            <ac:spMk id="4" creationId="{381E74B9-4303-8895-F435-B08DC29C58F1}"/>
          </ac:spMkLst>
        </pc:spChg>
        <pc:spChg chg="add del mod">
          <ac:chgData name="Nádia Genebra Ahmad" userId="36126275-cace-419f-8e9b-04679c4f8ea6" providerId="ADAL" clId="{FD6EC977-DA86-49DB-BDBE-6F3FAE9D0ABA}" dt="2023-05-11T19:01:54.758" v="1215" actId="478"/>
          <ac:spMkLst>
            <pc:docMk/>
            <pc:sldMk cId="938971817" sldId="378"/>
            <ac:spMk id="9" creationId="{CBAAC438-F6A5-B887-9441-7395380F1751}"/>
          </ac:spMkLst>
        </pc:spChg>
        <pc:spChg chg="add del mod">
          <ac:chgData name="Nádia Genebra Ahmad" userId="36126275-cace-419f-8e9b-04679c4f8ea6" providerId="ADAL" clId="{FD6EC977-DA86-49DB-BDBE-6F3FAE9D0ABA}" dt="2023-05-11T19:01:57.016" v="1216" actId="478"/>
          <ac:spMkLst>
            <pc:docMk/>
            <pc:sldMk cId="938971817" sldId="378"/>
            <ac:spMk id="12" creationId="{D881AD83-9F1F-3149-B3B6-DB7C40712987}"/>
          </ac:spMkLst>
        </pc:spChg>
        <pc:spChg chg="add mod">
          <ac:chgData name="Nádia Genebra Ahmad" userId="36126275-cace-419f-8e9b-04679c4f8ea6" providerId="ADAL" clId="{FD6EC977-DA86-49DB-BDBE-6F3FAE9D0ABA}" dt="2023-05-11T19:01:57.466" v="1217"/>
          <ac:spMkLst>
            <pc:docMk/>
            <pc:sldMk cId="938971817" sldId="378"/>
            <ac:spMk id="13" creationId="{1E8C98A8-68A3-9932-0352-31289545B4C9}"/>
          </ac:spMkLst>
        </pc:spChg>
      </pc:sldChg>
      <pc:sldChg chg="addSp delSp modSp add mod ord">
        <pc:chgData name="Nádia Genebra Ahmad" userId="36126275-cace-419f-8e9b-04679c4f8ea6" providerId="ADAL" clId="{FD6EC977-DA86-49DB-BDBE-6F3FAE9D0ABA}" dt="2023-05-15T21:35:09.372" v="8412" actId="403"/>
        <pc:sldMkLst>
          <pc:docMk/>
          <pc:sldMk cId="3272146824" sldId="379"/>
        </pc:sldMkLst>
        <pc:spChg chg="add mod">
          <ac:chgData name="Nádia Genebra Ahmad" userId="36126275-cace-419f-8e9b-04679c4f8ea6" providerId="ADAL" clId="{FD6EC977-DA86-49DB-BDBE-6F3FAE9D0ABA}" dt="2023-05-15T11:32:48.178" v="5561" actId="164"/>
          <ac:spMkLst>
            <pc:docMk/>
            <pc:sldMk cId="3272146824" sldId="379"/>
            <ac:spMk id="2" creationId="{E39FB369-0800-C9FB-5A77-9B899A865008}"/>
          </ac:spMkLst>
        </pc:spChg>
        <pc:spChg chg="add mod">
          <ac:chgData name="Nádia Genebra Ahmad" userId="36126275-cace-419f-8e9b-04679c4f8ea6" providerId="ADAL" clId="{FD6EC977-DA86-49DB-BDBE-6F3FAE9D0ABA}" dt="2023-05-15T11:32:48.178" v="5561" actId="164"/>
          <ac:spMkLst>
            <pc:docMk/>
            <pc:sldMk cId="3272146824" sldId="379"/>
            <ac:spMk id="3" creationId="{584387ED-2768-20EA-9417-1508F3E30631}"/>
          </ac:spMkLst>
        </pc:spChg>
        <pc:spChg chg="del">
          <ac:chgData name="Nádia Genebra Ahmad" userId="36126275-cace-419f-8e9b-04679c4f8ea6" providerId="ADAL" clId="{FD6EC977-DA86-49DB-BDBE-6F3FAE9D0ABA}" dt="2023-05-11T19:02:02.857" v="1218" actId="478"/>
          <ac:spMkLst>
            <pc:docMk/>
            <pc:sldMk cId="3272146824" sldId="379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06.074" v="1219" actId="478"/>
          <ac:spMkLst>
            <pc:docMk/>
            <pc:sldMk cId="3272146824" sldId="379"/>
            <ac:spMk id="6" creationId="{08E57EB7-931F-D3E8-5E51-DA94C4F27EE1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3272146824" sldId="379"/>
            <ac:spMk id="7" creationId="{9BE11D50-696C-5DDD-4966-1C3C1D320FEF}"/>
          </ac:spMkLst>
        </pc:spChg>
        <pc:spChg chg="add del mod">
          <ac:chgData name="Nádia Genebra Ahmad" userId="36126275-cace-419f-8e9b-04679c4f8ea6" providerId="ADAL" clId="{FD6EC977-DA86-49DB-BDBE-6F3FAE9D0ABA}" dt="2023-05-15T15:42:26.493" v="6975" actId="20577"/>
          <ac:spMkLst>
            <pc:docMk/>
            <pc:sldMk cId="3272146824" sldId="379"/>
            <ac:spMk id="8" creationId="{74989324-A9C9-AB03-EDA5-2BF3EE202C91}"/>
          </ac:spMkLst>
        </pc:spChg>
        <pc:spChg chg="del">
          <ac:chgData name="Nádia Genebra Ahmad" userId="36126275-cace-419f-8e9b-04679c4f8ea6" providerId="ADAL" clId="{FD6EC977-DA86-49DB-BDBE-6F3FAE9D0ABA}" dt="2023-05-15T11:27:10.180" v="5410" actId="478"/>
          <ac:spMkLst>
            <pc:docMk/>
            <pc:sldMk cId="3272146824" sldId="379"/>
            <ac:spMk id="1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0:18:15.382" v="7276"/>
          <ac:spMkLst>
            <pc:docMk/>
            <pc:sldMk cId="3272146824" sldId="379"/>
            <ac:spMk id="11" creationId="{2672FCA5-D5E0-40A2-938D-9BB2F9AF2333}"/>
          </ac:spMkLst>
        </pc:spChg>
        <pc:spChg chg="add del mod">
          <ac:chgData name="Nádia Genebra Ahmad" userId="36126275-cace-419f-8e9b-04679c4f8ea6" providerId="ADAL" clId="{FD6EC977-DA86-49DB-BDBE-6F3FAE9D0ABA}" dt="2023-05-12T19:10:53.799" v="3761" actId="478"/>
          <ac:spMkLst>
            <pc:docMk/>
            <pc:sldMk cId="3272146824" sldId="379"/>
            <ac:spMk id="11" creationId="{4A9BAE36-53A1-77D2-BA03-5A9AD23A64F8}"/>
          </ac:spMkLst>
        </pc:spChg>
        <pc:spChg chg="add del mod">
          <ac:chgData name="Nádia Genebra Ahmad" userId="36126275-cace-419f-8e9b-04679c4f8ea6" providerId="ADAL" clId="{FD6EC977-DA86-49DB-BDBE-6F3FAE9D0ABA}" dt="2023-05-15T11:34:20.712" v="5680" actId="478"/>
          <ac:spMkLst>
            <pc:docMk/>
            <pc:sldMk cId="3272146824" sldId="379"/>
            <ac:spMk id="11" creationId="{E69FFE56-EDFB-CAF6-469E-FC134A43E10F}"/>
          </ac:spMkLst>
        </pc:spChg>
        <pc:spChg chg="del mod">
          <ac:chgData name="Nádia Genebra Ahmad" userId="36126275-cace-419f-8e9b-04679c4f8ea6" providerId="ADAL" clId="{FD6EC977-DA86-49DB-BDBE-6F3FAE9D0ABA}" dt="2023-05-15T11:27:13.054" v="5412" actId="478"/>
          <ac:spMkLst>
            <pc:docMk/>
            <pc:sldMk cId="3272146824" sldId="379"/>
            <ac:spMk id="12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0:18:15.382" v="7276"/>
          <ac:spMkLst>
            <pc:docMk/>
            <pc:sldMk cId="3272146824" sldId="379"/>
            <ac:spMk id="12" creationId="{013C64E7-F4E4-A8FA-2C6E-9D3FE8BEC150}"/>
          </ac:spMkLst>
        </pc:spChg>
        <pc:spChg chg="mod">
          <ac:chgData name="Nádia Genebra Ahmad" userId="36126275-cace-419f-8e9b-04679c4f8ea6" providerId="ADAL" clId="{FD6EC977-DA86-49DB-BDBE-6F3FAE9D0ABA}" dt="2023-05-15T11:33:11.922" v="5603"/>
          <ac:spMkLst>
            <pc:docMk/>
            <pc:sldMk cId="3272146824" sldId="379"/>
            <ac:spMk id="15" creationId="{26282E36-20CF-DF07-ECB2-1A8148EA4380}"/>
          </ac:spMkLst>
        </pc:spChg>
        <pc:spChg chg="add mod">
          <ac:chgData name="Nádia Genebra Ahmad" userId="36126275-cace-419f-8e9b-04679c4f8ea6" providerId="ADAL" clId="{FD6EC977-DA86-49DB-BDBE-6F3FAE9D0ABA}" dt="2023-05-15T21:31:38.962" v="8287" actId="207"/>
          <ac:spMkLst>
            <pc:docMk/>
            <pc:sldMk cId="3272146824" sldId="379"/>
            <ac:spMk id="16" creationId="{5C09F791-28D5-D0F7-5FDB-D39E2D4A32CD}"/>
          </ac:spMkLst>
        </pc:spChg>
        <pc:spChg chg="mod">
          <ac:chgData name="Nádia Genebra Ahmad" userId="36126275-cace-419f-8e9b-04679c4f8ea6" providerId="ADAL" clId="{FD6EC977-DA86-49DB-BDBE-6F3FAE9D0ABA}" dt="2023-05-15T11:33:11.922" v="5603"/>
          <ac:spMkLst>
            <pc:docMk/>
            <pc:sldMk cId="3272146824" sldId="379"/>
            <ac:spMk id="16" creationId="{E91FD344-BD55-3790-6A24-2B1F4D307B1E}"/>
          </ac:spMkLst>
        </pc:spChg>
        <pc:spChg chg="add mod">
          <ac:chgData name="Nádia Genebra Ahmad" userId="36126275-cace-419f-8e9b-04679c4f8ea6" providerId="ADAL" clId="{FD6EC977-DA86-49DB-BDBE-6F3FAE9D0ABA}" dt="2023-05-15T21:35:09.372" v="8412" actId="403"/>
          <ac:spMkLst>
            <pc:docMk/>
            <pc:sldMk cId="3272146824" sldId="379"/>
            <ac:spMk id="18" creationId="{65B94E07-820D-1FA4-0C00-AE02ECD5FCF5}"/>
          </ac:spMkLst>
        </pc:spChg>
        <pc:spChg chg="add del mod">
          <ac:chgData name="Nádia Genebra Ahmad" userId="36126275-cace-419f-8e9b-04679c4f8ea6" providerId="ADAL" clId="{FD6EC977-DA86-49DB-BDBE-6F3FAE9D0ABA}" dt="2023-05-15T21:34:39.393" v="8380" actId="478"/>
          <ac:spMkLst>
            <pc:docMk/>
            <pc:sldMk cId="3272146824" sldId="379"/>
            <ac:spMk id="19" creationId="{041927CB-54E2-0008-5151-CB6CECDD41B1}"/>
          </ac:spMkLst>
        </pc:spChg>
        <pc:spChg chg="del mod">
          <ac:chgData name="Nádia Genebra Ahmad" userId="36126275-cace-419f-8e9b-04679c4f8ea6" providerId="ADAL" clId="{FD6EC977-DA86-49DB-BDBE-6F3FAE9D0ABA}" dt="2023-05-15T21:34:37.967" v="8379" actId="478"/>
          <ac:spMkLst>
            <pc:docMk/>
            <pc:sldMk cId="3272146824" sldId="379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FD6EC977-DA86-49DB-BDBE-6F3FAE9D0ABA}" dt="2023-05-15T21:34:37.967" v="8379" actId="478"/>
          <ac:spMkLst>
            <pc:docMk/>
            <pc:sldMk cId="3272146824" sldId="379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FD6EC977-DA86-49DB-BDBE-6F3FAE9D0ABA}" dt="2023-05-15T20:18:17.973" v="7277" actId="554"/>
          <ac:grpSpMkLst>
            <pc:docMk/>
            <pc:sldMk cId="3272146824" sldId="379"/>
            <ac:grpSpMk id="10" creationId="{0DBA7960-CD0F-27A9-8BE9-CC6F479224FE}"/>
          </ac:grpSpMkLst>
        </pc:grpChg>
        <pc:grpChg chg="add del mod">
          <ac:chgData name="Nádia Genebra Ahmad" userId="36126275-cace-419f-8e9b-04679c4f8ea6" providerId="ADAL" clId="{FD6EC977-DA86-49DB-BDBE-6F3FAE9D0ABA}" dt="2023-05-15T20:18:20.543" v="7278" actId="478"/>
          <ac:grpSpMkLst>
            <pc:docMk/>
            <pc:sldMk cId="3272146824" sldId="379"/>
            <ac:grpSpMk id="13" creationId="{75A844DA-10A8-0EA6-BC15-161F0AA949D8}"/>
          </ac:grpSpMkLst>
        </pc:grpChg>
        <pc:grpChg chg="add del mod">
          <ac:chgData name="Nádia Genebra Ahmad" userId="36126275-cace-419f-8e9b-04679c4f8ea6" providerId="ADAL" clId="{FD6EC977-DA86-49DB-BDBE-6F3FAE9D0ABA}" dt="2023-05-15T11:33:21.572" v="5633" actId="478"/>
          <ac:grpSpMkLst>
            <pc:docMk/>
            <pc:sldMk cId="3272146824" sldId="379"/>
            <ac:grpSpMk id="14" creationId="{C27BCCF4-AB8A-C673-F9B0-8BD339811092}"/>
          </ac:grpSpMkLst>
        </pc:grpChg>
        <pc:graphicFrameChg chg="mod modGraphic">
          <ac:chgData name="Nádia Genebra Ahmad" userId="36126275-cace-419f-8e9b-04679c4f8ea6" providerId="ADAL" clId="{FD6EC977-DA86-49DB-BDBE-6F3FAE9D0ABA}" dt="2023-05-15T14:23:15.908" v="6670" actId="20577"/>
          <ac:graphicFrameMkLst>
            <pc:docMk/>
            <pc:sldMk cId="3272146824" sldId="379"/>
            <ac:graphicFrameMk id="9" creationId="{00000000-0000-0000-0000-000000000000}"/>
          </ac:graphicFrameMkLst>
        </pc:graphicFrameChg>
        <pc:picChg chg="add mod">
          <ac:chgData name="Nádia Genebra Ahmad" userId="36126275-cace-419f-8e9b-04679c4f8ea6" providerId="ADAL" clId="{FD6EC977-DA86-49DB-BDBE-6F3FAE9D0ABA}" dt="2023-05-15T11:32:48.178" v="5561" actId="164"/>
          <ac:picMkLst>
            <pc:docMk/>
            <pc:sldMk cId="3272146824" sldId="379"/>
            <ac:picMk id="6" creationId="{08926553-D23D-B549-521D-9F4343CD7616}"/>
          </ac:picMkLst>
        </pc:picChg>
        <pc:picChg chg="mod">
          <ac:chgData name="Nádia Genebra Ahmad" userId="36126275-cace-419f-8e9b-04679c4f8ea6" providerId="ADAL" clId="{FD6EC977-DA86-49DB-BDBE-6F3FAE9D0ABA}" dt="2023-05-15T20:18:15.382" v="7276"/>
          <ac:picMkLst>
            <pc:docMk/>
            <pc:sldMk cId="3272146824" sldId="379"/>
            <ac:picMk id="14" creationId="{7AE910BC-4D33-9421-40FF-5F8D342E1F19}"/>
          </ac:picMkLst>
        </pc:picChg>
        <pc:picChg chg="mod">
          <ac:chgData name="Nádia Genebra Ahmad" userId="36126275-cace-419f-8e9b-04679c4f8ea6" providerId="ADAL" clId="{FD6EC977-DA86-49DB-BDBE-6F3FAE9D0ABA}" dt="2023-05-15T21:31:11.874" v="8233" actId="14100"/>
          <ac:picMkLst>
            <pc:docMk/>
            <pc:sldMk cId="3272146824" sldId="379"/>
            <ac:picMk id="15" creationId="{6A21EA30-DFE1-DA31-8977-D13539E4F5FD}"/>
          </ac:picMkLst>
        </pc:picChg>
        <pc:picChg chg="mod">
          <ac:chgData name="Nádia Genebra Ahmad" userId="36126275-cace-419f-8e9b-04679c4f8ea6" providerId="ADAL" clId="{FD6EC977-DA86-49DB-BDBE-6F3FAE9D0ABA}" dt="2023-05-15T11:33:11.922" v="5603"/>
          <ac:picMkLst>
            <pc:docMk/>
            <pc:sldMk cId="3272146824" sldId="379"/>
            <ac:picMk id="17" creationId="{2BDAF8FF-17FD-A396-6A13-9608810DA509}"/>
          </ac:picMkLst>
        </pc:picChg>
      </pc:sldChg>
      <pc:sldChg chg="addSp delSp modSp add del mod">
        <pc:chgData name="Nádia Genebra Ahmad" userId="36126275-cace-419f-8e9b-04679c4f8ea6" providerId="ADAL" clId="{FD6EC977-DA86-49DB-BDBE-6F3FAE9D0ABA}" dt="2023-05-15T11:42:08.405" v="5864" actId="47"/>
        <pc:sldMkLst>
          <pc:docMk/>
          <pc:sldMk cId="4239044718" sldId="380"/>
        </pc:sldMkLst>
        <pc:spChg chg="del">
          <ac:chgData name="Nádia Genebra Ahmad" userId="36126275-cace-419f-8e9b-04679c4f8ea6" providerId="ADAL" clId="{FD6EC977-DA86-49DB-BDBE-6F3FAE9D0ABA}" dt="2023-05-11T19:02:08.744" v="1220" actId="478"/>
          <ac:spMkLst>
            <pc:docMk/>
            <pc:sldMk cId="4239044718" sldId="380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12.827" v="1221" actId="478"/>
          <ac:spMkLst>
            <pc:docMk/>
            <pc:sldMk cId="4239044718" sldId="380"/>
            <ac:spMk id="6" creationId="{C00895D0-BDDA-4063-D051-12B85B702F24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4239044718" sldId="380"/>
            <ac:spMk id="8" creationId="{01548BDA-0A0B-B49C-917B-7B34B686B245}"/>
          </ac:spMkLst>
        </pc:spChg>
        <pc:spChg chg="add mod">
          <ac:chgData name="Nádia Genebra Ahmad" userId="36126275-cace-419f-8e9b-04679c4f8ea6" providerId="ADAL" clId="{FD6EC977-DA86-49DB-BDBE-6F3FAE9D0ABA}" dt="2023-05-11T19:09:15.836" v="1372" actId="20577"/>
          <ac:spMkLst>
            <pc:docMk/>
            <pc:sldMk cId="4239044718" sldId="380"/>
            <ac:spMk id="9" creationId="{50154CB0-8865-B6ED-04E6-0F7A1F5E65C6}"/>
          </ac:spMkLst>
        </pc:spChg>
      </pc:sldChg>
      <pc:sldChg chg="addSp delSp modSp add del mod">
        <pc:chgData name="Nádia Genebra Ahmad" userId="36126275-cace-419f-8e9b-04679c4f8ea6" providerId="ADAL" clId="{FD6EC977-DA86-49DB-BDBE-6F3FAE9D0ABA}" dt="2023-05-15T11:42:08.405" v="5864" actId="47"/>
        <pc:sldMkLst>
          <pc:docMk/>
          <pc:sldMk cId="967611812" sldId="381"/>
        </pc:sldMkLst>
        <pc:spChg chg="del">
          <ac:chgData name="Nádia Genebra Ahmad" userId="36126275-cace-419f-8e9b-04679c4f8ea6" providerId="ADAL" clId="{FD6EC977-DA86-49DB-BDBE-6F3FAE9D0ABA}" dt="2023-05-11T19:02:16.516" v="1222" actId="478"/>
          <ac:spMkLst>
            <pc:docMk/>
            <pc:sldMk cId="967611812" sldId="381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17.499" v="1223" actId="478"/>
          <ac:spMkLst>
            <pc:docMk/>
            <pc:sldMk cId="967611812" sldId="381"/>
            <ac:spMk id="7" creationId="{E77B4AA8-F6A7-CCA4-B208-C9E5AC85C0D4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967611812" sldId="381"/>
            <ac:spMk id="8" creationId="{64E2848A-04BE-E1E4-2110-156110BA4E0C}"/>
          </ac:spMkLst>
        </pc:spChg>
        <pc:spChg chg="add mod">
          <ac:chgData name="Nádia Genebra Ahmad" userId="36126275-cace-419f-8e9b-04679c4f8ea6" providerId="ADAL" clId="{FD6EC977-DA86-49DB-BDBE-6F3FAE9D0ABA}" dt="2023-05-11T19:09:18.426" v="1373"/>
          <ac:spMkLst>
            <pc:docMk/>
            <pc:sldMk cId="967611812" sldId="381"/>
            <ac:spMk id="9" creationId="{6AC79834-311A-F1BC-1395-B8E5CFA39C68}"/>
          </ac:spMkLst>
        </pc:spChg>
      </pc:sldChg>
      <pc:sldChg chg="addSp delSp modSp add del mod">
        <pc:chgData name="Nádia Genebra Ahmad" userId="36126275-cace-419f-8e9b-04679c4f8ea6" providerId="ADAL" clId="{FD6EC977-DA86-49DB-BDBE-6F3FAE9D0ABA}" dt="2023-05-15T11:42:08.405" v="5864" actId="47"/>
        <pc:sldMkLst>
          <pc:docMk/>
          <pc:sldMk cId="3327997159" sldId="382"/>
        </pc:sldMkLst>
        <pc:spChg chg="del">
          <ac:chgData name="Nádia Genebra Ahmad" userId="36126275-cace-419f-8e9b-04679c4f8ea6" providerId="ADAL" clId="{FD6EC977-DA86-49DB-BDBE-6F3FAE9D0ABA}" dt="2023-05-11T19:02:20.046" v="1224" actId="478"/>
          <ac:spMkLst>
            <pc:docMk/>
            <pc:sldMk cId="3327997159" sldId="382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20.759" v="1225" actId="478"/>
          <ac:spMkLst>
            <pc:docMk/>
            <pc:sldMk cId="3327997159" sldId="382"/>
            <ac:spMk id="4" creationId="{DD9D023F-AB76-F638-AF4E-4A918108C9BD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3327997159" sldId="382"/>
            <ac:spMk id="6" creationId="{223B1E95-1AAE-1A11-287B-3831B1DBF2C9}"/>
          </ac:spMkLst>
        </pc:spChg>
        <pc:spChg chg="add mod">
          <ac:chgData name="Nádia Genebra Ahmad" userId="36126275-cace-419f-8e9b-04679c4f8ea6" providerId="ADAL" clId="{FD6EC977-DA86-49DB-BDBE-6F3FAE9D0ABA}" dt="2023-05-11T19:09:19.582" v="1374"/>
          <ac:spMkLst>
            <pc:docMk/>
            <pc:sldMk cId="3327997159" sldId="382"/>
            <ac:spMk id="9" creationId="{6E68E5E8-B74D-7505-CB12-99E7C06CEF58}"/>
          </ac:spMkLst>
        </pc:spChg>
      </pc:sldChg>
      <pc:sldChg chg="addSp delSp modSp add del mod">
        <pc:chgData name="Nádia Genebra Ahmad" userId="36126275-cace-419f-8e9b-04679c4f8ea6" providerId="ADAL" clId="{FD6EC977-DA86-49DB-BDBE-6F3FAE9D0ABA}" dt="2023-05-15T11:42:08.405" v="5864" actId="47"/>
        <pc:sldMkLst>
          <pc:docMk/>
          <pc:sldMk cId="401157686" sldId="383"/>
        </pc:sldMkLst>
        <pc:spChg chg="del">
          <ac:chgData name="Nádia Genebra Ahmad" userId="36126275-cace-419f-8e9b-04679c4f8ea6" providerId="ADAL" clId="{FD6EC977-DA86-49DB-BDBE-6F3FAE9D0ABA}" dt="2023-05-11T19:02:27.594" v="1226" actId="478"/>
          <ac:spMkLst>
            <pc:docMk/>
            <pc:sldMk cId="401157686" sldId="383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30.154" v="1227" actId="478"/>
          <ac:spMkLst>
            <pc:docMk/>
            <pc:sldMk cId="401157686" sldId="383"/>
            <ac:spMk id="6" creationId="{236D263D-259C-1411-7B52-4E37C59BA3C0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401157686" sldId="383"/>
            <ac:spMk id="7" creationId="{597F887B-3E1C-8F1C-38DE-E945D1C96A66}"/>
          </ac:spMkLst>
        </pc:spChg>
        <pc:spChg chg="add mod">
          <ac:chgData name="Nádia Genebra Ahmad" userId="36126275-cace-419f-8e9b-04679c4f8ea6" providerId="ADAL" clId="{FD6EC977-DA86-49DB-BDBE-6F3FAE9D0ABA}" dt="2023-05-11T19:09:20.812" v="1375"/>
          <ac:spMkLst>
            <pc:docMk/>
            <pc:sldMk cId="401157686" sldId="383"/>
            <ac:spMk id="9" creationId="{A09546EF-C1A2-C9DC-CF80-878AEB903967}"/>
          </ac:spMkLst>
        </pc:spChg>
      </pc:sldChg>
      <pc:sldChg chg="addSp delSp modSp add del mod">
        <pc:chgData name="Nádia Genebra Ahmad" userId="36126275-cace-419f-8e9b-04679c4f8ea6" providerId="ADAL" clId="{FD6EC977-DA86-49DB-BDBE-6F3FAE9D0ABA}" dt="2023-05-15T11:42:08.405" v="5864" actId="47"/>
        <pc:sldMkLst>
          <pc:docMk/>
          <pc:sldMk cId="2884283885" sldId="384"/>
        </pc:sldMkLst>
        <pc:spChg chg="del">
          <ac:chgData name="Nádia Genebra Ahmad" userId="36126275-cace-419f-8e9b-04679c4f8ea6" providerId="ADAL" clId="{FD6EC977-DA86-49DB-BDBE-6F3FAE9D0ABA}" dt="2023-05-11T19:02:33.482" v="1228" actId="478"/>
          <ac:spMkLst>
            <pc:docMk/>
            <pc:sldMk cId="2884283885" sldId="384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35.767" v="1229" actId="478"/>
          <ac:spMkLst>
            <pc:docMk/>
            <pc:sldMk cId="2884283885" sldId="384"/>
            <ac:spMk id="9" creationId="{54AEFAE4-11FE-35E4-DC8C-177A9959322D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2884283885" sldId="384"/>
            <ac:spMk id="10" creationId="{4A07DAB7-4253-6EE3-698E-C85424934AFB}"/>
          </ac:spMkLst>
        </pc:spChg>
        <pc:spChg chg="add mod">
          <ac:chgData name="Nádia Genebra Ahmad" userId="36126275-cace-419f-8e9b-04679c4f8ea6" providerId="ADAL" clId="{FD6EC977-DA86-49DB-BDBE-6F3FAE9D0ABA}" dt="2023-05-11T19:09:21.979" v="1376"/>
          <ac:spMkLst>
            <pc:docMk/>
            <pc:sldMk cId="2884283885" sldId="384"/>
            <ac:spMk id="11" creationId="{BDDA9EA5-FAB3-0333-2E7E-1AE9509ADC99}"/>
          </ac:spMkLst>
        </pc:spChg>
      </pc:sldChg>
      <pc:sldChg chg="addSp delSp modSp add del mod">
        <pc:chgData name="Nádia Genebra Ahmad" userId="36126275-cace-419f-8e9b-04679c4f8ea6" providerId="ADAL" clId="{FD6EC977-DA86-49DB-BDBE-6F3FAE9D0ABA}" dt="2023-05-15T11:42:08.405" v="5864" actId="47"/>
        <pc:sldMkLst>
          <pc:docMk/>
          <pc:sldMk cId="3646843434" sldId="385"/>
        </pc:sldMkLst>
        <pc:spChg chg="del">
          <ac:chgData name="Nádia Genebra Ahmad" userId="36126275-cace-419f-8e9b-04679c4f8ea6" providerId="ADAL" clId="{FD6EC977-DA86-49DB-BDBE-6F3FAE9D0ABA}" dt="2023-05-11T19:02:40.685" v="1230" actId="478"/>
          <ac:spMkLst>
            <pc:docMk/>
            <pc:sldMk cId="3646843434" sldId="385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41.644" v="1231" actId="478"/>
          <ac:spMkLst>
            <pc:docMk/>
            <pc:sldMk cId="3646843434" sldId="385"/>
            <ac:spMk id="6" creationId="{825B88D0-7D50-21B9-3747-24980CC2A29D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3646843434" sldId="385"/>
            <ac:spMk id="7" creationId="{09A76CCE-3A22-9F22-3A9B-231CE5F25284}"/>
          </ac:spMkLst>
        </pc:spChg>
        <pc:spChg chg="add mod">
          <ac:chgData name="Nádia Genebra Ahmad" userId="36126275-cace-419f-8e9b-04679c4f8ea6" providerId="ADAL" clId="{FD6EC977-DA86-49DB-BDBE-6F3FAE9D0ABA}" dt="2023-05-11T19:09:23.591" v="1377"/>
          <ac:spMkLst>
            <pc:docMk/>
            <pc:sldMk cId="3646843434" sldId="385"/>
            <ac:spMk id="10" creationId="{45026CB7-44CC-8611-C2B5-ED2A3BF8CB83}"/>
          </ac:spMkLst>
        </pc:spChg>
      </pc:sldChg>
      <pc:sldChg chg="addSp delSp modSp add mod">
        <pc:chgData name="Nádia Genebra Ahmad" userId="36126275-cace-419f-8e9b-04679c4f8ea6" providerId="ADAL" clId="{FD6EC977-DA86-49DB-BDBE-6F3FAE9D0ABA}" dt="2023-05-15T21:35:50.099" v="8427"/>
        <pc:sldMkLst>
          <pc:docMk/>
          <pc:sldMk cId="53204883" sldId="386"/>
        </pc:sldMkLst>
        <pc:spChg chg="add mod">
          <ac:chgData name="Nádia Genebra Ahmad" userId="36126275-cace-419f-8e9b-04679c4f8ea6" providerId="ADAL" clId="{FD6EC977-DA86-49DB-BDBE-6F3FAE9D0ABA}" dt="2023-05-15T11:41:52.457" v="5793" actId="164"/>
          <ac:spMkLst>
            <pc:docMk/>
            <pc:sldMk cId="53204883" sldId="386"/>
            <ac:spMk id="2" creationId="{760A72E1-3128-A243-7E30-10C15873607C}"/>
          </ac:spMkLst>
        </pc:spChg>
        <pc:spChg chg="del">
          <ac:chgData name="Nádia Genebra Ahmad" userId="36126275-cace-419f-8e9b-04679c4f8ea6" providerId="ADAL" clId="{FD6EC977-DA86-49DB-BDBE-6F3FAE9D0ABA}" dt="2023-05-11T19:02:44.818" v="1232" actId="478"/>
          <ac:spMkLst>
            <pc:docMk/>
            <pc:sldMk cId="53204883" sldId="386"/>
            <ac:spMk id="3" creationId="{E125DFD4-F75B-4CEF-A4D7-EA79824B5320}"/>
          </ac:spMkLst>
        </pc:spChg>
        <pc:spChg chg="add mod">
          <ac:chgData name="Nádia Genebra Ahmad" userId="36126275-cace-419f-8e9b-04679c4f8ea6" providerId="ADAL" clId="{FD6EC977-DA86-49DB-BDBE-6F3FAE9D0ABA}" dt="2023-05-15T11:41:52.457" v="5793" actId="164"/>
          <ac:spMkLst>
            <pc:docMk/>
            <pc:sldMk cId="53204883" sldId="386"/>
            <ac:spMk id="3" creationId="{ECAF4FCC-BD84-FF14-CA8B-5C395E4BC24E}"/>
          </ac:spMkLst>
        </pc:spChg>
        <pc:spChg chg="add del mod">
          <ac:chgData name="Nádia Genebra Ahmad" userId="36126275-cace-419f-8e9b-04679c4f8ea6" providerId="ADAL" clId="{FD6EC977-DA86-49DB-BDBE-6F3FAE9D0ABA}" dt="2023-05-11T19:02:45.550" v="1233" actId="478"/>
          <ac:spMkLst>
            <pc:docMk/>
            <pc:sldMk cId="53204883" sldId="386"/>
            <ac:spMk id="4" creationId="{18296CD2-E55D-5FE4-04C4-25C7F2ABAF4D}"/>
          </ac:spMkLst>
        </pc:spChg>
        <pc:spChg chg="del">
          <ac:chgData name="Nádia Genebra Ahmad" userId="36126275-cace-419f-8e9b-04679c4f8ea6" providerId="ADAL" clId="{FD6EC977-DA86-49DB-BDBE-6F3FAE9D0ABA}" dt="2023-05-11T19:11:27.920" v="1495" actId="478"/>
          <ac:spMkLst>
            <pc:docMk/>
            <pc:sldMk cId="53204883" sldId="386"/>
            <ac:spMk id="7" creationId="{88ECC50B-117E-FC80-C5A0-31682E40DD74}"/>
          </ac:spMkLst>
        </pc:spChg>
        <pc:spChg chg="mod">
          <ac:chgData name="Nádia Genebra Ahmad" userId="36126275-cace-419f-8e9b-04679c4f8ea6" providerId="ADAL" clId="{FD6EC977-DA86-49DB-BDBE-6F3FAE9D0ABA}" dt="2023-05-15T11:42:15.185" v="5865"/>
          <ac:spMkLst>
            <pc:docMk/>
            <pc:sldMk cId="53204883" sldId="386"/>
            <ac:spMk id="10" creationId="{809E9D2F-F280-0980-BAEA-9B0332284349}"/>
          </ac:spMkLst>
        </pc:spChg>
        <pc:spChg chg="mod">
          <ac:chgData name="Nádia Genebra Ahmad" userId="36126275-cace-419f-8e9b-04679c4f8ea6" providerId="ADAL" clId="{FD6EC977-DA86-49DB-BDBE-6F3FAE9D0ABA}" dt="2023-05-15T20:18:56.666" v="7369"/>
          <ac:spMkLst>
            <pc:docMk/>
            <pc:sldMk cId="53204883" sldId="386"/>
            <ac:spMk id="10" creationId="{84AB2D82-96EB-6D14-45CF-6586A77CBC3E}"/>
          </ac:spMkLst>
        </pc:spChg>
        <pc:spChg chg="mod">
          <ac:chgData name="Nádia Genebra Ahmad" userId="36126275-cace-419f-8e9b-04679c4f8ea6" providerId="ADAL" clId="{FD6EC977-DA86-49DB-BDBE-6F3FAE9D0ABA}" dt="2023-05-15T20:18:56.666" v="7369"/>
          <ac:spMkLst>
            <pc:docMk/>
            <pc:sldMk cId="53204883" sldId="386"/>
            <ac:spMk id="11" creationId="{510AE760-643C-FE50-1DC2-21768DE7F98C}"/>
          </ac:spMkLst>
        </pc:spChg>
        <pc:spChg chg="mod">
          <ac:chgData name="Nádia Genebra Ahmad" userId="36126275-cace-419f-8e9b-04679c4f8ea6" providerId="ADAL" clId="{FD6EC977-DA86-49DB-BDBE-6F3FAE9D0ABA}" dt="2023-05-15T11:42:15.185" v="5865"/>
          <ac:spMkLst>
            <pc:docMk/>
            <pc:sldMk cId="53204883" sldId="386"/>
            <ac:spMk id="11" creationId="{6FAB4732-332D-8335-2668-A6FD1A6BB7A7}"/>
          </ac:spMkLst>
        </pc:spChg>
        <pc:spChg chg="del">
          <ac:chgData name="Nádia Genebra Ahmad" userId="36126275-cace-419f-8e9b-04679c4f8ea6" providerId="ADAL" clId="{FD6EC977-DA86-49DB-BDBE-6F3FAE9D0ABA}" dt="2023-05-11T19:11:29.863" v="1496" actId="478"/>
          <ac:spMkLst>
            <pc:docMk/>
            <pc:sldMk cId="53204883" sldId="386"/>
            <ac:spMk id="11" creationId="{B5110827-6A0C-3EB9-5778-7CC7F8E958DE}"/>
          </ac:spMkLst>
        </pc:spChg>
        <pc:spChg chg="add del mod">
          <ac:chgData name="Nádia Genebra Ahmad" userId="36126275-cace-419f-8e9b-04679c4f8ea6" providerId="ADAL" clId="{FD6EC977-DA86-49DB-BDBE-6F3FAE9D0ABA}" dt="2023-05-15T21:35:23.773" v="8416" actId="478"/>
          <ac:spMkLst>
            <pc:docMk/>
            <pc:sldMk cId="53204883" sldId="386"/>
            <ac:spMk id="13" creationId="{885E64E8-F69C-45AC-6757-6CA4A2E1A138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53204883" sldId="386"/>
            <ac:spMk id="14" creationId="{F1CBC589-FA16-696D-1407-5680FB9143DB}"/>
          </ac:spMkLst>
        </pc:spChg>
        <pc:spChg chg="del mod">
          <ac:chgData name="Nádia Genebra Ahmad" userId="36126275-cace-419f-8e9b-04679c4f8ea6" providerId="ADAL" clId="{FD6EC977-DA86-49DB-BDBE-6F3FAE9D0ABA}" dt="2023-05-15T11:41:48.902" v="5790" actId="478"/>
          <ac:spMkLst>
            <pc:docMk/>
            <pc:sldMk cId="53204883" sldId="386"/>
            <ac:spMk id="15" creationId="{00000000-0000-0000-0000-000000000000}"/>
          </ac:spMkLst>
        </pc:spChg>
        <pc:spChg chg="add del mod">
          <ac:chgData name="Nádia Genebra Ahmad" userId="36126275-cace-419f-8e9b-04679c4f8ea6" providerId="ADAL" clId="{FD6EC977-DA86-49DB-BDBE-6F3FAE9D0ABA}" dt="2023-05-15T21:35:24.581" v="8417" actId="478"/>
          <ac:spMkLst>
            <pc:docMk/>
            <pc:sldMk cId="53204883" sldId="386"/>
            <ac:spMk id="15" creationId="{861B947E-1414-80CB-C741-D7C1653C9F87}"/>
          </ac:spMkLst>
        </pc:spChg>
        <pc:spChg chg="add del mod">
          <ac:chgData name="Nádia Genebra Ahmad" userId="36126275-cace-419f-8e9b-04679c4f8ea6" providerId="ADAL" clId="{FD6EC977-DA86-49DB-BDBE-6F3FAE9D0ABA}" dt="2023-05-15T11:25:11.495" v="5409" actId="478"/>
          <ac:spMkLst>
            <pc:docMk/>
            <pc:sldMk cId="53204883" sldId="386"/>
            <ac:spMk id="16" creationId="{BAE813D9-C3B5-9C91-775A-5A60CD6E23C2}"/>
          </ac:spMkLst>
        </pc:spChg>
        <pc:spChg chg="add mod">
          <ac:chgData name="Nádia Genebra Ahmad" userId="36126275-cace-419f-8e9b-04679c4f8ea6" providerId="ADAL" clId="{FD6EC977-DA86-49DB-BDBE-6F3FAE9D0ABA}" dt="2023-05-15T21:32:48.295" v="8368" actId="14100"/>
          <ac:spMkLst>
            <pc:docMk/>
            <pc:sldMk cId="53204883" sldId="386"/>
            <ac:spMk id="17" creationId="{4E685FE0-18BA-914A-DA15-67FD97CB5025}"/>
          </ac:spMkLst>
        </pc:spChg>
        <pc:spChg chg="add del mod">
          <ac:chgData name="Nádia Genebra Ahmad" userId="36126275-cace-419f-8e9b-04679c4f8ea6" providerId="ADAL" clId="{FD6EC977-DA86-49DB-BDBE-6F3FAE9D0ABA}" dt="2023-05-15T10:47:19.397" v="5397" actId="478"/>
          <ac:spMkLst>
            <pc:docMk/>
            <pc:sldMk cId="53204883" sldId="386"/>
            <ac:spMk id="17" creationId="{BF781CF7-B106-6B8B-AE3F-7C0A30E4DE0B}"/>
          </ac:spMkLst>
        </pc:spChg>
        <pc:spChg chg="add mod">
          <ac:chgData name="Nádia Genebra Ahmad" userId="36126275-cace-419f-8e9b-04679c4f8ea6" providerId="ADAL" clId="{FD6EC977-DA86-49DB-BDBE-6F3FAE9D0ABA}" dt="2023-05-15T21:32:53.774" v="8373" actId="1035"/>
          <ac:spMkLst>
            <pc:docMk/>
            <pc:sldMk cId="53204883" sldId="386"/>
            <ac:spMk id="18" creationId="{B313032E-B0CA-0C55-74A5-C990AF71A65E}"/>
          </ac:spMkLst>
        </pc:spChg>
        <pc:spChg chg="add del mod">
          <ac:chgData name="Nádia Genebra Ahmad" userId="36126275-cace-419f-8e9b-04679c4f8ea6" providerId="ADAL" clId="{FD6EC977-DA86-49DB-BDBE-6F3FAE9D0ABA}" dt="2023-05-15T21:35:26.637" v="8419" actId="478"/>
          <ac:spMkLst>
            <pc:docMk/>
            <pc:sldMk cId="53204883" sldId="386"/>
            <ac:spMk id="20" creationId="{1967F81D-8907-7031-1344-41798CCE279E}"/>
          </ac:spMkLst>
        </pc:spChg>
        <pc:spChg chg="add mod">
          <ac:chgData name="Nádia Genebra Ahmad" userId="36126275-cace-419f-8e9b-04679c4f8ea6" providerId="ADAL" clId="{FD6EC977-DA86-49DB-BDBE-6F3FAE9D0ABA}" dt="2023-05-15T21:35:50.099" v="8427"/>
          <ac:spMkLst>
            <pc:docMk/>
            <pc:sldMk cId="53204883" sldId="386"/>
            <ac:spMk id="21" creationId="{4A861E3C-DF78-831A-6B4E-F19807F35844}"/>
          </ac:spMkLst>
        </pc:spChg>
        <pc:spChg chg="del mod">
          <ac:chgData name="Nádia Genebra Ahmad" userId="36126275-cace-419f-8e9b-04679c4f8ea6" providerId="ADAL" clId="{FD6EC977-DA86-49DB-BDBE-6F3FAE9D0ABA}" dt="2023-05-15T21:35:25.345" v="8418" actId="478"/>
          <ac:spMkLst>
            <pc:docMk/>
            <pc:sldMk cId="53204883" sldId="386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FD6EC977-DA86-49DB-BDBE-6F3FAE9D0ABA}" dt="2023-05-15T21:28:29.798" v="8022" actId="478"/>
          <ac:spMkLst>
            <pc:docMk/>
            <pc:sldMk cId="53204883" sldId="386"/>
            <ac:spMk id="81" creationId="{00000000-0000-0000-0000-000000000000}"/>
          </ac:spMkLst>
        </pc:spChg>
        <pc:grpChg chg="add del mod">
          <ac:chgData name="Nádia Genebra Ahmad" userId="36126275-cace-419f-8e9b-04679c4f8ea6" providerId="ADAL" clId="{FD6EC977-DA86-49DB-BDBE-6F3FAE9D0ABA}" dt="2023-05-15T20:19:02.064" v="7371" actId="478"/>
          <ac:grpSpMkLst>
            <pc:docMk/>
            <pc:sldMk cId="53204883" sldId="386"/>
            <ac:grpSpMk id="6" creationId="{F5E6284E-98D5-B664-0198-52849434ED7E}"/>
          </ac:grpSpMkLst>
        </pc:grpChg>
        <pc:grpChg chg="add mod">
          <ac:chgData name="Nádia Genebra Ahmad" userId="36126275-cace-419f-8e9b-04679c4f8ea6" providerId="ADAL" clId="{FD6EC977-DA86-49DB-BDBE-6F3FAE9D0ABA}" dt="2023-05-15T20:18:59.722" v="7370" actId="554"/>
          <ac:grpSpMkLst>
            <pc:docMk/>
            <pc:sldMk cId="53204883" sldId="386"/>
            <ac:grpSpMk id="7" creationId="{C4CE682D-103F-5171-BF55-9310C09ACCB3}"/>
          </ac:grpSpMkLst>
        </pc:grpChg>
        <pc:grpChg chg="add del mod">
          <ac:chgData name="Nádia Genebra Ahmad" userId="36126275-cace-419f-8e9b-04679c4f8ea6" providerId="ADAL" clId="{FD6EC977-DA86-49DB-BDBE-6F3FAE9D0ABA}" dt="2023-05-15T11:42:33.017" v="5913" actId="478"/>
          <ac:grpSpMkLst>
            <pc:docMk/>
            <pc:sldMk cId="53204883" sldId="386"/>
            <ac:grpSpMk id="7" creationId="{CA5AB803-969C-7662-97E5-0100E0A1443E}"/>
          </ac:grpSpMkLst>
        </pc:grpChg>
        <pc:grpChg chg="del">
          <ac:chgData name="Nádia Genebra Ahmad" userId="36126275-cace-419f-8e9b-04679c4f8ea6" providerId="ADAL" clId="{FD6EC977-DA86-49DB-BDBE-6F3FAE9D0ABA}" dt="2023-05-11T19:11:27.920" v="1495" actId="478"/>
          <ac:grpSpMkLst>
            <pc:docMk/>
            <pc:sldMk cId="53204883" sldId="386"/>
            <ac:grpSpMk id="18" creationId="{CD585925-A3F8-83DE-F85D-65C7D98656F2}"/>
          </ac:grpSpMkLst>
        </pc:grpChg>
        <pc:grpChg chg="del">
          <ac:chgData name="Nádia Genebra Ahmad" userId="36126275-cace-419f-8e9b-04679c4f8ea6" providerId="ADAL" clId="{FD6EC977-DA86-49DB-BDBE-6F3FAE9D0ABA}" dt="2023-05-11T19:11:27.920" v="1495" actId="478"/>
          <ac:grpSpMkLst>
            <pc:docMk/>
            <pc:sldMk cId="53204883" sldId="386"/>
            <ac:grpSpMk id="19" creationId="{BEA76A0D-D2C9-81FC-334A-F979CDA30ED4}"/>
          </ac:grpSpMkLst>
        </pc:grpChg>
        <pc:graphicFrameChg chg="mod modGraphic">
          <ac:chgData name="Nádia Genebra Ahmad" userId="36126275-cace-419f-8e9b-04679c4f8ea6" providerId="ADAL" clId="{FD6EC977-DA86-49DB-BDBE-6F3FAE9D0ABA}" dt="2023-05-15T11:48:02.295" v="5956" actId="20577"/>
          <ac:graphicFrameMkLst>
            <pc:docMk/>
            <pc:sldMk cId="53204883" sldId="386"/>
            <ac:graphicFrameMk id="8" creationId="{37790DD7-7A57-A5DD-1BF3-EDD100B3CFCB}"/>
          </ac:graphicFrameMkLst>
        </pc:graphicFrameChg>
        <pc:graphicFrameChg chg="del">
          <ac:chgData name="Nádia Genebra Ahmad" userId="36126275-cace-419f-8e9b-04679c4f8ea6" providerId="ADAL" clId="{FD6EC977-DA86-49DB-BDBE-6F3FAE9D0ABA}" dt="2023-05-11T19:11:27.920" v="1495" actId="478"/>
          <ac:graphicFrameMkLst>
            <pc:docMk/>
            <pc:sldMk cId="53204883" sldId="386"/>
            <ac:graphicFrameMk id="10" creationId="{5349DF03-51C3-E098-A4B4-331DEF7F0FBB}"/>
          </ac:graphicFrameMkLst>
        </pc:graphicFrameChg>
        <pc:graphicFrameChg chg="del">
          <ac:chgData name="Nádia Genebra Ahmad" userId="36126275-cace-419f-8e9b-04679c4f8ea6" providerId="ADAL" clId="{FD6EC977-DA86-49DB-BDBE-6F3FAE9D0ABA}" dt="2023-05-11T19:11:27.920" v="1495" actId="478"/>
          <ac:graphicFrameMkLst>
            <pc:docMk/>
            <pc:sldMk cId="53204883" sldId="386"/>
            <ac:graphicFrameMk id="12" creationId="{F1D7B62E-0BC4-AE03-FF27-D6E7004AE5D8}"/>
          </ac:graphicFrameMkLst>
        </pc:graphicFrameChg>
        <pc:picChg chg="add mod">
          <ac:chgData name="Nádia Genebra Ahmad" userId="36126275-cace-419f-8e9b-04679c4f8ea6" providerId="ADAL" clId="{FD6EC977-DA86-49DB-BDBE-6F3FAE9D0ABA}" dt="2023-05-15T11:41:52.457" v="5793" actId="164"/>
          <ac:picMkLst>
            <pc:docMk/>
            <pc:sldMk cId="53204883" sldId="386"/>
            <ac:picMk id="4" creationId="{86BD4E6E-BDFD-8730-CF0D-77BEA87182AD}"/>
          </ac:picMkLst>
        </pc:picChg>
        <pc:picChg chg="mod">
          <ac:chgData name="Nádia Genebra Ahmad" userId="36126275-cace-419f-8e9b-04679c4f8ea6" providerId="ADAL" clId="{FD6EC977-DA86-49DB-BDBE-6F3FAE9D0ABA}" dt="2023-05-15T20:18:56.666" v="7369"/>
          <ac:picMkLst>
            <pc:docMk/>
            <pc:sldMk cId="53204883" sldId="386"/>
            <ac:picMk id="12" creationId="{4578BCA4-3B06-49D3-65F6-3A426826762F}"/>
          </ac:picMkLst>
        </pc:picChg>
        <pc:picChg chg="mod">
          <ac:chgData name="Nádia Genebra Ahmad" userId="36126275-cace-419f-8e9b-04679c4f8ea6" providerId="ADAL" clId="{FD6EC977-DA86-49DB-BDBE-6F3FAE9D0ABA}" dt="2023-05-15T11:42:15.185" v="5865"/>
          <ac:picMkLst>
            <pc:docMk/>
            <pc:sldMk cId="53204883" sldId="386"/>
            <ac:picMk id="12" creationId="{7226BE52-2F23-292C-71FF-A3C6503C7D67}"/>
          </ac:picMkLst>
        </pc:picChg>
        <pc:picChg chg="add mod">
          <ac:chgData name="Nádia Genebra Ahmad" userId="36126275-cace-419f-8e9b-04679c4f8ea6" providerId="ADAL" clId="{FD6EC977-DA86-49DB-BDBE-6F3FAE9D0ABA}" dt="2023-05-15T21:32:41.050" v="8367"/>
          <ac:picMkLst>
            <pc:docMk/>
            <pc:sldMk cId="53204883" sldId="386"/>
            <ac:picMk id="16" creationId="{654D6E51-B0C0-901A-9FF4-0069418770FC}"/>
          </ac:picMkLst>
        </pc:picChg>
        <pc:cxnChg chg="mod">
          <ac:chgData name="Nádia Genebra Ahmad" userId="36126275-cace-419f-8e9b-04679c4f8ea6" providerId="ADAL" clId="{FD6EC977-DA86-49DB-BDBE-6F3FAE9D0ABA}" dt="2023-05-11T19:11:27.920" v="1495" actId="478"/>
          <ac:cxnSpMkLst>
            <pc:docMk/>
            <pc:sldMk cId="53204883" sldId="386"/>
            <ac:cxnSpMk id="6" creationId="{71B1DA16-FF52-8FA8-A00F-F66DC2D4B380}"/>
          </ac:cxnSpMkLst>
        </pc:cxnChg>
        <pc:cxnChg chg="mod">
          <ac:chgData name="Nádia Genebra Ahmad" userId="36126275-cace-419f-8e9b-04679c4f8ea6" providerId="ADAL" clId="{FD6EC977-DA86-49DB-BDBE-6F3FAE9D0ABA}" dt="2023-05-11T19:11:27.920" v="1495" actId="478"/>
          <ac:cxnSpMkLst>
            <pc:docMk/>
            <pc:sldMk cId="53204883" sldId="386"/>
            <ac:cxnSpMk id="20" creationId="{A881EE9A-7708-CD11-0E53-A73542568215}"/>
          </ac:cxnSpMkLst>
        </pc:cxnChg>
      </pc:sldChg>
      <pc:sldChg chg="addSp delSp modSp add mod">
        <pc:chgData name="Nádia Genebra Ahmad" userId="36126275-cace-419f-8e9b-04679c4f8ea6" providerId="ADAL" clId="{FD6EC977-DA86-49DB-BDBE-6F3FAE9D0ABA}" dt="2023-05-15T21:35:51.356" v="8428"/>
        <pc:sldMkLst>
          <pc:docMk/>
          <pc:sldMk cId="3633615114" sldId="387"/>
        </pc:sldMkLst>
        <pc:spChg chg="add mod">
          <ac:chgData name="Nádia Genebra Ahmad" userId="36126275-cace-419f-8e9b-04679c4f8ea6" providerId="ADAL" clId="{FD6EC977-DA86-49DB-BDBE-6F3FAE9D0ABA}" dt="2023-05-15T11:48:44.116" v="5987" actId="164"/>
          <ac:spMkLst>
            <pc:docMk/>
            <pc:sldMk cId="3633615114" sldId="387"/>
            <ac:spMk id="2" creationId="{899416A3-C64B-FE21-238A-CF92463B5673}"/>
          </ac:spMkLst>
        </pc:spChg>
        <pc:spChg chg="add mod">
          <ac:chgData name="Nádia Genebra Ahmad" userId="36126275-cace-419f-8e9b-04679c4f8ea6" providerId="ADAL" clId="{FD6EC977-DA86-49DB-BDBE-6F3FAE9D0ABA}" dt="2023-05-15T11:48:44.116" v="5987" actId="164"/>
          <ac:spMkLst>
            <pc:docMk/>
            <pc:sldMk cId="3633615114" sldId="387"/>
            <ac:spMk id="3" creationId="{240B09DC-3517-8203-69F1-F159C7EAF7F6}"/>
          </ac:spMkLst>
        </pc:spChg>
        <pc:spChg chg="del">
          <ac:chgData name="Nádia Genebra Ahmad" userId="36126275-cace-419f-8e9b-04679c4f8ea6" providerId="ADAL" clId="{FD6EC977-DA86-49DB-BDBE-6F3FAE9D0ABA}" dt="2023-05-11T19:02:48.365" v="1234" actId="478"/>
          <ac:spMkLst>
            <pc:docMk/>
            <pc:sldMk cId="3633615114" sldId="387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49.170" v="1235" actId="478"/>
          <ac:spMkLst>
            <pc:docMk/>
            <pc:sldMk cId="3633615114" sldId="387"/>
            <ac:spMk id="4" creationId="{AEE4ACC6-C7D7-0D0C-F37F-975D3AAC0E26}"/>
          </ac:spMkLst>
        </pc:spChg>
        <pc:spChg chg="mod">
          <ac:chgData name="Nádia Genebra Ahmad" userId="36126275-cace-419f-8e9b-04679c4f8ea6" providerId="ADAL" clId="{FD6EC977-DA86-49DB-BDBE-6F3FAE9D0ABA}" dt="2023-05-15T21:20:05.449" v="7742" actId="948"/>
          <ac:spMkLst>
            <pc:docMk/>
            <pc:sldMk cId="3633615114" sldId="387"/>
            <ac:spMk id="7" creationId="{00000000-0000-0000-0000-000000000000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3633615114" sldId="387"/>
            <ac:spMk id="8" creationId="{CC505BCC-0D73-2805-BCFB-AD5348869F10}"/>
          </ac:spMkLst>
        </pc:spChg>
        <pc:spChg chg="add del mod">
          <ac:chgData name="Nádia Genebra Ahmad" userId="36126275-cace-419f-8e9b-04679c4f8ea6" providerId="ADAL" clId="{FD6EC977-DA86-49DB-BDBE-6F3FAE9D0ABA}" dt="2023-05-15T11:48:13.669" v="5958" actId="478"/>
          <ac:spMkLst>
            <pc:docMk/>
            <pc:sldMk cId="3633615114" sldId="387"/>
            <ac:spMk id="9" creationId="{5B845194-DC2F-9B7F-771D-A882D1F453CC}"/>
          </ac:spMkLst>
        </pc:spChg>
        <pc:spChg chg="add del mod">
          <ac:chgData name="Nádia Genebra Ahmad" userId="36126275-cace-419f-8e9b-04679c4f8ea6" providerId="ADAL" clId="{FD6EC977-DA86-49DB-BDBE-6F3FAE9D0ABA}" dt="2023-05-15T21:15:19.830" v="7607" actId="478"/>
          <ac:spMkLst>
            <pc:docMk/>
            <pc:sldMk cId="3633615114" sldId="387"/>
            <ac:spMk id="10" creationId="{78A65E75-43F1-3722-F8CC-465CA7CEF60F}"/>
          </ac:spMkLst>
        </pc:spChg>
        <pc:spChg chg="mod">
          <ac:chgData name="Nádia Genebra Ahmad" userId="36126275-cace-419f-8e9b-04679c4f8ea6" providerId="ADAL" clId="{FD6EC977-DA86-49DB-BDBE-6F3FAE9D0ABA}" dt="2023-05-15T11:48:41.375" v="5986"/>
          <ac:spMkLst>
            <pc:docMk/>
            <pc:sldMk cId="3633615114" sldId="387"/>
            <ac:spMk id="11" creationId="{B43ED8FD-EAE6-6705-05EB-6ECB8F1C9EA7}"/>
          </ac:spMkLst>
        </pc:spChg>
        <pc:spChg chg="mod">
          <ac:chgData name="Nádia Genebra Ahmad" userId="36126275-cace-419f-8e9b-04679c4f8ea6" providerId="ADAL" clId="{FD6EC977-DA86-49DB-BDBE-6F3FAE9D0ABA}" dt="2023-05-15T21:14:55.201" v="7604" actId="20577"/>
          <ac:spMkLst>
            <pc:docMk/>
            <pc:sldMk cId="3633615114" sldId="387"/>
            <ac:spMk id="14" creationId="{6DDF18D8-3EEA-3FE3-992A-19C820E10ABB}"/>
          </ac:spMkLst>
        </pc:spChg>
        <pc:spChg chg="del mod">
          <ac:chgData name="Nádia Genebra Ahmad" userId="36126275-cace-419f-8e9b-04679c4f8ea6" providerId="ADAL" clId="{FD6EC977-DA86-49DB-BDBE-6F3FAE9D0ABA}" dt="2023-05-15T11:48:11.396" v="5957" actId="478"/>
          <ac:spMkLst>
            <pc:docMk/>
            <pc:sldMk cId="3633615114" sldId="387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0:19:27.703" v="7410"/>
          <ac:spMkLst>
            <pc:docMk/>
            <pc:sldMk cId="3633615114" sldId="387"/>
            <ac:spMk id="15" creationId="{5B86829D-0761-4D4B-97EC-846D67163A20}"/>
          </ac:spMkLst>
        </pc:spChg>
        <pc:spChg chg="mod">
          <ac:chgData name="Nádia Genebra Ahmad" userId="36126275-cace-419f-8e9b-04679c4f8ea6" providerId="ADAL" clId="{FD6EC977-DA86-49DB-BDBE-6F3FAE9D0ABA}" dt="2023-05-15T11:48:59.123" v="6071"/>
          <ac:spMkLst>
            <pc:docMk/>
            <pc:sldMk cId="3633615114" sldId="387"/>
            <ac:spMk id="16" creationId="{323BA21B-5A0D-9764-302A-84ADD23CDC8F}"/>
          </ac:spMkLst>
        </pc:spChg>
        <pc:spChg chg="mod">
          <ac:chgData name="Nádia Genebra Ahmad" userId="36126275-cace-419f-8e9b-04679c4f8ea6" providerId="ADAL" clId="{FD6EC977-DA86-49DB-BDBE-6F3FAE9D0ABA}" dt="2023-05-15T11:48:59.123" v="6071"/>
          <ac:spMkLst>
            <pc:docMk/>
            <pc:sldMk cId="3633615114" sldId="387"/>
            <ac:spMk id="17" creationId="{91E5A929-7CED-476C-5C95-6C619D533D29}"/>
          </ac:spMkLst>
        </pc:spChg>
        <pc:spChg chg="add del mod">
          <ac:chgData name="Nádia Genebra Ahmad" userId="36126275-cace-419f-8e9b-04679c4f8ea6" providerId="ADAL" clId="{FD6EC977-DA86-49DB-BDBE-6F3FAE9D0ABA}" dt="2023-05-15T21:35:33.111" v="8423" actId="478"/>
          <ac:spMkLst>
            <pc:docMk/>
            <pc:sldMk cId="3633615114" sldId="387"/>
            <ac:spMk id="19" creationId="{1F98A430-E267-8819-34A6-15D9073E2D75}"/>
          </ac:spMkLst>
        </pc:spChg>
        <pc:spChg chg="add del mod">
          <ac:chgData name="Nádia Genebra Ahmad" userId="36126275-cace-419f-8e9b-04679c4f8ea6" providerId="ADAL" clId="{FD6EC977-DA86-49DB-BDBE-6F3FAE9D0ABA}" dt="2023-05-15T21:35:29.091" v="8420" actId="478"/>
          <ac:spMkLst>
            <pc:docMk/>
            <pc:sldMk cId="3633615114" sldId="387"/>
            <ac:spMk id="21" creationId="{15256EDF-07F2-CA11-0464-5F779AA7D12D}"/>
          </ac:spMkLst>
        </pc:spChg>
        <pc:spChg chg="add mod">
          <ac:chgData name="Nádia Genebra Ahmad" userId="36126275-cace-419f-8e9b-04679c4f8ea6" providerId="ADAL" clId="{FD6EC977-DA86-49DB-BDBE-6F3FAE9D0ABA}" dt="2023-05-15T21:33:04.607" v="8377" actId="1035"/>
          <ac:spMkLst>
            <pc:docMk/>
            <pc:sldMk cId="3633615114" sldId="387"/>
            <ac:spMk id="23" creationId="{4DEC1544-1F5B-0E9C-9C6D-3F8451CAACE7}"/>
          </ac:spMkLst>
        </pc:spChg>
        <pc:spChg chg="add mod">
          <ac:chgData name="Nádia Genebra Ahmad" userId="36126275-cace-419f-8e9b-04679c4f8ea6" providerId="ADAL" clId="{FD6EC977-DA86-49DB-BDBE-6F3FAE9D0ABA}" dt="2023-05-15T21:33:08.836" v="8378" actId="14100"/>
          <ac:spMkLst>
            <pc:docMk/>
            <pc:sldMk cId="3633615114" sldId="387"/>
            <ac:spMk id="24" creationId="{EE65E50A-6314-87D4-EA3E-88CA886FA6B7}"/>
          </ac:spMkLst>
        </pc:spChg>
        <pc:spChg chg="add del mod">
          <ac:chgData name="Nádia Genebra Ahmad" userId="36126275-cace-419f-8e9b-04679c4f8ea6" providerId="ADAL" clId="{FD6EC977-DA86-49DB-BDBE-6F3FAE9D0ABA}" dt="2023-05-15T21:35:31.093" v="8422" actId="478"/>
          <ac:spMkLst>
            <pc:docMk/>
            <pc:sldMk cId="3633615114" sldId="387"/>
            <ac:spMk id="26" creationId="{43728DA6-8649-182C-91B3-CEFBE6E477C8}"/>
          </ac:spMkLst>
        </pc:spChg>
        <pc:spChg chg="add mod">
          <ac:chgData name="Nádia Genebra Ahmad" userId="36126275-cace-419f-8e9b-04679c4f8ea6" providerId="ADAL" clId="{FD6EC977-DA86-49DB-BDBE-6F3FAE9D0ABA}" dt="2023-05-15T21:35:51.356" v="8428"/>
          <ac:spMkLst>
            <pc:docMk/>
            <pc:sldMk cId="3633615114" sldId="387"/>
            <ac:spMk id="27" creationId="{6481B16D-51F6-2D9C-D91B-FEABB084552C}"/>
          </ac:spMkLst>
        </pc:spChg>
        <pc:spChg chg="mod">
          <ac:chgData name="Nádia Genebra Ahmad" userId="36126275-cace-419f-8e9b-04679c4f8ea6" providerId="ADAL" clId="{FD6EC977-DA86-49DB-BDBE-6F3FAE9D0ABA}" dt="2023-05-15T21:11:11.229" v="7588" actId="1036"/>
          <ac:spMkLst>
            <pc:docMk/>
            <pc:sldMk cId="3633615114" sldId="387"/>
            <ac:spMk id="35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6:31:18.259" v="6995" actId="1035"/>
          <ac:spMkLst>
            <pc:docMk/>
            <pc:sldMk cId="3633615114" sldId="387"/>
            <ac:spMk id="36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16:29.271" v="7647" actId="14100"/>
          <ac:spMkLst>
            <pc:docMk/>
            <pc:sldMk cId="3633615114" sldId="387"/>
            <ac:spMk id="44" creationId="{00000000-0000-0000-0000-000000000000}"/>
          </ac:spMkLst>
        </pc:spChg>
        <pc:spChg chg="del mod">
          <ac:chgData name="Nádia Genebra Ahmad" userId="36126275-cace-419f-8e9b-04679c4f8ea6" providerId="ADAL" clId="{FD6EC977-DA86-49DB-BDBE-6F3FAE9D0ABA}" dt="2023-05-15T21:35:29.811" v="8421" actId="478"/>
          <ac:spMkLst>
            <pc:docMk/>
            <pc:sldMk cId="3633615114" sldId="387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FD6EC977-DA86-49DB-BDBE-6F3FAE9D0ABA}" dt="2023-05-15T21:28:46.035" v="8033" actId="478"/>
          <ac:spMkLst>
            <pc:docMk/>
            <pc:sldMk cId="3633615114" sldId="387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FD6EC977-DA86-49DB-BDBE-6F3FAE9D0ABA}" dt="2023-05-15T11:48:44.116" v="5987" actId="164"/>
          <ac:grpSpMkLst>
            <pc:docMk/>
            <pc:sldMk cId="3633615114" sldId="387"/>
            <ac:grpSpMk id="4" creationId="{CA916C0D-C198-1074-5E5E-10AF2D76CB47}"/>
          </ac:grpSpMkLst>
        </pc:grpChg>
        <pc:grpChg chg="add mod">
          <ac:chgData name="Nádia Genebra Ahmad" userId="36126275-cace-419f-8e9b-04679c4f8ea6" providerId="ADAL" clId="{FD6EC977-DA86-49DB-BDBE-6F3FAE9D0ABA}" dt="2023-05-15T20:19:30.482" v="7411" actId="554"/>
          <ac:grpSpMkLst>
            <pc:docMk/>
            <pc:sldMk cId="3633615114" sldId="387"/>
            <ac:grpSpMk id="9" creationId="{3A68072B-86A9-9C49-1295-509349EFE934}"/>
          </ac:grpSpMkLst>
        </pc:grpChg>
        <pc:grpChg chg="add del mod">
          <ac:chgData name="Nádia Genebra Ahmad" userId="36126275-cace-419f-8e9b-04679c4f8ea6" providerId="ADAL" clId="{FD6EC977-DA86-49DB-BDBE-6F3FAE9D0ABA}" dt="2023-05-15T20:19:32.880" v="7412" actId="478"/>
          <ac:grpSpMkLst>
            <pc:docMk/>
            <pc:sldMk cId="3633615114" sldId="387"/>
            <ac:grpSpMk id="13" creationId="{C84419CE-D14A-DADE-7765-1C94069D05A5}"/>
          </ac:grpSpMkLst>
        </pc:grpChg>
        <pc:grpChg chg="add del mod">
          <ac:chgData name="Nádia Genebra Ahmad" userId="36126275-cace-419f-8e9b-04679c4f8ea6" providerId="ADAL" clId="{FD6EC977-DA86-49DB-BDBE-6F3FAE9D0ABA}" dt="2023-05-15T11:49:07.815" v="6079" actId="478"/>
          <ac:grpSpMkLst>
            <pc:docMk/>
            <pc:sldMk cId="3633615114" sldId="387"/>
            <ac:grpSpMk id="14" creationId="{A697F34D-EB7C-51C4-6699-84C0C06F532C}"/>
          </ac:grpSpMkLst>
        </pc:grpChg>
        <pc:graphicFrameChg chg="mod modGraphic">
          <ac:chgData name="Nádia Genebra Ahmad" userId="36126275-cace-419f-8e9b-04679c4f8ea6" providerId="ADAL" clId="{FD6EC977-DA86-49DB-BDBE-6F3FAE9D0ABA}" dt="2023-05-15T21:18:13.438" v="7719" actId="20577"/>
          <ac:graphicFrameMkLst>
            <pc:docMk/>
            <pc:sldMk cId="3633615114" sldId="387"/>
            <ac:graphicFrameMk id="6" creationId="{00000000-0000-0000-0000-000000000000}"/>
          </ac:graphicFrameMkLst>
        </pc:graphicFrameChg>
        <pc:graphicFrameChg chg="mod modGraphic">
          <ac:chgData name="Nádia Genebra Ahmad" userId="36126275-cace-419f-8e9b-04679c4f8ea6" providerId="ADAL" clId="{FD6EC977-DA86-49DB-BDBE-6F3FAE9D0ABA}" dt="2023-05-15T20:27:47.737" v="7413"/>
          <ac:graphicFrameMkLst>
            <pc:docMk/>
            <pc:sldMk cId="3633615114" sldId="387"/>
            <ac:graphicFrameMk id="33" creationId="{1D5AD34C-9F22-0F96-ADAD-0463A560240D}"/>
          </ac:graphicFrameMkLst>
        </pc:graphicFrameChg>
        <pc:picChg chg="mod">
          <ac:chgData name="Nádia Genebra Ahmad" userId="36126275-cace-419f-8e9b-04679c4f8ea6" providerId="ADAL" clId="{FD6EC977-DA86-49DB-BDBE-6F3FAE9D0ABA}" dt="2023-05-15T11:48:41.375" v="5986"/>
          <ac:picMkLst>
            <pc:docMk/>
            <pc:sldMk cId="3633615114" sldId="387"/>
            <ac:picMk id="12" creationId="{A28D6C40-B7D4-B3FF-E6D5-D3DD2C69D133}"/>
          </ac:picMkLst>
        </pc:picChg>
        <pc:picChg chg="mod">
          <ac:chgData name="Nádia Genebra Ahmad" userId="36126275-cace-419f-8e9b-04679c4f8ea6" providerId="ADAL" clId="{FD6EC977-DA86-49DB-BDBE-6F3FAE9D0ABA}" dt="2023-05-15T20:19:27.703" v="7410"/>
          <ac:picMkLst>
            <pc:docMk/>
            <pc:sldMk cId="3633615114" sldId="387"/>
            <ac:picMk id="16" creationId="{5EB6F6B1-4797-5724-27FB-2BF0375A5177}"/>
          </ac:picMkLst>
        </pc:picChg>
        <pc:picChg chg="mod">
          <ac:chgData name="Nádia Genebra Ahmad" userId="36126275-cace-419f-8e9b-04679c4f8ea6" providerId="ADAL" clId="{FD6EC977-DA86-49DB-BDBE-6F3FAE9D0ABA}" dt="2023-05-15T11:48:59.123" v="6071"/>
          <ac:picMkLst>
            <pc:docMk/>
            <pc:sldMk cId="3633615114" sldId="387"/>
            <ac:picMk id="18" creationId="{1F3E9899-66BB-7BEC-7347-3B3716F89A12}"/>
          </ac:picMkLst>
        </pc:picChg>
        <pc:picChg chg="add mod">
          <ac:chgData name="Nádia Genebra Ahmad" userId="36126275-cace-419f-8e9b-04679c4f8ea6" providerId="ADAL" clId="{FD6EC977-DA86-49DB-BDBE-6F3FAE9D0ABA}" dt="2023-05-15T21:32:57.748" v="8374"/>
          <ac:picMkLst>
            <pc:docMk/>
            <pc:sldMk cId="3633615114" sldId="387"/>
            <ac:picMk id="22" creationId="{A8ABBD43-D6A2-9313-0CBD-D47CC4704CBE}"/>
          </ac:picMkLst>
        </pc:picChg>
        <pc:cxnChg chg="mod">
          <ac:chgData name="Nádia Genebra Ahmad" userId="36126275-cace-419f-8e9b-04679c4f8ea6" providerId="ADAL" clId="{FD6EC977-DA86-49DB-BDBE-6F3FAE9D0ABA}" dt="2023-05-15T21:16:29.271" v="7647" actId="14100"/>
          <ac:cxnSpMkLst>
            <pc:docMk/>
            <pc:sldMk cId="3633615114" sldId="387"/>
            <ac:cxnSpMk id="38" creationId="{00000000-0000-0000-0000-000000000000}"/>
          </ac:cxnSpMkLst>
        </pc:cxnChg>
      </pc:sldChg>
      <pc:sldChg chg="addSp delSp modSp add del mod">
        <pc:chgData name="Nádia Genebra Ahmad" userId="36126275-cace-419f-8e9b-04679c4f8ea6" providerId="ADAL" clId="{FD6EC977-DA86-49DB-BDBE-6F3FAE9D0ABA}" dt="2023-05-15T14:10:44.824" v="6490" actId="47"/>
        <pc:sldMkLst>
          <pc:docMk/>
          <pc:sldMk cId="3057002366" sldId="388"/>
        </pc:sldMkLst>
        <pc:spChg chg="mod">
          <ac:chgData name="Nádia Genebra Ahmad" userId="36126275-cace-419f-8e9b-04679c4f8ea6" providerId="ADAL" clId="{FD6EC977-DA86-49DB-BDBE-6F3FAE9D0ABA}" dt="2023-05-15T12:54:24.786" v="6445" actId="1076"/>
          <ac:spMkLst>
            <pc:docMk/>
            <pc:sldMk cId="3057002366" sldId="388"/>
            <ac:spMk id="2" creationId="{48FF81E5-FCF0-0851-D235-56F97248D354}"/>
          </ac:spMkLst>
        </pc:spChg>
        <pc:spChg chg="del">
          <ac:chgData name="Nádia Genebra Ahmad" userId="36126275-cace-419f-8e9b-04679c4f8ea6" providerId="ADAL" clId="{FD6EC977-DA86-49DB-BDBE-6F3FAE9D0ABA}" dt="2023-05-11T19:02:52.839" v="1236" actId="478"/>
          <ac:spMkLst>
            <pc:docMk/>
            <pc:sldMk cId="3057002366" sldId="388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2:53.857" v="1237" actId="478"/>
          <ac:spMkLst>
            <pc:docMk/>
            <pc:sldMk cId="3057002366" sldId="388"/>
            <ac:spMk id="6" creationId="{124E9291-3BEE-7B38-933E-4670DB2BD73F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3057002366" sldId="388"/>
            <ac:spMk id="10" creationId="{A9956CA5-2013-D526-5541-91FEE445E0D5}"/>
          </ac:spMkLst>
        </pc:spChg>
        <pc:spChg chg="del">
          <ac:chgData name="Nádia Genebra Ahmad" userId="36126275-cace-419f-8e9b-04679c4f8ea6" providerId="ADAL" clId="{FD6EC977-DA86-49DB-BDBE-6F3FAE9D0ABA}" dt="2023-05-15T11:49:39.085" v="6084" actId="478"/>
          <ac:spMkLst>
            <pc:docMk/>
            <pc:sldMk cId="3057002366" sldId="388"/>
            <ac:spMk id="15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41:22.076" v="5788" actId="2711"/>
          <ac:spMkLst>
            <pc:docMk/>
            <pc:sldMk cId="3057002366" sldId="388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43:19.124" v="5923" actId="255"/>
          <ac:spMkLst>
            <pc:docMk/>
            <pc:sldMk cId="3057002366" sldId="388"/>
            <ac:spMk id="81" creationId="{00000000-0000-0000-0000-000000000000}"/>
          </ac:spMkLst>
        </pc:spChg>
        <pc:graphicFrameChg chg="mod">
          <ac:chgData name="Nádia Genebra Ahmad" userId="36126275-cace-419f-8e9b-04679c4f8ea6" providerId="ADAL" clId="{FD6EC977-DA86-49DB-BDBE-6F3FAE9D0ABA}" dt="2023-05-15T11:49:53.435" v="6116" actId="1036"/>
          <ac:graphicFrameMkLst>
            <pc:docMk/>
            <pc:sldMk cId="3057002366" sldId="388"/>
            <ac:graphicFrameMk id="8" creationId="{37790DD7-7A57-A5DD-1BF3-EDD100B3CFCB}"/>
          </ac:graphicFrameMkLst>
        </pc:graphicFrameChg>
      </pc:sldChg>
      <pc:sldChg chg="addSp delSp modSp add del mod">
        <pc:chgData name="Nádia Genebra Ahmad" userId="36126275-cace-419f-8e9b-04679c4f8ea6" providerId="ADAL" clId="{FD6EC977-DA86-49DB-BDBE-6F3FAE9D0ABA}" dt="2023-05-15T14:10:44.824" v="6490" actId="47"/>
        <pc:sldMkLst>
          <pc:docMk/>
          <pc:sldMk cId="4244428406" sldId="389"/>
        </pc:sldMkLst>
        <pc:spChg chg="del">
          <ac:chgData name="Nádia Genebra Ahmad" userId="36126275-cace-419f-8e9b-04679c4f8ea6" providerId="ADAL" clId="{FD6EC977-DA86-49DB-BDBE-6F3FAE9D0ABA}" dt="2023-05-11T19:02:56.815" v="1238" actId="478"/>
          <ac:spMkLst>
            <pc:docMk/>
            <pc:sldMk cId="4244428406" sldId="389"/>
            <ac:spMk id="3" creationId="{E125DFD4-F75B-4CEF-A4D7-EA79824B5320}"/>
          </ac:spMkLst>
        </pc:spChg>
        <pc:spChg chg="del">
          <ac:chgData name="Nádia Genebra Ahmad" userId="36126275-cace-419f-8e9b-04679c4f8ea6" providerId="ADAL" clId="{FD6EC977-DA86-49DB-BDBE-6F3FAE9D0ABA}" dt="2023-05-15T11:49:41.959" v="6085" actId="478"/>
          <ac:spMkLst>
            <pc:docMk/>
            <pc:sldMk cId="4244428406" sldId="389"/>
            <ac:spMk id="6" creationId="{96E1D030-109C-9A49-378B-6C82B5FF0708}"/>
          </ac:spMkLst>
        </pc:spChg>
        <pc:spChg chg="add del mod">
          <ac:chgData name="Nádia Genebra Ahmad" userId="36126275-cace-419f-8e9b-04679c4f8ea6" providerId="ADAL" clId="{FD6EC977-DA86-49DB-BDBE-6F3FAE9D0ABA}" dt="2023-05-11T19:02:57.549" v="1239" actId="478"/>
          <ac:spMkLst>
            <pc:docMk/>
            <pc:sldMk cId="4244428406" sldId="389"/>
            <ac:spMk id="8" creationId="{488DA0D2-7713-D6C5-F0FE-8866142ACC1A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4244428406" sldId="389"/>
            <ac:spMk id="9" creationId="{EDD8CF0E-C579-0D77-639A-D7C4153B9C67}"/>
          </ac:spMkLst>
        </pc:spChg>
        <pc:spChg chg="mod">
          <ac:chgData name="Nádia Genebra Ahmad" userId="36126275-cace-419f-8e9b-04679c4f8ea6" providerId="ADAL" clId="{FD6EC977-DA86-49DB-BDBE-6F3FAE9D0ABA}" dt="2023-05-15T11:49:46.687" v="6105" actId="1036"/>
          <ac:spMkLst>
            <pc:docMk/>
            <pc:sldMk cId="4244428406" sldId="389"/>
            <ac:spMk id="12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41:24.691" v="5789" actId="2711"/>
          <ac:spMkLst>
            <pc:docMk/>
            <pc:sldMk cId="4244428406" sldId="389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11:43:25.572" v="5925" actId="255"/>
          <ac:spMkLst>
            <pc:docMk/>
            <pc:sldMk cId="4244428406" sldId="389"/>
            <ac:spMk id="81" creationId="{00000000-0000-0000-0000-000000000000}"/>
          </ac:spMkLst>
        </pc:spChg>
        <pc:graphicFrameChg chg="mod">
          <ac:chgData name="Nádia Genebra Ahmad" userId="36126275-cace-419f-8e9b-04679c4f8ea6" providerId="ADAL" clId="{FD6EC977-DA86-49DB-BDBE-6F3FAE9D0ABA}" dt="2023-05-15T11:49:46.687" v="6105" actId="1036"/>
          <ac:graphicFrameMkLst>
            <pc:docMk/>
            <pc:sldMk cId="4244428406" sldId="389"/>
            <ac:graphicFrameMk id="11" creationId="{97CBBE27-E806-7F25-9E76-FE3304FE8F8B}"/>
          </ac:graphicFrameMkLst>
        </pc:graphicFrameChg>
      </pc:sldChg>
      <pc:sldChg chg="addSp delSp modSp add mod ord">
        <pc:chgData name="Nádia Genebra Ahmad" userId="36126275-cace-419f-8e9b-04679c4f8ea6" providerId="ADAL" clId="{FD6EC977-DA86-49DB-BDBE-6F3FAE9D0ABA}" dt="2023-05-15T21:35:48.507" v="8426"/>
        <pc:sldMkLst>
          <pc:docMk/>
          <pc:sldMk cId="3743191074" sldId="390"/>
        </pc:sldMkLst>
        <pc:spChg chg="add mod">
          <ac:chgData name="Nádia Genebra Ahmad" userId="36126275-cace-419f-8e9b-04679c4f8ea6" providerId="ADAL" clId="{FD6EC977-DA86-49DB-BDBE-6F3FAE9D0ABA}" dt="2023-05-15T11:32:44.503" v="5560" actId="164"/>
          <ac:spMkLst>
            <pc:docMk/>
            <pc:sldMk cId="3743191074" sldId="390"/>
            <ac:spMk id="3" creationId="{CD694795-3610-E4B7-2361-7F47E56B8577}"/>
          </ac:spMkLst>
        </pc:spChg>
        <pc:spChg chg="del">
          <ac:chgData name="Nádia Genebra Ahmad" userId="36126275-cace-419f-8e9b-04679c4f8ea6" providerId="ADAL" clId="{FD6EC977-DA86-49DB-BDBE-6F3FAE9D0ABA}" dt="2023-05-11T19:03:00.572" v="1240" actId="478"/>
          <ac:spMkLst>
            <pc:docMk/>
            <pc:sldMk cId="3743191074" sldId="390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FD6EC977-DA86-49DB-BDBE-6F3FAE9D0ABA}" dt="2023-05-11T19:03:02.687" v="1241" actId="478"/>
          <ac:spMkLst>
            <pc:docMk/>
            <pc:sldMk cId="3743191074" sldId="390"/>
            <ac:spMk id="4" creationId="{22BD9EAC-D3F5-2692-3FFB-14DDF69B74B7}"/>
          </ac:spMkLst>
        </pc:spChg>
        <pc:spChg chg="add mod">
          <ac:chgData name="Nádia Genebra Ahmad" userId="36126275-cace-419f-8e9b-04679c4f8ea6" providerId="ADAL" clId="{FD6EC977-DA86-49DB-BDBE-6F3FAE9D0ABA}" dt="2023-05-15T11:32:44.503" v="5560" actId="164"/>
          <ac:spMkLst>
            <pc:docMk/>
            <pc:sldMk cId="3743191074" sldId="390"/>
            <ac:spMk id="4" creationId="{A84F3C63-61FF-C2C0-E0E2-DDBCDD040909}"/>
          </ac:spMkLst>
        </pc:spChg>
        <pc:spChg chg="add 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3743191074" sldId="390"/>
            <ac:spMk id="7" creationId="{301585F9-CBF7-C70C-3A7B-0AF5597D1295}"/>
          </ac:spMkLst>
        </pc:spChg>
        <pc:spChg chg="add mod">
          <ac:chgData name="Nádia Genebra Ahmad" userId="36126275-cace-419f-8e9b-04679c4f8ea6" providerId="ADAL" clId="{FD6EC977-DA86-49DB-BDBE-6F3FAE9D0ABA}" dt="2023-05-11T19:23:07.215" v="2124" actId="20577"/>
          <ac:spMkLst>
            <pc:docMk/>
            <pc:sldMk cId="3743191074" sldId="390"/>
            <ac:spMk id="8" creationId="{1AF00778-D787-B603-CC7D-F969A616BCBF}"/>
          </ac:spMkLst>
        </pc:spChg>
        <pc:spChg chg="mod">
          <ac:chgData name="Nádia Genebra Ahmad" userId="36126275-cace-419f-8e9b-04679c4f8ea6" providerId="ADAL" clId="{FD6EC977-DA86-49DB-BDBE-6F3FAE9D0ABA}" dt="2023-05-15T20:18:28.639" v="7279"/>
          <ac:spMkLst>
            <pc:docMk/>
            <pc:sldMk cId="3743191074" sldId="390"/>
            <ac:spMk id="9" creationId="{5EF50061-775C-FAAB-74E7-4B86397B4D3C}"/>
          </ac:spMkLst>
        </pc:spChg>
        <pc:spChg chg="mod">
          <ac:chgData name="Nádia Genebra Ahmad" userId="36126275-cace-419f-8e9b-04679c4f8ea6" providerId="ADAL" clId="{FD6EC977-DA86-49DB-BDBE-6F3FAE9D0ABA}" dt="2023-05-15T11:32:51.045" v="5562"/>
          <ac:spMkLst>
            <pc:docMk/>
            <pc:sldMk cId="3743191074" sldId="390"/>
            <ac:spMk id="10" creationId="{2E955A21-16BB-1AF7-79AD-C161997EB8EF}"/>
          </ac:spMkLst>
        </pc:spChg>
        <pc:spChg chg="mod">
          <ac:chgData name="Nádia Genebra Ahmad" userId="36126275-cace-419f-8e9b-04679c4f8ea6" providerId="ADAL" clId="{FD6EC977-DA86-49DB-BDBE-6F3FAE9D0ABA}" dt="2023-05-15T20:18:28.639" v="7279"/>
          <ac:spMkLst>
            <pc:docMk/>
            <pc:sldMk cId="3743191074" sldId="390"/>
            <ac:spMk id="10" creationId="{E256087B-993D-0659-F6D1-E1583696AF7C}"/>
          </ac:spMkLst>
        </pc:spChg>
        <pc:spChg chg="mod">
          <ac:chgData name="Nádia Genebra Ahmad" userId="36126275-cace-419f-8e9b-04679c4f8ea6" providerId="ADAL" clId="{FD6EC977-DA86-49DB-BDBE-6F3FAE9D0ABA}" dt="2023-05-15T11:32:51.045" v="5562"/>
          <ac:spMkLst>
            <pc:docMk/>
            <pc:sldMk cId="3743191074" sldId="390"/>
            <ac:spMk id="11" creationId="{1A1FCBBD-ED81-74B5-FA54-21290C6E6F38}"/>
          </ac:spMkLst>
        </pc:spChg>
        <pc:spChg chg="add del mod">
          <ac:chgData name="Nádia Genebra Ahmad" userId="36126275-cace-419f-8e9b-04679c4f8ea6" providerId="ADAL" clId="{FD6EC977-DA86-49DB-BDBE-6F3FAE9D0ABA}" dt="2023-05-15T21:35:21.292" v="8415" actId="478"/>
          <ac:spMkLst>
            <pc:docMk/>
            <pc:sldMk cId="3743191074" sldId="390"/>
            <ac:spMk id="13" creationId="{4103E637-7AC9-490C-25BE-365F3EB74B2A}"/>
          </ac:spMkLst>
        </pc:spChg>
        <pc:spChg chg="mod">
          <ac:chgData name="Nádia Genebra Ahmad" userId="36126275-cace-419f-8e9b-04679c4f8ea6" providerId="ADAL" clId="{FD6EC977-DA86-49DB-BDBE-6F3FAE9D0ABA}" dt="2023-05-15T20:18:36.552" v="7323"/>
          <ac:spMkLst>
            <pc:docMk/>
            <pc:sldMk cId="3743191074" sldId="390"/>
            <ac:spMk id="14" creationId="{624ACF1D-4A7D-68CE-826F-7734F8BD6091}"/>
          </ac:spMkLst>
        </pc:spChg>
        <pc:spChg chg="mod">
          <ac:chgData name="Nádia Genebra Ahmad" userId="36126275-cace-419f-8e9b-04679c4f8ea6" providerId="ADAL" clId="{FD6EC977-DA86-49DB-BDBE-6F3FAE9D0ABA}" dt="2023-05-15T20:18:36.552" v="7323"/>
          <ac:spMkLst>
            <pc:docMk/>
            <pc:sldMk cId="3743191074" sldId="390"/>
            <ac:spMk id="15" creationId="{41437763-29FD-6D0B-49B8-2BCF47357F5A}"/>
          </ac:spMkLst>
        </pc:spChg>
        <pc:spChg chg="add del mod">
          <ac:chgData name="Nádia Genebra Ahmad" userId="36126275-cace-419f-8e9b-04679c4f8ea6" providerId="ADAL" clId="{FD6EC977-DA86-49DB-BDBE-6F3FAE9D0ABA}" dt="2023-05-15T21:35:17.652" v="8413" actId="478"/>
          <ac:spMkLst>
            <pc:docMk/>
            <pc:sldMk cId="3743191074" sldId="390"/>
            <ac:spMk id="17" creationId="{CA7D518F-2CFB-D888-2667-D9F778C87B3A}"/>
          </ac:spMkLst>
        </pc:spChg>
        <pc:spChg chg="add mod">
          <ac:chgData name="Nádia Genebra Ahmad" userId="36126275-cace-419f-8e9b-04679c4f8ea6" providerId="ADAL" clId="{FD6EC977-DA86-49DB-BDBE-6F3FAE9D0ABA}" dt="2023-05-15T21:32:33.595" v="8366" actId="552"/>
          <ac:spMkLst>
            <pc:docMk/>
            <pc:sldMk cId="3743191074" sldId="390"/>
            <ac:spMk id="19" creationId="{704DAE10-C827-4138-8CDB-7C1EC8D203D9}"/>
          </ac:spMkLst>
        </pc:spChg>
        <pc:spChg chg="add mod">
          <ac:chgData name="Nádia Genebra Ahmad" userId="36126275-cace-419f-8e9b-04679c4f8ea6" providerId="ADAL" clId="{FD6EC977-DA86-49DB-BDBE-6F3FAE9D0ABA}" dt="2023-05-15T21:32:33.595" v="8366" actId="552"/>
          <ac:spMkLst>
            <pc:docMk/>
            <pc:sldMk cId="3743191074" sldId="390"/>
            <ac:spMk id="20" creationId="{6C4A0C4F-C09D-C24B-88F3-124DB4F8F41C}"/>
          </ac:spMkLst>
        </pc:spChg>
        <pc:spChg chg="add del mod">
          <ac:chgData name="Nádia Genebra Ahmad" userId="36126275-cace-419f-8e9b-04679c4f8ea6" providerId="ADAL" clId="{FD6EC977-DA86-49DB-BDBE-6F3FAE9D0ABA}" dt="2023-05-15T21:35:19.880" v="8414" actId="478"/>
          <ac:spMkLst>
            <pc:docMk/>
            <pc:sldMk cId="3743191074" sldId="390"/>
            <ac:spMk id="22" creationId="{06A41967-176C-7037-E77C-A9334574E0C5}"/>
          </ac:spMkLst>
        </pc:spChg>
        <pc:spChg chg="add del mod">
          <ac:chgData name="Nádia Genebra Ahmad" userId="36126275-cace-419f-8e9b-04679c4f8ea6" providerId="ADAL" clId="{FD6EC977-DA86-49DB-BDBE-6F3FAE9D0ABA}" dt="2023-05-15T21:35:43.051" v="8425"/>
          <ac:spMkLst>
            <pc:docMk/>
            <pc:sldMk cId="3743191074" sldId="390"/>
            <ac:spMk id="24" creationId="{35FE406D-E5BD-8C3B-445C-11578A8E806C}"/>
          </ac:spMkLst>
        </pc:spChg>
        <pc:spChg chg="add del mod">
          <ac:chgData name="Nádia Genebra Ahmad" userId="36126275-cace-419f-8e9b-04679c4f8ea6" providerId="ADAL" clId="{FD6EC977-DA86-49DB-BDBE-6F3FAE9D0ABA}" dt="2023-05-15T21:35:43.051" v="8425"/>
          <ac:spMkLst>
            <pc:docMk/>
            <pc:sldMk cId="3743191074" sldId="390"/>
            <ac:spMk id="25" creationId="{ECB17E8B-80FD-17CB-5B2C-8F7F4F88C189}"/>
          </ac:spMkLst>
        </pc:spChg>
        <pc:spChg chg="add mod">
          <ac:chgData name="Nádia Genebra Ahmad" userId="36126275-cace-419f-8e9b-04679c4f8ea6" providerId="ADAL" clId="{FD6EC977-DA86-49DB-BDBE-6F3FAE9D0ABA}" dt="2023-05-15T21:35:48.507" v="8426"/>
          <ac:spMkLst>
            <pc:docMk/>
            <pc:sldMk cId="3743191074" sldId="390"/>
            <ac:spMk id="26" creationId="{C0A401FF-3034-07B1-E595-F5E03262B360}"/>
          </ac:spMkLst>
        </pc:spChg>
        <pc:spChg chg="mod">
          <ac:chgData name="Nádia Genebra Ahmad" userId="36126275-cace-419f-8e9b-04679c4f8ea6" providerId="ADAL" clId="{FD6EC977-DA86-49DB-BDBE-6F3FAE9D0ABA}" dt="2023-05-15T11:34:10.005" v="5679" actId="1036"/>
          <ac:spMkLst>
            <pc:docMk/>
            <pc:sldMk cId="3743191074" sldId="390"/>
            <ac:spMk id="51" creationId="{6A436EC5-7AD1-4622-9D4D-836200569CBB}"/>
          </ac:spMkLst>
        </pc:spChg>
        <pc:spChg chg="mod">
          <ac:chgData name="Nádia Genebra Ahmad" userId="36126275-cace-419f-8e9b-04679c4f8ea6" providerId="ADAL" clId="{FD6EC977-DA86-49DB-BDBE-6F3FAE9D0ABA}" dt="2023-05-15T11:34:10.005" v="5679" actId="1036"/>
          <ac:spMkLst>
            <pc:docMk/>
            <pc:sldMk cId="3743191074" sldId="390"/>
            <ac:spMk id="53" creationId="{2CEF6F44-A6B1-4A9F-A96A-C1F135FD6C3A}"/>
          </ac:spMkLst>
        </pc:spChg>
        <pc:spChg chg="mod topLvl">
          <ac:chgData name="Nádia Genebra Ahmad" userId="36126275-cace-419f-8e9b-04679c4f8ea6" providerId="ADAL" clId="{FD6EC977-DA86-49DB-BDBE-6F3FAE9D0ABA}" dt="2023-05-15T11:34:10.005" v="5679" actId="1036"/>
          <ac:spMkLst>
            <pc:docMk/>
            <pc:sldMk cId="3743191074" sldId="390"/>
            <ac:spMk id="55" creationId="{24DB13A8-4E32-40F1-9F47-C855D21B4BD8}"/>
          </ac:spMkLst>
        </pc:spChg>
        <pc:spChg chg="mod topLvl">
          <ac:chgData name="Nádia Genebra Ahmad" userId="36126275-cace-419f-8e9b-04679c4f8ea6" providerId="ADAL" clId="{FD6EC977-DA86-49DB-BDBE-6F3FAE9D0ABA}" dt="2023-05-15T11:34:10.005" v="5679" actId="1036"/>
          <ac:spMkLst>
            <pc:docMk/>
            <pc:sldMk cId="3743191074" sldId="390"/>
            <ac:spMk id="56" creationId="{F970F823-2E01-4308-B014-187F8759B064}"/>
          </ac:spMkLst>
        </pc:spChg>
        <pc:spChg chg="mod topLvl">
          <ac:chgData name="Nádia Genebra Ahmad" userId="36126275-cace-419f-8e9b-04679c4f8ea6" providerId="ADAL" clId="{FD6EC977-DA86-49DB-BDBE-6F3FAE9D0ABA}" dt="2023-05-15T11:34:10.005" v="5679" actId="1036"/>
          <ac:spMkLst>
            <pc:docMk/>
            <pc:sldMk cId="3743191074" sldId="390"/>
            <ac:spMk id="57" creationId="{604B33CD-064E-46A4-B7B2-4E1F42332B5A}"/>
          </ac:spMkLst>
        </pc:spChg>
        <pc:spChg chg="mod topLvl">
          <ac:chgData name="Nádia Genebra Ahmad" userId="36126275-cace-419f-8e9b-04679c4f8ea6" providerId="ADAL" clId="{FD6EC977-DA86-49DB-BDBE-6F3FAE9D0ABA}" dt="2023-05-15T11:34:10.005" v="5679" actId="1036"/>
          <ac:spMkLst>
            <pc:docMk/>
            <pc:sldMk cId="3743191074" sldId="390"/>
            <ac:spMk id="58" creationId="{49CE0D7D-E475-486C-84CA-5212474003E6}"/>
          </ac:spMkLst>
        </pc:spChg>
        <pc:spChg chg="del mod">
          <ac:chgData name="Nádia Genebra Ahmad" userId="36126275-cace-419f-8e9b-04679c4f8ea6" providerId="ADAL" clId="{FD6EC977-DA86-49DB-BDBE-6F3FAE9D0ABA}" dt="2023-05-15T21:35:17.652" v="8413" actId="478"/>
          <ac:spMkLst>
            <pc:docMk/>
            <pc:sldMk cId="3743191074" sldId="390"/>
            <ac:spMk id="80" creationId="{00000000-0000-0000-0000-000000000000}"/>
          </ac:spMkLst>
        </pc:spChg>
        <pc:spChg chg="del mod">
          <ac:chgData name="Nádia Genebra Ahmad" userId="36126275-cace-419f-8e9b-04679c4f8ea6" providerId="ADAL" clId="{FD6EC977-DA86-49DB-BDBE-6F3FAE9D0ABA}" dt="2023-05-15T21:29:40.738" v="8047" actId="478"/>
          <ac:spMkLst>
            <pc:docMk/>
            <pc:sldMk cId="3743191074" sldId="390"/>
            <ac:spMk id="81" creationId="{00000000-0000-0000-0000-000000000000}"/>
          </ac:spMkLst>
        </pc:spChg>
        <pc:grpChg chg="add del mod">
          <ac:chgData name="Nádia Genebra Ahmad" userId="36126275-cace-419f-8e9b-04679c4f8ea6" providerId="ADAL" clId="{FD6EC977-DA86-49DB-BDBE-6F3FAE9D0ABA}" dt="2023-05-15T20:18:31.608" v="7280"/>
          <ac:grpSpMkLst>
            <pc:docMk/>
            <pc:sldMk cId="3743191074" sldId="390"/>
            <ac:grpSpMk id="2" creationId="{84DAB3DE-32EE-097A-1B38-56012E05E13A}"/>
          </ac:grpSpMkLst>
        </pc:grpChg>
        <pc:grpChg chg="add del mod">
          <ac:chgData name="Nádia Genebra Ahmad" userId="36126275-cace-419f-8e9b-04679c4f8ea6" providerId="ADAL" clId="{FD6EC977-DA86-49DB-BDBE-6F3FAE9D0ABA}" dt="2023-05-12T12:10:59.411" v="2274" actId="165"/>
          <ac:grpSpMkLst>
            <pc:docMk/>
            <pc:sldMk cId="3743191074" sldId="390"/>
            <ac:grpSpMk id="6" creationId="{8179B468-5618-35D8-E774-9BDD9C0B39BC}"/>
          </ac:grpSpMkLst>
        </pc:grpChg>
        <pc:grpChg chg="add del mod">
          <ac:chgData name="Nádia Genebra Ahmad" userId="36126275-cace-419f-8e9b-04679c4f8ea6" providerId="ADAL" clId="{FD6EC977-DA86-49DB-BDBE-6F3FAE9D0ABA}" dt="2023-05-15T20:18:40.809" v="7325" actId="478"/>
          <ac:grpSpMkLst>
            <pc:docMk/>
            <pc:sldMk cId="3743191074" sldId="390"/>
            <ac:grpSpMk id="8" creationId="{5361FF11-74C4-96C6-5988-E111CD208980}"/>
          </ac:grpSpMkLst>
        </pc:grpChg>
        <pc:grpChg chg="add del mod">
          <ac:chgData name="Nádia Genebra Ahmad" userId="36126275-cace-419f-8e9b-04679c4f8ea6" providerId="ADAL" clId="{FD6EC977-DA86-49DB-BDBE-6F3FAE9D0ABA}" dt="2023-05-15T11:32:57.715" v="5602" actId="478"/>
          <ac:grpSpMkLst>
            <pc:docMk/>
            <pc:sldMk cId="3743191074" sldId="390"/>
            <ac:grpSpMk id="9" creationId="{7973D4AB-3CB4-45B6-DDB6-6CDC16C60109}"/>
          </ac:grpSpMkLst>
        </pc:grpChg>
        <pc:grpChg chg="add mod">
          <ac:chgData name="Nádia Genebra Ahmad" userId="36126275-cace-419f-8e9b-04679c4f8ea6" providerId="ADAL" clId="{FD6EC977-DA86-49DB-BDBE-6F3FAE9D0ABA}" dt="2023-05-15T20:18:52.112" v="7335" actId="1038"/>
          <ac:grpSpMkLst>
            <pc:docMk/>
            <pc:sldMk cId="3743191074" sldId="390"/>
            <ac:grpSpMk id="12" creationId="{D0082875-905A-E50D-8E41-50C72A4EB936}"/>
          </ac:grpSpMkLst>
        </pc:grpChg>
        <pc:graphicFrameChg chg="mod modGraphic">
          <ac:chgData name="Nádia Genebra Ahmad" userId="36126275-cace-419f-8e9b-04679c4f8ea6" providerId="ADAL" clId="{FD6EC977-DA86-49DB-BDBE-6F3FAE9D0ABA}" dt="2023-05-15T11:34:01.036" v="5669" actId="1036"/>
          <ac:graphicFrameMkLst>
            <pc:docMk/>
            <pc:sldMk cId="3743191074" sldId="390"/>
            <ac:graphicFrameMk id="41" creationId="{29B6B899-6ACA-41AB-914A-76573652C8C8}"/>
          </ac:graphicFrameMkLst>
        </pc:graphicFrameChg>
        <pc:graphicFrameChg chg="mod modGraphic">
          <ac:chgData name="Nádia Genebra Ahmad" userId="36126275-cace-419f-8e9b-04679c4f8ea6" providerId="ADAL" clId="{FD6EC977-DA86-49DB-BDBE-6F3FAE9D0ABA}" dt="2023-05-15T11:34:10.005" v="5679" actId="1036"/>
          <ac:graphicFrameMkLst>
            <pc:docMk/>
            <pc:sldMk cId="3743191074" sldId="390"/>
            <ac:graphicFrameMk id="49" creationId="{00000000-0000-0000-0000-000000000000}"/>
          </ac:graphicFrameMkLst>
        </pc:graphicFrameChg>
        <pc:graphicFrameChg chg="mod">
          <ac:chgData name="Nádia Genebra Ahmad" userId="36126275-cace-419f-8e9b-04679c4f8ea6" providerId="ADAL" clId="{FD6EC977-DA86-49DB-BDBE-6F3FAE9D0ABA}" dt="2023-05-15T11:34:10.005" v="5679" actId="1036"/>
          <ac:graphicFrameMkLst>
            <pc:docMk/>
            <pc:sldMk cId="3743191074" sldId="390"/>
            <ac:graphicFrameMk id="50" creationId="{65AC3D7A-0F4B-4606-AFA3-9FCD3049166B}"/>
          </ac:graphicFrameMkLst>
        </pc:graphicFrameChg>
        <pc:graphicFrameChg chg="mod">
          <ac:chgData name="Nádia Genebra Ahmad" userId="36126275-cace-419f-8e9b-04679c4f8ea6" providerId="ADAL" clId="{FD6EC977-DA86-49DB-BDBE-6F3FAE9D0ABA}" dt="2023-05-15T11:34:10.005" v="5679" actId="1036"/>
          <ac:graphicFrameMkLst>
            <pc:docMk/>
            <pc:sldMk cId="3743191074" sldId="390"/>
            <ac:graphicFrameMk id="61" creationId="{E92542DC-4893-4427-B718-6CFDC057A177}"/>
          </ac:graphicFrameMkLst>
        </pc:graphicFrameChg>
        <pc:picChg chg="add mod">
          <ac:chgData name="Nádia Genebra Ahmad" userId="36126275-cace-419f-8e9b-04679c4f8ea6" providerId="ADAL" clId="{FD6EC977-DA86-49DB-BDBE-6F3FAE9D0ABA}" dt="2023-05-15T11:32:44.503" v="5560" actId="164"/>
          <ac:picMkLst>
            <pc:docMk/>
            <pc:sldMk cId="3743191074" sldId="390"/>
            <ac:picMk id="6" creationId="{E0B087D5-162E-9A78-C7F5-F3FB242DB96A}"/>
          </ac:picMkLst>
        </pc:picChg>
        <pc:picChg chg="mod">
          <ac:chgData name="Nádia Genebra Ahmad" userId="36126275-cace-419f-8e9b-04679c4f8ea6" providerId="ADAL" clId="{FD6EC977-DA86-49DB-BDBE-6F3FAE9D0ABA}" dt="2023-05-15T20:18:28.639" v="7279"/>
          <ac:picMkLst>
            <pc:docMk/>
            <pc:sldMk cId="3743191074" sldId="390"/>
            <ac:picMk id="11" creationId="{FDE8FD6A-D048-F9E7-E8A6-1E46D27ED096}"/>
          </ac:picMkLst>
        </pc:picChg>
        <pc:picChg chg="mod">
          <ac:chgData name="Nádia Genebra Ahmad" userId="36126275-cace-419f-8e9b-04679c4f8ea6" providerId="ADAL" clId="{FD6EC977-DA86-49DB-BDBE-6F3FAE9D0ABA}" dt="2023-05-15T11:32:51.045" v="5562"/>
          <ac:picMkLst>
            <pc:docMk/>
            <pc:sldMk cId="3743191074" sldId="390"/>
            <ac:picMk id="12" creationId="{C07908B4-F29D-BF6F-BD79-F1FF3C98463D}"/>
          </ac:picMkLst>
        </pc:picChg>
        <pc:picChg chg="mod">
          <ac:chgData name="Nádia Genebra Ahmad" userId="36126275-cace-419f-8e9b-04679c4f8ea6" providerId="ADAL" clId="{FD6EC977-DA86-49DB-BDBE-6F3FAE9D0ABA}" dt="2023-05-15T20:18:36.552" v="7323"/>
          <ac:picMkLst>
            <pc:docMk/>
            <pc:sldMk cId="3743191074" sldId="390"/>
            <ac:picMk id="16" creationId="{53F549F0-4FFE-BDE5-B1AC-B28B9C446C80}"/>
          </ac:picMkLst>
        </pc:picChg>
        <pc:picChg chg="add mod">
          <ac:chgData name="Nádia Genebra Ahmad" userId="36126275-cace-419f-8e9b-04679c4f8ea6" providerId="ADAL" clId="{FD6EC977-DA86-49DB-BDBE-6F3FAE9D0ABA}" dt="2023-05-15T21:32:16.762" v="8291" actId="14100"/>
          <ac:picMkLst>
            <pc:docMk/>
            <pc:sldMk cId="3743191074" sldId="390"/>
            <ac:picMk id="18" creationId="{FB8145D8-B0FE-6776-7562-1CD51954DF46}"/>
          </ac:picMkLst>
        </pc:picChg>
        <pc:picChg chg="add del mod">
          <ac:chgData name="Nádia Genebra Ahmad" userId="36126275-cace-419f-8e9b-04679c4f8ea6" providerId="ADAL" clId="{FD6EC977-DA86-49DB-BDBE-6F3FAE9D0ABA}" dt="2023-05-15T21:35:43.051" v="8425"/>
          <ac:picMkLst>
            <pc:docMk/>
            <pc:sldMk cId="3743191074" sldId="390"/>
            <ac:picMk id="23" creationId="{4695855A-86FB-CE5F-09FF-D708C47CCAF6}"/>
          </ac:picMkLst>
        </pc:picChg>
        <pc:picChg chg="mod">
          <ac:chgData name="Nádia Genebra Ahmad" userId="36126275-cace-419f-8e9b-04679c4f8ea6" providerId="ADAL" clId="{FD6EC977-DA86-49DB-BDBE-6F3FAE9D0ABA}" dt="2023-05-15T11:34:10.005" v="5679" actId="1036"/>
          <ac:picMkLst>
            <pc:docMk/>
            <pc:sldMk cId="3743191074" sldId="390"/>
            <ac:picMk id="52" creationId="{39DD8DEA-13F3-4183-9376-B9E57DFDA734}"/>
          </ac:picMkLst>
        </pc:picChg>
        <pc:cxnChg chg="mod">
          <ac:chgData name="Nádia Genebra Ahmad" userId="36126275-cace-419f-8e9b-04679c4f8ea6" providerId="ADAL" clId="{FD6EC977-DA86-49DB-BDBE-6F3FAE9D0ABA}" dt="2023-05-15T11:34:10.005" v="5679" actId="1036"/>
          <ac:cxnSpMkLst>
            <pc:docMk/>
            <pc:sldMk cId="3743191074" sldId="390"/>
            <ac:cxnSpMk id="59" creationId="{7B27E4F2-1BB6-421D-A899-460BD3DA6CCD}"/>
          </ac:cxnSpMkLst>
        </pc:cxnChg>
      </pc:sldChg>
      <pc:sldChg chg="addSp modSp add del mod">
        <pc:chgData name="Nádia Genebra Ahmad" userId="36126275-cace-419f-8e9b-04679c4f8ea6" providerId="ADAL" clId="{FD6EC977-DA86-49DB-BDBE-6F3FAE9D0ABA}" dt="2023-05-12T18:47:33.504" v="3297" actId="47"/>
        <pc:sldMkLst>
          <pc:docMk/>
          <pc:sldMk cId="3408156906" sldId="391"/>
        </pc:sldMkLst>
        <pc:spChg chg="add mod">
          <ac:chgData name="Nádia Genebra Ahmad" userId="36126275-cace-419f-8e9b-04679c4f8ea6" providerId="ADAL" clId="{FD6EC977-DA86-49DB-BDBE-6F3FAE9D0ABA}" dt="2023-05-11T19:08:51.128" v="1361" actId="20577"/>
          <ac:spMkLst>
            <pc:docMk/>
            <pc:sldMk cId="3408156906" sldId="391"/>
            <ac:spMk id="2" creationId="{4443D2C2-4D75-7E7A-DA03-71E53623EB26}"/>
          </ac:spMkLst>
        </pc:spChg>
      </pc:sldChg>
      <pc:sldChg chg="addSp delSp modSp add mod ord">
        <pc:chgData name="Nádia Genebra Ahmad" userId="36126275-cace-419f-8e9b-04679c4f8ea6" providerId="ADAL" clId="{FD6EC977-DA86-49DB-BDBE-6F3FAE9D0ABA}" dt="2023-05-15T21:29:16.300" v="8043" actId="20577"/>
        <pc:sldMkLst>
          <pc:docMk/>
          <pc:sldMk cId="519216741" sldId="392"/>
        </pc:sldMkLst>
        <pc:spChg chg="del mod">
          <ac:chgData name="Nádia Genebra Ahmad" userId="36126275-cace-419f-8e9b-04679c4f8ea6" providerId="ADAL" clId="{FD6EC977-DA86-49DB-BDBE-6F3FAE9D0ABA}" dt="2023-05-12T18:55:45.850" v="3746" actId="478"/>
          <ac:spMkLst>
            <pc:docMk/>
            <pc:sldMk cId="519216741" sldId="392"/>
            <ac:spMk id="2" creationId="{4443D2C2-4D75-7E7A-DA03-71E53623EB26}"/>
          </ac:spMkLst>
        </pc:spChg>
        <pc:spChg chg="add mod">
          <ac:chgData name="Nádia Genebra Ahmad" userId="36126275-cace-419f-8e9b-04679c4f8ea6" providerId="ADAL" clId="{FD6EC977-DA86-49DB-BDBE-6F3FAE9D0ABA}" dt="2023-05-15T15:38:26.879" v="6826" actId="164"/>
          <ac:spMkLst>
            <pc:docMk/>
            <pc:sldMk cId="519216741" sldId="392"/>
            <ac:spMk id="3" creationId="{B8A4C0AC-C1C1-2BD3-B4F3-60FCB1BB7AAD}"/>
          </ac:spMkLst>
        </pc:spChg>
        <pc:spChg chg="del">
          <ac:chgData name="Nádia Genebra Ahmad" userId="36126275-cace-419f-8e9b-04679c4f8ea6" providerId="ADAL" clId="{FD6EC977-DA86-49DB-BDBE-6F3FAE9D0ABA}" dt="2023-05-12T18:39:29.052" v="3153" actId="478"/>
          <ac:spMkLst>
            <pc:docMk/>
            <pc:sldMk cId="519216741" sldId="392"/>
            <ac:spMk id="4" creationId="{1395CC0C-E4E9-D409-255D-6A32BEE35502}"/>
          </ac:spMkLst>
        </pc:spChg>
        <pc:spChg chg="add mod">
          <ac:chgData name="Nádia Genebra Ahmad" userId="36126275-cace-419f-8e9b-04679c4f8ea6" providerId="ADAL" clId="{FD6EC977-DA86-49DB-BDBE-6F3FAE9D0ABA}" dt="2023-05-15T15:38:24.363" v="6825" actId="164"/>
          <ac:spMkLst>
            <pc:docMk/>
            <pc:sldMk cId="519216741" sldId="392"/>
            <ac:spMk id="6" creationId="{8708F1A8-1D8C-A1F0-C902-282CBEFA5B4F}"/>
          </ac:spMkLst>
        </pc:spChg>
        <pc:spChg chg="mod">
          <ac:chgData name="Nádia Genebra Ahmad" userId="36126275-cace-419f-8e9b-04679c4f8ea6" providerId="ADAL" clId="{FD6EC977-DA86-49DB-BDBE-6F3FAE9D0ABA}" dt="2023-05-12T19:10:18.118" v="3760"/>
          <ac:spMkLst>
            <pc:docMk/>
            <pc:sldMk cId="519216741" sldId="392"/>
            <ac:spMk id="7" creationId="{9BE11D50-696C-5DDD-4966-1C3C1D320FEF}"/>
          </ac:spMkLst>
        </pc:spChg>
        <pc:spChg chg="add del mod">
          <ac:chgData name="Nádia Genebra Ahmad" userId="36126275-cace-419f-8e9b-04679c4f8ea6" providerId="ADAL" clId="{FD6EC977-DA86-49DB-BDBE-6F3FAE9D0ABA}" dt="2023-05-12T18:50:09.377" v="3363" actId="478"/>
          <ac:spMkLst>
            <pc:docMk/>
            <pc:sldMk cId="519216741" sldId="392"/>
            <ac:spMk id="8" creationId="{A5A2418A-6026-6469-F76C-C08D9B3A0681}"/>
          </ac:spMkLst>
        </pc:spChg>
        <pc:spChg chg="del">
          <ac:chgData name="Nádia Genebra Ahmad" userId="36126275-cace-419f-8e9b-04679c4f8ea6" providerId="ADAL" clId="{FD6EC977-DA86-49DB-BDBE-6F3FAE9D0ABA}" dt="2023-05-12T18:34:00.965" v="2740" actId="478"/>
          <ac:spMkLst>
            <pc:docMk/>
            <pc:sldMk cId="519216741" sldId="392"/>
            <ac:spMk id="10" creationId="{00000000-0000-0000-0000-000000000000}"/>
          </ac:spMkLst>
        </pc:spChg>
        <pc:spChg chg="add mod">
          <ac:chgData name="Nádia Genebra Ahmad" userId="36126275-cace-419f-8e9b-04679c4f8ea6" providerId="ADAL" clId="{FD6EC977-DA86-49DB-BDBE-6F3FAE9D0ABA}" dt="2023-05-15T15:39:51.758" v="6876" actId="165"/>
          <ac:spMkLst>
            <pc:docMk/>
            <pc:sldMk cId="519216741" sldId="392"/>
            <ac:spMk id="10" creationId="{DE6629B9-F7CC-D4F4-D458-8253A05420A4}"/>
          </ac:spMkLst>
        </pc:spChg>
        <pc:spChg chg="add mod topLvl">
          <ac:chgData name="Nádia Genebra Ahmad" userId="36126275-cace-419f-8e9b-04679c4f8ea6" providerId="ADAL" clId="{FD6EC977-DA86-49DB-BDBE-6F3FAE9D0ABA}" dt="2023-05-15T20:17:55.900" v="7233" actId="164"/>
          <ac:spMkLst>
            <pc:docMk/>
            <pc:sldMk cId="519216741" sldId="392"/>
            <ac:spMk id="11" creationId="{A970300B-3F16-62E0-B176-A654F1E8F84B}"/>
          </ac:spMkLst>
        </pc:spChg>
        <pc:spChg chg="mod">
          <ac:chgData name="Nádia Genebra Ahmad" userId="36126275-cace-419f-8e9b-04679c4f8ea6" providerId="ADAL" clId="{FD6EC977-DA86-49DB-BDBE-6F3FAE9D0ABA}" dt="2023-05-15T12:53:16.167" v="6444" actId="20577"/>
          <ac:spMkLst>
            <pc:docMk/>
            <pc:sldMk cId="519216741" sldId="392"/>
            <ac:spMk id="12" creationId="{00000000-0000-0000-0000-000000000000}"/>
          </ac:spMkLst>
        </pc:spChg>
        <pc:spChg chg="add mod topLvl">
          <ac:chgData name="Nádia Genebra Ahmad" userId="36126275-cace-419f-8e9b-04679c4f8ea6" providerId="ADAL" clId="{FD6EC977-DA86-49DB-BDBE-6F3FAE9D0ABA}" dt="2023-05-15T21:15:01.584" v="7605" actId="20577"/>
          <ac:spMkLst>
            <pc:docMk/>
            <pc:sldMk cId="519216741" sldId="392"/>
            <ac:spMk id="13" creationId="{C2C1822E-1C76-E6B6-F137-4C52A2A8CC9E}"/>
          </ac:spMkLst>
        </pc:spChg>
        <pc:spChg chg="add del mod">
          <ac:chgData name="Nádia Genebra Ahmad" userId="36126275-cace-419f-8e9b-04679c4f8ea6" providerId="ADAL" clId="{FD6EC977-DA86-49DB-BDBE-6F3FAE9D0ABA}" dt="2023-05-12T18:50:16.357" v="3366" actId="478"/>
          <ac:spMkLst>
            <pc:docMk/>
            <pc:sldMk cId="519216741" sldId="392"/>
            <ac:spMk id="14" creationId="{922A7808-945C-F39B-8505-215043F7EE40}"/>
          </ac:spMkLst>
        </pc:spChg>
        <pc:spChg chg="add del mod">
          <ac:chgData name="Nádia Genebra Ahmad" userId="36126275-cace-419f-8e9b-04679c4f8ea6" providerId="ADAL" clId="{FD6EC977-DA86-49DB-BDBE-6F3FAE9D0ABA}" dt="2023-05-15T14:11:16.182" v="6491" actId="478"/>
          <ac:spMkLst>
            <pc:docMk/>
            <pc:sldMk cId="519216741" sldId="392"/>
            <ac:spMk id="15" creationId="{5CDAE47C-E47F-27D0-C268-B78F803E1679}"/>
          </ac:spMkLst>
        </pc:spChg>
        <pc:spChg chg="add del mod">
          <ac:chgData name="Nádia Genebra Ahmad" userId="36126275-cace-419f-8e9b-04679c4f8ea6" providerId="ADAL" clId="{FD6EC977-DA86-49DB-BDBE-6F3FAE9D0ABA}" dt="2023-05-15T14:11:16.182" v="6491" actId="478"/>
          <ac:spMkLst>
            <pc:docMk/>
            <pc:sldMk cId="519216741" sldId="392"/>
            <ac:spMk id="16" creationId="{7C50BE91-EEA1-0313-B32A-0AE7AA41D3B5}"/>
          </ac:spMkLst>
        </pc:spChg>
        <pc:spChg chg="mod topLvl">
          <ac:chgData name="Nádia Genebra Ahmad" userId="36126275-cace-419f-8e9b-04679c4f8ea6" providerId="ADAL" clId="{FD6EC977-DA86-49DB-BDBE-6F3FAE9D0ABA}" dt="2023-05-15T20:18:00.345" v="7235" actId="164"/>
          <ac:spMkLst>
            <pc:docMk/>
            <pc:sldMk cId="519216741" sldId="392"/>
            <ac:spMk id="16" creationId="{B6F6AF75-F356-E160-E013-4C2E17725AA1}"/>
          </ac:spMkLst>
        </pc:spChg>
        <pc:spChg chg="add del mod">
          <ac:chgData name="Nádia Genebra Ahmad" userId="36126275-cace-419f-8e9b-04679c4f8ea6" providerId="ADAL" clId="{FD6EC977-DA86-49DB-BDBE-6F3FAE9D0ABA}" dt="2023-05-12T18:50:24.036" v="3369" actId="478"/>
          <ac:spMkLst>
            <pc:docMk/>
            <pc:sldMk cId="519216741" sldId="392"/>
            <ac:spMk id="17" creationId="{DFCC32A2-420D-263B-3C0E-6414B9757202}"/>
          </ac:spMkLst>
        </pc:spChg>
        <pc:spChg chg="add del mod topLvl">
          <ac:chgData name="Nádia Genebra Ahmad" userId="36126275-cace-419f-8e9b-04679c4f8ea6" providerId="ADAL" clId="{FD6EC977-DA86-49DB-BDBE-6F3FAE9D0ABA}" dt="2023-05-15T20:18:00.345" v="7235" actId="164"/>
          <ac:spMkLst>
            <pc:docMk/>
            <pc:sldMk cId="519216741" sldId="392"/>
            <ac:spMk id="18" creationId="{32EC3204-DE93-7A57-AC16-846B8B538ADD}"/>
          </ac:spMkLst>
        </pc:spChg>
        <pc:spChg chg="add del mod">
          <ac:chgData name="Nádia Genebra Ahmad" userId="36126275-cace-419f-8e9b-04679c4f8ea6" providerId="ADAL" clId="{FD6EC977-DA86-49DB-BDBE-6F3FAE9D0ABA}" dt="2023-05-12T18:42:08.027" v="3197" actId="478"/>
          <ac:spMkLst>
            <pc:docMk/>
            <pc:sldMk cId="519216741" sldId="392"/>
            <ac:spMk id="19" creationId="{F5D43B35-AF95-C6EC-19EF-115A8EDACE7A}"/>
          </ac:spMkLst>
        </pc:spChg>
        <pc:spChg chg="add del mod">
          <ac:chgData name="Nádia Genebra Ahmad" userId="36126275-cace-419f-8e9b-04679c4f8ea6" providerId="ADAL" clId="{FD6EC977-DA86-49DB-BDBE-6F3FAE9D0ABA}" dt="2023-05-15T20:17:44.137" v="7232" actId="478"/>
          <ac:spMkLst>
            <pc:docMk/>
            <pc:sldMk cId="519216741" sldId="392"/>
            <ac:spMk id="20" creationId="{1FB4440A-D70D-4E06-6FB8-D2007C37B104}"/>
          </ac:spMkLst>
        </pc:spChg>
        <pc:spChg chg="add del mod">
          <ac:chgData name="Nádia Genebra Ahmad" userId="36126275-cace-419f-8e9b-04679c4f8ea6" providerId="ADAL" clId="{FD6EC977-DA86-49DB-BDBE-6F3FAE9D0ABA}" dt="2023-05-12T18:39:53.922" v="3162"/>
          <ac:spMkLst>
            <pc:docMk/>
            <pc:sldMk cId="519216741" sldId="392"/>
            <ac:spMk id="20" creationId="{20D3444B-0D74-AAAA-1313-98B77057E42C}"/>
          </ac:spMkLst>
        </pc:spChg>
        <pc:spChg chg="add del mod">
          <ac:chgData name="Nádia Genebra Ahmad" userId="36126275-cace-419f-8e9b-04679c4f8ea6" providerId="ADAL" clId="{FD6EC977-DA86-49DB-BDBE-6F3FAE9D0ABA}" dt="2023-05-12T18:45:21.014" v="3286" actId="478"/>
          <ac:spMkLst>
            <pc:docMk/>
            <pc:sldMk cId="519216741" sldId="392"/>
            <ac:spMk id="21" creationId="{97F096F5-ABB3-D50B-7275-6F819446FB2D}"/>
          </ac:spMkLst>
        </pc:spChg>
        <pc:spChg chg="add del mod">
          <ac:chgData name="Nádia Genebra Ahmad" userId="36126275-cace-419f-8e9b-04679c4f8ea6" providerId="ADAL" clId="{FD6EC977-DA86-49DB-BDBE-6F3FAE9D0ABA}" dt="2023-05-15T14:11:17.794" v="6492" actId="478"/>
          <ac:spMkLst>
            <pc:docMk/>
            <pc:sldMk cId="519216741" sldId="392"/>
            <ac:spMk id="21" creationId="{E5B0AED4-C53E-8074-670B-D3AD355A5025}"/>
          </ac:spMkLst>
        </pc:spChg>
        <pc:spChg chg="add del mod">
          <ac:chgData name="Nádia Genebra Ahmad" userId="36126275-cace-419f-8e9b-04679c4f8ea6" providerId="ADAL" clId="{FD6EC977-DA86-49DB-BDBE-6F3FAE9D0ABA}" dt="2023-05-12T18:45:35.833" v="3289" actId="478"/>
          <ac:spMkLst>
            <pc:docMk/>
            <pc:sldMk cId="519216741" sldId="392"/>
            <ac:spMk id="22" creationId="{8CBD0C9C-ABF6-3F46-7B4A-9AADDE127A28}"/>
          </ac:spMkLst>
        </pc:spChg>
        <pc:spChg chg="add del mod">
          <ac:chgData name="Nádia Genebra Ahmad" userId="36126275-cace-419f-8e9b-04679c4f8ea6" providerId="ADAL" clId="{FD6EC977-DA86-49DB-BDBE-6F3FAE9D0ABA}" dt="2023-05-15T15:39:42.420" v="6875" actId="478"/>
          <ac:spMkLst>
            <pc:docMk/>
            <pc:sldMk cId="519216741" sldId="392"/>
            <ac:spMk id="22" creationId="{EA03643B-316C-16FC-F20F-A9E6C69B864D}"/>
          </ac:spMkLst>
        </pc:spChg>
        <pc:spChg chg="add mod">
          <ac:chgData name="Nádia Genebra Ahmad" userId="36126275-cace-419f-8e9b-04679c4f8ea6" providerId="ADAL" clId="{FD6EC977-DA86-49DB-BDBE-6F3FAE9D0ABA}" dt="2023-05-15T15:38:26.879" v="6826" actId="164"/>
          <ac:spMkLst>
            <pc:docMk/>
            <pc:sldMk cId="519216741" sldId="392"/>
            <ac:spMk id="23" creationId="{95151D2D-DD3C-E9D4-BC7B-FB1062C18011}"/>
          </ac:spMkLst>
        </pc:spChg>
        <pc:spChg chg="add mod">
          <ac:chgData name="Nádia Genebra Ahmad" userId="36126275-cace-419f-8e9b-04679c4f8ea6" providerId="ADAL" clId="{FD6EC977-DA86-49DB-BDBE-6F3FAE9D0ABA}" dt="2023-05-15T15:38:24.363" v="6825" actId="164"/>
          <ac:spMkLst>
            <pc:docMk/>
            <pc:sldMk cId="519216741" sldId="392"/>
            <ac:spMk id="24" creationId="{0441E906-DCB1-7A73-7000-8A8CD610653E}"/>
          </ac:spMkLst>
        </pc:spChg>
        <pc:spChg chg="add mod topLvl">
          <ac:chgData name="Nádia Genebra Ahmad" userId="36126275-cace-419f-8e9b-04679c4f8ea6" providerId="ADAL" clId="{FD6EC977-DA86-49DB-BDBE-6F3FAE9D0ABA}" dt="2023-05-15T20:17:55.900" v="7233" actId="164"/>
          <ac:spMkLst>
            <pc:docMk/>
            <pc:sldMk cId="519216741" sldId="392"/>
            <ac:spMk id="25" creationId="{3DF891E3-ABD8-40BA-666D-F5A156D510FD}"/>
          </ac:spMkLst>
        </pc:spChg>
        <pc:spChg chg="add mod topLvl">
          <ac:chgData name="Nádia Genebra Ahmad" userId="36126275-cace-419f-8e9b-04679c4f8ea6" providerId="ADAL" clId="{FD6EC977-DA86-49DB-BDBE-6F3FAE9D0ABA}" dt="2023-05-15T20:17:58.083" v="7234" actId="164"/>
          <ac:spMkLst>
            <pc:docMk/>
            <pc:sldMk cId="519216741" sldId="392"/>
            <ac:spMk id="26" creationId="{13E9EF19-0320-C1F9-9F88-215D7524B957}"/>
          </ac:spMkLst>
        </pc:spChg>
        <pc:spChg chg="del mod topLvl">
          <ac:chgData name="Nádia Genebra Ahmad" userId="36126275-cace-419f-8e9b-04679c4f8ea6" providerId="ADAL" clId="{FD6EC977-DA86-49DB-BDBE-6F3FAE9D0ABA}" dt="2023-05-15T15:41:36.214" v="6923" actId="478"/>
          <ac:spMkLst>
            <pc:docMk/>
            <pc:sldMk cId="519216741" sldId="392"/>
            <ac:spMk id="27" creationId="{C6404D84-A4D3-8C61-BB9E-2F760F285821}"/>
          </ac:spMkLst>
        </pc:spChg>
        <pc:spChg chg="add del mod">
          <ac:chgData name="Nádia Genebra Ahmad" userId="36126275-cace-419f-8e9b-04679c4f8ea6" providerId="ADAL" clId="{FD6EC977-DA86-49DB-BDBE-6F3FAE9D0ABA}" dt="2023-05-15T14:11:16.182" v="6491" actId="478"/>
          <ac:spMkLst>
            <pc:docMk/>
            <pc:sldMk cId="519216741" sldId="392"/>
            <ac:spMk id="27" creationId="{CDEE2D32-A731-51F9-3318-ABB2903CEB19}"/>
          </ac:spMkLst>
        </pc:spChg>
        <pc:spChg chg="add del mod topLvl">
          <ac:chgData name="Nádia Genebra Ahmad" userId="36126275-cace-419f-8e9b-04679c4f8ea6" providerId="ADAL" clId="{FD6EC977-DA86-49DB-BDBE-6F3FAE9D0ABA}" dt="2023-05-15T20:18:00.345" v="7235" actId="164"/>
          <ac:spMkLst>
            <pc:docMk/>
            <pc:sldMk cId="519216741" sldId="392"/>
            <ac:spMk id="28" creationId="{0CBC2089-4317-786F-42AF-69BA34804FB5}"/>
          </ac:spMkLst>
        </pc:spChg>
        <pc:spChg chg="add del mod">
          <ac:chgData name="Nádia Genebra Ahmad" userId="36126275-cace-419f-8e9b-04679c4f8ea6" providerId="ADAL" clId="{FD6EC977-DA86-49DB-BDBE-6F3FAE9D0ABA}" dt="2023-05-15T14:11:16.182" v="6491" actId="478"/>
          <ac:spMkLst>
            <pc:docMk/>
            <pc:sldMk cId="519216741" sldId="392"/>
            <ac:spMk id="29" creationId="{93964415-2901-ED30-973E-974EE95AAAC3}"/>
          </ac:spMkLst>
        </pc:spChg>
        <pc:spChg chg="add mod topLvl">
          <ac:chgData name="Nádia Genebra Ahmad" userId="36126275-cace-419f-8e9b-04679c4f8ea6" providerId="ADAL" clId="{FD6EC977-DA86-49DB-BDBE-6F3FAE9D0ABA}" dt="2023-05-15T20:18:02.341" v="7236" actId="164"/>
          <ac:spMkLst>
            <pc:docMk/>
            <pc:sldMk cId="519216741" sldId="392"/>
            <ac:spMk id="30" creationId="{015B2307-9210-F783-51F3-2F314019C049}"/>
          </ac:spMkLst>
        </pc:spChg>
        <pc:spChg chg="add mod topLvl">
          <ac:chgData name="Nádia Genebra Ahmad" userId="36126275-cace-419f-8e9b-04679c4f8ea6" providerId="ADAL" clId="{FD6EC977-DA86-49DB-BDBE-6F3FAE9D0ABA}" dt="2023-05-15T20:18:02.341" v="7236" actId="164"/>
          <ac:spMkLst>
            <pc:docMk/>
            <pc:sldMk cId="519216741" sldId="392"/>
            <ac:spMk id="34" creationId="{34A0838E-1446-60AA-C7FC-8B2617A19B7E}"/>
          </ac:spMkLst>
        </pc:spChg>
        <pc:spChg chg="add mod">
          <ac:chgData name="Nádia Genebra Ahmad" userId="36126275-cace-419f-8e9b-04679c4f8ea6" providerId="ADAL" clId="{FD6EC977-DA86-49DB-BDBE-6F3FAE9D0ABA}" dt="2023-05-15T20:18:02.341" v="7236" actId="164"/>
          <ac:spMkLst>
            <pc:docMk/>
            <pc:sldMk cId="519216741" sldId="392"/>
            <ac:spMk id="39" creationId="{3B29F906-B7D6-46AA-55C2-D64FFD0F7C5A}"/>
          </ac:spMkLst>
        </pc:spChg>
        <pc:spChg chg="mod">
          <ac:chgData name="Nádia Genebra Ahmad" userId="36126275-cace-419f-8e9b-04679c4f8ea6" providerId="ADAL" clId="{FD6EC977-DA86-49DB-BDBE-6F3FAE9D0ABA}" dt="2023-05-15T11:41:05.505" v="5783" actId="2711"/>
          <ac:spMkLst>
            <pc:docMk/>
            <pc:sldMk cId="519216741" sldId="392"/>
            <ac:spMk id="80" creationId="{00000000-0000-0000-0000-000000000000}"/>
          </ac:spMkLst>
        </pc:spChg>
        <pc:spChg chg="mod">
          <ac:chgData name="Nádia Genebra Ahmad" userId="36126275-cace-419f-8e9b-04679c4f8ea6" providerId="ADAL" clId="{FD6EC977-DA86-49DB-BDBE-6F3FAE9D0ABA}" dt="2023-05-15T21:29:16.300" v="8043" actId="20577"/>
          <ac:spMkLst>
            <pc:docMk/>
            <pc:sldMk cId="519216741" sldId="392"/>
            <ac:spMk id="81" creationId="{00000000-0000-0000-0000-000000000000}"/>
          </ac:spMkLst>
        </pc:spChg>
        <pc:grpChg chg="add del mod topLvl">
          <ac:chgData name="Nádia Genebra Ahmad" userId="36126275-cace-419f-8e9b-04679c4f8ea6" providerId="ADAL" clId="{FD6EC977-DA86-49DB-BDBE-6F3FAE9D0ABA}" dt="2023-05-15T20:14:54.525" v="7075" actId="165"/>
          <ac:grpSpMkLst>
            <pc:docMk/>
            <pc:sldMk cId="519216741" sldId="392"/>
            <ac:grpSpMk id="4" creationId="{6A4CAA1B-949C-710E-7664-79D633B28FE1}"/>
          </ac:grpSpMkLst>
        </pc:grpChg>
        <pc:grpChg chg="add mod">
          <ac:chgData name="Nádia Genebra Ahmad" userId="36126275-cace-419f-8e9b-04679c4f8ea6" providerId="ADAL" clId="{FD6EC977-DA86-49DB-BDBE-6F3FAE9D0ABA}" dt="2023-05-15T15:38:31.579" v="6827" actId="465"/>
          <ac:grpSpMkLst>
            <pc:docMk/>
            <pc:sldMk cId="519216741" sldId="392"/>
            <ac:grpSpMk id="8" creationId="{15B3AF82-602D-680C-ECEB-DF82C7752B43}"/>
          </ac:grpSpMkLst>
        </pc:grpChg>
        <pc:grpChg chg="add mod">
          <ac:chgData name="Nádia Genebra Ahmad" userId="36126275-cace-419f-8e9b-04679c4f8ea6" providerId="ADAL" clId="{FD6EC977-DA86-49DB-BDBE-6F3FAE9D0ABA}" dt="2023-05-15T15:38:26.879" v="6826" actId="164"/>
          <ac:grpSpMkLst>
            <pc:docMk/>
            <pc:sldMk cId="519216741" sldId="392"/>
            <ac:grpSpMk id="14" creationId="{FC6B89FD-012C-B4B1-757F-1BB25E317108}"/>
          </ac:grpSpMkLst>
        </pc:grpChg>
        <pc:grpChg chg="add del mod">
          <ac:chgData name="Nádia Genebra Ahmad" userId="36126275-cace-419f-8e9b-04679c4f8ea6" providerId="ADAL" clId="{FD6EC977-DA86-49DB-BDBE-6F3FAE9D0ABA}" dt="2023-05-15T15:40:39.899" v="6893" actId="478"/>
          <ac:grpSpMkLst>
            <pc:docMk/>
            <pc:sldMk cId="519216741" sldId="392"/>
            <ac:grpSpMk id="15" creationId="{F44F43C1-0D91-33B0-AD09-FD46A53D01DF}"/>
          </ac:grpSpMkLst>
        </pc:grpChg>
        <pc:grpChg chg="add del mod topLvl">
          <ac:chgData name="Nádia Genebra Ahmad" userId="36126275-cace-419f-8e9b-04679c4f8ea6" providerId="ADAL" clId="{FD6EC977-DA86-49DB-BDBE-6F3FAE9D0ABA}" dt="2023-05-15T20:14:30.217" v="7069" actId="478"/>
          <ac:grpSpMkLst>
            <pc:docMk/>
            <pc:sldMk cId="519216741" sldId="392"/>
            <ac:grpSpMk id="19" creationId="{436CF453-BCE3-5F6C-49BC-1FBE73F6BCBC}"/>
          </ac:grpSpMkLst>
        </pc:grpChg>
        <pc:grpChg chg="add del mod">
          <ac:chgData name="Nádia Genebra Ahmad" userId="36126275-cace-419f-8e9b-04679c4f8ea6" providerId="ADAL" clId="{FD6EC977-DA86-49DB-BDBE-6F3FAE9D0ABA}" dt="2023-05-15T15:40:43.245" v="6894" actId="478"/>
          <ac:grpSpMkLst>
            <pc:docMk/>
            <pc:sldMk cId="519216741" sldId="392"/>
            <ac:grpSpMk id="21" creationId="{05B7C0D7-6DED-12A4-F14D-4E76D2C2E3D7}"/>
          </ac:grpSpMkLst>
        </pc:grpChg>
        <pc:grpChg chg="add del mod">
          <ac:chgData name="Nádia Genebra Ahmad" userId="36126275-cace-419f-8e9b-04679c4f8ea6" providerId="ADAL" clId="{FD6EC977-DA86-49DB-BDBE-6F3FAE9D0ABA}" dt="2023-05-15T15:39:51.758" v="6876" actId="165"/>
          <ac:grpSpMkLst>
            <pc:docMk/>
            <pc:sldMk cId="519216741" sldId="392"/>
            <ac:grpSpMk id="36" creationId="{8BBF8AE3-C1C1-C387-DAE4-04D8AB1B0DF1}"/>
          </ac:grpSpMkLst>
        </pc:grpChg>
        <pc:grpChg chg="add del mod">
          <ac:chgData name="Nádia Genebra Ahmad" userId="36126275-cace-419f-8e9b-04679c4f8ea6" providerId="ADAL" clId="{FD6EC977-DA86-49DB-BDBE-6F3FAE9D0ABA}" dt="2023-05-15T15:39:51.758" v="6876" actId="165"/>
          <ac:grpSpMkLst>
            <pc:docMk/>
            <pc:sldMk cId="519216741" sldId="392"/>
            <ac:grpSpMk id="37" creationId="{340678D0-008B-36A1-C8DE-41888A6A3493}"/>
          </ac:grpSpMkLst>
        </pc:grpChg>
        <pc:grpChg chg="add del mod">
          <ac:chgData name="Nádia Genebra Ahmad" userId="36126275-cace-419f-8e9b-04679c4f8ea6" providerId="ADAL" clId="{FD6EC977-DA86-49DB-BDBE-6F3FAE9D0ABA}" dt="2023-05-15T15:39:51.758" v="6876" actId="165"/>
          <ac:grpSpMkLst>
            <pc:docMk/>
            <pc:sldMk cId="519216741" sldId="392"/>
            <ac:grpSpMk id="38" creationId="{C41FE222-F3C1-AFD3-E297-8F8A8E077A6F}"/>
          </ac:grpSpMkLst>
        </pc:grpChg>
        <pc:grpChg chg="add del mod">
          <ac:chgData name="Nádia Genebra Ahmad" userId="36126275-cace-419f-8e9b-04679c4f8ea6" providerId="ADAL" clId="{FD6EC977-DA86-49DB-BDBE-6F3FAE9D0ABA}" dt="2023-05-15T20:14:54.181" v="7074" actId="165"/>
          <ac:grpSpMkLst>
            <pc:docMk/>
            <pc:sldMk cId="519216741" sldId="392"/>
            <ac:grpSpMk id="41" creationId="{C29F4104-2EB3-4973-26DC-D1C6899DBF9A}"/>
          </ac:grpSpMkLst>
        </pc:grpChg>
        <pc:grpChg chg="add mod">
          <ac:chgData name="Nádia Genebra Ahmad" userId="36126275-cace-419f-8e9b-04679c4f8ea6" providerId="ADAL" clId="{FD6EC977-DA86-49DB-BDBE-6F3FAE9D0ABA}" dt="2023-05-15T20:17:55.900" v="7233" actId="164"/>
          <ac:grpSpMkLst>
            <pc:docMk/>
            <pc:sldMk cId="519216741" sldId="392"/>
            <ac:grpSpMk id="42" creationId="{5BDADC44-951B-D0C7-A74F-21AF3ABE9C5D}"/>
          </ac:grpSpMkLst>
        </pc:grpChg>
        <pc:grpChg chg="add mod">
          <ac:chgData name="Nádia Genebra Ahmad" userId="36126275-cace-419f-8e9b-04679c4f8ea6" providerId="ADAL" clId="{FD6EC977-DA86-49DB-BDBE-6F3FAE9D0ABA}" dt="2023-05-15T20:17:58.083" v="7234" actId="164"/>
          <ac:grpSpMkLst>
            <pc:docMk/>
            <pc:sldMk cId="519216741" sldId="392"/>
            <ac:grpSpMk id="43" creationId="{088C9818-06B9-725C-FBFC-EA4BBF5E0343}"/>
          </ac:grpSpMkLst>
        </pc:grpChg>
        <pc:grpChg chg="add mod">
          <ac:chgData name="Nádia Genebra Ahmad" userId="36126275-cace-419f-8e9b-04679c4f8ea6" providerId="ADAL" clId="{FD6EC977-DA86-49DB-BDBE-6F3FAE9D0ABA}" dt="2023-05-15T20:18:00.345" v="7235" actId="164"/>
          <ac:grpSpMkLst>
            <pc:docMk/>
            <pc:sldMk cId="519216741" sldId="392"/>
            <ac:grpSpMk id="44" creationId="{E4F20B05-B04A-807D-D587-7CE181F54288}"/>
          </ac:grpSpMkLst>
        </pc:grpChg>
        <pc:grpChg chg="add mod">
          <ac:chgData name="Nádia Genebra Ahmad" userId="36126275-cace-419f-8e9b-04679c4f8ea6" providerId="ADAL" clId="{FD6EC977-DA86-49DB-BDBE-6F3FAE9D0ABA}" dt="2023-05-15T20:18:02.341" v="7236" actId="164"/>
          <ac:grpSpMkLst>
            <pc:docMk/>
            <pc:sldMk cId="519216741" sldId="392"/>
            <ac:grpSpMk id="45" creationId="{CF90E3A2-0029-EA1C-AC40-7FD0CCD45E87}"/>
          </ac:grpSpMkLst>
        </pc:grpChg>
        <pc:graphicFrameChg chg="del">
          <ac:chgData name="Nádia Genebra Ahmad" userId="36126275-cace-419f-8e9b-04679c4f8ea6" providerId="ADAL" clId="{FD6EC977-DA86-49DB-BDBE-6F3FAE9D0ABA}" dt="2023-05-12T18:33:57.381" v="2739" actId="478"/>
          <ac:graphicFrameMkLst>
            <pc:docMk/>
            <pc:sldMk cId="519216741" sldId="392"/>
            <ac:graphicFrameMk id="9" creationId="{00000000-0000-0000-0000-000000000000}"/>
          </ac:graphicFrameMkLst>
        </pc:graphicFrameChg>
        <pc:picChg chg="add mod ord">
          <ac:chgData name="Nádia Genebra Ahmad" userId="36126275-cace-419f-8e9b-04679c4f8ea6" providerId="ADAL" clId="{FD6EC977-DA86-49DB-BDBE-6F3FAE9D0ABA}" dt="2023-05-15T15:39:51.758" v="6876" actId="165"/>
          <ac:picMkLst>
            <pc:docMk/>
            <pc:sldMk cId="519216741" sldId="392"/>
            <ac:picMk id="2" creationId="{5B943098-B37F-ABC4-3501-D93E52DAB475}"/>
          </ac:picMkLst>
        </pc:picChg>
        <pc:picChg chg="add del mod">
          <ac:chgData name="Nádia Genebra Ahmad" userId="36126275-cace-419f-8e9b-04679c4f8ea6" providerId="ADAL" clId="{FD6EC977-DA86-49DB-BDBE-6F3FAE9D0ABA}" dt="2023-05-15T14:11:16.182" v="6491" actId="478"/>
          <ac:picMkLst>
            <pc:docMk/>
            <pc:sldMk cId="519216741" sldId="392"/>
            <ac:picMk id="4" creationId="{08858D21-A5F8-FC54-5493-FE31E52AE0B1}"/>
          </ac:picMkLst>
        </pc:picChg>
        <pc:picChg chg="add del mod">
          <ac:chgData name="Nádia Genebra Ahmad" userId="36126275-cace-419f-8e9b-04679c4f8ea6" providerId="ADAL" clId="{FD6EC977-DA86-49DB-BDBE-6F3FAE9D0ABA}" dt="2023-05-15T14:11:16.182" v="6491" actId="478"/>
          <ac:picMkLst>
            <pc:docMk/>
            <pc:sldMk cId="519216741" sldId="392"/>
            <ac:picMk id="8" creationId="{237A79FF-9A7D-B282-224C-7DC3815F0E80}"/>
          </ac:picMkLst>
        </pc:picChg>
        <pc:picChg chg="add del mod topLvl">
          <ac:chgData name="Nádia Genebra Ahmad" userId="36126275-cace-419f-8e9b-04679c4f8ea6" providerId="ADAL" clId="{FD6EC977-DA86-49DB-BDBE-6F3FAE9D0ABA}" dt="2023-05-15T15:39:55.864" v="6877" actId="478"/>
          <ac:picMkLst>
            <pc:docMk/>
            <pc:sldMk cId="519216741" sldId="392"/>
            <ac:picMk id="9" creationId="{A1EB1B0B-173F-6261-DCAE-DCC01702874F}"/>
          </ac:picMkLst>
        </pc:picChg>
        <pc:picChg chg="del mod topLvl">
          <ac:chgData name="Nádia Genebra Ahmad" userId="36126275-cace-419f-8e9b-04679c4f8ea6" providerId="ADAL" clId="{FD6EC977-DA86-49DB-BDBE-6F3FAE9D0ABA}" dt="2023-05-15T15:40:39.899" v="6893" actId="478"/>
          <ac:picMkLst>
            <pc:docMk/>
            <pc:sldMk cId="519216741" sldId="392"/>
            <ac:picMk id="17" creationId="{2EF28482-474C-CAD3-73D5-4DB52ECF6A90}"/>
          </ac:picMkLst>
        </pc:picChg>
        <pc:picChg chg="del mod topLvl">
          <ac:chgData name="Nádia Genebra Ahmad" userId="36126275-cace-419f-8e9b-04679c4f8ea6" providerId="ADAL" clId="{FD6EC977-DA86-49DB-BDBE-6F3FAE9D0ABA}" dt="2023-05-15T15:40:43.245" v="6894" actId="478"/>
          <ac:picMkLst>
            <pc:docMk/>
            <pc:sldMk cId="519216741" sldId="392"/>
            <ac:picMk id="29" creationId="{582F4148-70D6-6530-D41F-440A2CB53B79}"/>
          </ac:picMkLst>
        </pc:picChg>
        <pc:picChg chg="add mod">
          <ac:chgData name="Nádia Genebra Ahmad" userId="36126275-cace-419f-8e9b-04679c4f8ea6" providerId="ADAL" clId="{FD6EC977-DA86-49DB-BDBE-6F3FAE9D0ABA}" dt="2023-05-15T15:38:26.879" v="6826" actId="164"/>
          <ac:picMkLst>
            <pc:docMk/>
            <pc:sldMk cId="519216741" sldId="392"/>
            <ac:picMk id="31" creationId="{6B70F46B-7F60-F9F5-1450-0E7EAB4FA0CE}"/>
          </ac:picMkLst>
        </pc:picChg>
        <pc:picChg chg="add mod topLvl">
          <ac:chgData name="Nádia Genebra Ahmad" userId="36126275-cace-419f-8e9b-04679c4f8ea6" providerId="ADAL" clId="{FD6EC977-DA86-49DB-BDBE-6F3FAE9D0ABA}" dt="2023-05-15T20:17:55.900" v="7233" actId="164"/>
          <ac:picMkLst>
            <pc:docMk/>
            <pc:sldMk cId="519216741" sldId="392"/>
            <ac:picMk id="32" creationId="{0571C37F-4C0F-C347-BA26-2B9D938059EC}"/>
          </ac:picMkLst>
        </pc:picChg>
        <pc:picChg chg="add mod">
          <ac:chgData name="Nádia Genebra Ahmad" userId="36126275-cace-419f-8e9b-04679c4f8ea6" providerId="ADAL" clId="{FD6EC977-DA86-49DB-BDBE-6F3FAE9D0ABA}" dt="2023-05-15T15:38:24.363" v="6825" actId="164"/>
          <ac:picMkLst>
            <pc:docMk/>
            <pc:sldMk cId="519216741" sldId="392"/>
            <ac:picMk id="33" creationId="{C3D68227-E489-6BAF-C55C-12B4695938FA}"/>
          </ac:picMkLst>
        </pc:picChg>
        <pc:picChg chg="add del mod topLvl">
          <ac:chgData name="Nádia Genebra Ahmad" userId="36126275-cace-419f-8e9b-04679c4f8ea6" providerId="ADAL" clId="{FD6EC977-DA86-49DB-BDBE-6F3FAE9D0ABA}" dt="2023-05-15T15:39:59.710" v="6879" actId="478"/>
          <ac:picMkLst>
            <pc:docMk/>
            <pc:sldMk cId="519216741" sldId="392"/>
            <ac:picMk id="35" creationId="{D3950807-69D4-62DC-5BEF-DA65E94E0F24}"/>
          </ac:picMkLst>
        </pc:picChg>
        <pc:picChg chg="add mod topLvl">
          <ac:chgData name="Nádia Genebra Ahmad" userId="36126275-cace-419f-8e9b-04679c4f8ea6" providerId="ADAL" clId="{FD6EC977-DA86-49DB-BDBE-6F3FAE9D0ABA}" dt="2023-05-15T20:17:58.083" v="7234" actId="164"/>
          <ac:picMkLst>
            <pc:docMk/>
            <pc:sldMk cId="519216741" sldId="392"/>
            <ac:picMk id="40" creationId="{AD8F52F2-00E0-A0DD-46FE-A3C94790EAC5}"/>
          </ac:picMkLst>
        </pc:picChg>
        <pc:cxnChg chg="add del mod">
          <ac:chgData name="Nádia Genebra Ahmad" userId="36126275-cace-419f-8e9b-04679c4f8ea6" providerId="ADAL" clId="{FD6EC977-DA86-49DB-BDBE-6F3FAE9D0ABA}" dt="2023-05-15T10:43:00.233" v="5230" actId="478"/>
          <ac:cxnSpMkLst>
            <pc:docMk/>
            <pc:sldMk cId="519216741" sldId="392"/>
            <ac:cxnSpMk id="17" creationId="{12EC652D-5EDC-E510-F3C7-87AA0AC6440C}"/>
          </ac:cxnSpMkLst>
        </pc:cxnChg>
      </pc:sldChg>
      <pc:sldChg chg="new del ord">
        <pc:chgData name="Nádia Genebra Ahmad" userId="36126275-cace-419f-8e9b-04679c4f8ea6" providerId="ADAL" clId="{FD6EC977-DA86-49DB-BDBE-6F3FAE9D0ABA}" dt="2023-05-12T18:33:50.094" v="2735" actId="47"/>
        <pc:sldMkLst>
          <pc:docMk/>
          <pc:sldMk cId="3368699683" sldId="392"/>
        </pc:sldMkLst>
      </pc:sldChg>
      <pc:sldChg chg="addSp modSp add del">
        <pc:chgData name="Nádia Genebra Ahmad" userId="36126275-cace-419f-8e9b-04679c4f8ea6" providerId="ADAL" clId="{FD6EC977-DA86-49DB-BDBE-6F3FAE9D0ABA}" dt="2023-05-15T21:31:46.943" v="8288" actId="47"/>
        <pc:sldMkLst>
          <pc:docMk/>
          <pc:sldMk cId="3884505550" sldId="393"/>
        </pc:sldMkLst>
        <pc:grpChg chg="add mod">
          <ac:chgData name="Nádia Genebra Ahmad" userId="36126275-cace-419f-8e9b-04679c4f8ea6" providerId="ADAL" clId="{FD6EC977-DA86-49DB-BDBE-6F3FAE9D0ABA}" dt="2023-05-15T21:30:25.266" v="8067" actId="164"/>
          <ac:grpSpMkLst>
            <pc:docMk/>
            <pc:sldMk cId="3884505550" sldId="393"/>
            <ac:grpSpMk id="2" creationId="{B2420D47-5260-82EE-AFE7-0E535C0B5249}"/>
          </ac:grpSpMkLst>
        </pc:grpChg>
        <pc:grpChg chg="mod">
          <ac:chgData name="Nádia Genebra Ahmad" userId="36126275-cace-419f-8e9b-04679c4f8ea6" providerId="ADAL" clId="{FD6EC977-DA86-49DB-BDBE-6F3FAE9D0ABA}" dt="2023-05-15T21:30:25.266" v="8067" actId="164"/>
          <ac:grpSpMkLst>
            <pc:docMk/>
            <pc:sldMk cId="3884505550" sldId="393"/>
            <ac:grpSpMk id="8" creationId="{15B3AF82-602D-680C-ECEB-DF82C7752B43}"/>
          </ac:grpSpMkLst>
        </pc:grpChg>
        <pc:grpChg chg="mod">
          <ac:chgData name="Nádia Genebra Ahmad" userId="36126275-cace-419f-8e9b-04679c4f8ea6" providerId="ADAL" clId="{FD6EC977-DA86-49DB-BDBE-6F3FAE9D0ABA}" dt="2023-05-15T21:30:25.266" v="8067" actId="164"/>
          <ac:grpSpMkLst>
            <pc:docMk/>
            <pc:sldMk cId="3884505550" sldId="393"/>
            <ac:grpSpMk id="14" creationId="{FC6B89FD-012C-B4B1-757F-1BB25E317108}"/>
          </ac:grpSpMkLst>
        </pc:grpChg>
        <pc:grpChg chg="mod">
          <ac:chgData name="Nádia Genebra Ahmad" userId="36126275-cace-419f-8e9b-04679c4f8ea6" providerId="ADAL" clId="{FD6EC977-DA86-49DB-BDBE-6F3FAE9D0ABA}" dt="2023-05-15T21:30:25.266" v="8067" actId="164"/>
          <ac:grpSpMkLst>
            <pc:docMk/>
            <pc:sldMk cId="3884505550" sldId="393"/>
            <ac:grpSpMk id="42" creationId="{5BDADC44-951B-D0C7-A74F-21AF3ABE9C5D}"/>
          </ac:grpSpMkLst>
        </pc:grpChg>
        <pc:grpChg chg="mod">
          <ac:chgData name="Nádia Genebra Ahmad" userId="36126275-cace-419f-8e9b-04679c4f8ea6" providerId="ADAL" clId="{FD6EC977-DA86-49DB-BDBE-6F3FAE9D0ABA}" dt="2023-05-15T21:30:25.266" v="8067" actId="164"/>
          <ac:grpSpMkLst>
            <pc:docMk/>
            <pc:sldMk cId="3884505550" sldId="393"/>
            <ac:grpSpMk id="43" creationId="{088C9818-06B9-725C-FBFC-EA4BBF5E0343}"/>
          </ac:grpSpMkLst>
        </pc:grpChg>
        <pc:grpChg chg="mod">
          <ac:chgData name="Nádia Genebra Ahmad" userId="36126275-cace-419f-8e9b-04679c4f8ea6" providerId="ADAL" clId="{FD6EC977-DA86-49DB-BDBE-6F3FAE9D0ABA}" dt="2023-05-15T21:30:25.266" v="8067" actId="164"/>
          <ac:grpSpMkLst>
            <pc:docMk/>
            <pc:sldMk cId="3884505550" sldId="393"/>
            <ac:grpSpMk id="44" creationId="{E4F20B05-B04A-807D-D587-7CE181F54288}"/>
          </ac:grpSpMkLst>
        </pc:grpChg>
        <pc:grpChg chg="mod">
          <ac:chgData name="Nádia Genebra Ahmad" userId="36126275-cace-419f-8e9b-04679c4f8ea6" providerId="ADAL" clId="{FD6EC977-DA86-49DB-BDBE-6F3FAE9D0ABA}" dt="2023-05-15T21:30:25.266" v="8067" actId="164"/>
          <ac:grpSpMkLst>
            <pc:docMk/>
            <pc:sldMk cId="3884505550" sldId="393"/>
            <ac:grpSpMk id="45" creationId="{CF90E3A2-0029-EA1C-AC40-7FD0CCD45E87}"/>
          </ac:grpSpMkLst>
        </pc:grpChg>
      </pc:sldChg>
    </pc:docChg>
  </pc:docChgLst>
  <pc:docChgLst>
    <pc:chgData name="Marharyta Synchak" userId="18542655-04ec-4b42-8aad-fd81f81ee43b" providerId="ADAL" clId="{B5058DC6-F967-48C2-86C2-0E6DC3B82F99}"/>
    <pc:docChg chg="undo custSel addSld delSld modSld sldOrd">
      <pc:chgData name="Marharyta Synchak" userId="18542655-04ec-4b42-8aad-fd81f81ee43b" providerId="ADAL" clId="{B5058DC6-F967-48C2-86C2-0E6DC3B82F99}" dt="2023-04-04T16:39:02.992" v="2524"/>
      <pc:docMkLst>
        <pc:docMk/>
      </pc:docMkLst>
      <pc:sldChg chg="addSp delSp modSp add del mod">
        <pc:chgData name="Marharyta Synchak" userId="18542655-04ec-4b42-8aad-fd81f81ee43b" providerId="ADAL" clId="{B5058DC6-F967-48C2-86C2-0E6DC3B82F99}" dt="2023-04-04T16:37:23.957" v="2518" actId="478"/>
        <pc:sldMkLst>
          <pc:docMk/>
          <pc:sldMk cId="326973016" sldId="330"/>
        </pc:sldMkLst>
        <pc:spChg chg="del">
          <ac:chgData name="Marharyta Synchak" userId="18542655-04ec-4b42-8aad-fd81f81ee43b" providerId="ADAL" clId="{B5058DC6-F967-48C2-86C2-0E6DC3B82F99}" dt="2023-04-04T14:24:14.986" v="1869" actId="478"/>
          <ac:spMkLst>
            <pc:docMk/>
            <pc:sldMk cId="326973016" sldId="330"/>
            <ac:spMk id="2" creationId="{00000000-0000-0000-0000-000000000000}"/>
          </ac:spMkLst>
        </pc:spChg>
        <pc:spChg chg="mod">
          <ac:chgData name="Marharyta Synchak" userId="18542655-04ec-4b42-8aad-fd81f81ee43b" providerId="ADAL" clId="{B5058DC6-F967-48C2-86C2-0E6DC3B82F99}" dt="2023-04-04T16:37:20.206" v="2517" actId="20577"/>
          <ac:spMkLst>
            <pc:docMk/>
            <pc:sldMk cId="326973016" sldId="330"/>
            <ac:spMk id="2" creationId="{06C6B63B-CDB2-98E0-54E2-768992CCD6F5}"/>
          </ac:spMkLst>
        </pc:spChg>
        <pc:spChg chg="del">
          <ac:chgData name="Marharyta Synchak" userId="18542655-04ec-4b42-8aad-fd81f81ee43b" providerId="ADAL" clId="{B5058DC6-F967-48C2-86C2-0E6DC3B82F99}" dt="2023-04-04T14:44:54.838" v="2224" actId="478"/>
          <ac:spMkLst>
            <pc:docMk/>
            <pc:sldMk cId="326973016" sldId="330"/>
            <ac:spMk id="4" creationId="{EF094708-4E98-E15D-55CE-B9FFBFAFBE07}"/>
          </ac:spMkLst>
        </pc:spChg>
        <pc:spChg chg="add mod">
          <ac:chgData name="Marharyta Synchak" userId="18542655-04ec-4b42-8aad-fd81f81ee43b" providerId="ADAL" clId="{B5058DC6-F967-48C2-86C2-0E6DC3B82F99}" dt="2023-04-04T14:19:47.121" v="1520" actId="20577"/>
          <ac:spMkLst>
            <pc:docMk/>
            <pc:sldMk cId="326973016" sldId="330"/>
            <ac:spMk id="6" creationId="{96E1D030-109C-9A49-378B-6C82B5FF0708}"/>
          </ac:spMkLst>
        </pc:spChg>
        <pc:spChg chg="del">
          <ac:chgData name="Marharyta Synchak" userId="18542655-04ec-4b42-8aad-fd81f81ee43b" providerId="ADAL" clId="{B5058DC6-F967-48C2-86C2-0E6DC3B82F99}" dt="2023-04-04T16:37:23.957" v="2518" actId="478"/>
          <ac:spMkLst>
            <pc:docMk/>
            <pc:sldMk cId="326973016" sldId="330"/>
            <ac:spMk id="7" creationId="{38CD3599-9E8E-E2E3-63E1-809343B775A7}"/>
          </ac:spMkLst>
        </pc:spChg>
        <pc:spChg chg="del">
          <ac:chgData name="Marharyta Synchak" userId="18542655-04ec-4b42-8aad-fd81f81ee43b" providerId="ADAL" clId="{B5058DC6-F967-48C2-86C2-0E6DC3B82F99}" dt="2023-04-04T14:19:04.220" v="1404" actId="478"/>
          <ac:spMkLst>
            <pc:docMk/>
            <pc:sldMk cId="326973016" sldId="330"/>
            <ac:spMk id="10" creationId="{00000000-0000-0000-0000-000000000000}"/>
          </ac:spMkLst>
        </pc:spChg>
        <pc:spChg chg="mod">
          <ac:chgData name="Marharyta Synchak" userId="18542655-04ec-4b42-8aad-fd81f81ee43b" providerId="ADAL" clId="{B5058DC6-F967-48C2-86C2-0E6DC3B82F99}" dt="2023-04-04T14:26:53.085" v="2010" actId="20577"/>
          <ac:spMkLst>
            <pc:docMk/>
            <pc:sldMk cId="326973016" sldId="330"/>
            <ac:spMk id="12" creationId="{00000000-0000-0000-0000-000000000000}"/>
          </ac:spMkLst>
        </pc:spChg>
        <pc:spChg chg="add mod">
          <ac:chgData name="Marharyta Synchak" userId="18542655-04ec-4b42-8aad-fd81f81ee43b" providerId="ADAL" clId="{B5058DC6-F967-48C2-86C2-0E6DC3B82F99}" dt="2023-04-04T14:45:00.361" v="2225"/>
          <ac:spMkLst>
            <pc:docMk/>
            <pc:sldMk cId="326973016" sldId="330"/>
            <ac:spMk id="13" creationId="{2E23487A-5C84-5333-A7B0-8D593D18E778}"/>
          </ac:spMkLst>
        </pc:spChg>
        <pc:spChg chg="mod">
          <ac:chgData name="Marharyta Synchak" userId="18542655-04ec-4b42-8aad-fd81f81ee43b" providerId="ADAL" clId="{B5058DC6-F967-48C2-86C2-0E6DC3B82F99}" dt="2023-04-04T14:21:32.561" v="1628"/>
          <ac:spMkLst>
            <pc:docMk/>
            <pc:sldMk cId="326973016" sldId="330"/>
            <ac:spMk id="81" creationId="{00000000-0000-0000-0000-000000000000}"/>
          </ac:spMkLst>
        </pc:spChg>
        <pc:graphicFrameChg chg="add del mod">
          <ac:chgData name="Marharyta Synchak" userId="18542655-04ec-4b42-8aad-fd81f81ee43b" providerId="ADAL" clId="{B5058DC6-F967-48C2-86C2-0E6DC3B82F99}" dt="2023-04-04T14:32:09.870" v="2013" actId="478"/>
          <ac:graphicFrameMkLst>
            <pc:docMk/>
            <pc:sldMk cId="326973016" sldId="330"/>
            <ac:graphicFrameMk id="7" creationId="{C5C5B2CF-D4A1-5D9D-0BEB-3652037688F1}"/>
          </ac:graphicFrameMkLst>
        </pc:graphicFrameChg>
        <pc:graphicFrameChg chg="add del mod">
          <ac:chgData name="Marharyta Synchak" userId="18542655-04ec-4b42-8aad-fd81f81ee43b" providerId="ADAL" clId="{B5058DC6-F967-48C2-86C2-0E6DC3B82F99}" dt="2023-04-04T14:32:19.438" v="2015" actId="478"/>
          <ac:graphicFrameMkLst>
            <pc:docMk/>
            <pc:sldMk cId="326973016" sldId="330"/>
            <ac:graphicFrameMk id="8" creationId="{A3793AE6-C147-D30A-D543-1BA073B05222}"/>
          </ac:graphicFrameMkLst>
        </pc:graphicFrameChg>
        <pc:graphicFrameChg chg="add del mod modGraphic">
          <ac:chgData name="Marharyta Synchak" userId="18542655-04ec-4b42-8aad-fd81f81ee43b" providerId="ADAL" clId="{B5058DC6-F967-48C2-86C2-0E6DC3B82F99}" dt="2023-04-04T14:35:29.056" v="2041" actId="478"/>
          <ac:graphicFrameMkLst>
            <pc:docMk/>
            <pc:sldMk cId="326973016" sldId="330"/>
            <ac:graphicFrameMk id="9" creationId="{BBAE2F53-7B19-FB93-6960-75F11B159F08}"/>
          </ac:graphicFrameMkLst>
        </pc:graphicFrameChg>
        <pc:graphicFrameChg chg="add mod modGraphic">
          <ac:chgData name="Marharyta Synchak" userId="18542655-04ec-4b42-8aad-fd81f81ee43b" providerId="ADAL" clId="{B5058DC6-F967-48C2-86C2-0E6DC3B82F99}" dt="2023-04-04T14:44:47.752" v="2223" actId="114"/>
          <ac:graphicFrameMkLst>
            <pc:docMk/>
            <pc:sldMk cId="326973016" sldId="330"/>
            <ac:graphicFrameMk id="11" creationId="{97CBBE27-E806-7F25-9E76-FE3304FE8F8B}"/>
          </ac:graphicFrameMkLst>
        </pc:graphicFrameChg>
      </pc:sldChg>
      <pc:sldChg chg="addSp modSp mod">
        <pc:chgData name="Marharyta Synchak" userId="18542655-04ec-4b42-8aad-fd81f81ee43b" providerId="ADAL" clId="{B5058DC6-F967-48C2-86C2-0E6DC3B82F99}" dt="2023-04-04T16:34:34.332" v="2475" actId="115"/>
        <pc:sldMkLst>
          <pc:docMk/>
          <pc:sldMk cId="1215262335" sldId="365"/>
        </pc:sldMkLst>
        <pc:spChg chg="add mod">
          <ac:chgData name="Marharyta Synchak" userId="18542655-04ec-4b42-8aad-fd81f81ee43b" providerId="ADAL" clId="{B5058DC6-F967-48C2-86C2-0E6DC3B82F99}" dt="2023-04-04T16:34:34.332" v="2475" actId="115"/>
          <ac:spMkLst>
            <pc:docMk/>
            <pc:sldMk cId="1215262335" sldId="365"/>
            <ac:spMk id="9" creationId="{6643CEB4-3F97-6292-8DF9-FED5B9D3721D}"/>
          </ac:spMkLst>
        </pc:spChg>
      </pc:sldChg>
      <pc:sldChg chg="delSp mod">
        <pc:chgData name="Marharyta Synchak" userId="18542655-04ec-4b42-8aad-fd81f81ee43b" providerId="ADAL" clId="{B5058DC6-F967-48C2-86C2-0E6DC3B82F99}" dt="2023-04-04T16:31:39.537" v="2234" actId="478"/>
        <pc:sldMkLst>
          <pc:docMk/>
          <pc:sldMk cId="3156286407" sldId="369"/>
        </pc:sldMkLst>
        <pc:spChg chg="del">
          <ac:chgData name="Marharyta Synchak" userId="18542655-04ec-4b42-8aad-fd81f81ee43b" providerId="ADAL" clId="{B5058DC6-F967-48C2-86C2-0E6DC3B82F99}" dt="2023-04-04T16:31:39.537" v="2234" actId="478"/>
          <ac:spMkLst>
            <pc:docMk/>
            <pc:sldMk cId="3156286407" sldId="369"/>
            <ac:spMk id="2" creationId="{CD9005FA-50B1-1033-3FB7-093B9985C901}"/>
          </ac:spMkLst>
        </pc:spChg>
      </pc:sldChg>
      <pc:sldChg chg="delSp modSp add mod ord">
        <pc:chgData name="Marharyta Synchak" userId="18542655-04ec-4b42-8aad-fd81f81ee43b" providerId="ADAL" clId="{B5058DC6-F967-48C2-86C2-0E6DC3B82F99}" dt="2023-04-04T16:39:02.992" v="2524"/>
        <pc:sldMkLst>
          <pc:docMk/>
          <pc:sldMk cId="3809727174" sldId="374"/>
        </pc:sldMkLst>
        <pc:spChg chg="mod">
          <ac:chgData name="Marharyta Synchak" userId="18542655-04ec-4b42-8aad-fd81f81ee43b" providerId="ADAL" clId="{B5058DC6-F967-48C2-86C2-0E6DC3B82F99}" dt="2023-04-04T16:39:02.992" v="2524"/>
          <ac:spMkLst>
            <pc:docMk/>
            <pc:sldMk cId="3809727174" sldId="374"/>
            <ac:spMk id="7" creationId="{88ECC50B-117E-FC80-C5A0-31682E40DD74}"/>
          </ac:spMkLst>
        </pc:spChg>
        <pc:spChg chg="mod">
          <ac:chgData name="Marharyta Synchak" userId="18542655-04ec-4b42-8aad-fd81f81ee43b" providerId="ADAL" clId="{B5058DC6-F967-48C2-86C2-0E6DC3B82F99}" dt="2023-04-04T16:35:41.965" v="2515" actId="20577"/>
          <ac:spMkLst>
            <pc:docMk/>
            <pc:sldMk cId="3809727174" sldId="374"/>
            <ac:spMk id="9" creationId="{EBB4D737-4769-DA22-3EBA-563EBC6CDD40}"/>
          </ac:spMkLst>
        </pc:spChg>
        <pc:spChg chg="del mod">
          <ac:chgData name="Marharyta Synchak" userId="18542655-04ec-4b42-8aad-fd81f81ee43b" providerId="ADAL" clId="{B5058DC6-F967-48C2-86C2-0E6DC3B82F99}" dt="2023-04-04T13:43:19.117" v="148" actId="478"/>
          <ac:spMkLst>
            <pc:docMk/>
            <pc:sldMk cId="3809727174" sldId="374"/>
            <ac:spMk id="11" creationId="{B5110827-6A0C-3EB9-5778-7CC7F8E958DE}"/>
          </ac:spMkLst>
        </pc:spChg>
        <pc:spChg chg="del mod">
          <ac:chgData name="Marharyta Synchak" userId="18542655-04ec-4b42-8aad-fd81f81ee43b" providerId="ADAL" clId="{B5058DC6-F967-48C2-86C2-0E6DC3B82F99}" dt="2023-04-04T16:30:41.190" v="2233" actId="478"/>
          <ac:spMkLst>
            <pc:docMk/>
            <pc:sldMk cId="3809727174" sldId="374"/>
            <ac:spMk id="14" creationId="{F4DCBE8B-C498-F4BD-5897-15EECEC7F750}"/>
          </ac:spMkLst>
        </pc:spChg>
        <pc:spChg chg="mod">
          <ac:chgData name="Marharyta Synchak" userId="18542655-04ec-4b42-8aad-fd81f81ee43b" providerId="ADAL" clId="{B5058DC6-F967-48C2-86C2-0E6DC3B82F99}" dt="2023-04-04T13:36:37.669" v="37" actId="20577"/>
          <ac:spMkLst>
            <pc:docMk/>
            <pc:sldMk cId="3809727174" sldId="374"/>
            <ac:spMk id="15" creationId="{00000000-0000-0000-0000-000000000000}"/>
          </ac:spMkLst>
        </pc:spChg>
        <pc:spChg chg="mod">
          <ac:chgData name="Marharyta Synchak" userId="18542655-04ec-4b42-8aad-fd81f81ee43b" providerId="ADAL" clId="{B5058DC6-F967-48C2-86C2-0E6DC3B82F99}" dt="2023-04-04T13:36:54.131" v="58" actId="20577"/>
          <ac:spMkLst>
            <pc:docMk/>
            <pc:sldMk cId="3809727174" sldId="374"/>
            <ac:spMk id="81" creationId="{00000000-0000-0000-0000-000000000000}"/>
          </ac:spMkLst>
        </pc:spChg>
        <pc:grpChg chg="del">
          <ac:chgData name="Marharyta Synchak" userId="18542655-04ec-4b42-8aad-fd81f81ee43b" providerId="ADAL" clId="{B5058DC6-F967-48C2-86C2-0E6DC3B82F99}" dt="2023-04-04T13:43:21.812" v="150" actId="478"/>
          <ac:grpSpMkLst>
            <pc:docMk/>
            <pc:sldMk cId="3809727174" sldId="374"/>
            <ac:grpSpMk id="18" creationId="{CD585925-A3F8-83DE-F85D-65C7D98656F2}"/>
          </ac:grpSpMkLst>
        </pc:grpChg>
        <pc:grpChg chg="del">
          <ac:chgData name="Marharyta Synchak" userId="18542655-04ec-4b42-8aad-fd81f81ee43b" providerId="ADAL" clId="{B5058DC6-F967-48C2-86C2-0E6DC3B82F99}" dt="2023-04-04T13:47:31.180" v="284" actId="478"/>
          <ac:grpSpMkLst>
            <pc:docMk/>
            <pc:sldMk cId="3809727174" sldId="374"/>
            <ac:grpSpMk id="19" creationId="{BEA76A0D-D2C9-81FC-334A-F979CDA30ED4}"/>
          </ac:grpSpMkLst>
        </pc:grpChg>
        <pc:graphicFrameChg chg="mod modGraphic">
          <ac:chgData name="Marharyta Synchak" userId="18542655-04ec-4b42-8aad-fd81f81ee43b" providerId="ADAL" clId="{B5058DC6-F967-48C2-86C2-0E6DC3B82F99}" dt="2023-04-04T16:38:41.151" v="2519" actId="20577"/>
          <ac:graphicFrameMkLst>
            <pc:docMk/>
            <pc:sldMk cId="3809727174" sldId="374"/>
            <ac:graphicFrameMk id="8" creationId="{37790DD7-7A57-A5DD-1BF3-EDD100B3CFCB}"/>
          </ac:graphicFrameMkLst>
        </pc:graphicFrameChg>
        <pc:graphicFrameChg chg="del">
          <ac:chgData name="Marharyta Synchak" userId="18542655-04ec-4b42-8aad-fd81f81ee43b" providerId="ADAL" clId="{B5058DC6-F967-48C2-86C2-0E6DC3B82F99}" dt="2023-04-04T13:47:29.548" v="283" actId="478"/>
          <ac:graphicFrameMkLst>
            <pc:docMk/>
            <pc:sldMk cId="3809727174" sldId="374"/>
            <ac:graphicFrameMk id="10" creationId="{5349DF03-51C3-E098-A4B4-331DEF7F0FBB}"/>
          </ac:graphicFrameMkLst>
        </pc:graphicFrameChg>
        <pc:graphicFrameChg chg="del mod">
          <ac:chgData name="Marharyta Synchak" userId="18542655-04ec-4b42-8aad-fd81f81ee43b" providerId="ADAL" clId="{B5058DC6-F967-48C2-86C2-0E6DC3B82F99}" dt="2023-04-04T13:43:20.386" v="149" actId="478"/>
          <ac:graphicFrameMkLst>
            <pc:docMk/>
            <pc:sldMk cId="3809727174" sldId="374"/>
            <ac:graphicFrameMk id="12" creationId="{F1D7B62E-0BC4-AE03-FF27-D6E7004AE5D8}"/>
          </ac:graphicFrameMkLst>
        </pc:graphicFrameChg>
        <pc:cxnChg chg="mod">
          <ac:chgData name="Marharyta Synchak" userId="18542655-04ec-4b42-8aad-fd81f81ee43b" providerId="ADAL" clId="{B5058DC6-F967-48C2-86C2-0E6DC3B82F99}" dt="2023-04-04T13:43:21.812" v="150" actId="478"/>
          <ac:cxnSpMkLst>
            <pc:docMk/>
            <pc:sldMk cId="3809727174" sldId="374"/>
            <ac:cxnSpMk id="6" creationId="{71B1DA16-FF52-8FA8-A00F-F66DC2D4B380}"/>
          </ac:cxnSpMkLst>
        </pc:cxnChg>
        <pc:cxnChg chg="mod">
          <ac:chgData name="Marharyta Synchak" userId="18542655-04ec-4b42-8aad-fd81f81ee43b" providerId="ADAL" clId="{B5058DC6-F967-48C2-86C2-0E6DC3B82F99}" dt="2023-04-04T13:47:31.180" v="284" actId="478"/>
          <ac:cxnSpMkLst>
            <pc:docMk/>
            <pc:sldMk cId="3809727174" sldId="374"/>
            <ac:cxnSpMk id="20" creationId="{A881EE9A-7708-CD11-0E53-A73542568215}"/>
          </ac:cxnSpMkLst>
        </pc:cxnChg>
      </pc:sldChg>
      <pc:sldChg chg="add del">
        <pc:chgData name="Marharyta Synchak" userId="18542655-04ec-4b42-8aad-fd81f81ee43b" providerId="ADAL" clId="{B5058DC6-F967-48C2-86C2-0E6DC3B82F99}" dt="2023-04-04T13:33:38.611" v="1" actId="47"/>
        <pc:sldMkLst>
          <pc:docMk/>
          <pc:sldMk cId="4177266261" sldId="374"/>
        </pc:sldMkLst>
      </pc:sldChg>
      <pc:sldChg chg="addSp delSp modSp add del mod">
        <pc:chgData name="Marharyta Synchak" userId="18542655-04ec-4b42-8aad-fd81f81ee43b" providerId="ADAL" clId="{B5058DC6-F967-48C2-86C2-0E6DC3B82F99}" dt="2023-04-04T14:45:05.031" v="2226" actId="2696"/>
        <pc:sldMkLst>
          <pc:docMk/>
          <pc:sldMk cId="6456694" sldId="375"/>
        </pc:sldMkLst>
        <pc:spChg chg="del mod">
          <ac:chgData name="Marharyta Synchak" userId="18542655-04ec-4b42-8aad-fd81f81ee43b" providerId="ADAL" clId="{B5058DC6-F967-48C2-86C2-0E6DC3B82F99}" dt="2023-04-04T14:34:11.272" v="2030" actId="478"/>
          <ac:spMkLst>
            <pc:docMk/>
            <pc:sldMk cId="6456694" sldId="375"/>
            <ac:spMk id="12" creationId="{00000000-0000-0000-0000-000000000000}"/>
          </ac:spMkLst>
        </pc:spChg>
        <pc:graphicFrameChg chg="add mod">
          <ac:chgData name="Marharyta Synchak" userId="18542655-04ec-4b42-8aad-fd81f81ee43b" providerId="ADAL" clId="{B5058DC6-F967-48C2-86C2-0E6DC3B82F99}" dt="2023-04-04T14:34:25.902" v="2031"/>
          <ac:graphicFrameMkLst>
            <pc:docMk/>
            <pc:sldMk cId="6456694" sldId="375"/>
            <ac:graphicFrameMk id="2" creationId="{38F90CE2-7668-B9FC-BCE2-5F2CCDCFDE6A}"/>
          </ac:graphicFrameMkLst>
        </pc:graphicFrameChg>
        <pc:graphicFrameChg chg="del">
          <ac:chgData name="Marharyta Synchak" userId="18542655-04ec-4b42-8aad-fd81f81ee43b" providerId="ADAL" clId="{B5058DC6-F967-48C2-86C2-0E6DC3B82F99}" dt="2023-04-04T14:34:08.223" v="2028" actId="478"/>
          <ac:graphicFrameMkLst>
            <pc:docMk/>
            <pc:sldMk cId="6456694" sldId="375"/>
            <ac:graphicFrameMk id="9" creationId="{BBAE2F53-7B19-FB93-6960-75F11B159F08}"/>
          </ac:graphicFrameMkLst>
        </pc:graphicFrameChg>
      </pc:sldChg>
      <pc:sldChg chg="delSp modSp mod">
        <pc:chgData name="Marharyta Synchak" userId="18542655-04ec-4b42-8aad-fd81f81ee43b" providerId="ADAL" clId="{B5058DC6-F967-48C2-86C2-0E6DC3B82F99}" dt="2023-04-04T16:33:25.318" v="2281" actId="478"/>
        <pc:sldMkLst>
          <pc:docMk/>
          <pc:sldMk cId="1271757370" sldId="375"/>
        </pc:sldMkLst>
        <pc:spChg chg="mod">
          <ac:chgData name="Marharyta Synchak" userId="18542655-04ec-4b42-8aad-fd81f81ee43b" providerId="ADAL" clId="{B5058DC6-F967-48C2-86C2-0E6DC3B82F99}" dt="2023-04-04T16:33:19.300" v="2280"/>
          <ac:spMkLst>
            <pc:docMk/>
            <pc:sldMk cId="1271757370" sldId="375"/>
            <ac:spMk id="7" creationId="{FA460541-F1A5-22A6-3107-8623D4A2824A}"/>
          </ac:spMkLst>
        </pc:spChg>
        <pc:spChg chg="del">
          <ac:chgData name="Marharyta Synchak" userId="18542655-04ec-4b42-8aad-fd81f81ee43b" providerId="ADAL" clId="{B5058DC6-F967-48C2-86C2-0E6DC3B82F99}" dt="2023-04-04T16:33:25.318" v="2281" actId="478"/>
          <ac:spMkLst>
            <pc:docMk/>
            <pc:sldMk cId="1271757370" sldId="375"/>
            <ac:spMk id="9" creationId="{263B933F-796B-4B13-CBA1-38C80B711C3C}"/>
          </ac:spMkLst>
        </pc:spChg>
      </pc:sldChg>
      <pc:sldChg chg="addSp delSp modSp add del mod">
        <pc:chgData name="Marharyta Synchak" userId="18542655-04ec-4b42-8aad-fd81f81ee43b" providerId="ADAL" clId="{B5058DC6-F967-48C2-86C2-0E6DC3B82F99}" dt="2023-04-04T14:18:29.479" v="1403" actId="47"/>
        <pc:sldMkLst>
          <pc:docMk/>
          <pc:sldMk cId="2817709709" sldId="375"/>
        </pc:sldMkLst>
        <pc:spChg chg="del">
          <ac:chgData name="Marharyta Synchak" userId="18542655-04ec-4b42-8aad-fd81f81ee43b" providerId="ADAL" clId="{B5058DC6-F967-48C2-86C2-0E6DC3B82F99}" dt="2023-04-04T14:01:05.318" v="598" actId="478"/>
          <ac:spMkLst>
            <pc:docMk/>
            <pc:sldMk cId="2817709709" sldId="375"/>
            <ac:spMk id="7" creationId="{88ECC50B-117E-FC80-C5A0-31682E40DD74}"/>
          </ac:spMkLst>
        </pc:spChg>
        <pc:graphicFrameChg chg="add mod">
          <ac:chgData name="Marharyta Synchak" userId="18542655-04ec-4b42-8aad-fd81f81ee43b" providerId="ADAL" clId="{B5058DC6-F967-48C2-86C2-0E6DC3B82F99}" dt="2023-04-04T14:02:29.413" v="604"/>
          <ac:graphicFrameMkLst>
            <pc:docMk/>
            <pc:sldMk cId="2817709709" sldId="375"/>
            <ac:graphicFrameMk id="2" creationId="{A88426E3-9B32-0876-3D01-F8DE720EF617}"/>
          </ac:graphicFrameMkLst>
        </pc:graphicFrameChg>
        <pc:graphicFrameChg chg="del">
          <ac:chgData name="Marharyta Synchak" userId="18542655-04ec-4b42-8aad-fd81f81ee43b" providerId="ADAL" clId="{B5058DC6-F967-48C2-86C2-0E6DC3B82F99}" dt="2023-04-04T14:01:06.743" v="599" actId="478"/>
          <ac:graphicFrameMkLst>
            <pc:docMk/>
            <pc:sldMk cId="2817709709" sldId="375"/>
            <ac:graphicFrameMk id="8" creationId="{37790DD7-7A57-A5DD-1BF3-EDD100B3CFCB}"/>
          </ac:graphicFrameMkLst>
        </pc:graphicFrameChg>
      </pc:sldChg>
    </pc:docChg>
  </pc:docChgLst>
  <pc:docChgLst>
    <pc:chgData name="Dora da Silva Roxo" userId="b6f39d0a-b38b-4c97-850c-dbcbfac2b4dd" providerId="ADAL" clId="{6236F3CE-FE5E-44C6-90F9-4CA0F2855B17}"/>
    <pc:docChg chg="undo custSel addSld modSld">
      <pc:chgData name="Dora da Silva Roxo" userId="b6f39d0a-b38b-4c97-850c-dbcbfac2b4dd" providerId="ADAL" clId="{6236F3CE-FE5E-44C6-90F9-4CA0F2855B17}" dt="2023-03-31T18:11:09.777" v="441" actId="115"/>
      <pc:docMkLst>
        <pc:docMk/>
      </pc:docMkLst>
      <pc:sldChg chg="addSp delSp modSp add mod">
        <pc:chgData name="Dora da Silva Roxo" userId="b6f39d0a-b38b-4c97-850c-dbcbfac2b4dd" providerId="ADAL" clId="{6236F3CE-FE5E-44C6-90F9-4CA0F2855B17}" dt="2023-03-31T18:11:09.777" v="441" actId="115"/>
        <pc:sldMkLst>
          <pc:docMk/>
          <pc:sldMk cId="230364981" sldId="373"/>
        </pc:sldMkLst>
        <pc:spChg chg="add mod">
          <ac:chgData name="Dora da Silva Roxo" userId="b6f39d0a-b38b-4c97-850c-dbcbfac2b4dd" providerId="ADAL" clId="{6236F3CE-FE5E-44C6-90F9-4CA0F2855B17}" dt="2023-03-31T17:54:21.141" v="10" actId="20577"/>
          <ac:spMkLst>
            <pc:docMk/>
            <pc:sldMk cId="230364981" sldId="373"/>
            <ac:spMk id="2" creationId="{1DF90A05-396F-15DB-CA88-C7CF672A1A53}"/>
          </ac:spMkLst>
        </pc:spChg>
        <pc:spChg chg="add del">
          <ac:chgData name="Dora da Silva Roxo" userId="b6f39d0a-b38b-4c97-850c-dbcbfac2b4dd" providerId="ADAL" clId="{6236F3CE-FE5E-44C6-90F9-4CA0F2855B17}" dt="2023-03-31T17:54:42.103" v="12" actId="478"/>
          <ac:spMkLst>
            <pc:docMk/>
            <pc:sldMk cId="230364981" sldId="373"/>
            <ac:spMk id="6" creationId="{E1253939-5964-9233-AB80-25EF497FF247}"/>
          </ac:spMkLst>
        </pc:spChg>
        <pc:spChg chg="add mod">
          <ac:chgData name="Dora da Silva Roxo" userId="b6f39d0a-b38b-4c97-850c-dbcbfac2b4dd" providerId="ADAL" clId="{6236F3CE-FE5E-44C6-90F9-4CA0F2855B17}" dt="2023-03-31T18:11:09.777" v="441" actId="115"/>
          <ac:spMkLst>
            <pc:docMk/>
            <pc:sldMk cId="230364981" sldId="373"/>
            <ac:spMk id="7" creationId="{88ECC50B-117E-FC80-C5A0-31682E40DD74}"/>
          </ac:spMkLst>
        </pc:spChg>
        <pc:spChg chg="mod">
          <ac:chgData name="Dora da Silva Roxo" userId="b6f39d0a-b38b-4c97-850c-dbcbfac2b4dd" providerId="ADAL" clId="{6236F3CE-FE5E-44C6-90F9-4CA0F2855B17}" dt="2023-03-31T18:10:23.705" v="404" actId="1036"/>
          <ac:spMkLst>
            <pc:docMk/>
            <pc:sldMk cId="230364981" sldId="373"/>
            <ac:spMk id="9" creationId="{EBB4D737-4769-DA22-3EBA-563EBC6CDD40}"/>
          </ac:spMkLst>
        </pc:spChg>
        <pc:spChg chg="add mod">
          <ac:chgData name="Dora da Silva Roxo" userId="b6f39d0a-b38b-4c97-850c-dbcbfac2b4dd" providerId="ADAL" clId="{6236F3CE-FE5E-44C6-90F9-4CA0F2855B17}" dt="2023-03-31T18:10:20.288" v="394" actId="1035"/>
          <ac:spMkLst>
            <pc:docMk/>
            <pc:sldMk cId="230364981" sldId="373"/>
            <ac:spMk id="11" creationId="{B5110827-6A0C-3EB9-5778-7CC7F8E958DE}"/>
          </ac:spMkLst>
        </pc:spChg>
        <pc:graphicFrameChg chg="mod modGraphic">
          <ac:chgData name="Dora da Silva Roxo" userId="b6f39d0a-b38b-4c97-850c-dbcbfac2b4dd" providerId="ADAL" clId="{6236F3CE-FE5E-44C6-90F9-4CA0F2855B17}" dt="2023-03-31T17:54:11.611" v="6" actId="404"/>
          <ac:graphicFrameMkLst>
            <pc:docMk/>
            <pc:sldMk cId="230364981" sldId="373"/>
            <ac:graphicFrameMk id="8" creationId="{37790DD7-7A57-A5DD-1BF3-EDD100B3CFCB}"/>
          </ac:graphicFrameMkLst>
        </pc:graphicFrameChg>
        <pc:graphicFrameChg chg="add mod modGraphic">
          <ac:chgData name="Dora da Silva Roxo" userId="b6f39d0a-b38b-4c97-850c-dbcbfac2b4dd" providerId="ADAL" clId="{6236F3CE-FE5E-44C6-90F9-4CA0F2855B17}" dt="2023-03-31T18:10:34.267" v="434" actId="1036"/>
          <ac:graphicFrameMkLst>
            <pc:docMk/>
            <pc:sldMk cId="230364981" sldId="373"/>
            <ac:graphicFrameMk id="10" creationId="{5349DF03-51C3-E098-A4B4-331DEF7F0FBB}"/>
          </ac:graphicFrameMkLst>
        </pc:graphicFrameChg>
        <pc:graphicFrameChg chg="add mod modGraphic">
          <ac:chgData name="Dora da Silva Roxo" userId="b6f39d0a-b38b-4c97-850c-dbcbfac2b4dd" providerId="ADAL" clId="{6236F3CE-FE5E-44C6-90F9-4CA0F2855B17}" dt="2023-03-31T18:10:39.330" v="440" actId="1035"/>
          <ac:graphicFrameMkLst>
            <pc:docMk/>
            <pc:sldMk cId="230364981" sldId="373"/>
            <ac:graphicFrameMk id="12" creationId="{F1D7B62E-0BC4-AE03-FF27-D6E7004AE5D8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850689862660854E-2"/>
          <c:y val="0.19402974409586171"/>
          <c:w val="0.58485067930623136"/>
          <c:h val="0.596322381545243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E-4A9C-ADCE-B02334F4C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E-4A9C-ADCE-B02334F4CA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E-4A9C-ADCE-B02334F4CA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61</c:v>
                </c:pt>
                <c:pt idx="4">
                  <c:v>69</c:v>
                </c:pt>
                <c:pt idx="5">
                  <c:v>86</c:v>
                </c:pt>
                <c:pt idx="6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E-4A9C-ADCE-B02334F4CA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850689862660854E-2"/>
          <c:y val="0.19402974409586171"/>
          <c:w val="0.91952148054590044"/>
          <c:h val="0.596322381545243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E-4A9C-ADCE-B02334F4C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E-4A9C-ADCE-B02334F4CA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  <c:pt idx="5">
                  <c:v>11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E-4A9C-ADCE-B02334F4CA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61</c:v>
                </c:pt>
                <c:pt idx="2">
                  <c:v>69</c:v>
                </c:pt>
                <c:pt idx="3">
                  <c:v>86</c:v>
                </c:pt>
                <c:pt idx="4">
                  <c:v>97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E-4A9C-ADCE-B02334F4CA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0.52973</cdr:x>
      <cdr:y>0.703</cdr:y>
    </cdr:from>
    <cdr:to>
      <cdr:x>0.62743</cdr:x>
      <cdr:y>0.80149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24DB13A8-4E32-40F1-9F47-C855D21B4BD8}"/>
            </a:ext>
          </a:extLst>
        </cdr:cNvPr>
        <cdr:cNvSpPr/>
      </cdr:nvSpPr>
      <cdr:spPr>
        <a:xfrm xmlns:a="http://schemas.openxmlformats.org/drawingml/2006/main">
          <a:off x="3695007" y="1672503"/>
          <a:ext cx="681484" cy="23431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6876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3751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06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74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4377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125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981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49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3 (3%) </a:t>
          </a:r>
        </a:p>
      </cdr:txBody>
    </cdr:sp>
  </cdr:relSizeAnchor>
  <cdr:relSizeAnchor xmlns:cdr="http://schemas.openxmlformats.org/drawingml/2006/chartDrawing">
    <cdr:from>
      <cdr:x>0.27228</cdr:x>
      <cdr:y>0.703</cdr:y>
    </cdr:from>
    <cdr:to>
      <cdr:x>0.36998</cdr:x>
      <cdr:y>0.80149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24DB13A8-4E32-40F1-9F47-C855D21B4BD8}"/>
            </a:ext>
          </a:extLst>
        </cdr:cNvPr>
        <cdr:cNvSpPr/>
      </cdr:nvSpPr>
      <cdr:spPr>
        <a:xfrm xmlns:a="http://schemas.openxmlformats.org/drawingml/2006/main">
          <a:off x="1899225" y="1672503"/>
          <a:ext cx="681484" cy="23431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6876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3751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06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74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4377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125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981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49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5 (7%)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15/05/2023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15/05/2023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1857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012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2460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207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936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/>
              <a:t>Insira aqui seu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/>
              <a:t>Insira aqui seu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/>
              <a:t>Projeto Repositório Consolidado de Garantias</a:t>
            </a:r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Para conhecimento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Confidencial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Ponto de Situação</a:t>
            </a:r>
          </a:p>
          <a:p>
            <a:pPr>
              <a:spcAft>
                <a:spcPts val="1200"/>
              </a:spcAft>
            </a:pPr>
            <a:r>
              <a:rPr lang="pt-PT" sz="1600" dirty="0">
                <a:solidFill>
                  <a:schemeClr val="tx2"/>
                </a:solidFill>
              </a:rPr>
              <a:t>15 de Maio de 2023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47833"/>
            <a:ext cx="6879009" cy="2950470"/>
          </a:xfrm>
        </p:spPr>
        <p:txBody>
          <a:bodyPr/>
          <a:lstStyle/>
          <a:p>
            <a:r>
              <a:rPr lang="pt-PT" i="1" dirty="0"/>
              <a:t>Status</a:t>
            </a:r>
            <a:r>
              <a:rPr lang="pt-PT" dirty="0"/>
              <a:t> do projeto</a:t>
            </a:r>
            <a:br>
              <a:rPr lang="pt-PT" dirty="0"/>
            </a:b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59263"/>
              </p:ext>
            </p:extLst>
          </p:nvPr>
        </p:nvGraphicFramePr>
        <p:xfrm>
          <a:off x="722242" y="2202181"/>
          <a:ext cx="9518400" cy="3114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2 506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-886 937 308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Todos os titulares, utilizados atualmente como garantias pessoais, serão excluídos.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65 461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-4 683 472 503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188 298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21 626 230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 de avaliação para fomentos à construção e IFRRUs, manter-se-á como no BIYR9500, à exceção da percentagem de avaliação atribuida ao BST (será como base o financiamento inicial do IFRRU e não no saldo em dívida atual). A mesma será revista após o rácio de Abril.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47 114 506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considerado em garantias pessoais deve ser o da responsabilidade e não o do processo.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149 237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-6 376 406 165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bens com datas de avaliação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-90 881 145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montantes/datas de avaliação aplicada a Fomentos à Construção deve ser igual para todas as origens.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-159 517 354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BIYR2500 com impacto nos resultados (1/2):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8C708A-8BD1-AC1B-BB7B-66FE96C4AC15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90519"/>
              </p:ext>
            </p:extLst>
          </p:nvPr>
        </p:nvGraphicFramePr>
        <p:xfrm>
          <a:off x="722242" y="2202181"/>
          <a:ext cx="9518400" cy="283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rateio dos bens pelos processos/responsabilidades deve ser feito independentemente da origem e deve ser realizado com base no valor atual da responsabilidade e não pela percentagem de cobertura calculada no momento da contratação.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279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-189 418 866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Saldos de bens financeiros utilizados no modelo apresentam lag de um dia face ao BIYR (BIYR utiliza saldos de D+1).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3 079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1 081 239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São consideradas todas as garantias financeiras válidas dentro da mesma caução, independentemente da sua tipologia (exemplo, DO e TT).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118 763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garantias manuais de PPC com caução carregada para o respetivo emitente/programa. Nos títulos as cauções são as mesmas.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-198 447 882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4744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das garantias pessoais será o resultado após a multiplicação do valor da responsabilidade pela percentagem de cobertura do cliente (bem).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149 237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-953 149 145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8268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Deve ser considerado o valor de avaliação mais recente, independentemente do seu montante (inclusão de avaliações com montante igual a zero).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-16 258 323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15891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empréstimos e processos formalizados.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-1 621 716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473621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Cauções de garantias manuais de PPC selecionadas de acordo com a nova parametrização (cauções mais recentes carregadas por emitente/programa).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25 968 613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8048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BIYR2500 com impacto nos resultados (2/2):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1D586-B3A4-FFE9-CA88-29DE168AE118}"/>
              </a:ext>
            </a:extLst>
          </p:cNvPr>
          <p:cNvSpPr/>
          <p:nvPr/>
        </p:nvSpPr>
        <p:spPr>
          <a:xfrm>
            <a:off x="-24384" y="4419307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5D750DF-A697-68D7-B1BD-D2D54EDCD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BAEF15-400D-8CE6-5DB7-EEF0E96B4230}"/>
              </a:ext>
            </a:extLst>
          </p:cNvPr>
          <p:cNvSpPr/>
          <p:nvPr/>
        </p:nvSpPr>
        <p:spPr>
          <a:xfrm>
            <a:off x="-24384" y="4728724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</p:spTree>
    <p:extLst>
      <p:ext uri="{BB962C8B-B14F-4D97-AF65-F5344CB8AC3E}">
        <p14:creationId xmlns:p14="http://schemas.microsoft.com/office/powerpoint/2010/main" val="30446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1. Status do projeto</a:t>
            </a:r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264425"/>
              </p:ext>
            </p:extLst>
          </p:nvPr>
        </p:nvGraphicFramePr>
        <p:xfrm>
          <a:off x="722242" y="2455200"/>
          <a:ext cx="9936401" cy="2625600"/>
        </p:xfrm>
        <a:graphic>
          <a:graphicData uri="http://schemas.openxmlformats.org/drawingml/2006/table">
            <a:tbl>
              <a:tblPr firstRow="1" firstCol="1" bandRow="1"/>
              <a:tblGrid>
                <a:gridCol w="147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Novo Modelo de Garantias (2)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89 757 971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Pessoais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401 166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35 128 682 521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365 599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22 755 708 277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-35 567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-12 372 974 245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7 828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1 223 879 325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7 797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689 000 109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-534 879 216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Imóveis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57 924 831 957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404 834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57 290 731 815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35 604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-634 100 142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Pessoais 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38 217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1 670 926 407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33 731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1 589 008 761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-4 486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-81 917 646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Imóveis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5 224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1 527 943 327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1 503 824 682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-24 118 645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822 573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97 566 020 010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826 007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83 918 031 616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3 434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-13 647 988 394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1028" y="183744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latin typeface="Santander Text" panose="020B0504020201020104" pitchFamily="34" charset="0"/>
              </a:rPr>
              <a:t>Comparação de universo e montantes de avaliações:</a:t>
            </a:r>
            <a:endParaRPr lang="en-US" sz="1100">
              <a:latin typeface="Santander Text" panose="020B05040202010201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95CC0C-E4E9-D409-255D-6A32BEE3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14F8A-1CCA-0BE0-DD1C-FDBAED35AF07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1 2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09315"/>
              </p:ext>
            </p:extLst>
          </p:nvPr>
        </p:nvGraphicFramePr>
        <p:xfrm>
          <a:off x="722243" y="1992456"/>
          <a:ext cx="9063850" cy="311203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26 962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1 978 657 023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1 978 657 023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337 535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20 501 400 928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27 809 330 008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-7 307 929 080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879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1 037 387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877 638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159 749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03731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15 662 211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15 657 244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364 524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22 496 757 549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29 804 521 913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-7 307 764 364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algn="l"/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159 334 780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159 334 780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26 759 366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26 759 366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298044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51 894 748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51 894 748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9693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20 961 833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20 961 833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258 950 728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258 950 728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62 346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5 085 273 875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-5 085 273 875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ysClr val="windowText" lastClr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182 294 039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-182 294 039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55177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48 504 637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-48 504 637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8 088 057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-8 088 057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65 347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5 324 160 608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-5 324 160 608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3268" y="6499188"/>
            <a:ext cx="3972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 dirty="0">
                <a:latin typeface="Santander Text" panose="020B0504020201020104" pitchFamily="34" charset="0"/>
              </a:rPr>
              <a:t>Leasing</a:t>
            </a:r>
            <a:r>
              <a:rPr lang="pt-BR" sz="800" dirty="0">
                <a:latin typeface="Santander Text" panose="020B0504020201020104" pitchFamily="34" charset="0"/>
              </a:rPr>
              <a:t> e </a:t>
            </a:r>
            <a:r>
              <a:rPr lang="pt-BR" sz="800" i="1" dirty="0">
                <a:latin typeface="Santander Text" panose="020B0504020201020104" pitchFamily="34" charset="0"/>
              </a:rPr>
              <a:t>Factoring</a:t>
            </a:r>
          </a:p>
          <a:p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r>
              <a:rPr lang="pt-BR" sz="800" dirty="0">
                <a:latin typeface="Santander Text" panose="020B0504020201020104" pitchFamily="34" charset="0"/>
              </a:rPr>
              <a:t>3. A granularidade apresentada é a do Novo Modelo de Garantias (granularidade de IC’s)</a:t>
            </a:r>
            <a:endParaRPr lang="en-US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5056456"/>
            <a:ext cx="7710557" cy="1264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pessoal reflete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valor da reponsabilidade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e não o do processo.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resulta da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multiplicação do valor da responsabilidade pela percentagem de cobertura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do cliente.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saldo das responsabilidades passará a contemplar contas contabilisticas de juros e despesas vencidas.</a:t>
            </a:r>
          </a:p>
          <a:p>
            <a:pPr marL="228600" indent="-228600">
              <a:buFont typeface="+mj-lt"/>
              <a:buAutoNum type="arabicPeriod"/>
            </a:pPr>
            <a:endParaRPr lang="pt-PT" sz="900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garantias manuais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cauções carregadas pora o respetivo emitente/programa.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Cauções de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garantias manuais de PPC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selecionadas de acordo com 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nova parametrização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(cauções mais recentes carregadas por emitente/programa).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33524D-FE29-441D-4EBA-6582676B972E}"/>
              </a:ext>
            </a:extLst>
          </p:cNvPr>
          <p:cNvSpPr/>
          <p:nvPr/>
        </p:nvSpPr>
        <p:spPr>
          <a:xfrm>
            <a:off x="6991927" y="5056456"/>
            <a:ext cx="4197927" cy="1264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2) Exclusivo Novo Modelo de Garantias:</a:t>
            </a:r>
            <a:endParaRPr lang="pt-PT" sz="900" b="1" u="sng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Cauções de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garantias manuais de PPC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selecionadas de acordo com 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nova parametrização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(cauções mais recentes carregadas por emitente/programa).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28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Financeiras</a:t>
            </a:r>
            <a:endParaRPr lang="en-US" sz="1000" b="1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427162"/>
              </p:ext>
            </p:extLst>
          </p:nvPr>
        </p:nvGraphicFramePr>
        <p:xfrm>
          <a:off x="722243" y="1992456"/>
          <a:ext cx="9063850" cy="218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399 888 684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399 888 684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3 149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262 774 328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261 574 326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1 200 002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8 360 586,24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8 360 925,44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-339,20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16 743 636,27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14 338 634,24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2 405 002,03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7 764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687 767 235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684 162 570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3 604 665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539 713 422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-539 713 422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539 716 755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-539 716 755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Santander Text" panose="020B0504020201020104" pitchFamily="34" charset="0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 de um dia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e com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datas de vencimento válidas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3995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63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Imóveis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117764"/>
              </p:ext>
            </p:extLst>
          </p:nvPr>
        </p:nvGraphicFramePr>
        <p:xfrm>
          <a:off x="722243" y="1992456"/>
          <a:ext cx="9063850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249 864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43 265 584 690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43 265 584 690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132 607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12 912 284 035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13 227 714 323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-315 430 288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22 232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1 099 716 635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1 099 697 582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19 053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4698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11 559 126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11 567 373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-8 247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25974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1 013 108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1 294 777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-281 669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404 726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57 290 157 594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57 605 858 745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-315 701 151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Modelo de Garantias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1 262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6673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independentemente da origem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e deve ser realizado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base no valor atual da responsabilidade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não pela percentagem de cobertura calculada no momento da contratação.</a:t>
            </a:r>
            <a:endParaRPr lang="pt-PT" sz="900" u="none" strike="noStrike" dirty="0">
              <a:solidFill>
                <a:schemeClr val="tx1"/>
              </a:solidFill>
              <a:effectLst/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percentagem de avaliação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atribuida ao BST no que respeita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IFRRUs,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terá como base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financiamento inicial do IFRRU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não o saldo em dívida atual.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Deve ser considerado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valor de avaliação mais recente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independentemente do seu montante (inclusão de avaliações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igual a zero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).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empréstimos e processos formalizados.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2095391" y="6427283"/>
            <a:ext cx="3995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>
                <a:latin typeface="Santander Text" panose="020B0504020201020104" pitchFamily="34" charset="0"/>
              </a:rPr>
              <a:t>Leasing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 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 Imóveis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4763"/>
              </p:ext>
            </p:extLst>
          </p:nvPr>
        </p:nvGraphicFramePr>
        <p:xfrm>
          <a:off x="722243" y="1992456"/>
          <a:ext cx="9063850" cy="142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1 502 274 186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1 502 274 186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1 550 496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70 000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1 503 824 682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1 502 344 186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23 403 006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-23 403 006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2 196 135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-2 196 135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1044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25 599 141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-25 599 141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 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 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400065"/>
              </p:ext>
            </p:extLst>
          </p:nvPr>
        </p:nvGraphicFramePr>
        <p:xfrm>
          <a:off x="722243" y="1992456"/>
          <a:ext cx="9063850" cy="200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+mn-cs"/>
                        </a:rPr>
                        <a:t> 1) Universo Comum</a:t>
                      </a:r>
                      <a:endParaRPr lang="en-US" sz="1000" b="1" kern="12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30 142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1 442 913 682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1 439 712 189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3 201 493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69802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1 175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123 437 780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113 344 027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10 093 753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9329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33 730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1 589 008 485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1 575 713 239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13 295 246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4 455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95 212 268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-95 212 268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124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4 487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95 213 168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-95 213 168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60541-F1A5-22A6-3107-8623D4A2824A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saldo das responsabilidades passará a contemplar contas contabilisticas de juros e despesas vencidas.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5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Factoring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89539"/>
              </p:ext>
            </p:extLst>
          </p:nvPr>
        </p:nvGraphicFramePr>
        <p:xfrm>
          <a:off x="722243" y="1992456"/>
          <a:ext cx="9063850" cy="146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Modelo de Garantias</a:t>
                      </a:r>
                      <a:endParaRPr lang="en-US" sz="11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4169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8739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43CEB4-3F97-6292-8DF9-FED5B9D3721D}"/>
              </a:ext>
            </a:extLst>
          </p:cNvPr>
          <p:cNvSpPr/>
          <p:nvPr/>
        </p:nvSpPr>
        <p:spPr>
          <a:xfrm>
            <a:off x="722243" y="3752023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consideradas responsabilidades/faturas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saldo</a:t>
            </a:r>
          </a:p>
          <a:p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26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1.3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Capital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Validação de processo 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end-to-end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(BDR)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Modelo VS JM_GARANT_CTO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21758"/>
              </p:ext>
            </p:extLst>
          </p:nvPr>
        </p:nvGraphicFramePr>
        <p:xfrm>
          <a:off x="722243" y="203843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689 000 109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688 999 955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373 081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373 081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58 794 556 497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58 794 556 497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24 434 475 009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24 434 368 942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-106 067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752 769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752 760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83 918 031 616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83 917 925 394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-106 221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072469"/>
            <a:ext cx="5208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Tabela JM_GARANT_CTO carregada na BDR2 e resulta do processo utilizando o Novo Modelo de Garantias (GT015).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722242" y="4649462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Exemplo de Garantias Pessoais:</a:t>
            </a:r>
            <a:endParaRPr lang="pt-PT" sz="900" b="1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tratamento da escolha do cliente/ caução atribuído por responsabilidade do modelo não está a ser corretamente aprovisionado. A BDR não observa a chave de cauções para garantias pessoais, considerando que 1 responsabilidade com 2 cauções e o mesmo cliente são registos duplicados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descartando aleatoriamente um dos registos por chave primária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49DF03-51C3-E098-A4B4-331DEF7F0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262180"/>
              </p:ext>
            </p:extLst>
          </p:nvPr>
        </p:nvGraphicFramePr>
        <p:xfrm>
          <a:off x="875124" y="5160890"/>
          <a:ext cx="7381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9263788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310605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5098318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616959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27999553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04698617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93596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/>
                      <a:r>
                        <a:rPr lang="pt-PT" sz="900" b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GT015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171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mavaliaa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cempresa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ckbalcao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cknumcta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zdeposit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processo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zcliente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12306.18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862304880273620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0008019759320810000000009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2100189981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12306.18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862304880273620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0008019759320810000000001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2100189981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5110827-6A0C-3EB9-5778-7CC7F8E958DE}"/>
              </a:ext>
            </a:extLst>
          </p:cNvPr>
          <p:cNvSpPr/>
          <p:nvPr/>
        </p:nvSpPr>
        <p:spPr>
          <a:xfrm>
            <a:off x="722242" y="3270720"/>
            <a:ext cx="9645107" cy="1256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Exemplo de Garantias Financeiras:</a:t>
            </a:r>
            <a:endParaRPr lang="pt-PT" sz="900" b="1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tratamento da chaves da responsabilidade do modelo para a tabela output </a:t>
            </a:r>
            <a:r>
              <a:rPr lang="pt-PT" sz="900" b="1" dirty="0">
                <a:solidFill>
                  <a:schemeClr val="tx1"/>
                </a:solidFill>
                <a:latin typeface="Santander Text" panose="020B0504020201020104" pitchFamily="34" charset="0"/>
              </a:rPr>
              <a:t>gt015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não está a ser refletido no código de </a:t>
            </a:r>
            <a:r>
              <a:rPr lang="pt-PT" sz="900" b="1" dirty="0">
                <a:solidFill>
                  <a:schemeClr val="tx1"/>
                </a:solidFill>
                <a:latin typeface="Santander Text" panose="020B0504020201020104" pitchFamily="34" charset="0"/>
              </a:rPr>
              <a:t>produto/subproduto da responsabilidade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duplicando registos.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A BDR descarta aleatoriamente um dos registos duplicados por chave primária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D7B62E-0BC4-AE03-FF27-D6E7004AE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361268"/>
              </p:ext>
            </p:extLst>
          </p:nvPr>
        </p:nvGraphicFramePr>
        <p:xfrm>
          <a:off x="875124" y="3774527"/>
          <a:ext cx="6409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8396">
                  <a:extLst>
                    <a:ext uri="{9D8B030D-6E8A-4147-A177-3AD203B41FA5}">
                      <a16:colId xmlns:a16="http://schemas.microsoft.com/office/drawing/2014/main" val="1028419816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19084977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41916284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372968277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99334362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340000135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GT015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GT015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55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mavaliaa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cempresa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ckbalcao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cknumcta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zdeposit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ckprodut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cksubpro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154.22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00826406001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000000000000000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</a:rPr>
                        <a:t>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444.34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00826406001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000000000000000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D585925-A3F8-83DE-F85D-65C7D98656F2}"/>
              </a:ext>
            </a:extLst>
          </p:cNvPr>
          <p:cNvGrpSpPr/>
          <p:nvPr/>
        </p:nvGrpSpPr>
        <p:grpSpPr>
          <a:xfrm>
            <a:off x="7284720" y="4238625"/>
            <a:ext cx="3526325" cy="297857"/>
            <a:chOff x="7224264" y="4229100"/>
            <a:chExt cx="3175301" cy="29785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1B1DA16-FF52-8FA8-A00F-F66DC2D4B38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7224264" y="4378029"/>
              <a:ext cx="108915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8B0167-9E94-4E0E-9F4A-A0B3B210ACC7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>
                  <a:solidFill>
                    <a:srgbClr val="C00000"/>
                  </a:solidFill>
                  <a:latin typeface="Santander Text" panose="020B0504020201020104" pitchFamily="34" charset="0"/>
                </a:rPr>
                <a:t>Registo eliminado pela processo da BDR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A76A0D-D2C9-81FC-334A-F979CDA30ED4}"/>
              </a:ext>
            </a:extLst>
          </p:cNvPr>
          <p:cNvGrpSpPr/>
          <p:nvPr/>
        </p:nvGrpSpPr>
        <p:grpSpPr>
          <a:xfrm>
            <a:off x="8313420" y="5459730"/>
            <a:ext cx="2497625" cy="297857"/>
            <a:chOff x="7901940" y="4229100"/>
            <a:chExt cx="2497625" cy="29785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81EE9A-7708-CD11-0E53-A73542568215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7901940" y="4378029"/>
              <a:ext cx="41148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5249DB2-AB51-3A3A-3CD5-98E67E069580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>
                  <a:solidFill>
                    <a:srgbClr val="C00000"/>
                  </a:solidFill>
                  <a:latin typeface="Santander Text" panose="020B0504020201020104" pitchFamily="34" charset="0"/>
                </a:rPr>
                <a:t>Registo eliminado pela processo da BDR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1752600" y="3403875"/>
            <a:ext cx="7905751" cy="252626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1.4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Capital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en-US" sz="1200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Impactos Capital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Impactos Capital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938631"/>
              </p:ext>
            </p:extLst>
          </p:nvPr>
        </p:nvGraphicFramePr>
        <p:xfrm>
          <a:off x="2085975" y="3443247"/>
          <a:ext cx="7030616" cy="1455110"/>
        </p:xfrm>
        <a:graphic>
          <a:graphicData uri="http://schemas.openxmlformats.org/drawingml/2006/table">
            <a:tbl>
              <a:tblPr/>
              <a:tblGrid>
                <a:gridCol w="3352322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  <a:r>
                        <a:rPr lang="pt-PT" sz="10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3 769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-2 593 801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-2 594 507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187 188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187 268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-1 791 715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-19 738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-1 811 454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-4 198 328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-20 365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-4 218 692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  Outras</a:t>
                      </a:r>
                      <a:r>
                        <a:rPr lang="pt-PT" sz="9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 Diferenças *</a:t>
                      </a:r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-139 548 439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-2 228 185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-141 776 624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37186" y="5050029"/>
            <a:ext cx="57256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* Foram identificadas </a:t>
            </a:r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diferenças não inerentes ao novo modelo de garantias</a:t>
            </a: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Erros do motor (falha na identificação do cliente – IDNUMCLI = 0) | - 130M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Alteração de marcação de reestruturados | - 10M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Diferenças de Reconciliação que são apenas calculadas na BDR1 | -1M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Outras diferenças | -0.1M €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75856"/>
              </p:ext>
            </p:extLst>
          </p:nvPr>
        </p:nvGraphicFramePr>
        <p:xfrm>
          <a:off x="722243" y="2038432"/>
          <a:ext cx="6479999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789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10 838 337 267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10 982 084 034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-143 746 767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34 092 453 552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34 607 992 164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-515 538 612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1 313 080 337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1 315 328 886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-2 248 550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16 509 804 582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17 114 429 698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-604 625 116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12 151 417 604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12 297 412 921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-145 995 317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50 602 258 134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51 722 421 862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-1 120 163 728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493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BDR1 resulta do processo atual do BIYR9500.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3. BDR2 resulta do processo utilizando o Novo Modelo de Garantias.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4. Universo definido com base na combinação entre o método de cálculo de capital, segmento e contrato BDR.</a:t>
            </a:r>
            <a:r>
              <a:rPr lang="pt-BR" sz="800" dirty="0"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7382" y="2152651"/>
            <a:ext cx="987423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547243" y="2245642"/>
            <a:ext cx="402084" cy="1914382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1.5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Imparidade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en-US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Validação de processo 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end-to-end 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(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Input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de Imparidade)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  <a:latin typeface="Santander Text" panose="020B0504020201020104" pitchFamily="34" charset="0"/>
              </a:rPr>
              <a:t>Modelo VS Input Imparidade</a:t>
            </a:r>
            <a:endParaRPr lang="en-US" sz="1000" baseline="300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531434"/>
              </p:ext>
            </p:extLst>
          </p:nvPr>
        </p:nvGraphicFramePr>
        <p:xfrm>
          <a:off x="722243" y="2038432"/>
          <a:ext cx="9540000" cy="161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Input Imparidade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Input Imparidade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7 465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7 465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689 000 109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689 000 109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Imóveis (exc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368 076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368 076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57 290 731 815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57 290 731 815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5 005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5 005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1 503 824 682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1 503 824 682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(exc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Leasing&amp;Factoring</a:t>
                      </a: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336 870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336 870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22 755 708 277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22 755 708 277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709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33 731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33 731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1 589 008 761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1 589 008 761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Factoring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9 039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119 204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-110 165</a:t>
                      </a:r>
                      <a:endParaRPr lang="pt-PT" sz="1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89 757 971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22 713 516 495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-22 623 758 524</a:t>
                      </a:r>
                      <a:endParaRPr lang="pt-PT" sz="1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53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760 186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870 351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-110 165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83 918 031 615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106 541 790 139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-22 623 758 524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162004"/>
            <a:ext cx="6393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20 de março(imparidade) e 16 de abril (Modelo).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Granularidade do Modelo de Garantias  foi convertida para a granularidade de contract_id/guarantee_id de imparidade para facilitar a análise.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679993" y="4030194"/>
            <a:ext cx="9645107" cy="20654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Diferenças identificadas:</a:t>
            </a:r>
          </a:p>
          <a:p>
            <a:pPr lvl="1"/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i="1" dirty="0">
                <a:solidFill>
                  <a:schemeClr val="tx1"/>
                </a:solidFill>
                <a:latin typeface="Santander Text" panose="020B0504020201020104" pitchFamily="34" charset="0"/>
              </a:rPr>
              <a:t>Factoring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:</a:t>
            </a:r>
          </a:p>
          <a:p>
            <a:pPr marL="685476" lvl="1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Abertura da chave agregada pelo processo de Imparidade (ex: inclusão de faturas sem recurso, desmultiplicação do saldo)</a:t>
            </a:r>
          </a:p>
        </p:txBody>
      </p:sp>
    </p:spTree>
    <p:extLst>
      <p:ext uri="{BB962C8B-B14F-4D97-AF65-F5344CB8AC3E}">
        <p14:creationId xmlns:p14="http://schemas.microsoft.com/office/powerpoint/2010/main" val="380972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1.6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Imparidade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Impactos provisões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1375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 dirty="0">
                <a:latin typeface="Santander Text" panose="020B0504020201020104" pitchFamily="34" charset="0"/>
              </a:rPr>
              <a:t>Foi realizada uma comparação entre provisões calculadas em produção e provisões calculadas utilizando o </a:t>
            </a:r>
            <a:r>
              <a:rPr lang="pt-PT" sz="1000" i="1" dirty="0">
                <a:latin typeface="Santander Text" panose="020B0504020201020104" pitchFamily="34" charset="0"/>
              </a:rPr>
              <a:t>input</a:t>
            </a:r>
            <a:r>
              <a:rPr lang="pt-PT" sz="1000" dirty="0">
                <a:latin typeface="Santander Text" panose="020B0504020201020104" pitchFamily="34" charset="0"/>
              </a:rPr>
              <a:t> com as correções mais recentes e foram obtidos os seguintes resultados: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>
                <a:latin typeface="Santander Text" panose="020B0504020201020104" pitchFamily="34" charset="0"/>
              </a:rPr>
              <a:t>Total de contratos com diferenças de provisão: </a:t>
            </a:r>
            <a:r>
              <a:rPr lang="pt-PT" sz="1000" b="1" dirty="0">
                <a:latin typeface="Santander Text" panose="020B0504020201020104" pitchFamily="34" charset="0"/>
              </a:rPr>
              <a:t>762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>
                <a:latin typeface="Santander Text" panose="020B0504020201020104" pitchFamily="34" charset="0"/>
              </a:rPr>
              <a:t>Aumento na provisão, da Análise Coletiva, apurada face ao rácio de Janeiro de 2023 em produção: </a:t>
            </a:r>
            <a:r>
              <a:rPr lang="pt-PT" sz="1000" b="1" dirty="0">
                <a:latin typeface="Santander Text" panose="020B0504020201020104" pitchFamily="34" charset="0"/>
              </a:rPr>
              <a:t>+33k€. Todas as alterações estão relacionadas com correções implementadas no Modelo:</a:t>
            </a:r>
            <a:endParaRPr lang="pt-PT" sz="1000" dirty="0">
              <a:latin typeface="Santander Text" panose="020B05040202010201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E1D030-109C-9A49-378B-6C82B5FF070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Input produção vs Input atualizado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CBBE27-E806-7F25-9E76-FE3304FE8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36803"/>
              </p:ext>
            </p:extLst>
          </p:nvPr>
        </p:nvGraphicFramePr>
        <p:xfrm>
          <a:off x="722241" y="3357201"/>
          <a:ext cx="10600416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990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2557478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1378513955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3364552637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175018168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Justificação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Impacto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#Contratos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Provisão Simulada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Provisão Produção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1. Correção do Asset Class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Perda e redução do valor de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955 992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879 211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76 781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2. Alteração do mapeamento do valor do imóvel da GPT39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Redução do valor de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6 617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3 628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2 989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3. Alteração do mapeamento do saldo da responsabilidade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99 764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99 859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4. Correção no universo de </a:t>
                      </a:r>
                      <a:r>
                        <a:rPr lang="pt-PT" sz="900" i="1" u="none" strike="noStrike"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Imobiliário 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9 285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17 795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-8 510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709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 5. Inclusão do universo de responsabilidades das Carteiras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 e alteração do rateio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171 465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176 987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-5 522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6. Correção da renumeração dos zdeposit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 e aumento de valor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30 402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59 321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-28 919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53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7. Dependência do</a:t>
                      </a:r>
                      <a:r>
                        <a:rPr lang="pt-PT" sz="900" b="0" i="1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job</a:t>
                      </a: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da tabela de contratos/intervenientes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217614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216540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1 074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5513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8. Correção da avaliação proveniente da GPT26 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16511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12733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3 778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323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9. Correção dos arredodamentos nos cálculos intermédios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6436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10. Correção em confirmação por IT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11096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19343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-8 247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1126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762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1 518 785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1 485 456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33 329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C6B63B-CDB2-98E0-54E2-768992CCD6F5}"/>
              </a:ext>
            </a:extLst>
          </p:cNvPr>
          <p:cNvSpPr txBox="1"/>
          <p:nvPr/>
        </p:nvSpPr>
        <p:spPr>
          <a:xfrm>
            <a:off x="711028" y="6162004"/>
            <a:ext cx="47355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20 de março (imparidade) e 16 de abril (Modelo)</a:t>
            </a: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1.7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67037"/>
              </p:ext>
            </p:extLst>
          </p:nvPr>
        </p:nvGraphicFramePr>
        <p:xfrm>
          <a:off x="646337" y="1908000"/>
          <a:ext cx="3375182" cy="1999319"/>
        </p:xfrm>
        <a:graphic>
          <a:graphicData uri="http://schemas.openxmlformats.org/drawingml/2006/table">
            <a:tbl>
              <a:tblPr/>
              <a:tblGrid>
                <a:gridCol w="111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94"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Fevereiro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6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000" b="1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0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7729338"/>
              </p:ext>
            </p:extLst>
          </p:nvPr>
        </p:nvGraphicFramePr>
        <p:xfrm>
          <a:off x="4280703" y="1907243"/>
          <a:ext cx="7104675" cy="237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282273" y="1907243"/>
            <a:ext cx="6973695" cy="234315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100" b="1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1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7" y="4131609"/>
            <a:ext cx="213137" cy="28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766146" y="4135278"/>
            <a:ext cx="6204965" cy="246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latin typeface="Santander Text" panose="020B0504020201020104" pitchFamily="34" charset="0"/>
              </a:rPr>
              <a:t>Controlos corrigidos face ao mês anterior: 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79B468-5618-35D8-E774-9BDD9C0B39BC}"/>
              </a:ext>
            </a:extLst>
          </p:cNvPr>
          <p:cNvGrpSpPr/>
          <p:nvPr/>
        </p:nvGrpSpPr>
        <p:grpSpPr>
          <a:xfrm>
            <a:off x="6701538" y="3544243"/>
            <a:ext cx="2529850" cy="234318"/>
            <a:chOff x="7977888" y="3544243"/>
            <a:chExt cx="2529850" cy="23431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DB13A8-4E32-40F1-9F47-C855D21B4BD8}"/>
                </a:ext>
              </a:extLst>
            </p:cNvPr>
            <p:cNvSpPr/>
            <p:nvPr/>
          </p:nvSpPr>
          <p:spPr>
            <a:xfrm>
              <a:off x="7977888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4 (6%) 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970F823-2E01-4308-B014-187F8759B064}"/>
                </a:ext>
              </a:extLst>
            </p:cNvPr>
            <p:cNvSpPr/>
            <p:nvPr/>
          </p:nvSpPr>
          <p:spPr>
            <a:xfrm>
              <a:off x="8597739" y="3544243"/>
              <a:ext cx="681480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3 (4%) 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04B33CD-064E-46A4-B7B2-4E1F42332B5A}"/>
                </a:ext>
              </a:extLst>
            </p:cNvPr>
            <p:cNvSpPr/>
            <p:nvPr/>
          </p:nvSpPr>
          <p:spPr>
            <a:xfrm>
              <a:off x="9178111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3 (3%) 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9CE0D7D-E475-486C-84CA-5212474003E6}"/>
                </a:ext>
              </a:extLst>
            </p:cNvPr>
            <p:cNvSpPr/>
            <p:nvPr/>
          </p:nvSpPr>
          <p:spPr>
            <a:xfrm>
              <a:off x="9826257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4 (4%) 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4704067" y="2287789"/>
            <a:ext cx="0" cy="167500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09235"/>
              </p:ext>
            </p:extLst>
          </p:nvPr>
        </p:nvGraphicFramePr>
        <p:xfrm>
          <a:off x="646337" y="4600916"/>
          <a:ext cx="10609631" cy="1398889"/>
        </p:xfrm>
        <a:graphic>
          <a:graphicData uri="http://schemas.openxmlformats.org/drawingml/2006/table">
            <a:tbl>
              <a:tblPr/>
              <a:tblGrid>
                <a:gridCol w="4331957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789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30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9176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320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3089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7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000" b="1" kern="120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1377 (0,49%)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CDO e IT de Empréstimos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5670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(1,45%)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com Operações de Serviço de Crédito</a:t>
                      </a:r>
                      <a:endParaRPr lang="pt-PT" sz="900" b="0" i="0" u="none" strike="noStrike" baseline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(1,37%)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Análise e correção manual dos casos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por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operações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1" marR="6351" marT="63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baseline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(7,09%)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equipa IT do projeto</a:t>
                      </a:r>
                    </a:p>
                  </a:txBody>
                  <a:tcPr marL="6351" marR="6351" marT="63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Resp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no modelo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que não se encontram na tabela de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interv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nem em contabilidade</a:t>
                      </a:r>
                      <a:endParaRPr lang="pt-PT" sz="900" b="0" i="0" u="none" strike="noStrike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2917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(0,59%)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Resolvido</a:t>
                      </a:r>
                      <a:r>
                        <a:rPr lang="pt-PT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em versão de testes do modelo de garantias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E92542DC-4893-4427-B718-6CFDC057A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847195"/>
              </p:ext>
            </p:extLst>
          </p:nvPr>
        </p:nvGraphicFramePr>
        <p:xfrm>
          <a:off x="10938497" y="1484712"/>
          <a:ext cx="381050" cy="80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753" imgH="806311" progId="Excel.Sheet.12">
                  <p:embed/>
                </p:oleObj>
              </mc:Choice>
              <mc:Fallback>
                <p:oleObj name="Worksheet" showAsIcon="1" r:id="rId4" imgW="380753" imgH="806311" progId="Excel.Sheet.12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E92542DC-4893-4427-B718-6CFDC057A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38497" y="1484712"/>
                        <a:ext cx="381050" cy="80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646337" y="6180729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>
                <a:latin typeface="Santander Text" panose="020B0504020201020104" pitchFamily="34" charset="0"/>
              </a:rPr>
              <a:t>1  </a:t>
            </a:r>
            <a:r>
              <a:rPr lang="pt-PT" sz="80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A9DF7-FCEA-317F-D8F1-0A59CE0B31A5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Módulo de Controlos Garantias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3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47833"/>
            <a:ext cx="6879009" cy="2950470"/>
          </a:xfrm>
        </p:spPr>
        <p:txBody>
          <a:bodyPr/>
          <a:lstStyle/>
          <a:p>
            <a:r>
              <a:rPr lang="pt-PT" dirty="0"/>
              <a:t>Entrada em produção</a:t>
            </a:r>
            <a:br>
              <a:rPr lang="pt-PT" dirty="0"/>
            </a:b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460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2.1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Resultados (relativo a 30 de Abril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endParaRPr lang="en-US" sz="1200" b="1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68966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latin typeface="Santander Text" panose="020B0504020201020104" pitchFamily="34" charset="0"/>
              </a:rPr>
              <a:t>Apresentação de análises/resultados sobre a entrada em produção na data de referência 30 de Abril 2023: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9BE11D50-696C-5DDD-4966-1C3C1D320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BR" sz="2000" dirty="0"/>
              <a:t>2. </a:t>
            </a:r>
            <a:r>
              <a:rPr lang="pt-PT" sz="2000" dirty="0"/>
              <a:t>Entrada em produção</a:t>
            </a:r>
            <a:endParaRPr lang="es-ES" sz="2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6B89FD-012C-B4B1-757F-1BB25E317108}"/>
              </a:ext>
            </a:extLst>
          </p:cNvPr>
          <p:cNvGrpSpPr/>
          <p:nvPr/>
        </p:nvGrpSpPr>
        <p:grpSpPr>
          <a:xfrm>
            <a:off x="722243" y="2140870"/>
            <a:ext cx="9936402" cy="417600"/>
            <a:chOff x="722243" y="2140870"/>
            <a:chExt cx="9936402" cy="417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A4C0AC-C1C1-2BD3-B4F3-60FCB1BB7AAD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151D2D-DD3C-E9D4-BC7B-FB1062C18011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31" name="Graphic 30" descr="Badge Tick1 with solid fill">
              <a:extLst>
                <a:ext uri="{FF2B5EF4-FFF2-40B4-BE49-F238E27FC236}">
                  <a16:creationId xmlns:a16="http://schemas.microsoft.com/office/drawing/2014/main" id="{6B70F46B-7F60-F9F5-1450-0E7EAB4FA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3AF82-602D-680C-ECEB-DF82C7752B43}"/>
              </a:ext>
            </a:extLst>
          </p:cNvPr>
          <p:cNvGrpSpPr/>
          <p:nvPr/>
        </p:nvGrpSpPr>
        <p:grpSpPr>
          <a:xfrm>
            <a:off x="722243" y="2637201"/>
            <a:ext cx="9936402" cy="418657"/>
            <a:chOff x="722243" y="2631686"/>
            <a:chExt cx="9936402" cy="4186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08F1A8-1D8C-A1F0-C902-282CBEFA5B4F}"/>
                </a:ext>
              </a:extLst>
            </p:cNvPr>
            <p:cNvSpPr/>
            <p:nvPr/>
          </p:nvSpPr>
          <p:spPr>
            <a:xfrm>
              <a:off x="1221005" y="2634707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variações verificadas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FEVEREIRO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não foram significativas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, justificando-se pelas variações inerentes a uma nova data de referência. Adicionalmente, verificam-se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</a:t>
              </a:r>
              <a:r>
                <a:rPr lang="pt-PT" sz="1050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módulo de controlos de garantias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nas 2 datas de referência.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41E906-DCB1-7A73-7000-8A8CD610653E}"/>
                </a:ext>
              </a:extLst>
            </p:cNvPr>
            <p:cNvSpPr/>
            <p:nvPr/>
          </p:nvSpPr>
          <p:spPr>
            <a:xfrm>
              <a:off x="722243" y="263201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B</a:t>
              </a:r>
            </a:p>
          </p:txBody>
        </p:sp>
        <p:pic>
          <p:nvPicPr>
            <p:cNvPr id="33" name="Graphic 32" descr="Badge Tick1 with solid fill">
              <a:extLst>
                <a:ext uri="{FF2B5EF4-FFF2-40B4-BE49-F238E27FC236}">
                  <a16:creationId xmlns:a16="http://schemas.microsoft.com/office/drawing/2014/main" id="{C3D68227-E489-6BAF-C55C-12B469593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631686"/>
              <a:ext cx="417600" cy="4176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4F20B05-B04A-807D-D587-7CE181F54288}"/>
              </a:ext>
            </a:extLst>
          </p:cNvPr>
          <p:cNvGrpSpPr/>
          <p:nvPr/>
        </p:nvGrpSpPr>
        <p:grpSpPr>
          <a:xfrm>
            <a:off x="722243" y="4135371"/>
            <a:ext cx="9891402" cy="415636"/>
            <a:chOff x="722243" y="4135371"/>
            <a:chExt cx="9891402" cy="41563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2EC3204-DE93-7A57-AC16-846B8B538ADD}"/>
                </a:ext>
              </a:extLst>
            </p:cNvPr>
            <p:cNvSpPr/>
            <p:nvPr/>
          </p:nvSpPr>
          <p:spPr>
            <a:xfrm>
              <a:off x="1221005" y="4135371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 cálculo de impactos por parte da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Área RDS/Modelos </a:t>
              </a:r>
              <a:r>
                <a:rPr lang="pt-PT" sz="1050" b="1" dirty="0">
                  <a:solidFill>
                    <a:schemeClr val="bg1">
                      <a:lumMod val="65000"/>
                    </a:schemeClr>
                  </a:solidFill>
                  <a:latin typeface="Santander Headline" panose="020B0504020201020104" pitchFamily="34" charset="0"/>
                </a:rPr>
                <a:t>encontra-se em curso.</a:t>
              </a:r>
              <a:endParaRPr lang="pt-PT" sz="1050" dirty="0">
                <a:solidFill>
                  <a:schemeClr val="bg1">
                    <a:lumMod val="65000"/>
                  </a:schemeClr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BC2089-4317-786F-42AF-69BA34804FB5}"/>
                </a:ext>
              </a:extLst>
            </p:cNvPr>
            <p:cNvSpPr/>
            <p:nvPr/>
          </p:nvSpPr>
          <p:spPr>
            <a:xfrm>
              <a:off x="722243" y="4135371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E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6F6AF75-F356-E160-E013-4C2E17725A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86045" y="4179389"/>
              <a:ext cx="327600" cy="327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PT" sz="800" b="1" dirty="0"/>
                <a:t>WIP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F90E3A2-0029-EA1C-AC40-7FD0CCD45E87}"/>
              </a:ext>
            </a:extLst>
          </p:cNvPr>
          <p:cNvGrpSpPr/>
          <p:nvPr/>
        </p:nvGrpSpPr>
        <p:grpSpPr>
          <a:xfrm>
            <a:off x="722243" y="4631702"/>
            <a:ext cx="9891402" cy="415636"/>
            <a:chOff x="722243" y="4631702"/>
            <a:chExt cx="9891402" cy="41563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15B2307-9210-F783-51F3-2F314019C049}"/>
                </a:ext>
              </a:extLst>
            </p:cNvPr>
            <p:cNvSpPr/>
            <p:nvPr/>
          </p:nvSpPr>
          <p:spPr>
            <a:xfrm>
              <a:off x="1221005" y="4631702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 cálculo de Impactos nos valores de colaterais reportados por parte da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Área Contabilidade </a:t>
              </a:r>
              <a:r>
                <a:rPr lang="pt-PT" sz="1050" b="1" dirty="0">
                  <a:solidFill>
                    <a:schemeClr val="bg1">
                      <a:lumMod val="65000"/>
                    </a:schemeClr>
                  </a:solidFill>
                  <a:latin typeface="Santander Headline" panose="020B0504020201020104" pitchFamily="34" charset="0"/>
                </a:rPr>
                <a:t>encontra-se em curso.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4A0838E-1446-60AA-C7FC-8B2617A19B7E}"/>
                </a:ext>
              </a:extLst>
            </p:cNvPr>
            <p:cNvSpPr/>
            <p:nvPr/>
          </p:nvSpPr>
          <p:spPr>
            <a:xfrm>
              <a:off x="722243" y="4631702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F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B29F906-B7D6-46AA-55C2-D64FFD0F7C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86045" y="4675720"/>
              <a:ext cx="327600" cy="327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PT" sz="800" b="1" dirty="0"/>
                <a:t>WIP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DADC44-951B-D0C7-A74F-21AF3ABE9C5D}"/>
              </a:ext>
            </a:extLst>
          </p:cNvPr>
          <p:cNvGrpSpPr/>
          <p:nvPr/>
        </p:nvGrpSpPr>
        <p:grpSpPr>
          <a:xfrm>
            <a:off x="722243" y="3134589"/>
            <a:ext cx="9936402" cy="421678"/>
            <a:chOff x="722243" y="3134589"/>
            <a:chExt cx="9936402" cy="42167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70300B-3F16-62E0-B176-A654F1E8F84B}"/>
                </a:ext>
              </a:extLst>
            </p:cNvPr>
            <p:cNvSpPr/>
            <p:nvPr/>
          </p:nvSpPr>
          <p:spPr>
            <a:xfrm>
              <a:off x="1221005" y="3140631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casuisticas e nº de registos descartados na BDR a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encontram-se em linha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com o identificado na data de referência de Fevereiro (análise de fluxo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JM_GARANT_CTO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DF891E3-ABD8-40BA-666D-F5A156D510FD}"/>
                </a:ext>
              </a:extLst>
            </p:cNvPr>
            <p:cNvSpPr/>
            <p:nvPr/>
          </p:nvSpPr>
          <p:spPr>
            <a:xfrm>
              <a:off x="722243" y="313524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C</a:t>
              </a:r>
            </a:p>
          </p:txBody>
        </p:sp>
        <p:pic>
          <p:nvPicPr>
            <p:cNvPr id="32" name="Graphic 31" descr="Badge Tick1 with solid fill">
              <a:extLst>
                <a:ext uri="{FF2B5EF4-FFF2-40B4-BE49-F238E27FC236}">
                  <a16:creationId xmlns:a16="http://schemas.microsoft.com/office/drawing/2014/main" id="{0571C37F-4C0F-C347-BA26-2B9D93805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3134589"/>
              <a:ext cx="417600" cy="4176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88C9818-06B9-725C-FBFC-EA4BBF5E0343}"/>
              </a:ext>
            </a:extLst>
          </p:cNvPr>
          <p:cNvGrpSpPr/>
          <p:nvPr/>
        </p:nvGrpSpPr>
        <p:grpSpPr>
          <a:xfrm>
            <a:off x="722243" y="3634998"/>
            <a:ext cx="9936402" cy="419678"/>
            <a:chOff x="722243" y="3634998"/>
            <a:chExt cx="9936402" cy="41967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C1822E-1C76-E6B6-F137-4C52A2A8CC9E}"/>
                </a:ext>
              </a:extLst>
            </p:cNvPr>
            <p:cNvSpPr/>
            <p:nvPr/>
          </p:nvSpPr>
          <p:spPr>
            <a:xfrm>
              <a:off x="1221005" y="3639040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variação de impactos em capital (RWA)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entre as datas de referência de Março e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foram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impactos calculados na data de referência de Fevereiro (estes impactos dizem respeito </a:t>
              </a:r>
              <a:r>
                <a:rPr lang="pt-PT" sz="1050" u="sng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apenas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a efeitos resultantes do novo modelo de garantias). 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3E9EF19-0320-C1F9-9F88-215D7524B957}"/>
                </a:ext>
              </a:extLst>
            </p:cNvPr>
            <p:cNvSpPr/>
            <p:nvPr/>
          </p:nvSpPr>
          <p:spPr>
            <a:xfrm>
              <a:off x="722243" y="3634998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D</a:t>
              </a:r>
            </a:p>
          </p:txBody>
        </p:sp>
        <p:pic>
          <p:nvPicPr>
            <p:cNvPr id="40" name="Graphic 39" descr="Badge Tick1 with solid fill">
              <a:extLst>
                <a:ext uri="{FF2B5EF4-FFF2-40B4-BE49-F238E27FC236}">
                  <a16:creationId xmlns:a16="http://schemas.microsoft.com/office/drawing/2014/main" id="{AD8F52F2-00E0-A0DD-46FE-A3C94790E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3637076"/>
              <a:ext cx="417600" cy="417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921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19</a:t>
            </a:fld>
            <a:endParaRPr lang="es-E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07288"/>
              </p:ext>
            </p:extLst>
          </p:nvPr>
        </p:nvGraphicFramePr>
        <p:xfrm>
          <a:off x="722241" y="2455200"/>
          <a:ext cx="10390900" cy="2642400"/>
        </p:xfrm>
        <a:graphic>
          <a:graphicData uri="http://schemas.openxmlformats.org/drawingml/2006/table">
            <a:tbl>
              <a:tblPr firstRow="1" firstCol="1" bandRow="1"/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3367374250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4166007057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376790381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 (2)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%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 (MAVALIAA)</a:t>
                      </a:r>
                      <a:endParaRPr lang="en-US" sz="1000" b="1" i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Abril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Fevereiro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931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105 997 481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11 174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105 997 395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10 243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Pessoais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393 158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33 810 921 535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358 877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22 339 424 470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-34 281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-11 471 497 065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-35%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7 515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1 224 624 975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7 419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679 782 825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-96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-544 842 150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Imóveis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365 635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58 242 381 158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400 688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57 540 767 658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35 053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-701 613 499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Pessoais 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37 874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1 644 913 876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33 492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1 586 399 717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-4 382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-58 514 159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Imóveis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5 155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1 516 393 961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1 492 878 316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-214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-23 515 645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810 268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96 545 232 985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816 591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83 745 250 380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6 323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-12 799 982 605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1395CC0C-E4E9-D409-255D-6A32BEE3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9BE11D50-696C-5DDD-4966-1C3C1D320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BR" sz="2000" dirty="0"/>
              <a:t>2. </a:t>
            </a:r>
            <a:r>
              <a:rPr lang="pt-PT" sz="2000" dirty="0"/>
              <a:t>Entrada em produção</a:t>
            </a:r>
            <a:endParaRPr lang="es-E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B94E07-820D-1FA4-0C00-AE02ECD5FCF5}"/>
              </a:ext>
            </a:extLst>
          </p:cNvPr>
          <p:cNvSpPr/>
          <p:nvPr/>
        </p:nvSpPr>
        <p:spPr>
          <a:xfrm>
            <a:off x="722241" y="1164141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BA7960-CD0F-27A9-8BE9-CC6F479224FE}"/>
              </a:ext>
            </a:extLst>
          </p:cNvPr>
          <p:cNvGrpSpPr/>
          <p:nvPr/>
        </p:nvGrpSpPr>
        <p:grpSpPr>
          <a:xfrm>
            <a:off x="722243" y="1605526"/>
            <a:ext cx="9936402" cy="417600"/>
            <a:chOff x="722243" y="2140870"/>
            <a:chExt cx="9936402" cy="417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72FCA5-D5E0-40A2-938D-9BB2F9AF2333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3C64E7-F4E4-A8FA-2C6E-9D3FE8BEC150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4" name="Graphic 13" descr="Badge Tick1 with solid fill">
              <a:extLst>
                <a:ext uri="{FF2B5EF4-FFF2-40B4-BE49-F238E27FC236}">
                  <a16:creationId xmlns:a16="http://schemas.microsoft.com/office/drawing/2014/main" id="{7AE910BC-4D33-9421-40FF-5F8D342E1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A21EA30-DFE1-DA31-8977-D13539E4F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965" y="245270"/>
            <a:ext cx="1787318" cy="53373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C09F791-28D5-D0F7-5FDB-D39E2D4A32CD}"/>
              </a:ext>
            </a:extLst>
          </p:cNvPr>
          <p:cNvSpPr/>
          <p:nvPr/>
        </p:nvSpPr>
        <p:spPr>
          <a:xfrm>
            <a:off x="9965531" y="328613"/>
            <a:ext cx="1955007" cy="47625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1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42111"/>
              </p:ext>
            </p:extLst>
          </p:nvPr>
        </p:nvGraphicFramePr>
        <p:xfrm>
          <a:off x="646337" y="2476961"/>
          <a:ext cx="3375182" cy="1684867"/>
        </p:xfrm>
        <a:graphic>
          <a:graphicData uri="http://schemas.openxmlformats.org/drawingml/2006/table">
            <a:tbl>
              <a:tblPr/>
              <a:tblGrid>
                <a:gridCol w="1235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242">
                <a:tc>
                  <a:txBody>
                    <a:bodyPr/>
                    <a:lstStyle/>
                    <a:p>
                      <a:pPr algn="l" fontAlgn="b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900" b="1" i="0" u="none" strike="noStrike" kern="12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900" b="1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9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564179"/>
              </p:ext>
            </p:extLst>
          </p:nvPr>
        </p:nvGraphicFramePr>
        <p:xfrm>
          <a:off x="4280703" y="2476203"/>
          <a:ext cx="6975265" cy="1999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282273" y="2476203"/>
            <a:ext cx="6973695" cy="234315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100" b="1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1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7" y="4304329"/>
            <a:ext cx="213137" cy="28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766146" y="4307998"/>
            <a:ext cx="6204965" cy="246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latin typeface="Santander Text" panose="020B0504020201020104" pitchFamily="34" charset="0"/>
              </a:rPr>
              <a:t>Controlos corrigidos face ao mês anterior: 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7086854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(4%)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884648" y="3862952"/>
            <a:ext cx="681480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4 (4%)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757187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4 (4%)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CE0D7D-E475-486C-84CA-5212474003E6}"/>
              </a:ext>
            </a:extLst>
          </p:cNvPr>
          <p:cNvSpPr/>
          <p:nvPr/>
        </p:nvSpPr>
        <p:spPr>
          <a:xfrm>
            <a:off x="10709117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(3%)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4694834" y="2884456"/>
            <a:ext cx="0" cy="1403064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E92542DC-4893-4427-B718-6CFDC057A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521699"/>
              </p:ext>
            </p:extLst>
          </p:nvPr>
        </p:nvGraphicFramePr>
        <p:xfrm>
          <a:off x="10938497" y="2053672"/>
          <a:ext cx="381050" cy="80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753" imgH="806311" progId="Excel.Sheet.12">
                  <p:embed/>
                </p:oleObj>
              </mc:Choice>
              <mc:Fallback>
                <p:oleObj name="Worksheet" showAsIcon="1" r:id="rId4" imgW="380753" imgH="806311" progId="Excel.Sheet.12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E92542DC-4893-4427-B718-6CFDC057A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38497" y="2053672"/>
                        <a:ext cx="381050" cy="80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646337" y="6180729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>
                <a:latin typeface="Santander Text" panose="020B0504020201020104" pitchFamily="34" charset="0"/>
              </a:rPr>
              <a:t>1  </a:t>
            </a:r>
            <a:r>
              <a:rPr lang="pt-PT" sz="80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1100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301585F9-CBF7-C70C-3A7B-0AF5597D1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BR" sz="2000" dirty="0"/>
              <a:t>2. </a:t>
            </a:r>
            <a:r>
              <a:rPr lang="pt-PT" sz="2000" dirty="0"/>
              <a:t>Entrada em produção</a:t>
            </a:r>
            <a:endParaRPr lang="es-ES" sz="20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864404"/>
              </p:ext>
            </p:extLst>
          </p:nvPr>
        </p:nvGraphicFramePr>
        <p:xfrm>
          <a:off x="722243" y="4657610"/>
          <a:ext cx="10608249" cy="136822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0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1414 (0,50%)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CDO e IT de Empréstimos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 </a:t>
                      </a: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Emp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.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3590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(0,95%)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com Operações de Serviço de Crédito</a:t>
                      </a:r>
                      <a:endParaRPr lang="pt-PT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 CS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(1,21%)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de correção definido por IT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(3,33%)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equipa IT do projeto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 modelo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CC, TT ou FU dados como garantia com saldo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contab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. &lt; ao montante cativo total</a:t>
                      </a:r>
                      <a:endParaRPr lang="pt-PT" sz="900" b="0" i="0" u="none" strike="noStrike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139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(2,17%)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D0082875-905A-E50D-8E41-50C72A4EB936}"/>
              </a:ext>
            </a:extLst>
          </p:cNvPr>
          <p:cNvGrpSpPr/>
          <p:nvPr/>
        </p:nvGrpSpPr>
        <p:grpSpPr>
          <a:xfrm>
            <a:off x="722243" y="1605526"/>
            <a:ext cx="9936402" cy="418657"/>
            <a:chOff x="722243" y="2631686"/>
            <a:chExt cx="9936402" cy="41865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4ACF1D-4A7D-68CE-826F-7734F8BD6091}"/>
                </a:ext>
              </a:extLst>
            </p:cNvPr>
            <p:cNvSpPr/>
            <p:nvPr/>
          </p:nvSpPr>
          <p:spPr>
            <a:xfrm>
              <a:off x="1221005" y="2634707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variações verificadas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FEVEREIRO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não foram significativas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, justificando-se pelas variações inerentes a uma nova data de referência. Adicionalmente, verificam-se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</a:t>
              </a:r>
              <a:r>
                <a:rPr lang="pt-PT" sz="1050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módulo de controlos de garantias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nas 2 datas de referência.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1437763-29FD-6D0B-49B8-2BCF47357F5A}"/>
                </a:ext>
              </a:extLst>
            </p:cNvPr>
            <p:cNvSpPr/>
            <p:nvPr/>
          </p:nvSpPr>
          <p:spPr>
            <a:xfrm>
              <a:off x="722243" y="263201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B</a:t>
              </a:r>
            </a:p>
          </p:txBody>
        </p:sp>
        <p:pic>
          <p:nvPicPr>
            <p:cNvPr id="16" name="Graphic 15" descr="Badge Tick1 with solid fill">
              <a:extLst>
                <a:ext uri="{FF2B5EF4-FFF2-40B4-BE49-F238E27FC236}">
                  <a16:creationId xmlns:a16="http://schemas.microsoft.com/office/drawing/2014/main" id="{53F549F0-4FFE-BDE5-B1AC-B28B9C446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41045" y="2631686"/>
              <a:ext cx="417600" cy="417600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B8145D8-B0FE-6776-7562-1CD51954DF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2965" y="245270"/>
            <a:ext cx="1787318" cy="53373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04DAE10-C827-4138-8CDB-7C1EC8D203D9}"/>
              </a:ext>
            </a:extLst>
          </p:cNvPr>
          <p:cNvSpPr/>
          <p:nvPr/>
        </p:nvSpPr>
        <p:spPr>
          <a:xfrm>
            <a:off x="9965531" y="422467"/>
            <a:ext cx="1955007" cy="37763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4A0C4F-C09D-C24B-88F3-124DB4F8F41C}"/>
              </a:ext>
            </a:extLst>
          </p:cNvPr>
          <p:cNvSpPr/>
          <p:nvPr/>
        </p:nvSpPr>
        <p:spPr>
          <a:xfrm>
            <a:off x="9965531" y="235080"/>
            <a:ext cx="1955007" cy="9040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A401FF-3034-07B1-E595-F5E03262B360}"/>
              </a:ext>
            </a:extLst>
          </p:cNvPr>
          <p:cNvSpPr/>
          <p:nvPr/>
        </p:nvSpPr>
        <p:spPr>
          <a:xfrm>
            <a:off x="722241" y="1164141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</p:spTree>
    <p:extLst>
      <p:ext uri="{BB962C8B-B14F-4D97-AF65-F5344CB8AC3E}">
        <p14:creationId xmlns:p14="http://schemas.microsoft.com/office/powerpoint/2010/main" val="374319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21</a:t>
            </a:fld>
            <a:endParaRPr lang="es-E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43200"/>
              </p:ext>
            </p:extLst>
          </p:nvPr>
        </p:nvGraphicFramePr>
        <p:xfrm>
          <a:off x="722243" y="256675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679 782 825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679 782 516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-308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369 444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369 444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59 033 645 974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59 033 645 974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24 031 821 582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24 031 715 515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-106 067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748 784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748 774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83 745 250 380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83 745 144 005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-106 375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072469"/>
            <a:ext cx="5208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Tabela JM_GARANT_CTO carregada na BDR2 e resulta do processo utilizando o Novo Modelo de Garantias (GT015).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1CBC589-FA16-696D-1407-5680FB914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BR" sz="2000" dirty="0"/>
              <a:t>2. </a:t>
            </a:r>
            <a:r>
              <a:rPr lang="pt-PT" sz="2000" dirty="0"/>
              <a:t>Entrada em produção</a:t>
            </a:r>
            <a:endParaRPr lang="es-ES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CE682D-103F-5171-BF55-9310C09ACCB3}"/>
              </a:ext>
            </a:extLst>
          </p:cNvPr>
          <p:cNvGrpSpPr/>
          <p:nvPr/>
        </p:nvGrpSpPr>
        <p:grpSpPr>
          <a:xfrm>
            <a:off x="722243" y="1605526"/>
            <a:ext cx="9936402" cy="421678"/>
            <a:chOff x="722243" y="3134589"/>
            <a:chExt cx="9936402" cy="42167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AB2D82-96EB-6D14-45CF-6586A77CBC3E}"/>
                </a:ext>
              </a:extLst>
            </p:cNvPr>
            <p:cNvSpPr/>
            <p:nvPr/>
          </p:nvSpPr>
          <p:spPr>
            <a:xfrm>
              <a:off x="1221005" y="3140631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casuisticas e nº de registos descartados na BDR a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encontram-se em linha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com o identificado na data de referência de Fevereiro (análise de fluxo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JM_GARANT_CTO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0AE760-643C-FE50-1DC2-21768DE7F98C}"/>
                </a:ext>
              </a:extLst>
            </p:cNvPr>
            <p:cNvSpPr/>
            <p:nvPr/>
          </p:nvSpPr>
          <p:spPr>
            <a:xfrm>
              <a:off x="722243" y="313524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C</a:t>
              </a:r>
            </a:p>
          </p:txBody>
        </p:sp>
        <p:pic>
          <p:nvPicPr>
            <p:cNvPr id="12" name="Graphic 11" descr="Badge Tick1 with solid fill">
              <a:extLst>
                <a:ext uri="{FF2B5EF4-FFF2-40B4-BE49-F238E27FC236}">
                  <a16:creationId xmlns:a16="http://schemas.microsoft.com/office/drawing/2014/main" id="{4578BCA4-3B06-49D3-65F6-3A4268267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3134589"/>
              <a:ext cx="417600" cy="41760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54D6E51-B0C0-901A-9FF4-006941877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965" y="245270"/>
            <a:ext cx="1787318" cy="53373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E685FE0-18BA-914A-DA15-67FD97CB5025}"/>
              </a:ext>
            </a:extLst>
          </p:cNvPr>
          <p:cNvSpPr/>
          <p:nvPr/>
        </p:nvSpPr>
        <p:spPr>
          <a:xfrm>
            <a:off x="9965531" y="507205"/>
            <a:ext cx="1955007" cy="29289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13032E-B0CA-0C55-74A5-C990AF71A65E}"/>
              </a:ext>
            </a:extLst>
          </p:cNvPr>
          <p:cNvSpPr/>
          <p:nvPr/>
        </p:nvSpPr>
        <p:spPr>
          <a:xfrm>
            <a:off x="9965531" y="230318"/>
            <a:ext cx="1955007" cy="18878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861E3C-DF78-831A-6B4E-F19807F35844}"/>
              </a:ext>
            </a:extLst>
          </p:cNvPr>
          <p:cNvSpPr/>
          <p:nvPr/>
        </p:nvSpPr>
        <p:spPr>
          <a:xfrm>
            <a:off x="722241" y="1164141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</p:spTree>
    <p:extLst>
      <p:ext uri="{BB962C8B-B14F-4D97-AF65-F5344CB8AC3E}">
        <p14:creationId xmlns:p14="http://schemas.microsoft.com/office/powerpoint/2010/main" val="5320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699648" y="3403875"/>
            <a:ext cx="10891987" cy="27678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22</a:t>
            </a:fld>
            <a:endParaRPr lang="es-E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34385"/>
              </p:ext>
            </p:extLst>
          </p:nvPr>
        </p:nvGraphicFramePr>
        <p:xfrm>
          <a:off x="1033024" y="3443247"/>
          <a:ext cx="5478294" cy="257831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  <a:r>
                        <a:rPr lang="pt-PT" sz="10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123 031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-4 256 526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-2 328 469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-6 584 994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13 492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-2 495 169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-368 051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-2 863 220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6 018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2 375 903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4 952 780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7 328 683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Impacto inerentes a garantias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-4 375 791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2 256 260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-2 119 531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Reconciliação (Cont/Cargabal)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19 099 624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19 099 624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PD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30 110 172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30 110 172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383772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LGD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-1 787 311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-1 787 311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51473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Variações de Universo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-28 156 740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-5 242 416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-33 399 157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660024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Mudanças no rácio atual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-16 508 261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-14 901 741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-31 410 002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52670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Impactos não inerentes – ENC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13 090 879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13 090 879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521463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Outras Diferenças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-150 845 531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20 982 025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-129 863 507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41248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99163" y="3403875"/>
            <a:ext cx="499247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u="sng" dirty="0">
                <a:latin typeface="Santander Text" panose="020B0504020201020104" pitchFamily="34" charset="0"/>
              </a:rPr>
              <a:t>Notas adicionais:</a:t>
            </a:r>
          </a:p>
          <a:p>
            <a:endParaRPr lang="pt-PT" sz="900" dirty="0">
              <a:latin typeface="Santander Text" panose="020B0504020201020104" pitchFamily="34" charset="0"/>
            </a:endParaRP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Para os </a:t>
            </a:r>
            <a:r>
              <a:rPr lang="pt-PT" sz="900" b="1" dirty="0">
                <a:latin typeface="Santander Text" panose="020B0504020201020104" pitchFamily="34" charset="0"/>
              </a:rPr>
              <a:t>impactos inerentes a garantias</a:t>
            </a:r>
            <a:r>
              <a:rPr lang="pt-PT" sz="900" dirty="0">
                <a:latin typeface="Santander Text" panose="020B0504020201020104" pitchFamily="34" charset="0"/>
              </a:rPr>
              <a:t> não foi possível isolar o efeito de variações "normais" de mudança de rácio, incluindo, por exemplo, variações na EAD; 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As </a:t>
            </a:r>
            <a:r>
              <a:rPr lang="pt-PT" sz="900" b="1" dirty="0">
                <a:latin typeface="Santander Text" panose="020B0504020201020104" pitchFamily="34" charset="0"/>
              </a:rPr>
              <a:t>restantes diferenças </a:t>
            </a:r>
            <a:r>
              <a:rPr lang="pt-PT" sz="900" dirty="0">
                <a:latin typeface="Santander Text" panose="020B0504020201020104" pitchFamily="34" charset="0"/>
              </a:rPr>
              <a:t>dizem respeito a contratos para os quais: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Não existe garantia associada em nenhum dos rácios;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Existe garantia(s) associada(s) em pelo menos um dos rácios, no entanto existe o descarte das mesmas;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A(s) garantia(s) utilizada(s) são exatamente iguais entre os rácios.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 casuistica "</a:t>
            </a:r>
            <a:r>
              <a:rPr lang="pt-PT" sz="900" b="1" dirty="0">
                <a:latin typeface="Santander Text" panose="020B0504020201020104" pitchFamily="34" charset="0"/>
              </a:rPr>
              <a:t>Variações de Universo</a:t>
            </a:r>
            <a:r>
              <a:rPr lang="pt-PT" sz="900" dirty="0">
                <a:latin typeface="Santander Text" panose="020B0504020201020104" pitchFamily="34" charset="0"/>
              </a:rPr>
              <a:t>" engloba as seguintes situações: variações de EAD, novos contratos, contratos desaparecidos ou Diferenças no valor do LTV.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 casuistica "</a:t>
            </a:r>
            <a:r>
              <a:rPr lang="pt-PT" sz="900" b="1" dirty="0">
                <a:latin typeface="Santander Text" panose="020B0504020201020104" pitchFamily="34" charset="0"/>
              </a:rPr>
              <a:t>Mudanças no rácio atual</a:t>
            </a:r>
            <a:r>
              <a:rPr lang="pt-PT" sz="900" dirty="0">
                <a:latin typeface="Santander Text" panose="020B0504020201020104" pitchFamily="34" charset="0"/>
              </a:rPr>
              <a:t>" diz respeito a contratos para os quais a garantia era descartada em março e a abril é utilizada. 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Para a casuistica "</a:t>
            </a:r>
            <a:r>
              <a:rPr lang="pt-PT" sz="900" b="1" dirty="0">
                <a:latin typeface="Santander Text" panose="020B0504020201020104" pitchFamily="34" charset="0"/>
              </a:rPr>
              <a:t>Outras Diferenças</a:t>
            </a:r>
            <a:r>
              <a:rPr lang="pt-PT" sz="900" dirty="0">
                <a:latin typeface="Santander Text" panose="020B0504020201020104" pitchFamily="34" charset="0"/>
              </a:rPr>
              <a:t>" não foi possível aferir a razão da variação verificada no montante de RWA, uma vez que os contratos em questão cumprem todos os requisitos identificados no ponto 2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708147"/>
              </p:ext>
            </p:extLst>
          </p:nvPr>
        </p:nvGraphicFramePr>
        <p:xfrm>
          <a:off x="722243" y="2247176"/>
          <a:ext cx="6479999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789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Abril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Março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Abril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Março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10 231 633 092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10 403 196 555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-171 563 463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32 535 752 617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32 911 360 189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-375 607 572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1 310 323 255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1 275 038 624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35 284 631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16 509 804 582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17 974 054 454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-1 464 249 872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11 541 956 347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11 678 235 179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-136 278 831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49 045 557 199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50 885 414 643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-1 839 857 444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059536" y="6193464"/>
            <a:ext cx="6667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Resultados obtidos à data de referência de Março resultam do processo do BIYR9500 (</a:t>
            </a:r>
            <a:r>
              <a:rPr lang="pt-PT" sz="800" b="1" dirty="0">
                <a:latin typeface="Santander Text" panose="020B0504020201020104" pitchFamily="34" charset="0"/>
              </a:rPr>
              <a:t>antes</a:t>
            </a:r>
            <a:r>
              <a:rPr lang="pt-PT" sz="800" dirty="0">
                <a:latin typeface="Santander Text" panose="020B0504020201020104" pitchFamily="34" charset="0"/>
              </a:rPr>
              <a:t> da entrada em produção do Novo Modelo de Garantias).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3. Resultados obtidos à data de referência de Abril resultam do processo do BIYR9500 (</a:t>
            </a:r>
            <a:r>
              <a:rPr lang="pt-PT" sz="800" b="1" dirty="0">
                <a:latin typeface="Santander Text" panose="020B0504020201020104" pitchFamily="34" charset="0"/>
              </a:rPr>
              <a:t>após</a:t>
            </a:r>
            <a:r>
              <a:rPr lang="pt-PT" sz="800" dirty="0">
                <a:latin typeface="Santander Text" panose="020B0504020201020104" pitchFamily="34" charset="0"/>
              </a:rPr>
              <a:t> a entrada em produção do Novo Modelo de Garantias).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4. Universo definido com base na combinação entre o método de cálculo de capital, segmento e contrato BDR.</a:t>
            </a:r>
            <a:r>
              <a:rPr lang="pt-BR" sz="800" dirty="0"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7382" y="2361395"/>
            <a:ext cx="987423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871698" y="2129931"/>
            <a:ext cx="193340" cy="235454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CC505BCC-0D73-2805-BCFB-AD5348869F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BR" sz="2000" dirty="0"/>
              <a:t>2. </a:t>
            </a:r>
            <a:r>
              <a:rPr lang="pt-PT" sz="2000" dirty="0"/>
              <a:t>Entrada em produção</a:t>
            </a:r>
            <a:endParaRPr lang="es-ES" sz="2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A68072B-86A9-9C49-1295-509349EFE934}"/>
              </a:ext>
            </a:extLst>
          </p:cNvPr>
          <p:cNvGrpSpPr/>
          <p:nvPr/>
        </p:nvGrpSpPr>
        <p:grpSpPr>
          <a:xfrm>
            <a:off x="722243" y="1605526"/>
            <a:ext cx="9936402" cy="419678"/>
            <a:chOff x="722243" y="3634998"/>
            <a:chExt cx="9936402" cy="41967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DF18D8-3EEA-3FE3-992A-19C820E10ABB}"/>
                </a:ext>
              </a:extLst>
            </p:cNvPr>
            <p:cNvSpPr/>
            <p:nvPr/>
          </p:nvSpPr>
          <p:spPr>
            <a:xfrm>
              <a:off x="1221005" y="3639040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variação de impactos em capital (RWA)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entre as datas de referência de Março e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foram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impactos calculados na data de referência de Fevereiro (estes impactos dizem respeito </a:t>
              </a:r>
              <a:r>
                <a:rPr lang="pt-PT" sz="1050" u="sng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apenas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a efeitos resultantes do novo modelo de garantias).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B86829D-0761-4D4B-97EC-846D67163A20}"/>
                </a:ext>
              </a:extLst>
            </p:cNvPr>
            <p:cNvSpPr/>
            <p:nvPr/>
          </p:nvSpPr>
          <p:spPr>
            <a:xfrm>
              <a:off x="722243" y="3634998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D</a:t>
              </a:r>
            </a:p>
          </p:txBody>
        </p:sp>
        <p:pic>
          <p:nvPicPr>
            <p:cNvPr id="16" name="Graphic 15" descr="Badge Tick1 with solid fill">
              <a:extLst>
                <a:ext uri="{FF2B5EF4-FFF2-40B4-BE49-F238E27FC236}">
                  <a16:creationId xmlns:a16="http://schemas.microsoft.com/office/drawing/2014/main" id="{5EB6F6B1-4797-5724-27FB-2BF0375A5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3637076"/>
              <a:ext cx="417600" cy="417600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A8ABBD43-D6A2-9313-0CBD-D47CC4704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2965" y="245270"/>
            <a:ext cx="1787318" cy="53373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DEC1544-1F5B-0E9C-9C6D-3F8451CAACE7}"/>
              </a:ext>
            </a:extLst>
          </p:cNvPr>
          <p:cNvSpPr/>
          <p:nvPr/>
        </p:nvSpPr>
        <p:spPr>
          <a:xfrm>
            <a:off x="9965531" y="604837"/>
            <a:ext cx="1955007" cy="19050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65E50A-6314-87D4-EA3E-88CA886FA6B7}"/>
              </a:ext>
            </a:extLst>
          </p:cNvPr>
          <p:cNvSpPr/>
          <p:nvPr/>
        </p:nvSpPr>
        <p:spPr>
          <a:xfrm>
            <a:off x="9965531" y="235080"/>
            <a:ext cx="1955007" cy="27450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81B16D-51F6-2D9C-D91B-FEABB084552C}"/>
              </a:ext>
            </a:extLst>
          </p:cNvPr>
          <p:cNvSpPr/>
          <p:nvPr/>
        </p:nvSpPr>
        <p:spPr>
          <a:xfrm>
            <a:off x="722241" y="1164141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</p:spTree>
    <p:extLst>
      <p:ext uri="{BB962C8B-B14F-4D97-AF65-F5344CB8AC3E}">
        <p14:creationId xmlns:p14="http://schemas.microsoft.com/office/powerpoint/2010/main" val="363361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Próximos Passos</a:t>
            </a:r>
            <a:endParaRPr lang="es-ES" i="1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5702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Próximos Passos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24</a:t>
            </a:fld>
            <a:endParaRPr lang="es-E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B88808-D1A1-0551-AFD9-87ABBF80E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600475"/>
              </p:ext>
            </p:extLst>
          </p:nvPr>
        </p:nvGraphicFramePr>
        <p:xfrm>
          <a:off x="722242" y="1363981"/>
          <a:ext cx="10516858" cy="3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4694498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01590">
                  <a:extLst>
                    <a:ext uri="{9D8B030D-6E8A-4147-A177-3AD203B41FA5}">
                      <a16:colId xmlns:a16="http://schemas.microsoft.com/office/drawing/2014/main" val="4229924860"/>
                    </a:ext>
                  </a:extLst>
                </a:gridCol>
                <a:gridCol w="1401590">
                  <a:extLst>
                    <a:ext uri="{9D8B030D-6E8A-4147-A177-3AD203B41FA5}">
                      <a16:colId xmlns:a16="http://schemas.microsoft.com/office/drawing/2014/main" val="1815613397"/>
                    </a:ext>
                  </a:extLst>
                </a:gridCol>
                <a:gridCol w="140159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0159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11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11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Status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Área responsável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1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Análise de diferenças de montantes de avaliação do universo de </a:t>
                      </a:r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garantias Imobiliárias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134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255 326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Definição de metodologia para aprovisionamento das avaliações de </a:t>
                      </a:r>
                      <a:r>
                        <a:rPr lang="pt-PT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Leasing Imobiliário </a:t>
                      </a:r>
                      <a:r>
                        <a:rPr lang="pt-PT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que “regressaram” da aplicação de contencioso</a:t>
                      </a:r>
                      <a:r>
                        <a:rPr lang="pt-PT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. </a:t>
                      </a:r>
                      <a:endParaRPr lang="pt-PT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 / </a:t>
                      </a:r>
                      <a:r>
                        <a:rPr lang="pt-PT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Leasing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-22 705 006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725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Análise de diferenças de montantes de avaliação do universo de </a:t>
                      </a:r>
                      <a:r>
                        <a:rPr lang="pt-PT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garantias Pessoais</a:t>
                      </a:r>
                      <a:r>
                        <a:rPr lang="pt-PT" sz="1000" b="1" i="1" u="none" strike="noStrike" kern="1200" dirty="0">
                          <a:solidFill>
                            <a:schemeClr val="dk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.</a:t>
                      </a:r>
                      <a:endParaRPr lang="pt-PT" sz="1000" b="1" i="1" u="none" strike="noStrike" kern="12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>
                          <a:latin typeface="Santander Text" panose="020B0504020201020104" pitchFamily="34" charset="0"/>
                        </a:rPr>
                        <a:t>617</a:t>
                      </a:r>
                      <a:r>
                        <a:rPr lang="pt-PT" sz="1000" baseline="30000">
                          <a:latin typeface="Santander Text" panose="020B0504020201020104" pitchFamily="34" charset="0"/>
                        </a:rPr>
                        <a:t>1</a:t>
                      </a:r>
                      <a:endParaRPr lang="pt-PT" sz="1000" b="0" i="0" u="none" strike="noStrike" kern="1200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>
                          <a:latin typeface="Santander Text" panose="020B0504020201020104" pitchFamily="34" charset="0"/>
                        </a:rPr>
                        <a:t>29 049 891</a:t>
                      </a:r>
                      <a:endParaRPr lang="pt-PT" sz="1000" b="0" i="0" u="none" strike="noStrike"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894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Análise e resolução de diferenças entre as </a:t>
                      </a: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tabelas de </a:t>
                      </a:r>
                      <a:r>
                        <a:rPr lang="pt-PT" sz="1000" b="1" i="1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output </a:t>
                      </a: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do Modelo de Garantias 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(GT015) e </a:t>
                      </a: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BDR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(JM_GARANT_CTO)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dirty="0">
                          <a:effectLst/>
                          <a:latin typeface="Santander Text" panose="020B0504020201020104" pitchFamily="34" charset="0"/>
                        </a:rPr>
                        <a:t>CDO / IT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- 106 375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Continuação da análise de impactos na ótica da </a:t>
                      </a: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área de Capital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dirty="0">
                          <a:effectLst/>
                          <a:latin typeface="Santander Text" panose="020B0504020201020104" pitchFamily="34" charset="0"/>
                        </a:rPr>
                        <a:t>CDO / Capital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PT" sz="1100" b="0" i="0" u="none" strike="noStrike">
                        <a:effectLst/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351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Realização de </a:t>
                      </a: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documentação funcional</a:t>
                      </a: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do Novo Modelo de Garantias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Por iniciar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dirty="0">
                          <a:effectLst/>
                          <a:latin typeface="Santander Text" panose="020B0504020201020104" pitchFamily="34" charset="0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2497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Implementação de novos requisitos/melhorias identificadas no processo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dirty="0">
                          <a:effectLst/>
                          <a:latin typeface="Santander Text" panose="020B0504020201020104" pitchFamily="34" charset="0"/>
                        </a:rPr>
                        <a:t>CDO / IT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4776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dirty="0">
                          <a:latin typeface="Santander Text" panose="020B0504020201020104" pitchFamily="34" charset="0"/>
                        </a:rPr>
                        <a:t>Ingestas de tabelas de Factoring </a:t>
                      </a:r>
                      <a:r>
                        <a:rPr lang="pt-PT" sz="1000" dirty="0">
                          <a:latin typeface="Santander Text" panose="020B0504020201020104" pitchFamily="34" charset="0"/>
                        </a:rPr>
                        <a:t>que foram recentemente adicionadas ao processo e ainda encontram-se a ser carregadas manualmente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dirty="0"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3051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Santander Text" panose="020B0504020201020104" pitchFamily="34" charset="0"/>
                        </a:rPr>
                        <a:t>Calenderização do re-apontar a CRC e porfolios de securitização para o novo modelo de garantias</a:t>
                      </a:r>
                      <a:endParaRPr lang="pt-PT" sz="1000" dirty="0"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dirty="0"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2712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Santander Text" panose="020B0504020201020104" pitchFamily="34" charset="0"/>
                        </a:rPr>
                        <a:t>Implementação de controlos de Qualidade de Dados</a:t>
                      </a:r>
                      <a:endParaRPr lang="pt-PT" sz="1000" dirty="0"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Em curso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>
                          <a:effectLst/>
                          <a:latin typeface="Santander Text" panose="020B0504020201020104" pitchFamily="34" charset="0"/>
                        </a:rPr>
                        <a:t>CDO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775906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3510AB86-A3F2-3CD8-18B7-E2E5E3839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160304"/>
            <a:ext cx="391806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>
                <a:latin typeface="Santander Text" panose="020B0504020201020104" pitchFamily="34" charset="0"/>
              </a:rPr>
              <a:t>*</a:t>
            </a:r>
            <a:r>
              <a:rPr lang="pt-BR" sz="800">
                <a:latin typeface="Santander Text" panose="020B0504020201020104" pitchFamily="34" charset="0"/>
              </a:rPr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99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786775C-F9F2-496B-B977-37935309F0C1}"/>
</file>

<file path=customXml/itemProps2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B6808E-2F30-4A3E-86D7-9BE6F24DF713}">
  <ds:schemaRefs>
    <ds:schemaRef ds:uri="7b1ec8e5-5652-48eb-8550-a56a35f5f817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6139</Words>
  <Application>Microsoft Office PowerPoint</Application>
  <PresentationFormat>Custom</PresentationFormat>
  <Paragraphs>1371</Paragraphs>
  <Slides>25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Santander Headline</vt:lpstr>
      <vt:lpstr>Santander Text</vt:lpstr>
      <vt:lpstr>Wingdings</vt:lpstr>
      <vt:lpstr>Tema de Office</vt:lpstr>
      <vt:lpstr>1_Tema de Office</vt:lpstr>
      <vt:lpstr>Worksheet</vt:lpstr>
      <vt:lpstr>Projeto Repositório Consolidado de Garantias</vt:lpstr>
      <vt:lpstr>Status do projeto </vt:lpstr>
      <vt:lpstr>1.1</vt:lpstr>
      <vt:lpstr>1.1</vt:lpstr>
      <vt:lpstr>1.1</vt:lpstr>
      <vt:lpstr>1.2</vt:lpstr>
      <vt:lpstr>1.2</vt:lpstr>
      <vt:lpstr>1.2</vt:lpstr>
      <vt:lpstr>1.2</vt:lpstr>
      <vt:lpstr>1.2</vt:lpstr>
      <vt:lpstr>1.2</vt:lpstr>
      <vt:lpstr>1.3</vt:lpstr>
      <vt:lpstr>1.4</vt:lpstr>
      <vt:lpstr>1.5</vt:lpstr>
      <vt:lpstr>1.6</vt:lpstr>
      <vt:lpstr>1.7</vt:lpstr>
      <vt:lpstr>Entrada em produção </vt:lpstr>
      <vt:lpstr>2.1</vt:lpstr>
      <vt:lpstr>PowerPoint Presentation</vt:lpstr>
      <vt:lpstr>PowerPoint Presentation</vt:lpstr>
      <vt:lpstr>PowerPoint Presentation</vt:lpstr>
      <vt:lpstr>PowerPoint Presentation</vt:lpstr>
      <vt:lpstr>Próximos Passos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1</cp:revision>
  <dcterms:created xsi:type="dcterms:W3CDTF">2018-03-19T11:10:43Z</dcterms:created>
  <dcterms:modified xsi:type="dcterms:W3CDTF">2023-05-15T21:35:57Z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2023-02-22T10:31:56Z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173c60c3-cb47-4784-b350-e5b95560702d</vt:lpwstr>
  </property>
  <property fmtid="{D5CDD505-2E9C-101B-9397-08002B2CF9AE}" pid="10" name="MSIP_Label_3c41c091-3cbc-4dba-8b59-ce62f19500db_ContentBits">
    <vt:lpwstr>1</vt:lpwstr>
  </property>
</Properties>
</file>