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61" r:id="rId5"/>
    <p:sldId id="479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E0BABA"/>
    <a:srgbClr val="FF6D6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FB6F54-19B6-440E-B9D1-6677A23A69C7}" v="43" dt="2021-06-03T18:07:05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50" d="100"/>
          <a:sy n="50" d="100"/>
        </p:scale>
        <p:origin x="1176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oma Munoz" userId="54ac8f13-96be-4170-bf4b-04de0597c433" providerId="ADAL" clId="{2DF5861B-E7AF-4B2A-B40B-800CF24D7B68}"/>
    <pc:docChg chg="custSel delSld modSld">
      <pc:chgData name="Paloma Munoz" userId="54ac8f13-96be-4170-bf4b-04de0597c433" providerId="ADAL" clId="{2DF5861B-E7AF-4B2A-B40B-800CF24D7B68}" dt="2021-06-02T13:06:54.417" v="1359" actId="113"/>
      <pc:docMkLst>
        <pc:docMk/>
      </pc:docMkLst>
      <pc:sldChg chg="modSp">
        <pc:chgData name="Paloma Munoz" userId="54ac8f13-96be-4170-bf4b-04de0597c433" providerId="ADAL" clId="{2DF5861B-E7AF-4B2A-B40B-800CF24D7B68}" dt="2021-06-01T19:43:35.528" v="19" actId="20577"/>
        <pc:sldMkLst>
          <pc:docMk/>
          <pc:sldMk cId="1122572815" sldId="261"/>
        </pc:sldMkLst>
        <pc:spChg chg="mod">
          <ac:chgData name="Paloma Munoz" userId="54ac8f13-96be-4170-bf4b-04de0597c433" providerId="ADAL" clId="{2DF5861B-E7AF-4B2A-B40B-800CF24D7B68}" dt="2021-06-01T19:43:35.528" v="19" actId="20577"/>
          <ac:spMkLst>
            <pc:docMk/>
            <pc:sldMk cId="1122572815" sldId="261"/>
            <ac:spMk id="6" creationId="{40447380-3E61-4E42-AFCA-CAF1866AAF93}"/>
          </ac:spMkLst>
        </pc:spChg>
      </pc:sldChg>
      <pc:sldChg chg="del">
        <pc:chgData name="Paloma Munoz" userId="54ac8f13-96be-4170-bf4b-04de0597c433" providerId="ADAL" clId="{2DF5861B-E7AF-4B2A-B40B-800CF24D7B68}" dt="2021-06-01T19:46:26.549" v="276" actId="2696"/>
        <pc:sldMkLst>
          <pc:docMk/>
          <pc:sldMk cId="1474999209" sldId="265"/>
        </pc:sldMkLst>
      </pc:sldChg>
      <pc:sldChg chg="addSp delSp modSp">
        <pc:chgData name="Paloma Munoz" userId="54ac8f13-96be-4170-bf4b-04de0597c433" providerId="ADAL" clId="{2DF5861B-E7AF-4B2A-B40B-800CF24D7B68}" dt="2021-06-02T13:06:54.417" v="1359" actId="113"/>
        <pc:sldMkLst>
          <pc:docMk/>
          <pc:sldMk cId="4242008567" sldId="479"/>
        </pc:sldMkLst>
        <pc:spChg chg="del">
          <ac:chgData name="Paloma Munoz" userId="54ac8f13-96be-4170-bf4b-04de0597c433" providerId="ADAL" clId="{2DF5861B-E7AF-4B2A-B40B-800CF24D7B68}" dt="2021-06-01T19:43:40.226" v="20" actId="478"/>
          <ac:spMkLst>
            <pc:docMk/>
            <pc:sldMk cId="4242008567" sldId="479"/>
            <ac:spMk id="2" creationId="{3749F5D3-CEB6-4F34-A8C0-9146135DAEFA}"/>
          </ac:spMkLst>
        </pc:spChg>
        <pc:spChg chg="del">
          <ac:chgData name="Paloma Munoz" userId="54ac8f13-96be-4170-bf4b-04de0597c433" providerId="ADAL" clId="{2DF5861B-E7AF-4B2A-B40B-800CF24D7B68}" dt="2021-06-01T19:43:40.226" v="20" actId="478"/>
          <ac:spMkLst>
            <pc:docMk/>
            <pc:sldMk cId="4242008567" sldId="479"/>
            <ac:spMk id="3" creationId="{7A74D1DC-CE25-4292-8DF3-CD6146115A28}"/>
          </ac:spMkLst>
        </pc:spChg>
        <pc:spChg chg="add del mod">
          <ac:chgData name="Paloma Munoz" userId="54ac8f13-96be-4170-bf4b-04de0597c433" providerId="ADAL" clId="{2DF5861B-E7AF-4B2A-B40B-800CF24D7B68}" dt="2021-06-02T12:05:54.580" v="641"/>
          <ac:spMkLst>
            <pc:docMk/>
            <pc:sldMk cId="4242008567" sldId="479"/>
            <ac:spMk id="4" creationId="{A307AF49-D5EF-4BEF-BF78-E01A9F1A0AE6}"/>
          </ac:spMkLst>
        </pc:spChg>
        <pc:spChg chg="add del mod">
          <ac:chgData name="Paloma Munoz" userId="54ac8f13-96be-4170-bf4b-04de0597c433" providerId="ADAL" clId="{2DF5861B-E7AF-4B2A-B40B-800CF24D7B68}" dt="2021-06-02T12:10:49.497" v="786" actId="478"/>
          <ac:spMkLst>
            <pc:docMk/>
            <pc:sldMk cId="4242008567" sldId="479"/>
            <ac:spMk id="5" creationId="{454B26F8-A549-481B-8CB1-832281A6C0D2}"/>
          </ac:spMkLst>
        </pc:spChg>
        <pc:spChg chg="add del mod">
          <ac:chgData name="Paloma Munoz" userId="54ac8f13-96be-4170-bf4b-04de0597c433" providerId="ADAL" clId="{2DF5861B-E7AF-4B2A-B40B-800CF24D7B68}" dt="2021-06-02T12:05:52.925" v="640"/>
          <ac:spMkLst>
            <pc:docMk/>
            <pc:sldMk cId="4242008567" sldId="479"/>
            <ac:spMk id="6" creationId="{37A40B9C-6469-4BE7-B38A-972C214A4707}"/>
          </ac:spMkLst>
        </pc:spChg>
        <pc:spChg chg="add del mod">
          <ac:chgData name="Paloma Munoz" userId="54ac8f13-96be-4170-bf4b-04de0597c433" providerId="ADAL" clId="{2DF5861B-E7AF-4B2A-B40B-800CF24D7B68}" dt="2021-06-02T12:11:00.010" v="788" actId="478"/>
          <ac:spMkLst>
            <pc:docMk/>
            <pc:sldMk cId="4242008567" sldId="479"/>
            <ac:spMk id="7" creationId="{9D04CBE5-9A97-4325-92C4-FA1A2B2AFC28}"/>
          </ac:spMkLst>
        </pc:spChg>
        <pc:spChg chg="mod">
          <ac:chgData name="Paloma Munoz" userId="54ac8f13-96be-4170-bf4b-04de0597c433" providerId="ADAL" clId="{2DF5861B-E7AF-4B2A-B40B-800CF24D7B68}" dt="2021-06-01T19:43:47.711" v="40" actId="20577"/>
          <ac:spMkLst>
            <pc:docMk/>
            <pc:sldMk cId="4242008567" sldId="479"/>
            <ac:spMk id="13" creationId="{00000000-0000-0000-0000-000000000000}"/>
          </ac:spMkLst>
        </pc:spChg>
        <pc:spChg chg="add mod">
          <ac:chgData name="Paloma Munoz" userId="54ac8f13-96be-4170-bf4b-04de0597c433" providerId="ADAL" clId="{2DF5861B-E7AF-4B2A-B40B-800CF24D7B68}" dt="2021-06-02T13:06:54.417" v="1359" actId="113"/>
          <ac:spMkLst>
            <pc:docMk/>
            <pc:sldMk cId="4242008567" sldId="479"/>
            <ac:spMk id="14" creationId="{1AB3845F-118C-4BCE-93A0-4DCEF29B667A}"/>
          </ac:spMkLst>
        </pc:spChg>
        <pc:spChg chg="del">
          <ac:chgData name="Paloma Munoz" userId="54ac8f13-96be-4170-bf4b-04de0597c433" providerId="ADAL" clId="{2DF5861B-E7AF-4B2A-B40B-800CF24D7B68}" dt="2021-06-01T19:43:40.226" v="20" actId="478"/>
          <ac:spMkLst>
            <pc:docMk/>
            <pc:sldMk cId="4242008567" sldId="479"/>
            <ac:spMk id="27" creationId="{AAEC5C0F-7CE7-47ED-B837-E5CA5E738471}"/>
          </ac:spMkLst>
        </pc:spChg>
        <pc:spChg chg="del">
          <ac:chgData name="Paloma Munoz" userId="54ac8f13-96be-4170-bf4b-04de0597c433" providerId="ADAL" clId="{2DF5861B-E7AF-4B2A-B40B-800CF24D7B68}" dt="2021-06-01T19:43:40.226" v="20" actId="478"/>
          <ac:spMkLst>
            <pc:docMk/>
            <pc:sldMk cId="4242008567" sldId="479"/>
            <ac:spMk id="181" creationId="{3BCA7A8B-20AF-45F9-8AA3-CCEDF28349FF}"/>
          </ac:spMkLst>
        </pc:spChg>
        <pc:graphicFrameChg chg="del">
          <ac:chgData name="Paloma Munoz" userId="54ac8f13-96be-4170-bf4b-04de0597c433" providerId="ADAL" clId="{2DF5861B-E7AF-4B2A-B40B-800CF24D7B68}" dt="2021-06-01T19:43:40.226" v="20" actId="478"/>
          <ac:graphicFrameMkLst>
            <pc:docMk/>
            <pc:sldMk cId="4242008567" sldId="479"/>
            <ac:graphicFrameMk id="62" creationId="{1DD7BB3D-EC8F-4365-9735-34CE99DF5AC2}"/>
          </ac:graphicFrameMkLst>
        </pc:graphicFrameChg>
        <pc:graphicFrameChg chg="del">
          <ac:chgData name="Paloma Munoz" userId="54ac8f13-96be-4170-bf4b-04de0597c433" providerId="ADAL" clId="{2DF5861B-E7AF-4B2A-B40B-800CF24D7B68}" dt="2021-06-01T19:43:40.226" v="20" actId="478"/>
          <ac:graphicFrameMkLst>
            <pc:docMk/>
            <pc:sldMk cId="4242008567" sldId="479"/>
            <ac:graphicFrameMk id="64" creationId="{4623F78B-35F7-4E53-8402-CD2DCA8BB466}"/>
          </ac:graphicFrameMkLst>
        </pc:graphicFrameChg>
      </pc:sldChg>
      <pc:sldChg chg="del">
        <pc:chgData name="Paloma Munoz" userId="54ac8f13-96be-4170-bf4b-04de0597c433" providerId="ADAL" clId="{2DF5861B-E7AF-4B2A-B40B-800CF24D7B68}" dt="2021-06-01T19:46:22.481" v="274" actId="2696"/>
        <pc:sldMkLst>
          <pc:docMk/>
          <pc:sldMk cId="2283782581" sldId="480"/>
        </pc:sldMkLst>
      </pc:sldChg>
      <pc:sldChg chg="del">
        <pc:chgData name="Paloma Munoz" userId="54ac8f13-96be-4170-bf4b-04de0597c433" providerId="ADAL" clId="{2DF5861B-E7AF-4B2A-B40B-800CF24D7B68}" dt="2021-06-01T19:46:26.973" v="278" actId="2696"/>
        <pc:sldMkLst>
          <pc:docMk/>
          <pc:sldMk cId="680058750" sldId="481"/>
        </pc:sldMkLst>
      </pc:sldChg>
      <pc:sldChg chg="del">
        <pc:chgData name="Paloma Munoz" userId="54ac8f13-96be-4170-bf4b-04de0597c433" providerId="ADAL" clId="{2DF5861B-E7AF-4B2A-B40B-800CF24D7B68}" dt="2021-06-01T19:46:22.535" v="275" actId="2696"/>
        <pc:sldMkLst>
          <pc:docMk/>
          <pc:sldMk cId="1922680591" sldId="494"/>
        </pc:sldMkLst>
      </pc:sldChg>
      <pc:sldChg chg="del">
        <pc:chgData name="Paloma Munoz" userId="54ac8f13-96be-4170-bf4b-04de0597c433" providerId="ADAL" clId="{2DF5861B-E7AF-4B2A-B40B-800CF24D7B68}" dt="2021-06-01T19:46:27.173" v="279" actId="2696"/>
        <pc:sldMkLst>
          <pc:docMk/>
          <pc:sldMk cId="4138241784" sldId="496"/>
        </pc:sldMkLst>
      </pc:sldChg>
      <pc:sldChg chg="del">
        <pc:chgData name="Paloma Munoz" userId="54ac8f13-96be-4170-bf4b-04de0597c433" providerId="ADAL" clId="{2DF5861B-E7AF-4B2A-B40B-800CF24D7B68}" dt="2021-06-01T19:46:27.374" v="280" actId="2696"/>
        <pc:sldMkLst>
          <pc:docMk/>
          <pc:sldMk cId="2448334080" sldId="497"/>
        </pc:sldMkLst>
      </pc:sldChg>
      <pc:sldChg chg="del">
        <pc:chgData name="Paloma Munoz" userId="54ac8f13-96be-4170-bf4b-04de0597c433" providerId="ADAL" clId="{2DF5861B-E7AF-4B2A-B40B-800CF24D7B68}" dt="2021-06-01T19:46:27.576" v="281" actId="2696"/>
        <pc:sldMkLst>
          <pc:docMk/>
          <pc:sldMk cId="4103437361" sldId="498"/>
        </pc:sldMkLst>
      </pc:sldChg>
      <pc:sldChg chg="del">
        <pc:chgData name="Paloma Munoz" userId="54ac8f13-96be-4170-bf4b-04de0597c433" providerId="ADAL" clId="{2DF5861B-E7AF-4B2A-B40B-800CF24D7B68}" dt="2021-06-01T19:46:27.729" v="282" actId="2696"/>
        <pc:sldMkLst>
          <pc:docMk/>
          <pc:sldMk cId="1069410532" sldId="499"/>
        </pc:sldMkLst>
      </pc:sldChg>
      <pc:sldChg chg="del">
        <pc:chgData name="Paloma Munoz" userId="54ac8f13-96be-4170-bf4b-04de0597c433" providerId="ADAL" clId="{2DF5861B-E7AF-4B2A-B40B-800CF24D7B68}" dt="2021-06-01T19:46:27.867" v="283" actId="2696"/>
        <pc:sldMkLst>
          <pc:docMk/>
          <pc:sldMk cId="4035134315" sldId="500"/>
        </pc:sldMkLst>
      </pc:sldChg>
      <pc:sldChg chg="del">
        <pc:chgData name="Paloma Munoz" userId="54ac8f13-96be-4170-bf4b-04de0597c433" providerId="ADAL" clId="{2DF5861B-E7AF-4B2A-B40B-800CF24D7B68}" dt="2021-06-01T19:46:27.914" v="284" actId="2696"/>
        <pc:sldMkLst>
          <pc:docMk/>
          <pc:sldMk cId="2339890417" sldId="501"/>
        </pc:sldMkLst>
      </pc:sldChg>
      <pc:sldChg chg="del">
        <pc:chgData name="Paloma Munoz" userId="54ac8f13-96be-4170-bf4b-04de0597c433" providerId="ADAL" clId="{2DF5861B-E7AF-4B2A-B40B-800CF24D7B68}" dt="2021-06-01T19:46:26.772" v="277" actId="2696"/>
        <pc:sldMkLst>
          <pc:docMk/>
          <pc:sldMk cId="4015653205" sldId="502"/>
        </pc:sldMkLst>
      </pc:sldChg>
      <pc:sldMasterChg chg="delSldLayout">
        <pc:chgData name="Paloma Munoz" userId="54ac8f13-96be-4170-bf4b-04de0597c433" providerId="ADAL" clId="{2DF5861B-E7AF-4B2A-B40B-800CF24D7B68}" dt="2021-06-01T19:46:27.936" v="285" actId="2696"/>
        <pc:sldMasterMkLst>
          <pc:docMk/>
          <pc:sldMasterMk cId="3581318104" sldId="2147483660"/>
        </pc:sldMasterMkLst>
        <pc:sldLayoutChg chg="del">
          <pc:chgData name="Paloma Munoz" userId="54ac8f13-96be-4170-bf4b-04de0597c433" providerId="ADAL" clId="{2DF5861B-E7AF-4B2A-B40B-800CF24D7B68}" dt="2021-06-01T19:46:27.936" v="285" actId="2696"/>
          <pc:sldLayoutMkLst>
            <pc:docMk/>
            <pc:sldMasterMk cId="3581318104" sldId="2147483660"/>
            <pc:sldLayoutMk cId="294311434" sldId="2147483676"/>
          </pc:sldLayoutMkLst>
        </pc:sldLayoutChg>
      </pc:sldMasterChg>
    </pc:docChg>
  </pc:docChgLst>
  <pc:docChgLst>
    <pc:chgData name="Paloma Munoz" userId="54ac8f13-96be-4170-bf4b-04de0597c433" providerId="ADAL" clId="{36FB6F54-19B6-440E-B9D1-6677A23A69C7}"/>
    <pc:docChg chg="undo custSel modSld">
      <pc:chgData name="Paloma Munoz" userId="54ac8f13-96be-4170-bf4b-04de0597c433" providerId="ADAL" clId="{36FB6F54-19B6-440E-B9D1-6677A23A69C7}" dt="2021-06-09T05:56:03.762" v="1039" actId="113"/>
      <pc:docMkLst>
        <pc:docMk/>
      </pc:docMkLst>
      <pc:sldChg chg="modSp">
        <pc:chgData name="Paloma Munoz" userId="54ac8f13-96be-4170-bf4b-04de0597c433" providerId="ADAL" clId="{36FB6F54-19B6-440E-B9D1-6677A23A69C7}" dt="2021-06-03T10:35:10.510" v="559" actId="20577"/>
        <pc:sldMkLst>
          <pc:docMk/>
          <pc:sldMk cId="1122572815" sldId="261"/>
        </pc:sldMkLst>
        <pc:spChg chg="mod">
          <ac:chgData name="Paloma Munoz" userId="54ac8f13-96be-4170-bf4b-04de0597c433" providerId="ADAL" clId="{36FB6F54-19B6-440E-B9D1-6677A23A69C7}" dt="2021-06-03T10:35:10.510" v="559" actId="20577"/>
          <ac:spMkLst>
            <pc:docMk/>
            <pc:sldMk cId="1122572815" sldId="261"/>
            <ac:spMk id="6" creationId="{40447380-3E61-4E42-AFCA-CAF1866AAF93}"/>
          </ac:spMkLst>
        </pc:spChg>
      </pc:sldChg>
      <pc:sldChg chg="modSp">
        <pc:chgData name="Paloma Munoz" userId="54ac8f13-96be-4170-bf4b-04de0597c433" providerId="ADAL" clId="{36FB6F54-19B6-440E-B9D1-6677A23A69C7}" dt="2021-06-09T05:56:03.762" v="1039" actId="113"/>
        <pc:sldMkLst>
          <pc:docMk/>
          <pc:sldMk cId="4242008567" sldId="479"/>
        </pc:sldMkLst>
        <pc:spChg chg="mod">
          <ac:chgData name="Paloma Munoz" userId="54ac8f13-96be-4170-bf4b-04de0597c433" providerId="ADAL" clId="{36FB6F54-19B6-440E-B9D1-6677A23A69C7}" dt="2021-06-02T18:09:30.710" v="374" actId="20577"/>
          <ac:spMkLst>
            <pc:docMk/>
            <pc:sldMk cId="4242008567" sldId="479"/>
            <ac:spMk id="13" creationId="{00000000-0000-0000-0000-000000000000}"/>
          </ac:spMkLst>
        </pc:spChg>
        <pc:spChg chg="mod">
          <ac:chgData name="Paloma Munoz" userId="54ac8f13-96be-4170-bf4b-04de0597c433" providerId="ADAL" clId="{36FB6F54-19B6-440E-B9D1-6677A23A69C7}" dt="2021-06-09T05:56:03.762" v="1039" actId="113"/>
          <ac:spMkLst>
            <pc:docMk/>
            <pc:sldMk cId="4242008567" sldId="479"/>
            <ac:spMk id="14" creationId="{1AB3845F-118C-4BCE-93A0-4DCEF29B667A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0ACE7-A953-41E2-A7EA-5C32C9BC181D}" type="datetimeFigureOut">
              <a:rPr lang="es-ES" smtClean="0"/>
              <a:t>08/06/2021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3C3DF-F817-452D-B5DC-32772A816C3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39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50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9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30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3540548" y="0"/>
            <a:ext cx="8651452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  <p:pic>
        <p:nvPicPr>
          <p:cNvPr id="5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6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7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1395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404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1985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 dirty="0"/>
              <a:t>Inserte aqu</a:t>
            </a:r>
            <a:r>
              <a:rPr lang="es-ES" dirty="0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181417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7374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43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ntac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0DAC009-2BB8-4885-AC03-9FD05C47BE65}"/>
              </a:ext>
            </a:extLst>
          </p:cNvPr>
          <p:cNvSpPr/>
          <p:nvPr userDrawn="1"/>
        </p:nvSpPr>
        <p:spPr>
          <a:xfrm>
            <a:off x="820236" y="3464157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E7678"/>
                </a:solidFill>
              </a:rPr>
              <a:t>Our purpose is to help people </a:t>
            </a:r>
            <a:br>
              <a:rPr lang="en-US" sz="1400" dirty="0">
                <a:solidFill>
                  <a:srgbClr val="6E7678"/>
                </a:solidFill>
              </a:rPr>
            </a:br>
            <a:r>
              <a:rPr lang="en-US" sz="1400" dirty="0">
                <a:solidFill>
                  <a:srgbClr val="6E7678"/>
                </a:solidFill>
              </a:rPr>
              <a:t>and business prosper.</a:t>
            </a:r>
          </a:p>
          <a:p>
            <a:endParaRPr lang="en-US" sz="1400" dirty="0">
              <a:solidFill>
                <a:srgbClr val="6E7678"/>
              </a:solidFill>
            </a:endParaRPr>
          </a:p>
          <a:p>
            <a:r>
              <a:rPr lang="en-US" sz="1400" dirty="0">
                <a:solidFill>
                  <a:srgbClr val="6E7678"/>
                </a:solidFill>
              </a:rPr>
              <a:t>Our culture is based on believing </a:t>
            </a:r>
            <a:br>
              <a:rPr lang="en-US" sz="1400" dirty="0">
                <a:solidFill>
                  <a:srgbClr val="6E7678"/>
                </a:solidFill>
              </a:rPr>
            </a:br>
            <a:r>
              <a:rPr lang="en-US" sz="1400" dirty="0">
                <a:solidFill>
                  <a:srgbClr val="6E7678"/>
                </a:solidFill>
              </a:rPr>
              <a:t>that everything we do should be: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EB0000"/>
                </a:solidFill>
              </a:rPr>
              <a:t>Thank You.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6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62707" y="1508759"/>
            <a:ext cx="11074087" cy="4590288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845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luencer -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3815934" y="990600"/>
            <a:ext cx="4495800" cy="3810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76011" y="381000"/>
            <a:ext cx="11175647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136348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1850" y="284515"/>
            <a:ext cx="10515601" cy="51927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/>
            </a:lvl1pPr>
          </a:lstStyle>
          <a:p>
            <a:pPr marL="0" lvl="0"/>
            <a:r>
              <a:rPr lang="en-GB" dirty="0"/>
              <a:t>Click to change the title of the pattern</a:t>
            </a:r>
            <a:endParaRPr lang="en-US" dirty="0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864000"/>
            <a:ext cx="10515601" cy="370688"/>
          </a:xfrm>
          <a:prstGeom prst="rect">
            <a:avLst/>
          </a:prstGeom>
        </p:spPr>
        <p:txBody>
          <a:bodyPr anchor="t" anchorCtr="0"/>
          <a:lstStyle>
            <a:lvl1pPr>
              <a:defRPr lang="es-ES" sz="1800" i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182563" lvl="0" indent="-182563">
              <a:lnSpc>
                <a:spcPct val="100000"/>
              </a:lnSpc>
              <a:spcBef>
                <a:spcPts val="1800"/>
              </a:spcBef>
              <a:buClr>
                <a:srgbClr val="FF0000"/>
              </a:buClr>
              <a:buFontTx/>
              <a:buNone/>
            </a:pPr>
            <a:r>
              <a:rPr lang="en-GB" dirty="0"/>
              <a:t>Click to change the text of the pattern</a:t>
            </a:r>
            <a:endParaRPr lang="es-ES" dirty="0"/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11" hasCustomPrompt="1"/>
          </p:nvPr>
        </p:nvSpPr>
        <p:spPr>
          <a:xfrm>
            <a:off x="841377" y="1512002"/>
            <a:ext cx="10506075" cy="3981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s-E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82563" lvl="0" indent="-182563">
              <a:spcBef>
                <a:spcPts val="1200"/>
              </a:spcBef>
              <a:buClr>
                <a:srgbClr val="FF0000"/>
              </a:buClr>
            </a:pPr>
            <a:r>
              <a:rPr lang="en-GB" dirty="0"/>
              <a:t>Click to change the text of the pattern</a:t>
            </a:r>
            <a:endParaRPr lang="es-ES" dirty="0"/>
          </a:p>
          <a:p>
            <a:pPr marL="625475" lvl="1" indent="-168275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074738" lvl="2" indent="-160338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524000" lvl="3" indent="-152400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Fourth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973263" lvl="4" indent="-144463">
              <a:spcBef>
                <a:spcPts val="1200"/>
              </a:spcBef>
              <a:buClr>
                <a:srgbClr val="FF0000"/>
              </a:buClr>
              <a:tabLst>
                <a:tab pos="2155825" algn="l"/>
              </a:tabLst>
            </a:pPr>
            <a:r>
              <a:rPr lang="es-ES" dirty="0" err="1"/>
              <a:t>Fifth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997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2375"/>
            <a:ext cx="12192000" cy="5635625"/>
          </a:xfrm>
          <a:custGeom>
            <a:avLst/>
            <a:gdLst>
              <a:gd name="connsiteX0" fmla="*/ 6096000 w 12192000"/>
              <a:gd name="connsiteY0" fmla="*/ 0 h 5635625"/>
              <a:gd name="connsiteX1" fmla="*/ 12192000 w 12192000"/>
              <a:gd name="connsiteY1" fmla="*/ 0 h 5635625"/>
              <a:gd name="connsiteX2" fmla="*/ 12192000 w 12192000"/>
              <a:gd name="connsiteY2" fmla="*/ 5635625 h 5635625"/>
              <a:gd name="connsiteX3" fmla="*/ 0 w 12192000"/>
              <a:gd name="connsiteY3" fmla="*/ 5635625 h 5635625"/>
              <a:gd name="connsiteX4" fmla="*/ 0 w 12192000"/>
              <a:gd name="connsiteY4" fmla="*/ 5222492 h 5635625"/>
              <a:gd name="connsiteX5" fmla="*/ 6096000 w 12192000"/>
              <a:gd name="connsiteY5" fmla="*/ 5222492 h 56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635625">
                <a:moveTo>
                  <a:pt x="6096000" y="0"/>
                </a:moveTo>
                <a:lnTo>
                  <a:pt x="12192000" y="0"/>
                </a:lnTo>
                <a:lnTo>
                  <a:pt x="12192000" y="5635625"/>
                </a:lnTo>
                <a:lnTo>
                  <a:pt x="0" y="5635625"/>
                </a:lnTo>
                <a:lnTo>
                  <a:pt x="0" y="5222492"/>
                </a:lnTo>
                <a:lnTo>
                  <a:pt x="6096000" y="522249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/>
            </a:lvl1pPr>
          </a:lstStyle>
          <a:p>
            <a:r>
              <a:rPr lang="es-ES" dirty="0"/>
              <a:t>Inserte aquí su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</a:t>
            </a:r>
            <a:br>
              <a:rPr lang="es-ES" dirty="0"/>
            </a:br>
            <a:r>
              <a:rPr lang="es-ES" dirty="0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3130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6E7678"/>
                </a:solidFill>
              </a:rPr>
              <a:t>Nuestro propósito es ayudar a personas y empresas a prosperar.</a:t>
            </a:r>
          </a:p>
          <a:p>
            <a:endParaRPr lang="es-ES" sz="1400" dirty="0">
              <a:solidFill>
                <a:srgbClr val="6E7678"/>
              </a:solidFill>
            </a:endParaRPr>
          </a:p>
          <a:p>
            <a:r>
              <a:rPr lang="es-ES" sz="1400" dirty="0">
                <a:solidFill>
                  <a:srgbClr val="6E7678"/>
                </a:solidFill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EB0000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4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quarter" idx="15"/>
          </p:nvPr>
        </p:nvSpPr>
        <p:spPr>
          <a:xfrm>
            <a:off x="6300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84400"/>
            <a:ext cx="109800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622800" y="864000"/>
            <a:ext cx="109800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subtítulo</a:t>
            </a:r>
          </a:p>
        </p:txBody>
      </p:sp>
      <p:sp>
        <p:nvSpPr>
          <p:cNvPr id="6" name="Marcador de texto 6"/>
          <p:cNvSpPr>
            <a:spLocks noGrp="1"/>
          </p:cNvSpPr>
          <p:nvPr>
            <p:ph type="body" sz="quarter" idx="16"/>
          </p:nvPr>
        </p:nvSpPr>
        <p:spPr>
          <a:xfrm>
            <a:off x="62028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pic>
        <p:nvPicPr>
          <p:cNvPr id="8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6165551"/>
            <a:ext cx="1896592" cy="332588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56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 userDrawn="1">
            <p:custDataLst>
              <p:tags r:id="rId19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20" imgW="270" imgH="270" progId="TCLayout.ActiveDocument.1">
                  <p:embed/>
                </p:oleObj>
              </mc:Choice>
              <mc:Fallback>
                <p:oleObj name="think-cell Slide" r:id="rId20" imgW="270" imgH="270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1 CuadroTexto"/>
          <p:cNvSpPr txBox="1"/>
          <p:nvPr userDrawn="1"/>
        </p:nvSpPr>
        <p:spPr>
          <a:xfrm>
            <a:off x="10845800" y="6265203"/>
            <a:ext cx="50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D759F66-99BC-4AB1-83F8-8F582847D04F}" type="slidenum">
              <a:rPr lang="es-ES" sz="1000" b="1">
                <a:solidFill>
                  <a:srgbClr val="FF0000"/>
                </a:solidFill>
              </a:rPr>
              <a:pPr algn="ctr"/>
              <a:t>‹#›</a:t>
            </a:fld>
            <a:endParaRPr lang="es-E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1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7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98" y="1268756"/>
            <a:ext cx="4756278" cy="2908607"/>
          </a:xfrm>
        </p:spPr>
        <p:txBody>
          <a:bodyPr anchor="t">
            <a:noAutofit/>
          </a:bodyPr>
          <a:lstStyle/>
          <a:p>
            <a:pPr defTabSz="684618">
              <a:lnSpc>
                <a:spcPct val="100000"/>
              </a:lnSpc>
              <a:spcAft>
                <a:spcPts val="1200"/>
              </a:spcAft>
              <a:tabLst>
                <a:tab pos="205981" algn="l"/>
              </a:tabLst>
              <a:defRPr/>
            </a:pPr>
            <a:r>
              <a:rPr lang="en-US" sz="3200" dirty="0">
                <a:latin typeface="Santander Headline" panose="020B0504020201020104" pitchFamily="34" charset="0"/>
              </a:rPr>
              <a:t>Loan tape </a:t>
            </a:r>
            <a:r>
              <a:rPr lang="en-US" sz="3200" dirty="0" err="1">
                <a:latin typeface="Santander Headline" panose="020B0504020201020104" pitchFamily="34" charset="0"/>
              </a:rPr>
              <a:t>Estructural</a:t>
            </a:r>
            <a:br>
              <a:rPr lang="en-US" sz="3200" dirty="0">
                <a:latin typeface="Santander Headline" panose="020B0504020201020104" pitchFamily="34" charset="0"/>
              </a:rPr>
            </a:br>
            <a:br>
              <a:rPr lang="en-US" sz="3200" dirty="0">
                <a:latin typeface="Santander Headline" panose="020B0504020201020104" pitchFamily="34" charset="0"/>
              </a:rPr>
            </a:br>
            <a:r>
              <a:rPr lang="en-US" sz="2400" b="1" dirty="0" err="1">
                <a:solidFill>
                  <a:schemeClr val="tx1"/>
                </a:solidFill>
                <a:latin typeface="Santander Headline" panose="020B0504020201020104" pitchFamily="34" charset="0"/>
              </a:rPr>
              <a:t>Próximos</a:t>
            </a:r>
            <a:r>
              <a:rPr lang="en-US" sz="24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Santander Headline" panose="020B0504020201020104" pitchFamily="34" charset="0"/>
              </a:rPr>
              <a:t>entregables</a:t>
            </a:r>
            <a:endParaRPr lang="es-ES" sz="2400" b="1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745" y="3405536"/>
            <a:ext cx="4934309" cy="2436454"/>
          </a:xfrm>
        </p:spPr>
        <p:txBody>
          <a:bodyPr anchor="t"/>
          <a:lstStyle/>
          <a:p>
            <a:pPr defTabSz="684618">
              <a:tabLst>
                <a:tab pos="205981" algn="l"/>
              </a:tabLst>
              <a:defRPr/>
            </a:pPr>
            <a:r>
              <a:rPr lang="es-ES" kern="0" dirty="0">
                <a:solidFill>
                  <a:srgbClr val="3C3C3B"/>
                </a:solidFill>
                <a:latin typeface="Santander Headline" panose="020B0504020201020104" pitchFamily="34" charset="0"/>
              </a:rPr>
              <a:t>Junio 2021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r="56641" b="-4336"/>
          <a:stretch/>
        </p:blipFill>
        <p:spPr>
          <a:xfrm>
            <a:off x="721745" y="5628220"/>
            <a:ext cx="2010822" cy="666254"/>
          </a:xfrm>
          <a:prstGeom prst="rect">
            <a:avLst/>
          </a:prstGeom>
        </p:spPr>
      </p:pic>
      <p:pic>
        <p:nvPicPr>
          <p:cNvPr id="3" name="Marcador de posición de imagen 2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2" b="15332"/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2257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1032">
            <a:extLst>
              <a:ext uri="{FF2B5EF4-FFF2-40B4-BE49-F238E27FC236}">
                <a16:creationId xmlns:a16="http://schemas.microsoft.com/office/drawing/2014/main" id="{AE7FED07-965B-476A-B064-17629599E7A9}"/>
              </a:ext>
            </a:extLst>
          </p:cNvPr>
          <p:cNvSpPr txBox="1"/>
          <p:nvPr/>
        </p:nvSpPr>
        <p:spPr>
          <a:xfrm>
            <a:off x="-1385766" y="5841100"/>
            <a:ext cx="216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/>
              <a:t>.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Próximos entregables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B3845F-118C-4BCE-93A0-4DCEF29B667A}"/>
              </a:ext>
            </a:extLst>
          </p:cNvPr>
          <p:cNvSpPr/>
          <p:nvPr/>
        </p:nvSpPr>
        <p:spPr>
          <a:xfrm>
            <a:off x="508000" y="868614"/>
            <a:ext cx="10525760" cy="4668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Durante los próximos dos meses </a:t>
            </a:r>
            <a:r>
              <a:rPr lang="es-ES" sz="1400" b="1" dirty="0">
                <a:latin typeface="Calibri" panose="020F0502020204030204" pitchFamily="34" charset="0"/>
                <a:cs typeface="Times New Roman" panose="02020603050405020304" pitchFamily="18" charset="0"/>
              </a:rPr>
              <a:t>se enviará una primera versión de los siguientes entregables</a:t>
            </a:r>
            <a:r>
              <a:rPr lang="es-E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, no suponiendo una versión definitiva, sino una versión a revisar y enriquecer con el </a:t>
            </a:r>
            <a:r>
              <a:rPr lang="es-ES" sz="1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es-E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 de Unidades, supervisor, etc.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s-ES" sz="1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Metodología a seguir para la extracción del </a:t>
            </a:r>
            <a:r>
              <a:rPr lang="es-ES" sz="1400" b="1" dirty="0">
                <a:latin typeface="Calibri" panose="020F0502020204030204" pitchFamily="34" charset="0"/>
                <a:cs typeface="Times New Roman" panose="02020603050405020304" pitchFamily="18" charset="0"/>
              </a:rPr>
              <a:t>perímetro </a:t>
            </a:r>
            <a:r>
              <a:rPr lang="es-ES" sz="1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[Entregado]</a:t>
            </a:r>
            <a:r>
              <a:rPr lang="es-ES" sz="14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40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Asignación de conceptos por áreas funcionales (Riesgos, Capital, Contabilidad, …)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4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Q&amp;A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listado de preguntas y respuestas (compartidas por unidades y recibidas del supervisor).</a:t>
            </a:r>
            <a:endParaRPr lang="es-ES" sz="14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Guía corporativa con la definición de conceptos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4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cs typeface="Times New Roman" panose="02020603050405020304" pitchFamily="18" charset="0"/>
              </a:rPr>
              <a:t>Aplicabilidad de campos del loan tape por sector de la contraparte.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cs typeface="Times New Roman" panose="02020603050405020304" pitchFamily="18" charset="0"/>
              </a:rPr>
              <a:t>Listado de sociedades bajo alcance  del Loan Tape estructural.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cs typeface="Times New Roman" panose="02020603050405020304" pitchFamily="18" charset="0"/>
              </a:rPr>
              <a:t>Repositorios</a:t>
            </a:r>
            <a:r>
              <a:rPr lang="es-E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 recomendados y </a:t>
            </a:r>
            <a:r>
              <a:rPr lang="es-ES" sz="1400" b="1" dirty="0">
                <a:latin typeface="Calibri" panose="020F0502020204030204" pitchFamily="34" charset="0"/>
                <a:cs typeface="Times New Roman" panose="02020603050405020304" pitchFamily="18" charset="0"/>
              </a:rPr>
              <a:t>campos</a:t>
            </a:r>
            <a:r>
              <a:rPr lang="es-E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 del loan tape trazados (</a:t>
            </a:r>
            <a:r>
              <a:rPr lang="es-ES" sz="1400" b="1" dirty="0">
                <a:latin typeface="Calibri" panose="020F0502020204030204" pitchFamily="34" charset="0"/>
                <a:cs typeface="Times New Roman" panose="02020603050405020304" pitchFamily="18" charset="0"/>
              </a:rPr>
              <a:t>BDR</a:t>
            </a:r>
            <a:r>
              <a:rPr lang="es-E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, …).</a:t>
            </a:r>
            <a:endParaRPr lang="es-E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 de control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Infraestructura tecnológica soporte de este proceso: </a:t>
            </a:r>
            <a:r>
              <a:rPr lang="es-ES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</a:t>
            </a: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aprovisionamiento, modelo de almacenamiento, módulo de validaciones y capa de explotación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Calibri Light" panose="020F0302020204030204" pitchFamily="34" charset="0"/>
              <a:buChar char="­"/>
            </a:pP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Guía conceptual del proceso a seguir 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(calendario de envíos, gobierno del LT, recomendaciones a tener en cuenta en la construcción del LT).</a:t>
            </a:r>
          </a:p>
        </p:txBody>
      </p:sp>
    </p:spTree>
    <p:extLst>
      <p:ext uri="{BB962C8B-B14F-4D97-AF65-F5344CB8AC3E}">
        <p14:creationId xmlns:p14="http://schemas.microsoft.com/office/powerpoint/2010/main" val="424200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>
            <a:lumMod val="95000"/>
            <a:alpha val="31000"/>
          </a:sysClr>
        </a:solidFill>
        <a:ln w="19050" cap="flat" cmpd="sng" algn="ctr">
          <a:solidFill>
            <a:srgbClr val="FF0000"/>
          </a:solidFill>
          <a:prstDash val="dash"/>
          <a:miter lim="800000"/>
        </a:ln>
        <a:effectLst/>
      </a:spPr>
      <a:bodyPr rtlCol="0" anchor="t"/>
      <a:lstStyle>
        <a:defPPr>
          <a:defRPr sz="1200" b="1" u="sng" dirty="0">
            <a:solidFill>
              <a:schemeClr val="tx2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4" ma:contentTypeDescription="Criar um novo documento." ma:contentTypeScope="" ma:versionID="143410d7a9f66b06cd5403cd8b719205">
  <xsd:schema xmlns:xsd="http://www.w3.org/2001/XMLSchema" xmlns:xs="http://www.w3.org/2001/XMLSchema" xmlns:p="http://schemas.microsoft.com/office/2006/metadata/properties" xmlns:ns2="a9b50dc7-8f72-473c-8b7e-4a8c46ecad32" xmlns:ns3="7b1ec8e5-5652-48eb-8550-a56a35f5f817" targetNamespace="http://schemas.microsoft.com/office/2006/metadata/properties" ma:root="true" ma:fieldsID="df1aec91e4ae17e9084b0fee2240be3b" ns2:_="" ns3:_=""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D9C4BB-930D-4DF3-85DD-8D55B2C2B0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8B4FC9A-3909-4019-ADCB-4D03C7DCA4E4}"/>
</file>

<file path=customXml/itemProps3.xml><?xml version="1.0" encoding="utf-8"?>
<ds:datastoreItem xmlns:ds="http://schemas.openxmlformats.org/officeDocument/2006/customXml" ds:itemID="{DC3CD27C-739E-4208-AB9A-3318482E8579}">
  <ds:schemaRefs>
    <ds:schemaRef ds:uri="http://schemas.microsoft.com/sharepoint/v3/contenttype/forms"/>
  </ds:schemaRefs>
</ds:datastoreItem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2083354</vt:lpwstr>
  </property>
  <property fmtid="{D5CDD505-2E9C-101B-9397-08002B2CF9AE}" pid="4" name="OptimizationTime">
    <vt:lpwstr>20210617_1928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otalTime>9380</TotalTime>
  <Words>189</Words>
  <Application>Microsoft Office PowerPoint</Application>
  <PresentationFormat>Widescreen</PresentationFormat>
  <Paragraphs>18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Santander Headline</vt:lpstr>
      <vt:lpstr>1_Tema de Office</vt:lpstr>
      <vt:lpstr>think-cell Slide</vt:lpstr>
      <vt:lpstr>Loan tape Estructural  Próximos entregables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FERNANDEZ CASTRO ANA ISABEL</dc:creator>
  <cp:lastModifiedBy>Paloma Munoz</cp:lastModifiedBy>
  <cp:revision>99</cp:revision>
  <dcterms:created xsi:type="dcterms:W3CDTF">2021-04-22T09:22:15Z</dcterms:created>
  <dcterms:modified xsi:type="dcterms:W3CDTF">2021-06-09T05:56:10Z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n220359@corp.geoban.com</vt:lpwstr>
  </property>
  <property fmtid="{D5CDD505-2E9C-101B-9397-08002B2CF9AE}" pid="5" name="MSIP_Label_0c2abd79-57a9-4473-8700-c843f76a1e37_SetDate">
    <vt:lpwstr>2021-04-22T10:12:15.8539061Z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f9befcd9-fc55-4b42-badc-5e3754719c43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  <property fmtid="{D5CDD505-2E9C-101B-9397-08002B2CF9AE}" pid="11" name="ContentTypeId">
    <vt:lpwstr>0x010100C6D051AEB2C48B458F82B58F7F6D9A00</vt:lpwstr>
  </property>
</Properties>
</file>