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</p:sldMasterIdLst>
  <p:notesMasterIdLst>
    <p:notesMasterId r:id="rId9"/>
  </p:notesMasterIdLst>
  <p:sldIdLst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Maria Inês Caldeira Santos" initials="MICS" lastIdx="4" clrIdx="0">
    <p:extLst>
      <p:ext uri="{19B8F6BF-5375-455C-9EA6-DF929625EA0E}">
        <p15:presenceInfo xmlns:p15="http://schemas.microsoft.com/office/powerpoint/2012/main" userId="S-1-5-21-478741036-1442749419-1446792091-22112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974" y="-70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F5FC18-59CA-463F-92E9-CF5EB037B691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4EFC7-F6E9-4093-840F-4A16D1114D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98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smtClean="0"/>
              <a:t>Contratos e clientes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F1952-7749-4954-B6D5-FDC37437F796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4794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024" y="1087457"/>
            <a:ext cx="10758733" cy="1123937"/>
          </a:xfrm>
        </p:spPr>
        <p:txBody>
          <a:bodyPr anchor="t">
            <a:noAutofit/>
          </a:bodyPr>
          <a:lstStyle>
            <a:lvl1pPr>
              <a:defRPr lang="es-ES" sz="3800" kern="1200" dirty="0">
                <a:solidFill>
                  <a:srgbClr val="FF0000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 dirty="0"/>
              <a:t>Clique para editar o estilo de título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lang="es-ES" sz="1300" kern="1200" smtClean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rgbClr val="FF0000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1024" y="2626797"/>
            <a:ext cx="10758733" cy="3393003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os estilos de texto do Modelo Global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A884A0F-65FE-433A-89C6-F48A60C14A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32642" y="6262326"/>
            <a:ext cx="1212852" cy="206714"/>
            <a:chOff x="518" y="3608"/>
            <a:chExt cx="1238" cy="211"/>
          </a:xfrm>
          <a:solidFill>
            <a:srgbClr val="FF0000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3D18112-BE77-4105-85D2-9D8B9F0863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" y="3608"/>
              <a:ext cx="1196" cy="211"/>
            </a:xfrm>
            <a:custGeom>
              <a:avLst/>
              <a:gdLst>
                <a:gd name="T0" fmla="*/ 319 w 3262"/>
                <a:gd name="T1" fmla="*/ 39 h 572"/>
                <a:gd name="T2" fmla="*/ 300 w 3262"/>
                <a:gd name="T3" fmla="*/ 137 h 572"/>
                <a:gd name="T4" fmla="*/ 371 w 3262"/>
                <a:gd name="T5" fmla="*/ 405 h 572"/>
                <a:gd name="T6" fmla="*/ 244 w 3262"/>
                <a:gd name="T7" fmla="*/ 170 h 572"/>
                <a:gd name="T8" fmla="*/ 225 w 3262"/>
                <a:gd name="T9" fmla="*/ 267 h 572"/>
                <a:gd name="T10" fmla="*/ 300 w 3262"/>
                <a:gd name="T11" fmla="*/ 528 h 572"/>
                <a:gd name="T12" fmla="*/ 187 w 3262"/>
                <a:gd name="T13" fmla="*/ 333 h 572"/>
                <a:gd name="T14" fmla="*/ 300 w 3262"/>
                <a:gd name="T15" fmla="*/ 572 h 572"/>
                <a:gd name="T16" fmla="*/ 714 w 3262"/>
                <a:gd name="T17" fmla="*/ 540 h 572"/>
                <a:gd name="T18" fmla="*/ 910 w 3262"/>
                <a:gd name="T19" fmla="*/ 455 h 572"/>
                <a:gd name="T20" fmla="*/ 717 w 3262"/>
                <a:gd name="T21" fmla="*/ 258 h 572"/>
                <a:gd name="T22" fmla="*/ 945 w 3262"/>
                <a:gd name="T23" fmla="*/ 226 h 572"/>
                <a:gd name="T24" fmla="*/ 842 w 3262"/>
                <a:gd name="T25" fmla="*/ 322 h 572"/>
                <a:gd name="T26" fmla="*/ 829 w 3262"/>
                <a:gd name="T27" fmla="*/ 561 h 572"/>
                <a:gd name="T28" fmla="*/ 1277 w 3262"/>
                <a:gd name="T29" fmla="*/ 552 h 572"/>
                <a:gd name="T30" fmla="*/ 1138 w 3262"/>
                <a:gd name="T31" fmla="*/ 559 h 572"/>
                <a:gd name="T32" fmla="*/ 1277 w 3262"/>
                <a:gd name="T33" fmla="*/ 270 h 572"/>
                <a:gd name="T34" fmla="*/ 1171 w 3262"/>
                <a:gd name="T35" fmla="*/ 307 h 572"/>
                <a:gd name="T36" fmla="*/ 1215 w 3262"/>
                <a:gd name="T37" fmla="*/ 488 h 572"/>
                <a:gd name="T38" fmla="*/ 1533 w 3262"/>
                <a:gd name="T39" fmla="*/ 552 h 572"/>
                <a:gd name="T40" fmla="*/ 1407 w 3262"/>
                <a:gd name="T41" fmla="*/ 312 h 572"/>
                <a:gd name="T42" fmla="*/ 1345 w 3262"/>
                <a:gd name="T43" fmla="*/ 270 h 572"/>
                <a:gd name="T44" fmla="*/ 1767 w 3262"/>
                <a:gd name="T45" fmla="*/ 506 h 572"/>
                <a:gd name="T46" fmla="*/ 1756 w 3262"/>
                <a:gd name="T47" fmla="*/ 559 h 572"/>
                <a:gd name="T48" fmla="*/ 1719 w 3262"/>
                <a:gd name="T49" fmla="*/ 157 h 572"/>
                <a:gd name="T50" fmla="*/ 1812 w 3262"/>
                <a:gd name="T51" fmla="*/ 317 h 572"/>
                <a:gd name="T52" fmla="*/ 1767 w 3262"/>
                <a:gd name="T53" fmla="*/ 506 h 572"/>
                <a:gd name="T54" fmla="*/ 2043 w 3262"/>
                <a:gd name="T55" fmla="*/ 552 h 572"/>
                <a:gd name="T56" fmla="*/ 1836 w 3262"/>
                <a:gd name="T57" fmla="*/ 410 h 572"/>
                <a:gd name="T58" fmla="*/ 2038 w 3262"/>
                <a:gd name="T59" fmla="*/ 488 h 572"/>
                <a:gd name="T60" fmla="*/ 1899 w 3262"/>
                <a:gd name="T61" fmla="*/ 410 h 572"/>
                <a:gd name="T62" fmla="*/ 2418 w 3262"/>
                <a:gd name="T63" fmla="*/ 363 h 572"/>
                <a:gd name="T64" fmla="*/ 2356 w 3262"/>
                <a:gd name="T65" fmla="*/ 373 h 572"/>
                <a:gd name="T66" fmla="*/ 2230 w 3262"/>
                <a:gd name="T67" fmla="*/ 552 h 572"/>
                <a:gd name="T68" fmla="*/ 2281 w 3262"/>
                <a:gd name="T69" fmla="*/ 254 h 572"/>
                <a:gd name="T70" fmla="*/ 2733 w 3262"/>
                <a:gd name="T71" fmla="*/ 552 h 572"/>
                <a:gd name="T72" fmla="*/ 2591 w 3262"/>
                <a:gd name="T73" fmla="*/ 559 h 572"/>
                <a:gd name="T74" fmla="*/ 2671 w 3262"/>
                <a:gd name="T75" fmla="*/ 259 h 572"/>
                <a:gd name="T76" fmla="*/ 2671 w 3262"/>
                <a:gd name="T77" fmla="*/ 487 h 572"/>
                <a:gd name="T78" fmla="*/ 2531 w 3262"/>
                <a:gd name="T79" fmla="*/ 410 h 572"/>
                <a:gd name="T80" fmla="*/ 3045 w 3262"/>
                <a:gd name="T81" fmla="*/ 432 h 572"/>
                <a:gd name="T82" fmla="*/ 3038 w 3262"/>
                <a:gd name="T83" fmla="*/ 485 h 572"/>
                <a:gd name="T84" fmla="*/ 2783 w 3262"/>
                <a:gd name="T85" fmla="*/ 405 h 572"/>
                <a:gd name="T86" fmla="*/ 3045 w 3262"/>
                <a:gd name="T87" fmla="*/ 432 h 572"/>
                <a:gd name="T88" fmla="*/ 2918 w 3262"/>
                <a:gd name="T89" fmla="*/ 306 h 572"/>
                <a:gd name="T90" fmla="*/ 3256 w 3262"/>
                <a:gd name="T91" fmla="*/ 310 h 572"/>
                <a:gd name="T92" fmla="*/ 3164 w 3262"/>
                <a:gd name="T93" fmla="*/ 552 h 572"/>
                <a:gd name="T94" fmla="*/ 3208 w 3262"/>
                <a:gd name="T95" fmla="*/ 254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62" h="572">
                  <a:moveTo>
                    <a:pt x="430" y="262"/>
                  </a:moveTo>
                  <a:cubicBezTo>
                    <a:pt x="429" y="241"/>
                    <a:pt x="424" y="221"/>
                    <a:pt x="413" y="202"/>
                  </a:cubicBezTo>
                  <a:cubicBezTo>
                    <a:pt x="319" y="39"/>
                    <a:pt x="319" y="39"/>
                    <a:pt x="319" y="39"/>
                  </a:cubicBezTo>
                  <a:cubicBezTo>
                    <a:pt x="312" y="27"/>
                    <a:pt x="307" y="14"/>
                    <a:pt x="304" y="0"/>
                  </a:cubicBezTo>
                  <a:cubicBezTo>
                    <a:pt x="300" y="7"/>
                    <a:pt x="300" y="7"/>
                    <a:pt x="300" y="7"/>
                  </a:cubicBezTo>
                  <a:cubicBezTo>
                    <a:pt x="277" y="47"/>
                    <a:pt x="277" y="97"/>
                    <a:pt x="300" y="137"/>
                  </a:cubicBezTo>
                  <a:cubicBezTo>
                    <a:pt x="375" y="267"/>
                    <a:pt x="375" y="267"/>
                    <a:pt x="375" y="267"/>
                  </a:cubicBezTo>
                  <a:cubicBezTo>
                    <a:pt x="399" y="308"/>
                    <a:pt x="399" y="357"/>
                    <a:pt x="375" y="398"/>
                  </a:cubicBezTo>
                  <a:cubicBezTo>
                    <a:pt x="371" y="405"/>
                    <a:pt x="371" y="405"/>
                    <a:pt x="371" y="405"/>
                  </a:cubicBezTo>
                  <a:cubicBezTo>
                    <a:pt x="369" y="391"/>
                    <a:pt x="364" y="378"/>
                    <a:pt x="356" y="365"/>
                  </a:cubicBezTo>
                  <a:cubicBezTo>
                    <a:pt x="288" y="246"/>
                    <a:pt x="288" y="246"/>
                    <a:pt x="288" y="246"/>
                  </a:cubicBezTo>
                  <a:cubicBezTo>
                    <a:pt x="244" y="170"/>
                    <a:pt x="244" y="170"/>
                    <a:pt x="244" y="170"/>
                  </a:cubicBezTo>
                  <a:cubicBezTo>
                    <a:pt x="236" y="157"/>
                    <a:pt x="232" y="144"/>
                    <a:pt x="229" y="130"/>
                  </a:cubicBezTo>
                  <a:cubicBezTo>
                    <a:pt x="225" y="137"/>
                    <a:pt x="225" y="137"/>
                    <a:pt x="225" y="137"/>
                  </a:cubicBezTo>
                  <a:cubicBezTo>
                    <a:pt x="202" y="177"/>
                    <a:pt x="202" y="227"/>
                    <a:pt x="225" y="267"/>
                  </a:cubicBezTo>
                  <a:cubicBezTo>
                    <a:pt x="225" y="267"/>
                    <a:pt x="225" y="267"/>
                    <a:pt x="225" y="267"/>
                  </a:cubicBezTo>
                  <a:cubicBezTo>
                    <a:pt x="300" y="398"/>
                    <a:pt x="300" y="398"/>
                    <a:pt x="300" y="398"/>
                  </a:cubicBezTo>
                  <a:cubicBezTo>
                    <a:pt x="323" y="438"/>
                    <a:pt x="323" y="488"/>
                    <a:pt x="300" y="528"/>
                  </a:cubicBezTo>
                  <a:cubicBezTo>
                    <a:pt x="296" y="535"/>
                    <a:pt x="296" y="535"/>
                    <a:pt x="296" y="535"/>
                  </a:cubicBezTo>
                  <a:cubicBezTo>
                    <a:pt x="293" y="521"/>
                    <a:pt x="288" y="508"/>
                    <a:pt x="281" y="495"/>
                  </a:cubicBezTo>
                  <a:cubicBezTo>
                    <a:pt x="187" y="333"/>
                    <a:pt x="187" y="333"/>
                    <a:pt x="187" y="333"/>
                  </a:cubicBezTo>
                  <a:cubicBezTo>
                    <a:pt x="175" y="311"/>
                    <a:pt x="169" y="286"/>
                    <a:pt x="170" y="262"/>
                  </a:cubicBezTo>
                  <a:cubicBezTo>
                    <a:pt x="69" y="288"/>
                    <a:pt x="0" y="344"/>
                    <a:pt x="0" y="409"/>
                  </a:cubicBezTo>
                  <a:cubicBezTo>
                    <a:pt x="0" y="499"/>
                    <a:pt x="134" y="572"/>
                    <a:pt x="300" y="572"/>
                  </a:cubicBezTo>
                  <a:cubicBezTo>
                    <a:pt x="466" y="572"/>
                    <a:pt x="600" y="499"/>
                    <a:pt x="600" y="409"/>
                  </a:cubicBezTo>
                  <a:cubicBezTo>
                    <a:pt x="600" y="344"/>
                    <a:pt x="531" y="288"/>
                    <a:pt x="430" y="262"/>
                  </a:cubicBezTo>
                  <a:close/>
                  <a:moveTo>
                    <a:pt x="714" y="540"/>
                  </a:moveTo>
                  <a:cubicBezTo>
                    <a:pt x="715" y="517"/>
                    <a:pt x="718" y="501"/>
                    <a:pt x="725" y="483"/>
                  </a:cubicBezTo>
                  <a:cubicBezTo>
                    <a:pt x="756" y="498"/>
                    <a:pt x="797" y="505"/>
                    <a:pt x="828" y="505"/>
                  </a:cubicBezTo>
                  <a:cubicBezTo>
                    <a:pt x="880" y="505"/>
                    <a:pt x="910" y="488"/>
                    <a:pt x="910" y="455"/>
                  </a:cubicBezTo>
                  <a:cubicBezTo>
                    <a:pt x="910" y="422"/>
                    <a:pt x="888" y="407"/>
                    <a:pt x="835" y="384"/>
                  </a:cubicBezTo>
                  <a:cubicBezTo>
                    <a:pt x="806" y="371"/>
                    <a:pt x="806" y="371"/>
                    <a:pt x="806" y="371"/>
                  </a:cubicBezTo>
                  <a:cubicBezTo>
                    <a:pt x="753" y="348"/>
                    <a:pt x="717" y="318"/>
                    <a:pt x="717" y="258"/>
                  </a:cubicBezTo>
                  <a:cubicBezTo>
                    <a:pt x="717" y="194"/>
                    <a:pt x="762" y="153"/>
                    <a:pt x="853" y="153"/>
                  </a:cubicBezTo>
                  <a:cubicBezTo>
                    <a:pt x="890" y="153"/>
                    <a:pt x="924" y="158"/>
                    <a:pt x="956" y="169"/>
                  </a:cubicBezTo>
                  <a:cubicBezTo>
                    <a:pt x="955" y="192"/>
                    <a:pt x="951" y="209"/>
                    <a:pt x="945" y="226"/>
                  </a:cubicBezTo>
                  <a:cubicBezTo>
                    <a:pt x="915" y="214"/>
                    <a:pt x="879" y="209"/>
                    <a:pt x="853" y="209"/>
                  </a:cubicBezTo>
                  <a:cubicBezTo>
                    <a:pt x="804" y="209"/>
                    <a:pt x="781" y="228"/>
                    <a:pt x="781" y="258"/>
                  </a:cubicBezTo>
                  <a:cubicBezTo>
                    <a:pt x="781" y="288"/>
                    <a:pt x="803" y="305"/>
                    <a:pt x="842" y="322"/>
                  </a:cubicBezTo>
                  <a:cubicBezTo>
                    <a:pt x="873" y="335"/>
                    <a:pt x="873" y="335"/>
                    <a:pt x="873" y="335"/>
                  </a:cubicBezTo>
                  <a:cubicBezTo>
                    <a:pt x="945" y="365"/>
                    <a:pt x="974" y="397"/>
                    <a:pt x="974" y="452"/>
                  </a:cubicBezTo>
                  <a:cubicBezTo>
                    <a:pt x="974" y="517"/>
                    <a:pt x="925" y="561"/>
                    <a:pt x="829" y="561"/>
                  </a:cubicBezTo>
                  <a:cubicBezTo>
                    <a:pt x="783" y="561"/>
                    <a:pt x="745" y="555"/>
                    <a:pt x="714" y="540"/>
                  </a:cubicBezTo>
                  <a:close/>
                  <a:moveTo>
                    <a:pt x="1277" y="270"/>
                  </a:moveTo>
                  <a:cubicBezTo>
                    <a:pt x="1277" y="552"/>
                    <a:pt x="1277" y="552"/>
                    <a:pt x="1277" y="552"/>
                  </a:cubicBezTo>
                  <a:cubicBezTo>
                    <a:pt x="1220" y="552"/>
                    <a:pt x="1220" y="552"/>
                    <a:pt x="1220" y="552"/>
                  </a:cubicBezTo>
                  <a:cubicBezTo>
                    <a:pt x="1217" y="518"/>
                    <a:pt x="1217" y="518"/>
                    <a:pt x="1217" y="518"/>
                  </a:cubicBezTo>
                  <a:cubicBezTo>
                    <a:pt x="1201" y="543"/>
                    <a:pt x="1177" y="559"/>
                    <a:pt x="1138" y="559"/>
                  </a:cubicBezTo>
                  <a:cubicBezTo>
                    <a:pt x="1063" y="559"/>
                    <a:pt x="1013" y="505"/>
                    <a:pt x="1013" y="410"/>
                  </a:cubicBezTo>
                  <a:cubicBezTo>
                    <a:pt x="1013" y="311"/>
                    <a:pt x="1066" y="254"/>
                    <a:pt x="1171" y="254"/>
                  </a:cubicBezTo>
                  <a:cubicBezTo>
                    <a:pt x="1211" y="254"/>
                    <a:pt x="1245" y="259"/>
                    <a:pt x="1277" y="270"/>
                  </a:cubicBezTo>
                  <a:close/>
                  <a:moveTo>
                    <a:pt x="1215" y="488"/>
                  </a:moveTo>
                  <a:cubicBezTo>
                    <a:pt x="1215" y="311"/>
                    <a:pt x="1215" y="311"/>
                    <a:pt x="1215" y="311"/>
                  </a:cubicBezTo>
                  <a:cubicBezTo>
                    <a:pt x="1202" y="309"/>
                    <a:pt x="1188" y="307"/>
                    <a:pt x="1171" y="307"/>
                  </a:cubicBezTo>
                  <a:cubicBezTo>
                    <a:pt x="1107" y="307"/>
                    <a:pt x="1077" y="347"/>
                    <a:pt x="1077" y="410"/>
                  </a:cubicBezTo>
                  <a:cubicBezTo>
                    <a:pt x="1077" y="468"/>
                    <a:pt x="1100" y="508"/>
                    <a:pt x="1155" y="508"/>
                  </a:cubicBezTo>
                  <a:cubicBezTo>
                    <a:pt x="1179" y="508"/>
                    <a:pt x="1199" y="500"/>
                    <a:pt x="1215" y="488"/>
                  </a:cubicBezTo>
                  <a:close/>
                  <a:moveTo>
                    <a:pt x="1595" y="363"/>
                  </a:moveTo>
                  <a:cubicBezTo>
                    <a:pt x="1595" y="552"/>
                    <a:pt x="1595" y="552"/>
                    <a:pt x="1595" y="552"/>
                  </a:cubicBezTo>
                  <a:cubicBezTo>
                    <a:pt x="1533" y="552"/>
                    <a:pt x="1533" y="552"/>
                    <a:pt x="1533" y="552"/>
                  </a:cubicBezTo>
                  <a:cubicBezTo>
                    <a:pt x="1533" y="373"/>
                    <a:pt x="1533" y="373"/>
                    <a:pt x="1533" y="373"/>
                  </a:cubicBezTo>
                  <a:cubicBezTo>
                    <a:pt x="1533" y="329"/>
                    <a:pt x="1518" y="307"/>
                    <a:pt x="1456" y="307"/>
                  </a:cubicBezTo>
                  <a:cubicBezTo>
                    <a:pt x="1442" y="307"/>
                    <a:pt x="1424" y="309"/>
                    <a:pt x="1407" y="312"/>
                  </a:cubicBezTo>
                  <a:cubicBezTo>
                    <a:pt x="1407" y="552"/>
                    <a:pt x="1407" y="552"/>
                    <a:pt x="1407" y="552"/>
                  </a:cubicBezTo>
                  <a:cubicBezTo>
                    <a:pt x="1345" y="552"/>
                    <a:pt x="1345" y="552"/>
                    <a:pt x="1345" y="552"/>
                  </a:cubicBezTo>
                  <a:cubicBezTo>
                    <a:pt x="1345" y="270"/>
                    <a:pt x="1345" y="270"/>
                    <a:pt x="1345" y="270"/>
                  </a:cubicBezTo>
                  <a:cubicBezTo>
                    <a:pt x="1385" y="261"/>
                    <a:pt x="1428" y="254"/>
                    <a:pt x="1458" y="254"/>
                  </a:cubicBezTo>
                  <a:cubicBezTo>
                    <a:pt x="1562" y="254"/>
                    <a:pt x="1595" y="294"/>
                    <a:pt x="1595" y="363"/>
                  </a:cubicBezTo>
                  <a:close/>
                  <a:moveTo>
                    <a:pt x="1767" y="506"/>
                  </a:moveTo>
                  <a:cubicBezTo>
                    <a:pt x="1785" y="506"/>
                    <a:pt x="1802" y="503"/>
                    <a:pt x="1816" y="498"/>
                  </a:cubicBezTo>
                  <a:cubicBezTo>
                    <a:pt x="1814" y="515"/>
                    <a:pt x="1812" y="534"/>
                    <a:pt x="1808" y="550"/>
                  </a:cubicBezTo>
                  <a:cubicBezTo>
                    <a:pt x="1791" y="557"/>
                    <a:pt x="1773" y="559"/>
                    <a:pt x="1756" y="559"/>
                  </a:cubicBezTo>
                  <a:cubicBezTo>
                    <a:pt x="1696" y="559"/>
                    <a:pt x="1657" y="531"/>
                    <a:pt x="1657" y="463"/>
                  </a:cubicBezTo>
                  <a:cubicBezTo>
                    <a:pt x="1657" y="166"/>
                    <a:pt x="1657" y="166"/>
                    <a:pt x="1657" y="166"/>
                  </a:cubicBezTo>
                  <a:cubicBezTo>
                    <a:pt x="1676" y="160"/>
                    <a:pt x="1700" y="157"/>
                    <a:pt x="1719" y="157"/>
                  </a:cubicBezTo>
                  <a:cubicBezTo>
                    <a:pt x="1719" y="264"/>
                    <a:pt x="1719" y="264"/>
                    <a:pt x="1719" y="264"/>
                  </a:cubicBezTo>
                  <a:cubicBezTo>
                    <a:pt x="1817" y="264"/>
                    <a:pt x="1817" y="264"/>
                    <a:pt x="1817" y="264"/>
                  </a:cubicBezTo>
                  <a:cubicBezTo>
                    <a:pt x="1816" y="283"/>
                    <a:pt x="1815" y="301"/>
                    <a:pt x="1812" y="317"/>
                  </a:cubicBezTo>
                  <a:cubicBezTo>
                    <a:pt x="1719" y="317"/>
                    <a:pt x="1719" y="317"/>
                    <a:pt x="1719" y="317"/>
                  </a:cubicBezTo>
                  <a:cubicBezTo>
                    <a:pt x="1719" y="455"/>
                    <a:pt x="1719" y="455"/>
                    <a:pt x="1719" y="455"/>
                  </a:cubicBezTo>
                  <a:cubicBezTo>
                    <a:pt x="1719" y="492"/>
                    <a:pt x="1737" y="506"/>
                    <a:pt x="1767" y="506"/>
                  </a:cubicBezTo>
                  <a:close/>
                  <a:moveTo>
                    <a:pt x="2100" y="270"/>
                  </a:moveTo>
                  <a:cubicBezTo>
                    <a:pt x="2100" y="552"/>
                    <a:pt x="2100" y="552"/>
                    <a:pt x="2100" y="552"/>
                  </a:cubicBezTo>
                  <a:cubicBezTo>
                    <a:pt x="2043" y="552"/>
                    <a:pt x="2043" y="552"/>
                    <a:pt x="2043" y="552"/>
                  </a:cubicBezTo>
                  <a:cubicBezTo>
                    <a:pt x="2040" y="518"/>
                    <a:pt x="2040" y="518"/>
                    <a:pt x="2040" y="518"/>
                  </a:cubicBezTo>
                  <a:cubicBezTo>
                    <a:pt x="2024" y="543"/>
                    <a:pt x="2000" y="559"/>
                    <a:pt x="1960" y="559"/>
                  </a:cubicBezTo>
                  <a:cubicBezTo>
                    <a:pt x="1886" y="559"/>
                    <a:pt x="1836" y="505"/>
                    <a:pt x="1836" y="410"/>
                  </a:cubicBezTo>
                  <a:cubicBezTo>
                    <a:pt x="1836" y="311"/>
                    <a:pt x="1889" y="254"/>
                    <a:pt x="1993" y="254"/>
                  </a:cubicBezTo>
                  <a:cubicBezTo>
                    <a:pt x="2034" y="254"/>
                    <a:pt x="2067" y="259"/>
                    <a:pt x="2100" y="270"/>
                  </a:cubicBezTo>
                  <a:close/>
                  <a:moveTo>
                    <a:pt x="2038" y="488"/>
                  </a:moveTo>
                  <a:cubicBezTo>
                    <a:pt x="2038" y="311"/>
                    <a:pt x="2038" y="311"/>
                    <a:pt x="2038" y="311"/>
                  </a:cubicBezTo>
                  <a:cubicBezTo>
                    <a:pt x="2025" y="309"/>
                    <a:pt x="2011" y="307"/>
                    <a:pt x="1993" y="307"/>
                  </a:cubicBezTo>
                  <a:cubicBezTo>
                    <a:pt x="1929" y="307"/>
                    <a:pt x="1899" y="347"/>
                    <a:pt x="1899" y="410"/>
                  </a:cubicBezTo>
                  <a:cubicBezTo>
                    <a:pt x="1899" y="468"/>
                    <a:pt x="1922" y="508"/>
                    <a:pt x="1978" y="508"/>
                  </a:cubicBezTo>
                  <a:cubicBezTo>
                    <a:pt x="2002" y="508"/>
                    <a:pt x="2022" y="500"/>
                    <a:pt x="2038" y="488"/>
                  </a:cubicBezTo>
                  <a:close/>
                  <a:moveTo>
                    <a:pt x="2418" y="363"/>
                  </a:moveTo>
                  <a:cubicBezTo>
                    <a:pt x="2418" y="552"/>
                    <a:pt x="2418" y="552"/>
                    <a:pt x="2418" y="552"/>
                  </a:cubicBezTo>
                  <a:cubicBezTo>
                    <a:pt x="2356" y="552"/>
                    <a:pt x="2356" y="552"/>
                    <a:pt x="2356" y="552"/>
                  </a:cubicBezTo>
                  <a:cubicBezTo>
                    <a:pt x="2356" y="373"/>
                    <a:pt x="2356" y="373"/>
                    <a:pt x="2356" y="373"/>
                  </a:cubicBezTo>
                  <a:cubicBezTo>
                    <a:pt x="2356" y="329"/>
                    <a:pt x="2341" y="307"/>
                    <a:pt x="2279" y="307"/>
                  </a:cubicBezTo>
                  <a:cubicBezTo>
                    <a:pt x="2264" y="307"/>
                    <a:pt x="2247" y="309"/>
                    <a:pt x="2230" y="312"/>
                  </a:cubicBezTo>
                  <a:cubicBezTo>
                    <a:pt x="2230" y="552"/>
                    <a:pt x="2230" y="552"/>
                    <a:pt x="2230" y="552"/>
                  </a:cubicBezTo>
                  <a:cubicBezTo>
                    <a:pt x="2168" y="552"/>
                    <a:pt x="2168" y="552"/>
                    <a:pt x="2168" y="552"/>
                  </a:cubicBezTo>
                  <a:cubicBezTo>
                    <a:pt x="2168" y="270"/>
                    <a:pt x="2168" y="270"/>
                    <a:pt x="2168" y="270"/>
                  </a:cubicBezTo>
                  <a:cubicBezTo>
                    <a:pt x="2207" y="261"/>
                    <a:pt x="2251" y="254"/>
                    <a:pt x="2281" y="254"/>
                  </a:cubicBezTo>
                  <a:cubicBezTo>
                    <a:pt x="2384" y="254"/>
                    <a:pt x="2418" y="294"/>
                    <a:pt x="2418" y="363"/>
                  </a:cubicBezTo>
                  <a:close/>
                  <a:moveTo>
                    <a:pt x="2733" y="157"/>
                  </a:moveTo>
                  <a:cubicBezTo>
                    <a:pt x="2733" y="552"/>
                    <a:pt x="2733" y="552"/>
                    <a:pt x="2733" y="552"/>
                  </a:cubicBezTo>
                  <a:cubicBezTo>
                    <a:pt x="2676" y="552"/>
                    <a:pt x="2676" y="552"/>
                    <a:pt x="2676" y="552"/>
                  </a:cubicBezTo>
                  <a:cubicBezTo>
                    <a:pt x="2672" y="516"/>
                    <a:pt x="2672" y="516"/>
                    <a:pt x="2672" y="516"/>
                  </a:cubicBezTo>
                  <a:cubicBezTo>
                    <a:pt x="2656" y="543"/>
                    <a:pt x="2632" y="559"/>
                    <a:pt x="2591" y="559"/>
                  </a:cubicBezTo>
                  <a:cubicBezTo>
                    <a:pt x="2517" y="559"/>
                    <a:pt x="2467" y="505"/>
                    <a:pt x="2467" y="410"/>
                  </a:cubicBezTo>
                  <a:cubicBezTo>
                    <a:pt x="2467" y="311"/>
                    <a:pt x="2520" y="254"/>
                    <a:pt x="2625" y="254"/>
                  </a:cubicBezTo>
                  <a:cubicBezTo>
                    <a:pt x="2641" y="254"/>
                    <a:pt x="2656" y="256"/>
                    <a:pt x="2671" y="259"/>
                  </a:cubicBezTo>
                  <a:cubicBezTo>
                    <a:pt x="2671" y="166"/>
                    <a:pt x="2671" y="166"/>
                    <a:pt x="2671" y="166"/>
                  </a:cubicBezTo>
                  <a:cubicBezTo>
                    <a:pt x="2690" y="159"/>
                    <a:pt x="2712" y="157"/>
                    <a:pt x="2733" y="157"/>
                  </a:cubicBezTo>
                  <a:close/>
                  <a:moveTo>
                    <a:pt x="2671" y="487"/>
                  </a:moveTo>
                  <a:cubicBezTo>
                    <a:pt x="2671" y="313"/>
                    <a:pt x="2671" y="313"/>
                    <a:pt x="2671" y="313"/>
                  </a:cubicBezTo>
                  <a:cubicBezTo>
                    <a:pt x="2655" y="310"/>
                    <a:pt x="2638" y="307"/>
                    <a:pt x="2621" y="307"/>
                  </a:cubicBezTo>
                  <a:cubicBezTo>
                    <a:pt x="2560" y="307"/>
                    <a:pt x="2531" y="346"/>
                    <a:pt x="2531" y="410"/>
                  </a:cubicBezTo>
                  <a:cubicBezTo>
                    <a:pt x="2531" y="468"/>
                    <a:pt x="2554" y="508"/>
                    <a:pt x="2609" y="508"/>
                  </a:cubicBezTo>
                  <a:cubicBezTo>
                    <a:pt x="2634" y="508"/>
                    <a:pt x="2654" y="500"/>
                    <a:pt x="2671" y="487"/>
                  </a:cubicBezTo>
                  <a:close/>
                  <a:moveTo>
                    <a:pt x="3045" y="432"/>
                  </a:moveTo>
                  <a:cubicBezTo>
                    <a:pt x="2847" y="432"/>
                    <a:pt x="2847" y="432"/>
                    <a:pt x="2847" y="432"/>
                  </a:cubicBezTo>
                  <a:cubicBezTo>
                    <a:pt x="2854" y="482"/>
                    <a:pt x="2884" y="506"/>
                    <a:pt x="2939" y="506"/>
                  </a:cubicBezTo>
                  <a:cubicBezTo>
                    <a:pt x="2973" y="506"/>
                    <a:pt x="3007" y="499"/>
                    <a:pt x="3038" y="485"/>
                  </a:cubicBezTo>
                  <a:cubicBezTo>
                    <a:pt x="3036" y="501"/>
                    <a:pt x="3033" y="522"/>
                    <a:pt x="3029" y="541"/>
                  </a:cubicBezTo>
                  <a:cubicBezTo>
                    <a:pt x="3001" y="554"/>
                    <a:pt x="2971" y="559"/>
                    <a:pt x="2937" y="559"/>
                  </a:cubicBezTo>
                  <a:cubicBezTo>
                    <a:pt x="2834" y="559"/>
                    <a:pt x="2783" y="502"/>
                    <a:pt x="2783" y="405"/>
                  </a:cubicBezTo>
                  <a:cubicBezTo>
                    <a:pt x="2783" y="321"/>
                    <a:pt x="2822" y="254"/>
                    <a:pt x="2921" y="254"/>
                  </a:cubicBezTo>
                  <a:cubicBezTo>
                    <a:pt x="3010" y="254"/>
                    <a:pt x="3048" y="313"/>
                    <a:pt x="3048" y="384"/>
                  </a:cubicBezTo>
                  <a:cubicBezTo>
                    <a:pt x="3048" y="401"/>
                    <a:pt x="3047" y="415"/>
                    <a:pt x="3045" y="432"/>
                  </a:cubicBezTo>
                  <a:close/>
                  <a:moveTo>
                    <a:pt x="2845" y="380"/>
                  </a:moveTo>
                  <a:cubicBezTo>
                    <a:pt x="2985" y="380"/>
                    <a:pt x="2985" y="380"/>
                    <a:pt x="2985" y="380"/>
                  </a:cubicBezTo>
                  <a:cubicBezTo>
                    <a:pt x="2985" y="333"/>
                    <a:pt x="2960" y="306"/>
                    <a:pt x="2918" y="306"/>
                  </a:cubicBezTo>
                  <a:cubicBezTo>
                    <a:pt x="2874" y="306"/>
                    <a:pt x="2850" y="332"/>
                    <a:pt x="2845" y="380"/>
                  </a:cubicBezTo>
                  <a:close/>
                  <a:moveTo>
                    <a:pt x="3262" y="257"/>
                  </a:moveTo>
                  <a:cubicBezTo>
                    <a:pt x="3262" y="275"/>
                    <a:pt x="3260" y="298"/>
                    <a:pt x="3256" y="310"/>
                  </a:cubicBezTo>
                  <a:cubicBezTo>
                    <a:pt x="3241" y="308"/>
                    <a:pt x="3227" y="307"/>
                    <a:pt x="3209" y="307"/>
                  </a:cubicBezTo>
                  <a:cubicBezTo>
                    <a:pt x="3194" y="307"/>
                    <a:pt x="3179" y="309"/>
                    <a:pt x="3164" y="311"/>
                  </a:cubicBezTo>
                  <a:cubicBezTo>
                    <a:pt x="3164" y="552"/>
                    <a:pt x="3164" y="552"/>
                    <a:pt x="3164" y="552"/>
                  </a:cubicBezTo>
                  <a:cubicBezTo>
                    <a:pt x="3102" y="552"/>
                    <a:pt x="3102" y="552"/>
                    <a:pt x="3102" y="552"/>
                  </a:cubicBezTo>
                  <a:cubicBezTo>
                    <a:pt x="3102" y="270"/>
                    <a:pt x="3102" y="270"/>
                    <a:pt x="3102" y="270"/>
                  </a:cubicBezTo>
                  <a:cubicBezTo>
                    <a:pt x="3128" y="261"/>
                    <a:pt x="3173" y="254"/>
                    <a:pt x="3208" y="254"/>
                  </a:cubicBezTo>
                  <a:cubicBezTo>
                    <a:pt x="3227" y="254"/>
                    <a:pt x="3248" y="255"/>
                    <a:pt x="3262" y="2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EA827E8-0536-401E-ABEB-9AD0D4E863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0" y="3660"/>
              <a:ext cx="36" cy="36"/>
            </a:xfrm>
            <a:custGeom>
              <a:avLst/>
              <a:gdLst>
                <a:gd name="T0" fmla="*/ 83 w 97"/>
                <a:gd name="T1" fmla="*/ 14 h 97"/>
                <a:gd name="T2" fmla="*/ 49 w 97"/>
                <a:gd name="T3" fmla="*/ 0 h 97"/>
                <a:gd name="T4" fmla="*/ 15 w 97"/>
                <a:gd name="T5" fmla="*/ 14 h 97"/>
                <a:gd name="T6" fmla="*/ 0 w 97"/>
                <a:gd name="T7" fmla="*/ 48 h 97"/>
                <a:gd name="T8" fmla="*/ 15 w 97"/>
                <a:gd name="T9" fmla="*/ 82 h 97"/>
                <a:gd name="T10" fmla="*/ 49 w 97"/>
                <a:gd name="T11" fmla="*/ 97 h 97"/>
                <a:gd name="T12" fmla="*/ 83 w 97"/>
                <a:gd name="T13" fmla="*/ 82 h 97"/>
                <a:gd name="T14" fmla="*/ 97 w 97"/>
                <a:gd name="T15" fmla="*/ 48 h 97"/>
                <a:gd name="T16" fmla="*/ 83 w 97"/>
                <a:gd name="T17" fmla="*/ 14 h 97"/>
                <a:gd name="T18" fmla="*/ 79 w 97"/>
                <a:gd name="T19" fmla="*/ 78 h 97"/>
                <a:gd name="T20" fmla="*/ 49 w 97"/>
                <a:gd name="T21" fmla="*/ 91 h 97"/>
                <a:gd name="T22" fmla="*/ 19 w 97"/>
                <a:gd name="T23" fmla="*/ 78 h 97"/>
                <a:gd name="T24" fmla="*/ 6 w 97"/>
                <a:gd name="T25" fmla="*/ 48 h 97"/>
                <a:gd name="T26" fmla="*/ 19 w 97"/>
                <a:gd name="T27" fmla="*/ 18 h 97"/>
                <a:gd name="T28" fmla="*/ 49 w 97"/>
                <a:gd name="T29" fmla="*/ 5 h 97"/>
                <a:gd name="T30" fmla="*/ 79 w 97"/>
                <a:gd name="T31" fmla="*/ 18 h 97"/>
                <a:gd name="T32" fmla="*/ 92 w 97"/>
                <a:gd name="T33" fmla="*/ 48 h 97"/>
                <a:gd name="T34" fmla="*/ 79 w 97"/>
                <a:gd name="T35" fmla="*/ 7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7" h="97">
                  <a:moveTo>
                    <a:pt x="83" y="14"/>
                  </a:moveTo>
                  <a:cubicBezTo>
                    <a:pt x="74" y="5"/>
                    <a:pt x="62" y="0"/>
                    <a:pt x="49" y="0"/>
                  </a:cubicBezTo>
                  <a:cubicBezTo>
                    <a:pt x="36" y="0"/>
                    <a:pt x="24" y="5"/>
                    <a:pt x="15" y="14"/>
                  </a:cubicBezTo>
                  <a:cubicBezTo>
                    <a:pt x="6" y="23"/>
                    <a:pt x="0" y="35"/>
                    <a:pt x="0" y="48"/>
                  </a:cubicBezTo>
                  <a:cubicBezTo>
                    <a:pt x="0" y="61"/>
                    <a:pt x="5" y="73"/>
                    <a:pt x="15" y="82"/>
                  </a:cubicBezTo>
                  <a:cubicBezTo>
                    <a:pt x="24" y="91"/>
                    <a:pt x="36" y="97"/>
                    <a:pt x="49" y="97"/>
                  </a:cubicBezTo>
                  <a:cubicBezTo>
                    <a:pt x="61" y="97"/>
                    <a:pt x="74" y="91"/>
                    <a:pt x="83" y="82"/>
                  </a:cubicBezTo>
                  <a:cubicBezTo>
                    <a:pt x="92" y="73"/>
                    <a:pt x="97" y="61"/>
                    <a:pt x="97" y="48"/>
                  </a:cubicBezTo>
                  <a:cubicBezTo>
                    <a:pt x="97" y="35"/>
                    <a:pt x="92" y="23"/>
                    <a:pt x="83" y="14"/>
                  </a:cubicBezTo>
                  <a:close/>
                  <a:moveTo>
                    <a:pt x="79" y="78"/>
                  </a:moveTo>
                  <a:cubicBezTo>
                    <a:pt x="71" y="86"/>
                    <a:pt x="60" y="91"/>
                    <a:pt x="49" y="91"/>
                  </a:cubicBezTo>
                  <a:cubicBezTo>
                    <a:pt x="38" y="91"/>
                    <a:pt x="27" y="86"/>
                    <a:pt x="19" y="78"/>
                  </a:cubicBezTo>
                  <a:cubicBezTo>
                    <a:pt x="11" y="70"/>
                    <a:pt x="6" y="59"/>
                    <a:pt x="6" y="48"/>
                  </a:cubicBezTo>
                  <a:cubicBezTo>
                    <a:pt x="6" y="37"/>
                    <a:pt x="11" y="26"/>
                    <a:pt x="19" y="18"/>
                  </a:cubicBezTo>
                  <a:cubicBezTo>
                    <a:pt x="27" y="10"/>
                    <a:pt x="37" y="5"/>
                    <a:pt x="49" y="5"/>
                  </a:cubicBezTo>
                  <a:cubicBezTo>
                    <a:pt x="61" y="5"/>
                    <a:pt x="71" y="10"/>
                    <a:pt x="79" y="18"/>
                  </a:cubicBezTo>
                  <a:cubicBezTo>
                    <a:pt x="87" y="26"/>
                    <a:pt x="92" y="37"/>
                    <a:pt x="92" y="48"/>
                  </a:cubicBezTo>
                  <a:cubicBezTo>
                    <a:pt x="92" y="60"/>
                    <a:pt x="87" y="70"/>
                    <a:pt x="79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8C00AD7-BA43-4E6A-9559-AAE8124E39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" y="3668"/>
              <a:ext cx="13" cy="18"/>
            </a:xfrm>
            <a:custGeom>
              <a:avLst/>
              <a:gdLst>
                <a:gd name="T0" fmla="*/ 15 w 36"/>
                <a:gd name="T1" fmla="*/ 32 h 51"/>
                <a:gd name="T2" fmla="*/ 8 w 36"/>
                <a:gd name="T3" fmla="*/ 32 h 51"/>
                <a:gd name="T4" fmla="*/ 8 w 36"/>
                <a:gd name="T5" fmla="*/ 51 h 51"/>
                <a:gd name="T6" fmla="*/ 0 w 36"/>
                <a:gd name="T7" fmla="*/ 51 h 51"/>
                <a:gd name="T8" fmla="*/ 0 w 36"/>
                <a:gd name="T9" fmla="*/ 2 h 51"/>
                <a:gd name="T10" fmla="*/ 13 w 36"/>
                <a:gd name="T11" fmla="*/ 0 h 51"/>
                <a:gd name="T12" fmla="*/ 33 w 36"/>
                <a:gd name="T13" fmla="*/ 16 h 51"/>
                <a:gd name="T14" fmla="*/ 22 w 36"/>
                <a:gd name="T15" fmla="*/ 31 h 51"/>
                <a:gd name="T16" fmla="*/ 36 w 36"/>
                <a:gd name="T17" fmla="*/ 51 h 51"/>
                <a:gd name="T18" fmla="*/ 27 w 36"/>
                <a:gd name="T19" fmla="*/ 51 h 51"/>
                <a:gd name="T20" fmla="*/ 15 w 36"/>
                <a:gd name="T21" fmla="*/ 32 h 51"/>
                <a:gd name="T22" fmla="*/ 13 w 36"/>
                <a:gd name="T23" fmla="*/ 25 h 51"/>
                <a:gd name="T24" fmla="*/ 25 w 36"/>
                <a:gd name="T25" fmla="*/ 16 h 51"/>
                <a:gd name="T26" fmla="*/ 13 w 36"/>
                <a:gd name="T27" fmla="*/ 7 h 51"/>
                <a:gd name="T28" fmla="*/ 8 w 36"/>
                <a:gd name="T29" fmla="*/ 8 h 51"/>
                <a:gd name="T30" fmla="*/ 8 w 36"/>
                <a:gd name="T31" fmla="*/ 25 h 51"/>
                <a:gd name="T32" fmla="*/ 13 w 36"/>
                <a:gd name="T33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51">
                  <a:moveTo>
                    <a:pt x="15" y="32"/>
                  </a:moveTo>
                  <a:cubicBezTo>
                    <a:pt x="8" y="32"/>
                    <a:pt x="8" y="32"/>
                    <a:pt x="8" y="3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9" y="0"/>
                    <a:pt x="33" y="8"/>
                    <a:pt x="33" y="16"/>
                  </a:cubicBezTo>
                  <a:cubicBezTo>
                    <a:pt x="33" y="24"/>
                    <a:pt x="29" y="29"/>
                    <a:pt x="22" y="3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27" y="51"/>
                    <a:pt x="27" y="51"/>
                    <a:pt x="27" y="51"/>
                  </a:cubicBezTo>
                  <a:lnTo>
                    <a:pt x="15" y="32"/>
                  </a:lnTo>
                  <a:close/>
                  <a:moveTo>
                    <a:pt x="13" y="25"/>
                  </a:moveTo>
                  <a:cubicBezTo>
                    <a:pt x="22" y="26"/>
                    <a:pt x="25" y="22"/>
                    <a:pt x="25" y="16"/>
                  </a:cubicBezTo>
                  <a:cubicBezTo>
                    <a:pt x="25" y="10"/>
                    <a:pt x="21" y="7"/>
                    <a:pt x="13" y="7"/>
                  </a:cubicBezTo>
                  <a:cubicBezTo>
                    <a:pt x="12" y="7"/>
                    <a:pt x="10" y="7"/>
                    <a:pt x="8" y="8"/>
                  </a:cubicBezTo>
                  <a:cubicBezTo>
                    <a:pt x="8" y="25"/>
                    <a:pt x="8" y="25"/>
                    <a:pt x="8" y="25"/>
                  </a:cubicBezTo>
                  <a:lnTo>
                    <a:pt x="13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6143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92084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16163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585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92879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2278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1429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8330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87703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23652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962392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8976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2EA72-FDFF-43C1-81A0-79B8EFE998C5}" type="datetimeFigureOut">
              <a:rPr lang="pt-PT" smtClean="0"/>
              <a:t>14/10/2025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1FB31-83B8-4E65-A566-9C39CDCED0E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1503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7650073" y="2033008"/>
            <a:ext cx="927834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900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OUT_CLIENTS</a:t>
            </a:r>
            <a:endParaRPr lang="pt-PT" altLang="pt-PT" sz="11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493892" y="1475702"/>
            <a:ext cx="5172388" cy="4745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2" name="Rectangle 81"/>
          <p:cNvSpPr/>
          <p:nvPr/>
        </p:nvSpPr>
        <p:spPr>
          <a:xfrm>
            <a:off x="9741203" y="2035665"/>
            <a:ext cx="1574103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800" dirty="0" smtClean="0">
                <a:latin typeface="Santander Text" panose="020B0504020201020104" pitchFamily="34" charset="0"/>
              </a:rPr>
              <a:t>OUT_FEI_NEW_RECIPIENTS</a:t>
            </a:r>
            <a:endParaRPr lang="pt-PT" sz="800" dirty="0">
              <a:latin typeface="Santander Text" panose="020B05040202010201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 rot="16200000">
            <a:off x="6234579" y="1387776"/>
            <a:ext cx="499064" cy="47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84" name="Graphic 17" descr="Database with solid fil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630" y="1374225"/>
            <a:ext cx="542524" cy="52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Rectangle 85"/>
          <p:cNvSpPr/>
          <p:nvPr/>
        </p:nvSpPr>
        <p:spPr>
          <a:xfrm>
            <a:off x="6656976" y="1371429"/>
            <a:ext cx="116870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PT" sz="1100" b="1" i="1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Business_beifei</a:t>
            </a:r>
            <a:endParaRPr lang="pt-PT" i="1" dirty="0"/>
          </a:p>
        </p:txBody>
      </p:sp>
      <p:sp>
        <p:nvSpPr>
          <p:cNvPr id="97" name="Rectangle 96"/>
          <p:cNvSpPr/>
          <p:nvPr/>
        </p:nvSpPr>
        <p:spPr>
          <a:xfrm>
            <a:off x="6438292" y="977512"/>
            <a:ext cx="2026800" cy="28834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EB0000"/>
            </a:solidFill>
            <a:prstDash val="solid"/>
          </a:ln>
          <a:effectLst/>
        </p:spPr>
        <p:txBody>
          <a:bodyPr rtlCol="0" anchor="ctr"/>
          <a:lstStyle/>
          <a:p>
            <a:pPr marL="266700" marR="0" lvl="1" indent="-2667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dirty="0" smtClean="0">
                <a:solidFill>
                  <a:srgbClr val="595959"/>
                </a:solidFill>
                <a:latin typeface="Santander Text" panose="020B0504020201020104" pitchFamily="34" charset="0"/>
              </a:rPr>
              <a:t>Report Linha FEI</a:t>
            </a:r>
            <a:endParaRPr lang="en-US" sz="1200" b="1" dirty="0" err="1">
              <a:solidFill>
                <a:srgbClr val="595959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37" name="Straight Arrow Connector 36"/>
          <p:cNvCxnSpPr>
            <a:stCxn id="112" idx="3"/>
          </p:cNvCxnSpPr>
          <p:nvPr/>
        </p:nvCxnSpPr>
        <p:spPr>
          <a:xfrm flipV="1">
            <a:off x="5437904" y="5909476"/>
            <a:ext cx="90000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4856356" y="5639664"/>
            <a:ext cx="581548" cy="764904"/>
            <a:chOff x="5848763" y="5674766"/>
            <a:chExt cx="581548" cy="764904"/>
          </a:xfrm>
        </p:grpSpPr>
        <p:sp>
          <p:nvSpPr>
            <p:cNvPr id="23" name="Rectangle 22"/>
            <p:cNvSpPr/>
            <p:nvPr/>
          </p:nvSpPr>
          <p:spPr>
            <a:xfrm>
              <a:off x="5922783" y="6252550"/>
              <a:ext cx="433508" cy="187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00" dirty="0">
                  <a:solidFill>
                    <a:schemeClr val="tx2"/>
                  </a:solidFill>
                  <a:latin typeface="Santander Text" panose="020B0504020201020104" pitchFamily="34" charset="0"/>
                </a:rPr>
                <a:t>ETL</a:t>
              </a: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5848763" y="5674766"/>
              <a:ext cx="581548" cy="539625"/>
              <a:chOff x="5900122" y="6045530"/>
              <a:chExt cx="581548" cy="539625"/>
            </a:xfrm>
          </p:grpSpPr>
          <p:pic>
            <p:nvPicPr>
              <p:cNvPr id="2110" name="Graphic 69" descr="Single gear"/>
              <p:cNvPicPr>
                <a:picLocks noChangeAspect="1" noChangeArrowheads="1"/>
              </p:cNvPicPr>
              <p:nvPr/>
            </p:nvPicPr>
            <p:blipFill>
              <a:blip r:embed="rId4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46302" y="6061712"/>
                <a:ext cx="427038" cy="4270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11" name="Graphic 70" descr="Single gear"/>
              <p:cNvPicPr>
                <a:picLocks noChangeAspect="1" noChangeArrowheads="1"/>
              </p:cNvPicPr>
              <p:nvPr/>
            </p:nvPicPr>
            <p:blipFill>
              <a:blip r:embed="rId5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47915" y="6263325"/>
                <a:ext cx="290512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2" name="Rectangle 111"/>
              <p:cNvSpPr/>
              <p:nvPr/>
            </p:nvSpPr>
            <p:spPr>
              <a:xfrm>
                <a:off x="5900122" y="6045530"/>
                <a:ext cx="581548" cy="5396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</p:grpSp>
      <p:cxnSp>
        <p:nvCxnSpPr>
          <p:cNvPr id="142" name="Straight Arrow Connector 141"/>
          <p:cNvCxnSpPr/>
          <p:nvPr/>
        </p:nvCxnSpPr>
        <p:spPr>
          <a:xfrm>
            <a:off x="5669529" y="2187044"/>
            <a:ext cx="684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913983" y="956280"/>
            <a:ext cx="2026522" cy="28834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EB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1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PT" sz="1200" b="1" dirty="0" smtClean="0">
                <a:solidFill>
                  <a:srgbClr val="595959"/>
                </a:solidFill>
                <a:latin typeface="Santander Text" panose="020B0504020201020104" pitchFamily="34" charset="0"/>
              </a:rPr>
              <a:t>Fontes de informação</a:t>
            </a:r>
            <a:endParaRPr lang="en-US" sz="1200" b="1" dirty="0" err="1">
              <a:solidFill>
                <a:srgbClr val="595959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3702599" y="1465434"/>
            <a:ext cx="1804077" cy="1033310"/>
            <a:chOff x="2243373" y="3818033"/>
            <a:chExt cx="4598495" cy="1033310"/>
          </a:xfrm>
        </p:grpSpPr>
        <p:sp>
          <p:nvSpPr>
            <p:cNvPr id="59" name="Rectangle 58"/>
            <p:cNvSpPr/>
            <p:nvPr/>
          </p:nvSpPr>
          <p:spPr>
            <a:xfrm>
              <a:off x="2243373" y="3932331"/>
              <a:ext cx="4598495" cy="9190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338538" y="3818033"/>
              <a:ext cx="389697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pt-PT" sz="1100" b="1" i="1" dirty="0" smtClean="0">
                  <a:solidFill>
                    <a:prstClr val="black"/>
                  </a:solidFill>
                  <a:latin typeface="Santander Text" panose="020B0504020201020104" pitchFamily="34" charset="0"/>
                </a:rPr>
                <a:t>Universo de Propostas</a:t>
              </a:r>
              <a:endParaRPr lang="pt-PT" i="1" dirty="0"/>
            </a:p>
          </p:txBody>
        </p:sp>
      </p:grpSp>
      <p:sp>
        <p:nvSpPr>
          <p:cNvPr id="69" name="Rectangle 68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400" b="1" dirty="0"/>
              <a:t>Workload - Reporte Linhas BEI e FEI</a:t>
            </a:r>
          </a:p>
        </p:txBody>
      </p:sp>
      <p:pic>
        <p:nvPicPr>
          <p:cNvPr id="118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10185298" y="2352431"/>
            <a:ext cx="523875" cy="3619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9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10185298" y="1709754"/>
            <a:ext cx="523875" cy="3619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0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7852053" y="1706204"/>
            <a:ext cx="523875" cy="3619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6" name="Rectangle 135"/>
          <p:cNvSpPr/>
          <p:nvPr/>
        </p:nvSpPr>
        <p:spPr>
          <a:xfrm>
            <a:off x="4173898" y="2173580"/>
            <a:ext cx="852808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sz="1000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PROPOSTAS</a:t>
            </a:r>
            <a:endParaRPr lang="pt-PT" sz="1000" dirty="0"/>
          </a:p>
        </p:txBody>
      </p:sp>
      <p:cxnSp>
        <p:nvCxnSpPr>
          <p:cNvPr id="2083" name="Elbow Connector 2082"/>
          <p:cNvCxnSpPr/>
          <p:nvPr/>
        </p:nvCxnSpPr>
        <p:spPr>
          <a:xfrm>
            <a:off x="899258" y="5742908"/>
            <a:ext cx="3957098" cy="166569"/>
          </a:xfrm>
          <a:prstGeom prst="bentConnector3">
            <a:avLst>
              <a:gd name="adj1" fmla="val -6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4" name="Rectangle 2103"/>
          <p:cNvSpPr/>
          <p:nvPr/>
        </p:nvSpPr>
        <p:spPr>
          <a:xfrm>
            <a:off x="587893" y="6183173"/>
            <a:ext cx="2026522" cy="4208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89" name="Graphic 17" descr="Database with solid fil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410" y="1734811"/>
            <a:ext cx="491785" cy="49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7852053" y="4281642"/>
            <a:ext cx="523875" cy="3619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4" name="Rectangle 93"/>
          <p:cNvSpPr/>
          <p:nvPr/>
        </p:nvSpPr>
        <p:spPr>
          <a:xfrm>
            <a:off x="7581244" y="4608427"/>
            <a:ext cx="106549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900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OUT_CONTRACTS</a:t>
            </a:r>
            <a:endParaRPr lang="pt-PT" altLang="pt-PT" sz="11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02721EC-511F-51E2-4D0E-6DBF6EB84241}"/>
              </a:ext>
            </a:extLst>
          </p:cNvPr>
          <p:cNvCxnSpPr>
            <a:stCxn id="130" idx="3"/>
            <a:endCxn id="119" idx="1"/>
          </p:cNvCxnSpPr>
          <p:nvPr/>
        </p:nvCxnSpPr>
        <p:spPr>
          <a:xfrm>
            <a:off x="8375928" y="1887179"/>
            <a:ext cx="1809370" cy="355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10185298" y="2995108"/>
            <a:ext cx="523875" cy="3619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1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10185298" y="3637785"/>
            <a:ext cx="523875" cy="3619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2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10185298" y="4280462"/>
            <a:ext cx="523875" cy="3619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3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10185298" y="4923139"/>
            <a:ext cx="523875" cy="36195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4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10185298" y="5565817"/>
            <a:ext cx="523875" cy="36195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105" name="Elbow Connector 104"/>
          <p:cNvCxnSpPr>
            <a:stCxn id="93" idx="3"/>
            <a:endCxn id="100" idx="1"/>
          </p:cNvCxnSpPr>
          <p:nvPr/>
        </p:nvCxnSpPr>
        <p:spPr>
          <a:xfrm flipV="1">
            <a:off x="8375928" y="3176083"/>
            <a:ext cx="1809370" cy="1286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stCxn id="93" idx="3"/>
            <a:endCxn id="101" idx="1"/>
          </p:cNvCxnSpPr>
          <p:nvPr/>
        </p:nvCxnSpPr>
        <p:spPr>
          <a:xfrm flipV="1">
            <a:off x="8375928" y="3818760"/>
            <a:ext cx="1809370" cy="6438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/>
          <p:cNvCxnSpPr>
            <a:stCxn id="93" idx="3"/>
            <a:endCxn id="102" idx="1"/>
          </p:cNvCxnSpPr>
          <p:nvPr/>
        </p:nvCxnSpPr>
        <p:spPr>
          <a:xfrm flipV="1">
            <a:off x="8375928" y="4461437"/>
            <a:ext cx="1809370" cy="11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/>
          <p:cNvCxnSpPr>
            <a:stCxn id="93" idx="3"/>
            <a:endCxn id="103" idx="1"/>
          </p:cNvCxnSpPr>
          <p:nvPr/>
        </p:nvCxnSpPr>
        <p:spPr>
          <a:xfrm>
            <a:off x="8375928" y="4462617"/>
            <a:ext cx="1809370" cy="641497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9477561" y="3323800"/>
            <a:ext cx="1953679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800" dirty="0" smtClean="0">
                <a:latin typeface="Santander Text" panose="020B0504020201020104" pitchFamily="34" charset="0"/>
              </a:rPr>
              <a:t>OUT_FEI_NEW_TRANSACTIONS</a:t>
            </a:r>
            <a:endParaRPr lang="pt-PT" altLang="pt-PT" sz="800" dirty="0">
              <a:latin typeface="Santander Text" panose="020B0504020201020104" pitchFamily="34" charset="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9256219" y="2701544"/>
            <a:ext cx="2384516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800" dirty="0">
                <a:latin typeface="Santander Text" panose="020B0504020201020104" pitchFamily="34" charset="0"/>
              </a:rPr>
              <a:t>OUT_FEI_TRANSACTIONS_MODIFICATIONS</a:t>
            </a:r>
            <a:endParaRPr lang="pt-PT" altLang="pt-PT" sz="800" dirty="0" smtClean="0">
              <a:latin typeface="Santander Text" panose="020B0504020201020104" pitchFamily="34" charset="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9358118" y="3965060"/>
            <a:ext cx="2180719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800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OUT_FEI_INCLUDED_TRANSACTIONS</a:t>
            </a:r>
            <a:endParaRPr lang="pt-PT" altLang="pt-PT" sz="105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9351341" y="4608427"/>
            <a:ext cx="2180719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800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OUT_FEI_PAYMENT_DEMAND</a:t>
            </a:r>
            <a:endParaRPr lang="pt-PT" altLang="pt-PT" sz="105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37" name="Elbow Connector 136"/>
          <p:cNvCxnSpPr>
            <a:stCxn id="93" idx="3"/>
            <a:endCxn id="104" idx="1"/>
          </p:cNvCxnSpPr>
          <p:nvPr/>
        </p:nvCxnSpPr>
        <p:spPr>
          <a:xfrm>
            <a:off x="8375928" y="4462617"/>
            <a:ext cx="1809370" cy="12841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9452158" y="5252224"/>
            <a:ext cx="1979083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800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OUT_FEI_REPAID_TRANSACTIONS</a:t>
            </a:r>
            <a:endParaRPr lang="pt-PT" altLang="pt-PT" sz="105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9619198" y="5891967"/>
            <a:ext cx="1817612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800" dirty="0">
                <a:latin typeface="Santander Text" panose="020B0504020201020104" pitchFamily="34" charset="0"/>
              </a:rPr>
              <a:t>OUT_FEI_SUSTAINABILITY</a:t>
            </a:r>
            <a:endParaRPr lang="pt-PT" sz="800" dirty="0">
              <a:latin typeface="Santander Text" panose="020B0504020201020104" pitchFamily="34" charset="0"/>
            </a:endParaRPr>
          </a:p>
        </p:txBody>
      </p:sp>
      <p:cxnSp>
        <p:nvCxnSpPr>
          <p:cNvPr id="152" name="Straight Arrow Connector 151"/>
          <p:cNvCxnSpPr/>
          <p:nvPr/>
        </p:nvCxnSpPr>
        <p:spPr>
          <a:xfrm>
            <a:off x="5668629" y="4944078"/>
            <a:ext cx="684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Group 164"/>
          <p:cNvGrpSpPr/>
          <p:nvPr/>
        </p:nvGrpSpPr>
        <p:grpSpPr>
          <a:xfrm>
            <a:off x="913983" y="1462717"/>
            <a:ext cx="1804077" cy="1033310"/>
            <a:chOff x="2243373" y="3818033"/>
            <a:chExt cx="4598495" cy="1033310"/>
          </a:xfrm>
        </p:grpSpPr>
        <p:sp>
          <p:nvSpPr>
            <p:cNvPr id="166" name="Rectangle 165"/>
            <p:cNvSpPr/>
            <p:nvPr/>
          </p:nvSpPr>
          <p:spPr>
            <a:xfrm>
              <a:off x="2243373" y="3932331"/>
              <a:ext cx="4598495" cy="9190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338538" y="3818033"/>
              <a:ext cx="339519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pt-PT" sz="1100" b="1" i="1" dirty="0" smtClean="0">
                  <a:solidFill>
                    <a:prstClr val="black"/>
                  </a:solidFill>
                  <a:latin typeface="Santander Text" panose="020B0504020201020104" pitchFamily="34" charset="0"/>
                </a:rPr>
                <a:t>Filtro de Propostas</a:t>
              </a:r>
              <a:endParaRPr lang="pt-PT" i="1" dirty="0"/>
            </a:p>
          </p:txBody>
        </p:sp>
      </p:grpSp>
      <p:cxnSp>
        <p:nvCxnSpPr>
          <p:cNvPr id="168" name="Straight Arrow Connector 167"/>
          <p:cNvCxnSpPr/>
          <p:nvPr/>
        </p:nvCxnSpPr>
        <p:spPr>
          <a:xfrm>
            <a:off x="2884789" y="2187044"/>
            <a:ext cx="684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/>
          <p:cNvSpPr/>
          <p:nvPr/>
        </p:nvSpPr>
        <p:spPr>
          <a:xfrm>
            <a:off x="2632765" y="1834548"/>
            <a:ext cx="1170868" cy="272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smtClean="0">
                <a:solidFill>
                  <a:schemeClr val="tx2"/>
                </a:solidFill>
                <a:latin typeface="Santander Text" panose="020B0504020201020104" pitchFamily="34" charset="0"/>
              </a:rPr>
              <a:t>Filtro aplicado para obter o universo</a:t>
            </a:r>
            <a:endParaRPr lang="pt-PT" sz="800" dirty="0">
              <a:solidFill>
                <a:schemeClr val="tx2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70" name="Graphic 17" descr="Database with solid fil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968" y="1734810"/>
            <a:ext cx="491785" cy="49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Rectangle 170"/>
          <p:cNvSpPr/>
          <p:nvPr/>
        </p:nvSpPr>
        <p:spPr>
          <a:xfrm>
            <a:off x="1326088" y="2192046"/>
            <a:ext cx="852808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sz="1000" dirty="0" smtClean="0">
                <a:solidFill>
                  <a:prstClr val="black"/>
                </a:solidFill>
                <a:latin typeface="Santander Text" panose="020B0504020201020104" pitchFamily="34" charset="0"/>
              </a:rPr>
              <a:t>TAT91_H41</a:t>
            </a:r>
            <a:endParaRPr lang="pt-PT" sz="1000" dirty="0"/>
          </a:p>
        </p:txBody>
      </p:sp>
      <p:sp>
        <p:nvSpPr>
          <p:cNvPr id="172" name="Rectangle 171"/>
          <p:cNvSpPr/>
          <p:nvPr/>
        </p:nvSpPr>
        <p:spPr>
          <a:xfrm>
            <a:off x="5545654" y="4522488"/>
            <a:ext cx="922328" cy="272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smtClean="0">
                <a:solidFill>
                  <a:schemeClr val="tx2"/>
                </a:solidFill>
                <a:latin typeface="Santander Text" panose="020B0504020201020104" pitchFamily="34" charset="0"/>
              </a:rPr>
              <a:t>Informação relevante automática</a:t>
            </a:r>
            <a:endParaRPr lang="pt-PT" sz="800" dirty="0">
              <a:solidFill>
                <a:schemeClr val="tx2"/>
              </a:solidFill>
              <a:latin typeface="Santander Text" panose="020B0504020201020104" pitchFamily="34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5570718" y="1843066"/>
            <a:ext cx="878113" cy="272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smtClean="0">
                <a:solidFill>
                  <a:schemeClr val="tx2"/>
                </a:solidFill>
                <a:latin typeface="Santander Text" panose="020B0504020201020104" pitchFamily="34" charset="0"/>
              </a:rPr>
              <a:t>Universo de contratos FEI</a:t>
            </a:r>
            <a:endParaRPr lang="pt-PT" sz="800" dirty="0">
              <a:solidFill>
                <a:schemeClr val="tx2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88" name="Elbow Connector 87"/>
          <p:cNvCxnSpPr>
            <a:stCxn id="126" idx="2"/>
            <a:endCxn id="102" idx="0"/>
          </p:cNvCxnSpPr>
          <p:nvPr/>
        </p:nvCxnSpPr>
        <p:spPr>
          <a:xfrm rot="5400000">
            <a:off x="10397878" y="4229862"/>
            <a:ext cx="99958" cy="124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93" idx="3"/>
            <a:endCxn id="118" idx="1"/>
          </p:cNvCxnSpPr>
          <p:nvPr/>
        </p:nvCxnSpPr>
        <p:spPr>
          <a:xfrm flipV="1">
            <a:off x="8375928" y="2533406"/>
            <a:ext cx="1809370" cy="1929211"/>
          </a:xfrm>
          <a:prstGeom prst="bentConnector3">
            <a:avLst>
              <a:gd name="adj1" fmla="val 21784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Graphic 3" descr="Table outline">
            <a:extLst>
              <a:ext uri="{FF2B5EF4-FFF2-40B4-BE49-F238E27FC236}">
                <a16:creationId xmlns:a16="http://schemas.microsoft.com/office/drawing/2014/main" id="{FAB78748-A898-77AB-4B0C-AFF48E484A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rcRect l="592" t="15012" r="1351" b="17239"/>
          <a:stretch/>
        </p:blipFill>
        <p:spPr>
          <a:xfrm>
            <a:off x="6810781" y="5143785"/>
            <a:ext cx="523875" cy="3619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7" name="Rectangle 106"/>
          <p:cNvSpPr/>
          <p:nvPr/>
        </p:nvSpPr>
        <p:spPr>
          <a:xfrm>
            <a:off x="6558058" y="5502475"/>
            <a:ext cx="1188000" cy="2160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PT" altLang="pt-PT" sz="900" dirty="0">
                <a:solidFill>
                  <a:prstClr val="black"/>
                </a:solidFill>
                <a:latin typeface="Santander Text" panose="020B0504020201020104" pitchFamily="34" charset="0"/>
              </a:rPr>
              <a:t>INP_FEI_IEU_NEW_TRANSACTIONS</a:t>
            </a:r>
            <a:endParaRPr lang="pt-PT" altLang="pt-PT" sz="11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933921" y="2568835"/>
            <a:ext cx="1468523" cy="1389289"/>
            <a:chOff x="3984094" y="2696761"/>
            <a:chExt cx="1468523" cy="1389289"/>
          </a:xfrm>
        </p:grpSpPr>
        <p:sp>
          <p:nvSpPr>
            <p:cNvPr id="83" name="Rectangle 82"/>
            <p:cNvSpPr/>
            <p:nvPr/>
          </p:nvSpPr>
          <p:spPr>
            <a:xfrm flipH="1">
              <a:off x="3984094" y="2937514"/>
              <a:ext cx="1468523" cy="11485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4015529" y="2793248"/>
              <a:ext cx="90000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pt-PT" sz="1100" b="1" i="1" dirty="0" smtClean="0">
                  <a:solidFill>
                    <a:prstClr val="black"/>
                  </a:solidFill>
                  <a:latin typeface="Santander Text" panose="020B0504020201020104" pitchFamily="34" charset="0"/>
                </a:rPr>
                <a:t>File Upload</a:t>
              </a:r>
              <a:endParaRPr lang="pt-PT" i="1" dirty="0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157332" y="3475787"/>
              <a:ext cx="1106058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Input Manual FEI </a:t>
              </a:r>
              <a:r>
                <a:rPr lang="pt-PT" sz="1000" dirty="0" smtClean="0">
                  <a:solidFill>
                    <a:prstClr val="black"/>
                  </a:solidFill>
                  <a:latin typeface="Santander Text" panose="020B0504020201020104" pitchFamily="34" charset="0"/>
                </a:rPr>
                <a:t>IEU_YYYYMMDD.xslx</a:t>
              </a:r>
              <a:endParaRPr lang="pt-PT" sz="1000" dirty="0"/>
            </a:p>
          </p:txBody>
        </p:sp>
        <p:pic>
          <p:nvPicPr>
            <p:cNvPr id="1026" name="Picture 2" descr="File:Microsoft Excel 2013-2019 logo.svg - Wikimedia Commons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8396" y="3173715"/>
              <a:ext cx="259871" cy="2453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109,200+ Person Laptop Icon Stock Illustrations, Royalty-Free Vector  Graphics &amp; Clip Art - iStock | Age icon"/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96" t="17347" r="7294" b="16722"/>
            <a:stretch/>
          </p:blipFill>
          <p:spPr bwMode="auto">
            <a:xfrm>
              <a:off x="4890885" y="2696761"/>
              <a:ext cx="443529" cy="460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3" name="Elbow Connector 112"/>
          <p:cNvCxnSpPr>
            <a:stCxn id="99" idx="0"/>
            <a:endCxn id="93" idx="1"/>
          </p:cNvCxnSpPr>
          <p:nvPr/>
        </p:nvCxnSpPr>
        <p:spPr>
          <a:xfrm rot="5400000" flipH="1" flipV="1">
            <a:off x="7121802" y="4413534"/>
            <a:ext cx="681168" cy="779334"/>
          </a:xfrm>
          <a:prstGeom prst="bentConnector2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/>
          <p:cNvCxnSpPr>
            <a:stCxn id="99" idx="0"/>
            <a:endCxn id="130" idx="1"/>
          </p:cNvCxnSpPr>
          <p:nvPr/>
        </p:nvCxnSpPr>
        <p:spPr>
          <a:xfrm rot="5400000" flipH="1" flipV="1">
            <a:off x="5834083" y="3125815"/>
            <a:ext cx="3256606" cy="779334"/>
          </a:xfrm>
          <a:prstGeom prst="bentConnector2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/>
          <p:cNvCxnSpPr>
            <a:stCxn id="93" idx="0"/>
            <a:endCxn id="80" idx="2"/>
          </p:cNvCxnSpPr>
          <p:nvPr/>
        </p:nvCxnSpPr>
        <p:spPr>
          <a:xfrm rot="16200000" flipV="1">
            <a:off x="7105090" y="3272740"/>
            <a:ext cx="2017802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1"/>
          <p:cNvCxnSpPr>
            <a:stCxn id="100" idx="3"/>
            <a:endCxn id="104" idx="3"/>
          </p:cNvCxnSpPr>
          <p:nvPr/>
        </p:nvCxnSpPr>
        <p:spPr>
          <a:xfrm>
            <a:off x="10709173" y="3176083"/>
            <a:ext cx="12700" cy="2570709"/>
          </a:xfrm>
          <a:prstGeom prst="bentConnector3">
            <a:avLst>
              <a:gd name="adj1" fmla="val 6240000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/>
          <p:cNvGrpSpPr/>
          <p:nvPr/>
        </p:nvGrpSpPr>
        <p:grpSpPr>
          <a:xfrm>
            <a:off x="2745648" y="2694836"/>
            <a:ext cx="2759931" cy="2393086"/>
            <a:chOff x="948281" y="2808168"/>
            <a:chExt cx="2759931" cy="2393086"/>
          </a:xfrm>
        </p:grpSpPr>
        <p:grpSp>
          <p:nvGrpSpPr>
            <p:cNvPr id="71" name="Group 70"/>
            <p:cNvGrpSpPr/>
            <p:nvPr/>
          </p:nvGrpSpPr>
          <p:grpSpPr>
            <a:xfrm>
              <a:off x="948281" y="2808168"/>
              <a:ext cx="2759931" cy="2393086"/>
              <a:chOff x="2252327" y="3772232"/>
              <a:chExt cx="763936" cy="2836310"/>
            </a:xfrm>
          </p:grpSpPr>
          <p:sp>
            <p:nvSpPr>
              <p:cNvPr id="85" name="Rectangle 84"/>
              <p:cNvSpPr/>
              <p:nvPr/>
            </p:nvSpPr>
            <p:spPr>
              <a:xfrm>
                <a:off x="2252327" y="3932329"/>
                <a:ext cx="763936" cy="267621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2267701" y="3772232"/>
                <a:ext cx="599925" cy="31006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pt-PT" sz="1100" b="1" i="1" dirty="0" smtClean="0">
                    <a:solidFill>
                      <a:prstClr val="black"/>
                    </a:solidFill>
                    <a:latin typeface="Santander Text" panose="020B0504020201020104" pitchFamily="34" charset="0"/>
                  </a:rPr>
                  <a:t>Detalhe de </a:t>
                </a:r>
                <a:r>
                  <a:rPr lang="pt-PT" sz="1100" b="1" i="1" dirty="0" smtClean="0">
                    <a:solidFill>
                      <a:prstClr val="black"/>
                    </a:solidFill>
                    <a:latin typeface="Santander Text" panose="020B0504020201020104" pitchFamily="34" charset="0"/>
                  </a:rPr>
                  <a:t>Contratos e Clientes </a:t>
                </a:r>
                <a:endParaRPr lang="pt-PT" i="1" dirty="0"/>
              </a:p>
            </p:txBody>
          </p:sp>
        </p:grpSp>
        <p:sp>
          <p:nvSpPr>
            <p:cNvPr id="138" name="Rectangle 137"/>
            <p:cNvSpPr/>
            <p:nvPr/>
          </p:nvSpPr>
          <p:spPr>
            <a:xfrm>
              <a:off x="972217" y="3668040"/>
              <a:ext cx="87013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00" dirty="0" smtClean="0">
                  <a:solidFill>
                    <a:prstClr val="black"/>
                  </a:solidFill>
                  <a:latin typeface="Santander Text" panose="020B0504020201020104" pitchFamily="34" charset="0"/>
                </a:rPr>
                <a:t>COMMONS</a:t>
              </a:r>
              <a:endParaRPr lang="pt-PT" sz="1000" dirty="0"/>
            </a:p>
          </p:txBody>
        </p:sp>
        <p:pic>
          <p:nvPicPr>
            <p:cNvPr id="140" name="Graphic 17" descr="Database with solid fil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1390" y="3204806"/>
              <a:ext cx="491785" cy="49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3" name="Graphic 17" descr="Database with solid fil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8593" y="3204806"/>
              <a:ext cx="491785" cy="49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4" name="Rectangle 143"/>
            <p:cNvSpPr/>
            <p:nvPr/>
          </p:nvSpPr>
          <p:spPr>
            <a:xfrm>
              <a:off x="1066856" y="4600843"/>
              <a:ext cx="69077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00" dirty="0" smtClean="0">
                  <a:solidFill>
                    <a:prstClr val="black"/>
                  </a:solidFill>
                  <a:latin typeface="Santander Text" panose="020B0504020201020104" pitchFamily="34" charset="0"/>
                </a:rPr>
                <a:t>RATINGS</a:t>
              </a:r>
              <a:endParaRPr lang="pt-PT" sz="1000" dirty="0"/>
            </a:p>
          </p:txBody>
        </p:sp>
        <p:pic>
          <p:nvPicPr>
            <p:cNvPr id="145" name="Graphic 17" descr="Database with solid fil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9850" y="4132353"/>
              <a:ext cx="491785" cy="49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9" name="Graphic 17" descr="Database with solid fil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8592" y="4127832"/>
              <a:ext cx="491785" cy="49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0" name="Rectangle 159"/>
            <p:cNvSpPr/>
            <p:nvPr/>
          </p:nvSpPr>
          <p:spPr>
            <a:xfrm>
              <a:off x="1790269" y="3668040"/>
              <a:ext cx="1106058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00" dirty="0" smtClean="0">
                  <a:solidFill>
                    <a:prstClr val="black"/>
                  </a:solidFill>
                  <a:latin typeface="Santander Text" panose="020B0504020201020104" pitchFamily="34" charset="0"/>
                </a:rPr>
                <a:t>EMPRESTIMOS</a:t>
              </a:r>
              <a:endParaRPr lang="pt-PT" sz="1000" dirty="0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1717810" y="4595656"/>
              <a:ext cx="124809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00" dirty="0" smtClean="0"/>
                <a:t>UNIVERSO CONTABILISTICO</a:t>
              </a:r>
              <a:endParaRPr lang="pt-PT" sz="1000" dirty="0"/>
            </a:p>
          </p:txBody>
        </p:sp>
        <p:pic>
          <p:nvPicPr>
            <p:cNvPr id="141" name="Graphic 17" descr="Database with solid fil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9411" y="3209064"/>
              <a:ext cx="491785" cy="49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" name="Rectangle 146"/>
            <p:cNvSpPr/>
            <p:nvPr/>
          </p:nvSpPr>
          <p:spPr>
            <a:xfrm>
              <a:off x="2851292" y="3666336"/>
              <a:ext cx="79200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pt-PT" sz="1000" dirty="0" smtClean="0">
                  <a:solidFill>
                    <a:prstClr val="black"/>
                  </a:solidFill>
                  <a:latin typeface="Santander Text" panose="020B0504020201020104" pitchFamily="34" charset="0"/>
                </a:rPr>
                <a:t>BDR</a:t>
              </a:r>
              <a:endParaRPr lang="pt-PT" sz="1000" dirty="0"/>
            </a:p>
          </p:txBody>
        </p:sp>
      </p:grpSp>
      <p:cxnSp>
        <p:nvCxnSpPr>
          <p:cNvPr id="65" name="Elbow Connector 64"/>
          <p:cNvCxnSpPr>
            <a:stCxn id="83" idx="2"/>
          </p:cNvCxnSpPr>
          <p:nvPr/>
        </p:nvCxnSpPr>
        <p:spPr>
          <a:xfrm rot="16200000" flipH="1">
            <a:off x="3206936" y="2419369"/>
            <a:ext cx="1587070" cy="466457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5527953" y="5152956"/>
            <a:ext cx="922328" cy="2728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800" dirty="0" smtClean="0">
                <a:solidFill>
                  <a:schemeClr val="tx2"/>
                </a:solidFill>
                <a:latin typeface="Santander Text" panose="020B0504020201020104" pitchFamily="34" charset="0"/>
              </a:rPr>
              <a:t>Informação relevante manual</a:t>
            </a:r>
            <a:endParaRPr lang="pt-PT" sz="800" dirty="0">
              <a:solidFill>
                <a:schemeClr val="tx2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63" name="Elbow Connector 162"/>
          <p:cNvCxnSpPr>
            <a:stCxn id="100" idx="3"/>
            <a:endCxn id="119" idx="3"/>
          </p:cNvCxnSpPr>
          <p:nvPr/>
        </p:nvCxnSpPr>
        <p:spPr>
          <a:xfrm flipV="1">
            <a:off x="10709173" y="1890729"/>
            <a:ext cx="12700" cy="1285354"/>
          </a:xfrm>
          <a:prstGeom prst="bentConnector3">
            <a:avLst>
              <a:gd name="adj1" fmla="val 6222047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Elbow Connector 173"/>
          <p:cNvCxnSpPr>
            <a:stCxn id="130" idx="3"/>
          </p:cNvCxnSpPr>
          <p:nvPr/>
        </p:nvCxnSpPr>
        <p:spPr>
          <a:xfrm>
            <a:off x="8375928" y="1887179"/>
            <a:ext cx="1809370" cy="646227"/>
          </a:xfrm>
          <a:prstGeom prst="bentConnector3">
            <a:avLst>
              <a:gd name="adj1" fmla="val 21362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06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3230563" y="992188"/>
            <a:ext cx="5730875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632887" y="503980"/>
            <a:ext cx="6318021" cy="5459730"/>
          </a:xfrm>
          <a:prstGeom prst="rect">
            <a:avLst/>
          </a:prstGeom>
          <a:solidFill>
            <a:srgbClr val="FFFF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 37"/>
          <p:cNvSpPr>
            <a:spLocks noEditPoints="1"/>
          </p:cNvSpPr>
          <p:nvPr/>
        </p:nvSpPr>
        <p:spPr bwMode="auto">
          <a:xfrm>
            <a:off x="2883408" y="737616"/>
            <a:ext cx="5757355" cy="3910584"/>
          </a:xfrm>
          <a:custGeom>
            <a:avLst/>
            <a:gdLst>
              <a:gd name="T0" fmla="*/ 6 w 3184"/>
              <a:gd name="T1" fmla="*/ 2265 h 2949"/>
              <a:gd name="T2" fmla="*/ 6 w 3184"/>
              <a:gd name="T3" fmla="*/ 2014 h 2949"/>
              <a:gd name="T4" fmla="*/ 0 w 3184"/>
              <a:gd name="T5" fmla="*/ 1785 h 2949"/>
              <a:gd name="T6" fmla="*/ 0 w 3184"/>
              <a:gd name="T7" fmla="*/ 1577 h 2949"/>
              <a:gd name="T8" fmla="*/ 0 w 3184"/>
              <a:gd name="T9" fmla="*/ 1386 h 2949"/>
              <a:gd name="T10" fmla="*/ 6 w 3184"/>
              <a:gd name="T11" fmla="*/ 1157 h 2949"/>
              <a:gd name="T12" fmla="*/ 6 w 3184"/>
              <a:gd name="T13" fmla="*/ 906 h 2949"/>
              <a:gd name="T14" fmla="*/ 0 w 3184"/>
              <a:gd name="T15" fmla="*/ 676 h 2949"/>
              <a:gd name="T16" fmla="*/ 6 w 3184"/>
              <a:gd name="T17" fmla="*/ 493 h 2949"/>
              <a:gd name="T18" fmla="*/ 18 w 3184"/>
              <a:gd name="T19" fmla="*/ 383 h 2949"/>
              <a:gd name="T20" fmla="*/ 61 w 3184"/>
              <a:gd name="T21" fmla="*/ 267 h 2949"/>
              <a:gd name="T22" fmla="*/ 152 w 3184"/>
              <a:gd name="T23" fmla="*/ 145 h 2949"/>
              <a:gd name="T24" fmla="*/ 253 w 3184"/>
              <a:gd name="T25" fmla="*/ 62 h 2949"/>
              <a:gd name="T26" fmla="*/ 322 w 3184"/>
              <a:gd name="T27" fmla="*/ 30 h 2949"/>
              <a:gd name="T28" fmla="*/ 481 w 3184"/>
              <a:gd name="T29" fmla="*/ 0 h 2949"/>
              <a:gd name="T30" fmla="*/ 625 w 3184"/>
              <a:gd name="T31" fmla="*/ 0 h 2949"/>
              <a:gd name="T32" fmla="*/ 855 w 3184"/>
              <a:gd name="T33" fmla="*/ 5 h 2949"/>
              <a:gd name="T34" fmla="*/ 1106 w 3184"/>
              <a:gd name="T35" fmla="*/ 5 h 2949"/>
              <a:gd name="T36" fmla="*/ 1335 w 3184"/>
              <a:gd name="T37" fmla="*/ 0 h 2949"/>
              <a:gd name="T38" fmla="*/ 1542 w 3184"/>
              <a:gd name="T39" fmla="*/ 0 h 2949"/>
              <a:gd name="T40" fmla="*/ 1733 w 3184"/>
              <a:gd name="T41" fmla="*/ 0 h 2949"/>
              <a:gd name="T42" fmla="*/ 1963 w 3184"/>
              <a:gd name="T43" fmla="*/ 5 h 2949"/>
              <a:gd name="T44" fmla="*/ 2214 w 3184"/>
              <a:gd name="T45" fmla="*/ 5 h 2949"/>
              <a:gd name="T46" fmla="*/ 2443 w 3184"/>
              <a:gd name="T47" fmla="*/ 0 h 2949"/>
              <a:gd name="T48" fmla="*/ 2650 w 3184"/>
              <a:gd name="T49" fmla="*/ 0 h 2949"/>
              <a:gd name="T50" fmla="*/ 2779 w 3184"/>
              <a:gd name="T51" fmla="*/ 7 h 2949"/>
              <a:gd name="T52" fmla="*/ 2883 w 3184"/>
              <a:gd name="T53" fmla="*/ 38 h 2949"/>
              <a:gd name="T54" fmla="*/ 2991 w 3184"/>
              <a:gd name="T55" fmla="*/ 108 h 2949"/>
              <a:gd name="T56" fmla="*/ 3086 w 3184"/>
              <a:gd name="T57" fmla="*/ 197 h 2949"/>
              <a:gd name="T58" fmla="*/ 3145 w 3184"/>
              <a:gd name="T59" fmla="*/ 314 h 2949"/>
              <a:gd name="T60" fmla="*/ 3179 w 3184"/>
              <a:gd name="T61" fmla="*/ 418 h 2949"/>
              <a:gd name="T62" fmla="*/ 3184 w 3184"/>
              <a:gd name="T63" fmla="*/ 582 h 2949"/>
              <a:gd name="T64" fmla="*/ 3184 w 3184"/>
              <a:gd name="T65" fmla="*/ 789 h 2949"/>
              <a:gd name="T66" fmla="*/ 3184 w 3184"/>
              <a:gd name="T67" fmla="*/ 980 h 2949"/>
              <a:gd name="T68" fmla="*/ 3179 w 3184"/>
              <a:gd name="T69" fmla="*/ 1210 h 2949"/>
              <a:gd name="T70" fmla="*/ 3179 w 3184"/>
              <a:gd name="T71" fmla="*/ 1461 h 2949"/>
              <a:gd name="T72" fmla="*/ 3184 w 3184"/>
              <a:gd name="T73" fmla="*/ 1690 h 2949"/>
              <a:gd name="T74" fmla="*/ 3184 w 3184"/>
              <a:gd name="T75" fmla="*/ 1898 h 2949"/>
              <a:gd name="T76" fmla="*/ 3184 w 3184"/>
              <a:gd name="T77" fmla="*/ 2089 h 2949"/>
              <a:gd name="T78" fmla="*/ 3179 w 3184"/>
              <a:gd name="T79" fmla="*/ 2318 h 2949"/>
              <a:gd name="T80" fmla="*/ 3175 w 3184"/>
              <a:gd name="T81" fmla="*/ 2518 h 2949"/>
              <a:gd name="T82" fmla="*/ 3148 w 3184"/>
              <a:gd name="T83" fmla="*/ 2642 h 2949"/>
              <a:gd name="T84" fmla="*/ 3096 w 3184"/>
              <a:gd name="T85" fmla="*/ 2729 h 2949"/>
              <a:gd name="T86" fmla="*/ 2986 w 3184"/>
              <a:gd name="T87" fmla="*/ 2852 h 2949"/>
              <a:gd name="T88" fmla="*/ 2903 w 3184"/>
              <a:gd name="T89" fmla="*/ 2896 h 2949"/>
              <a:gd name="T90" fmla="*/ 2778 w 3184"/>
              <a:gd name="T91" fmla="*/ 2936 h 2949"/>
              <a:gd name="T92" fmla="*/ 2661 w 3184"/>
              <a:gd name="T93" fmla="*/ 2944 h 2949"/>
              <a:gd name="T94" fmla="*/ 2432 w 3184"/>
              <a:gd name="T95" fmla="*/ 2949 h 2949"/>
              <a:gd name="T96" fmla="*/ 2225 w 3184"/>
              <a:gd name="T97" fmla="*/ 2949 h 2949"/>
              <a:gd name="T98" fmla="*/ 2034 w 3184"/>
              <a:gd name="T99" fmla="*/ 2949 h 2949"/>
              <a:gd name="T100" fmla="*/ 1805 w 3184"/>
              <a:gd name="T101" fmla="*/ 2944 h 2949"/>
              <a:gd name="T102" fmla="*/ 1554 w 3184"/>
              <a:gd name="T103" fmla="*/ 2944 h 2949"/>
              <a:gd name="T104" fmla="*/ 1324 w 3184"/>
              <a:gd name="T105" fmla="*/ 2949 h 2949"/>
              <a:gd name="T106" fmla="*/ 1117 w 3184"/>
              <a:gd name="T107" fmla="*/ 2949 h 2949"/>
              <a:gd name="T108" fmla="*/ 926 w 3184"/>
              <a:gd name="T109" fmla="*/ 2949 h 2949"/>
              <a:gd name="T110" fmla="*/ 697 w 3184"/>
              <a:gd name="T111" fmla="*/ 2944 h 2949"/>
              <a:gd name="T112" fmla="*/ 506 w 3184"/>
              <a:gd name="T113" fmla="*/ 2949 h 2949"/>
              <a:gd name="T114" fmla="*/ 347 w 3184"/>
              <a:gd name="T115" fmla="*/ 2927 h 2949"/>
              <a:gd name="T116" fmla="*/ 248 w 3184"/>
              <a:gd name="T117" fmla="*/ 2884 h 2949"/>
              <a:gd name="T118" fmla="*/ 148 w 3184"/>
              <a:gd name="T119" fmla="*/ 2801 h 2949"/>
              <a:gd name="T120" fmla="*/ 52 w 3184"/>
              <a:gd name="T121" fmla="*/ 2676 h 2949"/>
              <a:gd name="T122" fmla="*/ 18 w 3184"/>
              <a:gd name="T123" fmla="*/ 2566 h 2949"/>
              <a:gd name="T124" fmla="*/ 0 w 3184"/>
              <a:gd name="T125" fmla="*/ 2475 h 29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84" h="2949">
                <a:moveTo>
                  <a:pt x="0" y="2456"/>
                </a:moveTo>
                <a:lnTo>
                  <a:pt x="0" y="2434"/>
                </a:lnTo>
                <a:lnTo>
                  <a:pt x="6" y="2434"/>
                </a:lnTo>
                <a:lnTo>
                  <a:pt x="6" y="2456"/>
                </a:lnTo>
                <a:lnTo>
                  <a:pt x="0" y="2456"/>
                </a:lnTo>
                <a:close/>
                <a:moveTo>
                  <a:pt x="0" y="2418"/>
                </a:moveTo>
                <a:lnTo>
                  <a:pt x="0" y="2396"/>
                </a:lnTo>
                <a:lnTo>
                  <a:pt x="6" y="2396"/>
                </a:lnTo>
                <a:lnTo>
                  <a:pt x="6" y="2418"/>
                </a:lnTo>
                <a:lnTo>
                  <a:pt x="0" y="2418"/>
                </a:lnTo>
                <a:close/>
                <a:moveTo>
                  <a:pt x="0" y="2380"/>
                </a:moveTo>
                <a:lnTo>
                  <a:pt x="0" y="2358"/>
                </a:lnTo>
                <a:lnTo>
                  <a:pt x="6" y="2358"/>
                </a:lnTo>
                <a:lnTo>
                  <a:pt x="6" y="2380"/>
                </a:lnTo>
                <a:lnTo>
                  <a:pt x="0" y="2380"/>
                </a:lnTo>
                <a:close/>
                <a:moveTo>
                  <a:pt x="0" y="2341"/>
                </a:moveTo>
                <a:lnTo>
                  <a:pt x="0" y="2320"/>
                </a:lnTo>
                <a:lnTo>
                  <a:pt x="6" y="2320"/>
                </a:lnTo>
                <a:lnTo>
                  <a:pt x="6" y="2341"/>
                </a:lnTo>
                <a:lnTo>
                  <a:pt x="0" y="2341"/>
                </a:lnTo>
                <a:close/>
                <a:moveTo>
                  <a:pt x="0" y="2303"/>
                </a:moveTo>
                <a:lnTo>
                  <a:pt x="0" y="2281"/>
                </a:lnTo>
                <a:lnTo>
                  <a:pt x="6" y="2281"/>
                </a:lnTo>
                <a:lnTo>
                  <a:pt x="6" y="2303"/>
                </a:lnTo>
                <a:lnTo>
                  <a:pt x="0" y="2303"/>
                </a:lnTo>
                <a:close/>
                <a:moveTo>
                  <a:pt x="0" y="2265"/>
                </a:moveTo>
                <a:lnTo>
                  <a:pt x="0" y="2243"/>
                </a:lnTo>
                <a:lnTo>
                  <a:pt x="6" y="2243"/>
                </a:lnTo>
                <a:lnTo>
                  <a:pt x="6" y="2265"/>
                </a:lnTo>
                <a:lnTo>
                  <a:pt x="0" y="2265"/>
                </a:lnTo>
                <a:close/>
                <a:moveTo>
                  <a:pt x="0" y="2227"/>
                </a:moveTo>
                <a:lnTo>
                  <a:pt x="0" y="2205"/>
                </a:lnTo>
                <a:lnTo>
                  <a:pt x="6" y="2205"/>
                </a:lnTo>
                <a:lnTo>
                  <a:pt x="6" y="2227"/>
                </a:lnTo>
                <a:lnTo>
                  <a:pt x="0" y="2227"/>
                </a:lnTo>
                <a:close/>
                <a:moveTo>
                  <a:pt x="0" y="2189"/>
                </a:moveTo>
                <a:lnTo>
                  <a:pt x="0" y="2167"/>
                </a:lnTo>
                <a:lnTo>
                  <a:pt x="6" y="2167"/>
                </a:lnTo>
                <a:lnTo>
                  <a:pt x="6" y="2189"/>
                </a:lnTo>
                <a:lnTo>
                  <a:pt x="0" y="2189"/>
                </a:lnTo>
                <a:close/>
                <a:moveTo>
                  <a:pt x="0" y="2150"/>
                </a:moveTo>
                <a:lnTo>
                  <a:pt x="0" y="2129"/>
                </a:lnTo>
                <a:lnTo>
                  <a:pt x="6" y="2129"/>
                </a:lnTo>
                <a:lnTo>
                  <a:pt x="6" y="2150"/>
                </a:lnTo>
                <a:lnTo>
                  <a:pt x="0" y="2150"/>
                </a:lnTo>
                <a:close/>
                <a:moveTo>
                  <a:pt x="0" y="2112"/>
                </a:moveTo>
                <a:lnTo>
                  <a:pt x="0" y="2090"/>
                </a:lnTo>
                <a:lnTo>
                  <a:pt x="6" y="2090"/>
                </a:lnTo>
                <a:lnTo>
                  <a:pt x="6" y="2112"/>
                </a:lnTo>
                <a:lnTo>
                  <a:pt x="0" y="2112"/>
                </a:lnTo>
                <a:close/>
                <a:moveTo>
                  <a:pt x="0" y="2074"/>
                </a:moveTo>
                <a:lnTo>
                  <a:pt x="0" y="2052"/>
                </a:lnTo>
                <a:lnTo>
                  <a:pt x="6" y="2052"/>
                </a:lnTo>
                <a:lnTo>
                  <a:pt x="6" y="2074"/>
                </a:lnTo>
                <a:lnTo>
                  <a:pt x="0" y="2074"/>
                </a:lnTo>
                <a:close/>
                <a:moveTo>
                  <a:pt x="0" y="2036"/>
                </a:moveTo>
                <a:lnTo>
                  <a:pt x="0" y="2014"/>
                </a:lnTo>
                <a:lnTo>
                  <a:pt x="6" y="2014"/>
                </a:lnTo>
                <a:lnTo>
                  <a:pt x="6" y="2036"/>
                </a:lnTo>
                <a:lnTo>
                  <a:pt x="0" y="2036"/>
                </a:lnTo>
                <a:close/>
                <a:moveTo>
                  <a:pt x="0" y="1998"/>
                </a:moveTo>
                <a:lnTo>
                  <a:pt x="0" y="1976"/>
                </a:lnTo>
                <a:lnTo>
                  <a:pt x="6" y="1976"/>
                </a:lnTo>
                <a:lnTo>
                  <a:pt x="6" y="1998"/>
                </a:lnTo>
                <a:lnTo>
                  <a:pt x="0" y="1998"/>
                </a:lnTo>
                <a:close/>
                <a:moveTo>
                  <a:pt x="0" y="1959"/>
                </a:moveTo>
                <a:lnTo>
                  <a:pt x="0" y="1938"/>
                </a:lnTo>
                <a:lnTo>
                  <a:pt x="6" y="1938"/>
                </a:lnTo>
                <a:lnTo>
                  <a:pt x="6" y="1959"/>
                </a:lnTo>
                <a:lnTo>
                  <a:pt x="0" y="1959"/>
                </a:lnTo>
                <a:close/>
                <a:moveTo>
                  <a:pt x="0" y="1921"/>
                </a:moveTo>
                <a:lnTo>
                  <a:pt x="0" y="1899"/>
                </a:lnTo>
                <a:lnTo>
                  <a:pt x="6" y="1899"/>
                </a:lnTo>
                <a:lnTo>
                  <a:pt x="6" y="1921"/>
                </a:lnTo>
                <a:lnTo>
                  <a:pt x="0" y="1921"/>
                </a:lnTo>
                <a:close/>
                <a:moveTo>
                  <a:pt x="0" y="1883"/>
                </a:moveTo>
                <a:lnTo>
                  <a:pt x="0" y="1861"/>
                </a:lnTo>
                <a:lnTo>
                  <a:pt x="6" y="1861"/>
                </a:lnTo>
                <a:lnTo>
                  <a:pt x="6" y="1883"/>
                </a:lnTo>
                <a:lnTo>
                  <a:pt x="0" y="1883"/>
                </a:lnTo>
                <a:close/>
                <a:moveTo>
                  <a:pt x="0" y="1845"/>
                </a:moveTo>
                <a:lnTo>
                  <a:pt x="0" y="1823"/>
                </a:lnTo>
                <a:lnTo>
                  <a:pt x="6" y="1823"/>
                </a:lnTo>
                <a:lnTo>
                  <a:pt x="6" y="1845"/>
                </a:lnTo>
                <a:lnTo>
                  <a:pt x="0" y="1845"/>
                </a:lnTo>
                <a:close/>
                <a:moveTo>
                  <a:pt x="0" y="1807"/>
                </a:moveTo>
                <a:lnTo>
                  <a:pt x="0" y="1785"/>
                </a:lnTo>
                <a:lnTo>
                  <a:pt x="6" y="1785"/>
                </a:lnTo>
                <a:lnTo>
                  <a:pt x="6" y="1807"/>
                </a:lnTo>
                <a:lnTo>
                  <a:pt x="0" y="1807"/>
                </a:lnTo>
                <a:close/>
                <a:moveTo>
                  <a:pt x="0" y="1768"/>
                </a:moveTo>
                <a:lnTo>
                  <a:pt x="0" y="1746"/>
                </a:lnTo>
                <a:lnTo>
                  <a:pt x="6" y="1746"/>
                </a:lnTo>
                <a:lnTo>
                  <a:pt x="6" y="1768"/>
                </a:lnTo>
                <a:lnTo>
                  <a:pt x="0" y="1768"/>
                </a:lnTo>
                <a:close/>
                <a:moveTo>
                  <a:pt x="0" y="1730"/>
                </a:moveTo>
                <a:lnTo>
                  <a:pt x="0" y="1708"/>
                </a:lnTo>
                <a:lnTo>
                  <a:pt x="6" y="1708"/>
                </a:lnTo>
                <a:lnTo>
                  <a:pt x="6" y="1730"/>
                </a:lnTo>
                <a:lnTo>
                  <a:pt x="0" y="1730"/>
                </a:lnTo>
                <a:close/>
                <a:moveTo>
                  <a:pt x="0" y="1692"/>
                </a:moveTo>
                <a:lnTo>
                  <a:pt x="0" y="1670"/>
                </a:lnTo>
                <a:lnTo>
                  <a:pt x="6" y="1670"/>
                </a:lnTo>
                <a:lnTo>
                  <a:pt x="6" y="1692"/>
                </a:lnTo>
                <a:lnTo>
                  <a:pt x="0" y="1692"/>
                </a:lnTo>
                <a:close/>
                <a:moveTo>
                  <a:pt x="0" y="1654"/>
                </a:moveTo>
                <a:lnTo>
                  <a:pt x="0" y="1632"/>
                </a:lnTo>
                <a:lnTo>
                  <a:pt x="6" y="1632"/>
                </a:lnTo>
                <a:lnTo>
                  <a:pt x="6" y="1654"/>
                </a:lnTo>
                <a:lnTo>
                  <a:pt x="0" y="1654"/>
                </a:lnTo>
                <a:close/>
                <a:moveTo>
                  <a:pt x="0" y="1615"/>
                </a:moveTo>
                <a:lnTo>
                  <a:pt x="0" y="1594"/>
                </a:lnTo>
                <a:lnTo>
                  <a:pt x="6" y="1594"/>
                </a:lnTo>
                <a:lnTo>
                  <a:pt x="6" y="1615"/>
                </a:lnTo>
                <a:lnTo>
                  <a:pt x="0" y="1615"/>
                </a:lnTo>
                <a:close/>
                <a:moveTo>
                  <a:pt x="0" y="1577"/>
                </a:moveTo>
                <a:lnTo>
                  <a:pt x="0" y="1555"/>
                </a:lnTo>
                <a:lnTo>
                  <a:pt x="6" y="1555"/>
                </a:lnTo>
                <a:lnTo>
                  <a:pt x="6" y="1577"/>
                </a:lnTo>
                <a:lnTo>
                  <a:pt x="0" y="1577"/>
                </a:lnTo>
                <a:close/>
                <a:moveTo>
                  <a:pt x="0" y="1539"/>
                </a:moveTo>
                <a:lnTo>
                  <a:pt x="0" y="1517"/>
                </a:lnTo>
                <a:lnTo>
                  <a:pt x="6" y="1517"/>
                </a:lnTo>
                <a:lnTo>
                  <a:pt x="6" y="1539"/>
                </a:lnTo>
                <a:lnTo>
                  <a:pt x="0" y="1539"/>
                </a:lnTo>
                <a:close/>
                <a:moveTo>
                  <a:pt x="0" y="1501"/>
                </a:moveTo>
                <a:lnTo>
                  <a:pt x="0" y="1479"/>
                </a:lnTo>
                <a:lnTo>
                  <a:pt x="6" y="1479"/>
                </a:lnTo>
                <a:lnTo>
                  <a:pt x="6" y="1501"/>
                </a:lnTo>
                <a:lnTo>
                  <a:pt x="0" y="1501"/>
                </a:lnTo>
                <a:close/>
                <a:moveTo>
                  <a:pt x="0" y="1463"/>
                </a:moveTo>
                <a:lnTo>
                  <a:pt x="0" y="1441"/>
                </a:lnTo>
                <a:lnTo>
                  <a:pt x="6" y="1441"/>
                </a:lnTo>
                <a:lnTo>
                  <a:pt x="6" y="1463"/>
                </a:lnTo>
                <a:lnTo>
                  <a:pt x="0" y="1463"/>
                </a:lnTo>
                <a:close/>
                <a:moveTo>
                  <a:pt x="0" y="1424"/>
                </a:moveTo>
                <a:lnTo>
                  <a:pt x="0" y="1403"/>
                </a:lnTo>
                <a:lnTo>
                  <a:pt x="6" y="1403"/>
                </a:lnTo>
                <a:lnTo>
                  <a:pt x="6" y="1424"/>
                </a:lnTo>
                <a:lnTo>
                  <a:pt x="0" y="1424"/>
                </a:lnTo>
                <a:close/>
                <a:moveTo>
                  <a:pt x="0" y="1386"/>
                </a:moveTo>
                <a:lnTo>
                  <a:pt x="0" y="1364"/>
                </a:lnTo>
                <a:lnTo>
                  <a:pt x="6" y="1364"/>
                </a:lnTo>
                <a:lnTo>
                  <a:pt x="6" y="1386"/>
                </a:lnTo>
                <a:lnTo>
                  <a:pt x="0" y="1386"/>
                </a:lnTo>
                <a:close/>
                <a:moveTo>
                  <a:pt x="0" y="1348"/>
                </a:moveTo>
                <a:lnTo>
                  <a:pt x="0" y="1326"/>
                </a:lnTo>
                <a:lnTo>
                  <a:pt x="6" y="1326"/>
                </a:lnTo>
                <a:lnTo>
                  <a:pt x="6" y="1348"/>
                </a:lnTo>
                <a:lnTo>
                  <a:pt x="0" y="1348"/>
                </a:lnTo>
                <a:close/>
                <a:moveTo>
                  <a:pt x="0" y="1310"/>
                </a:moveTo>
                <a:lnTo>
                  <a:pt x="0" y="1288"/>
                </a:lnTo>
                <a:lnTo>
                  <a:pt x="6" y="1288"/>
                </a:lnTo>
                <a:lnTo>
                  <a:pt x="6" y="1310"/>
                </a:lnTo>
                <a:lnTo>
                  <a:pt x="0" y="1310"/>
                </a:lnTo>
                <a:close/>
                <a:moveTo>
                  <a:pt x="0" y="1272"/>
                </a:moveTo>
                <a:lnTo>
                  <a:pt x="0" y="1250"/>
                </a:lnTo>
                <a:lnTo>
                  <a:pt x="6" y="1250"/>
                </a:lnTo>
                <a:lnTo>
                  <a:pt x="6" y="1272"/>
                </a:lnTo>
                <a:lnTo>
                  <a:pt x="0" y="1272"/>
                </a:lnTo>
                <a:close/>
                <a:moveTo>
                  <a:pt x="0" y="1233"/>
                </a:moveTo>
                <a:lnTo>
                  <a:pt x="0" y="1211"/>
                </a:lnTo>
                <a:lnTo>
                  <a:pt x="6" y="1211"/>
                </a:lnTo>
                <a:lnTo>
                  <a:pt x="6" y="1233"/>
                </a:lnTo>
                <a:lnTo>
                  <a:pt x="0" y="1233"/>
                </a:lnTo>
                <a:close/>
                <a:moveTo>
                  <a:pt x="0" y="1195"/>
                </a:moveTo>
                <a:lnTo>
                  <a:pt x="0" y="1173"/>
                </a:lnTo>
                <a:lnTo>
                  <a:pt x="6" y="1173"/>
                </a:lnTo>
                <a:lnTo>
                  <a:pt x="6" y="1195"/>
                </a:lnTo>
                <a:lnTo>
                  <a:pt x="0" y="1195"/>
                </a:lnTo>
                <a:close/>
                <a:moveTo>
                  <a:pt x="0" y="1157"/>
                </a:moveTo>
                <a:lnTo>
                  <a:pt x="0" y="1135"/>
                </a:lnTo>
                <a:lnTo>
                  <a:pt x="6" y="1135"/>
                </a:lnTo>
                <a:lnTo>
                  <a:pt x="6" y="1157"/>
                </a:lnTo>
                <a:lnTo>
                  <a:pt x="0" y="1157"/>
                </a:lnTo>
                <a:close/>
                <a:moveTo>
                  <a:pt x="0" y="1119"/>
                </a:moveTo>
                <a:lnTo>
                  <a:pt x="0" y="1097"/>
                </a:lnTo>
                <a:lnTo>
                  <a:pt x="6" y="1097"/>
                </a:lnTo>
                <a:lnTo>
                  <a:pt x="6" y="1119"/>
                </a:lnTo>
                <a:lnTo>
                  <a:pt x="0" y="1119"/>
                </a:lnTo>
                <a:close/>
                <a:moveTo>
                  <a:pt x="0" y="1080"/>
                </a:moveTo>
                <a:lnTo>
                  <a:pt x="0" y="1059"/>
                </a:lnTo>
                <a:lnTo>
                  <a:pt x="6" y="1059"/>
                </a:lnTo>
                <a:lnTo>
                  <a:pt x="6" y="1080"/>
                </a:lnTo>
                <a:lnTo>
                  <a:pt x="0" y="1080"/>
                </a:lnTo>
                <a:close/>
                <a:moveTo>
                  <a:pt x="0" y="1042"/>
                </a:moveTo>
                <a:lnTo>
                  <a:pt x="0" y="1020"/>
                </a:lnTo>
                <a:lnTo>
                  <a:pt x="6" y="1020"/>
                </a:lnTo>
                <a:lnTo>
                  <a:pt x="6" y="1042"/>
                </a:lnTo>
                <a:lnTo>
                  <a:pt x="0" y="1042"/>
                </a:lnTo>
                <a:close/>
                <a:moveTo>
                  <a:pt x="0" y="1004"/>
                </a:moveTo>
                <a:lnTo>
                  <a:pt x="0" y="982"/>
                </a:lnTo>
                <a:lnTo>
                  <a:pt x="6" y="982"/>
                </a:lnTo>
                <a:lnTo>
                  <a:pt x="6" y="1004"/>
                </a:lnTo>
                <a:lnTo>
                  <a:pt x="0" y="1004"/>
                </a:lnTo>
                <a:close/>
                <a:moveTo>
                  <a:pt x="0" y="966"/>
                </a:moveTo>
                <a:lnTo>
                  <a:pt x="0" y="944"/>
                </a:lnTo>
                <a:lnTo>
                  <a:pt x="6" y="944"/>
                </a:lnTo>
                <a:lnTo>
                  <a:pt x="6" y="966"/>
                </a:lnTo>
                <a:lnTo>
                  <a:pt x="0" y="966"/>
                </a:lnTo>
                <a:close/>
                <a:moveTo>
                  <a:pt x="0" y="928"/>
                </a:moveTo>
                <a:lnTo>
                  <a:pt x="0" y="906"/>
                </a:lnTo>
                <a:lnTo>
                  <a:pt x="6" y="906"/>
                </a:lnTo>
                <a:lnTo>
                  <a:pt x="6" y="928"/>
                </a:lnTo>
                <a:lnTo>
                  <a:pt x="0" y="928"/>
                </a:lnTo>
                <a:close/>
                <a:moveTo>
                  <a:pt x="0" y="889"/>
                </a:moveTo>
                <a:lnTo>
                  <a:pt x="0" y="868"/>
                </a:lnTo>
                <a:lnTo>
                  <a:pt x="6" y="868"/>
                </a:lnTo>
                <a:lnTo>
                  <a:pt x="6" y="889"/>
                </a:lnTo>
                <a:lnTo>
                  <a:pt x="0" y="889"/>
                </a:lnTo>
                <a:close/>
                <a:moveTo>
                  <a:pt x="0" y="851"/>
                </a:moveTo>
                <a:lnTo>
                  <a:pt x="0" y="829"/>
                </a:lnTo>
                <a:lnTo>
                  <a:pt x="6" y="829"/>
                </a:lnTo>
                <a:lnTo>
                  <a:pt x="6" y="851"/>
                </a:lnTo>
                <a:lnTo>
                  <a:pt x="0" y="851"/>
                </a:lnTo>
                <a:close/>
                <a:moveTo>
                  <a:pt x="0" y="813"/>
                </a:moveTo>
                <a:lnTo>
                  <a:pt x="0" y="791"/>
                </a:lnTo>
                <a:lnTo>
                  <a:pt x="6" y="791"/>
                </a:lnTo>
                <a:lnTo>
                  <a:pt x="6" y="813"/>
                </a:lnTo>
                <a:lnTo>
                  <a:pt x="0" y="813"/>
                </a:lnTo>
                <a:close/>
                <a:moveTo>
                  <a:pt x="0" y="775"/>
                </a:moveTo>
                <a:lnTo>
                  <a:pt x="0" y="753"/>
                </a:lnTo>
                <a:lnTo>
                  <a:pt x="6" y="753"/>
                </a:lnTo>
                <a:lnTo>
                  <a:pt x="6" y="775"/>
                </a:lnTo>
                <a:lnTo>
                  <a:pt x="0" y="775"/>
                </a:lnTo>
                <a:close/>
                <a:moveTo>
                  <a:pt x="0" y="737"/>
                </a:moveTo>
                <a:lnTo>
                  <a:pt x="0" y="715"/>
                </a:lnTo>
                <a:lnTo>
                  <a:pt x="6" y="715"/>
                </a:lnTo>
                <a:lnTo>
                  <a:pt x="6" y="737"/>
                </a:lnTo>
                <a:lnTo>
                  <a:pt x="0" y="737"/>
                </a:lnTo>
                <a:close/>
                <a:moveTo>
                  <a:pt x="0" y="698"/>
                </a:moveTo>
                <a:lnTo>
                  <a:pt x="0" y="676"/>
                </a:lnTo>
                <a:lnTo>
                  <a:pt x="6" y="676"/>
                </a:lnTo>
                <a:lnTo>
                  <a:pt x="6" y="698"/>
                </a:lnTo>
                <a:lnTo>
                  <a:pt x="0" y="698"/>
                </a:lnTo>
                <a:close/>
                <a:moveTo>
                  <a:pt x="0" y="660"/>
                </a:moveTo>
                <a:lnTo>
                  <a:pt x="0" y="638"/>
                </a:lnTo>
                <a:lnTo>
                  <a:pt x="6" y="638"/>
                </a:lnTo>
                <a:lnTo>
                  <a:pt x="6" y="660"/>
                </a:lnTo>
                <a:lnTo>
                  <a:pt x="0" y="660"/>
                </a:lnTo>
                <a:close/>
                <a:moveTo>
                  <a:pt x="0" y="622"/>
                </a:moveTo>
                <a:lnTo>
                  <a:pt x="0" y="600"/>
                </a:lnTo>
                <a:lnTo>
                  <a:pt x="6" y="600"/>
                </a:lnTo>
                <a:lnTo>
                  <a:pt x="6" y="622"/>
                </a:lnTo>
                <a:lnTo>
                  <a:pt x="0" y="622"/>
                </a:lnTo>
                <a:close/>
                <a:moveTo>
                  <a:pt x="0" y="584"/>
                </a:moveTo>
                <a:lnTo>
                  <a:pt x="0" y="562"/>
                </a:lnTo>
                <a:lnTo>
                  <a:pt x="6" y="562"/>
                </a:lnTo>
                <a:lnTo>
                  <a:pt x="6" y="584"/>
                </a:lnTo>
                <a:lnTo>
                  <a:pt x="0" y="584"/>
                </a:lnTo>
                <a:close/>
                <a:moveTo>
                  <a:pt x="0" y="545"/>
                </a:moveTo>
                <a:lnTo>
                  <a:pt x="0" y="524"/>
                </a:lnTo>
                <a:lnTo>
                  <a:pt x="6" y="524"/>
                </a:lnTo>
                <a:lnTo>
                  <a:pt x="6" y="545"/>
                </a:lnTo>
                <a:lnTo>
                  <a:pt x="0" y="545"/>
                </a:lnTo>
                <a:close/>
                <a:moveTo>
                  <a:pt x="0" y="507"/>
                </a:moveTo>
                <a:lnTo>
                  <a:pt x="0" y="493"/>
                </a:lnTo>
                <a:lnTo>
                  <a:pt x="0" y="485"/>
                </a:lnTo>
                <a:lnTo>
                  <a:pt x="6" y="485"/>
                </a:lnTo>
                <a:lnTo>
                  <a:pt x="6" y="493"/>
                </a:lnTo>
                <a:lnTo>
                  <a:pt x="6" y="493"/>
                </a:lnTo>
                <a:lnTo>
                  <a:pt x="6" y="507"/>
                </a:lnTo>
                <a:lnTo>
                  <a:pt x="0" y="507"/>
                </a:lnTo>
                <a:close/>
                <a:moveTo>
                  <a:pt x="1" y="469"/>
                </a:moveTo>
                <a:lnTo>
                  <a:pt x="1" y="468"/>
                </a:lnTo>
                <a:lnTo>
                  <a:pt x="2" y="455"/>
                </a:lnTo>
                <a:lnTo>
                  <a:pt x="2" y="447"/>
                </a:lnTo>
                <a:lnTo>
                  <a:pt x="8" y="448"/>
                </a:lnTo>
                <a:lnTo>
                  <a:pt x="7" y="456"/>
                </a:lnTo>
                <a:lnTo>
                  <a:pt x="7" y="456"/>
                </a:lnTo>
                <a:lnTo>
                  <a:pt x="6" y="468"/>
                </a:lnTo>
                <a:lnTo>
                  <a:pt x="6" y="468"/>
                </a:lnTo>
                <a:lnTo>
                  <a:pt x="6" y="469"/>
                </a:lnTo>
                <a:lnTo>
                  <a:pt x="1" y="469"/>
                </a:lnTo>
                <a:close/>
                <a:moveTo>
                  <a:pt x="4" y="431"/>
                </a:moveTo>
                <a:lnTo>
                  <a:pt x="4" y="430"/>
                </a:lnTo>
                <a:lnTo>
                  <a:pt x="6" y="418"/>
                </a:lnTo>
                <a:lnTo>
                  <a:pt x="7" y="409"/>
                </a:lnTo>
                <a:lnTo>
                  <a:pt x="13" y="410"/>
                </a:lnTo>
                <a:lnTo>
                  <a:pt x="11" y="419"/>
                </a:lnTo>
                <a:lnTo>
                  <a:pt x="11" y="419"/>
                </a:lnTo>
                <a:lnTo>
                  <a:pt x="9" y="431"/>
                </a:lnTo>
                <a:lnTo>
                  <a:pt x="9" y="431"/>
                </a:lnTo>
                <a:lnTo>
                  <a:pt x="9" y="431"/>
                </a:lnTo>
                <a:lnTo>
                  <a:pt x="4" y="431"/>
                </a:lnTo>
                <a:close/>
                <a:moveTo>
                  <a:pt x="10" y="393"/>
                </a:moveTo>
                <a:lnTo>
                  <a:pt x="13" y="382"/>
                </a:lnTo>
                <a:lnTo>
                  <a:pt x="15" y="371"/>
                </a:lnTo>
                <a:lnTo>
                  <a:pt x="21" y="373"/>
                </a:lnTo>
                <a:lnTo>
                  <a:pt x="18" y="383"/>
                </a:lnTo>
                <a:lnTo>
                  <a:pt x="18" y="383"/>
                </a:lnTo>
                <a:lnTo>
                  <a:pt x="16" y="394"/>
                </a:lnTo>
                <a:lnTo>
                  <a:pt x="10" y="393"/>
                </a:lnTo>
                <a:close/>
                <a:moveTo>
                  <a:pt x="20" y="355"/>
                </a:moveTo>
                <a:lnTo>
                  <a:pt x="22" y="346"/>
                </a:lnTo>
                <a:lnTo>
                  <a:pt x="26" y="335"/>
                </a:lnTo>
                <a:lnTo>
                  <a:pt x="26" y="334"/>
                </a:lnTo>
                <a:lnTo>
                  <a:pt x="31" y="336"/>
                </a:lnTo>
                <a:lnTo>
                  <a:pt x="31" y="337"/>
                </a:lnTo>
                <a:lnTo>
                  <a:pt x="31" y="337"/>
                </a:lnTo>
                <a:lnTo>
                  <a:pt x="28" y="348"/>
                </a:lnTo>
                <a:lnTo>
                  <a:pt x="28" y="348"/>
                </a:lnTo>
                <a:lnTo>
                  <a:pt x="25" y="357"/>
                </a:lnTo>
                <a:lnTo>
                  <a:pt x="20" y="355"/>
                </a:lnTo>
                <a:close/>
                <a:moveTo>
                  <a:pt x="32" y="319"/>
                </a:moveTo>
                <a:lnTo>
                  <a:pt x="34" y="312"/>
                </a:lnTo>
                <a:lnTo>
                  <a:pt x="39" y="301"/>
                </a:lnTo>
                <a:lnTo>
                  <a:pt x="40" y="299"/>
                </a:lnTo>
                <a:lnTo>
                  <a:pt x="45" y="301"/>
                </a:lnTo>
                <a:lnTo>
                  <a:pt x="44" y="303"/>
                </a:lnTo>
                <a:lnTo>
                  <a:pt x="44" y="303"/>
                </a:lnTo>
                <a:lnTo>
                  <a:pt x="39" y="314"/>
                </a:lnTo>
                <a:lnTo>
                  <a:pt x="39" y="314"/>
                </a:lnTo>
                <a:lnTo>
                  <a:pt x="37" y="321"/>
                </a:lnTo>
                <a:lnTo>
                  <a:pt x="32" y="319"/>
                </a:lnTo>
                <a:close/>
                <a:moveTo>
                  <a:pt x="47" y="284"/>
                </a:moveTo>
                <a:lnTo>
                  <a:pt x="49" y="279"/>
                </a:lnTo>
                <a:lnTo>
                  <a:pt x="57" y="264"/>
                </a:lnTo>
                <a:lnTo>
                  <a:pt x="61" y="267"/>
                </a:lnTo>
                <a:lnTo>
                  <a:pt x="54" y="282"/>
                </a:lnTo>
                <a:lnTo>
                  <a:pt x="54" y="282"/>
                </a:lnTo>
                <a:lnTo>
                  <a:pt x="52" y="286"/>
                </a:lnTo>
                <a:lnTo>
                  <a:pt x="47" y="284"/>
                </a:lnTo>
                <a:close/>
                <a:moveTo>
                  <a:pt x="65" y="249"/>
                </a:moveTo>
                <a:lnTo>
                  <a:pt x="72" y="237"/>
                </a:lnTo>
                <a:lnTo>
                  <a:pt x="76" y="231"/>
                </a:lnTo>
                <a:lnTo>
                  <a:pt x="80" y="234"/>
                </a:lnTo>
                <a:lnTo>
                  <a:pt x="76" y="240"/>
                </a:lnTo>
                <a:lnTo>
                  <a:pt x="76" y="240"/>
                </a:lnTo>
                <a:lnTo>
                  <a:pt x="69" y="252"/>
                </a:lnTo>
                <a:lnTo>
                  <a:pt x="65" y="249"/>
                </a:lnTo>
                <a:close/>
                <a:moveTo>
                  <a:pt x="85" y="217"/>
                </a:moveTo>
                <a:lnTo>
                  <a:pt x="97" y="199"/>
                </a:lnTo>
                <a:lnTo>
                  <a:pt x="102" y="202"/>
                </a:lnTo>
                <a:lnTo>
                  <a:pt x="89" y="220"/>
                </a:lnTo>
                <a:lnTo>
                  <a:pt x="85" y="217"/>
                </a:lnTo>
                <a:close/>
                <a:moveTo>
                  <a:pt x="108" y="186"/>
                </a:moveTo>
                <a:lnTo>
                  <a:pt x="113" y="179"/>
                </a:lnTo>
                <a:lnTo>
                  <a:pt x="122" y="169"/>
                </a:lnTo>
                <a:lnTo>
                  <a:pt x="126" y="173"/>
                </a:lnTo>
                <a:lnTo>
                  <a:pt x="117" y="183"/>
                </a:lnTo>
                <a:lnTo>
                  <a:pt x="117" y="183"/>
                </a:lnTo>
                <a:lnTo>
                  <a:pt x="112" y="189"/>
                </a:lnTo>
                <a:lnTo>
                  <a:pt x="108" y="186"/>
                </a:lnTo>
                <a:close/>
                <a:moveTo>
                  <a:pt x="133" y="157"/>
                </a:moveTo>
                <a:lnTo>
                  <a:pt x="145" y="144"/>
                </a:lnTo>
                <a:lnTo>
                  <a:pt x="148" y="141"/>
                </a:lnTo>
                <a:lnTo>
                  <a:pt x="152" y="145"/>
                </a:lnTo>
                <a:lnTo>
                  <a:pt x="148" y="148"/>
                </a:lnTo>
                <a:lnTo>
                  <a:pt x="149" y="148"/>
                </a:lnTo>
                <a:lnTo>
                  <a:pt x="137" y="161"/>
                </a:lnTo>
                <a:lnTo>
                  <a:pt x="133" y="157"/>
                </a:lnTo>
                <a:close/>
                <a:moveTo>
                  <a:pt x="160" y="130"/>
                </a:moveTo>
                <a:lnTo>
                  <a:pt x="162" y="128"/>
                </a:lnTo>
                <a:lnTo>
                  <a:pt x="176" y="115"/>
                </a:lnTo>
                <a:lnTo>
                  <a:pt x="180" y="120"/>
                </a:lnTo>
                <a:lnTo>
                  <a:pt x="165" y="132"/>
                </a:lnTo>
                <a:lnTo>
                  <a:pt x="166" y="132"/>
                </a:lnTo>
                <a:lnTo>
                  <a:pt x="163" y="134"/>
                </a:lnTo>
                <a:lnTo>
                  <a:pt x="160" y="130"/>
                </a:lnTo>
                <a:close/>
                <a:moveTo>
                  <a:pt x="189" y="105"/>
                </a:moveTo>
                <a:lnTo>
                  <a:pt x="198" y="98"/>
                </a:lnTo>
                <a:lnTo>
                  <a:pt x="207" y="92"/>
                </a:lnTo>
                <a:lnTo>
                  <a:pt x="210" y="96"/>
                </a:lnTo>
                <a:lnTo>
                  <a:pt x="202" y="102"/>
                </a:lnTo>
                <a:lnTo>
                  <a:pt x="202" y="102"/>
                </a:lnTo>
                <a:lnTo>
                  <a:pt x="192" y="109"/>
                </a:lnTo>
                <a:lnTo>
                  <a:pt x="189" y="105"/>
                </a:lnTo>
                <a:close/>
                <a:moveTo>
                  <a:pt x="220" y="82"/>
                </a:moveTo>
                <a:lnTo>
                  <a:pt x="238" y="71"/>
                </a:lnTo>
                <a:lnTo>
                  <a:pt x="239" y="71"/>
                </a:lnTo>
                <a:lnTo>
                  <a:pt x="241" y="75"/>
                </a:lnTo>
                <a:lnTo>
                  <a:pt x="240" y="76"/>
                </a:lnTo>
                <a:lnTo>
                  <a:pt x="241" y="76"/>
                </a:lnTo>
                <a:lnTo>
                  <a:pt x="223" y="87"/>
                </a:lnTo>
                <a:lnTo>
                  <a:pt x="220" y="82"/>
                </a:lnTo>
                <a:close/>
                <a:moveTo>
                  <a:pt x="253" y="62"/>
                </a:moveTo>
                <a:lnTo>
                  <a:pt x="258" y="59"/>
                </a:lnTo>
                <a:lnTo>
                  <a:pt x="272" y="52"/>
                </a:lnTo>
                <a:lnTo>
                  <a:pt x="275" y="57"/>
                </a:lnTo>
                <a:lnTo>
                  <a:pt x="261" y="64"/>
                </a:lnTo>
                <a:lnTo>
                  <a:pt x="261" y="64"/>
                </a:lnTo>
                <a:lnTo>
                  <a:pt x="256" y="67"/>
                </a:lnTo>
                <a:lnTo>
                  <a:pt x="253" y="62"/>
                </a:lnTo>
                <a:close/>
                <a:moveTo>
                  <a:pt x="287" y="45"/>
                </a:moveTo>
                <a:lnTo>
                  <a:pt x="290" y="43"/>
                </a:lnTo>
                <a:lnTo>
                  <a:pt x="301" y="38"/>
                </a:lnTo>
                <a:lnTo>
                  <a:pt x="307" y="36"/>
                </a:lnTo>
                <a:lnTo>
                  <a:pt x="309" y="41"/>
                </a:lnTo>
                <a:lnTo>
                  <a:pt x="303" y="43"/>
                </a:lnTo>
                <a:lnTo>
                  <a:pt x="304" y="43"/>
                </a:lnTo>
                <a:lnTo>
                  <a:pt x="293" y="48"/>
                </a:lnTo>
                <a:lnTo>
                  <a:pt x="293" y="48"/>
                </a:lnTo>
                <a:lnTo>
                  <a:pt x="289" y="50"/>
                </a:lnTo>
                <a:lnTo>
                  <a:pt x="287" y="45"/>
                </a:lnTo>
                <a:close/>
                <a:moveTo>
                  <a:pt x="322" y="30"/>
                </a:moveTo>
                <a:lnTo>
                  <a:pt x="324" y="30"/>
                </a:lnTo>
                <a:lnTo>
                  <a:pt x="335" y="26"/>
                </a:lnTo>
                <a:lnTo>
                  <a:pt x="343" y="23"/>
                </a:lnTo>
                <a:lnTo>
                  <a:pt x="345" y="28"/>
                </a:lnTo>
                <a:lnTo>
                  <a:pt x="337" y="31"/>
                </a:lnTo>
                <a:lnTo>
                  <a:pt x="337" y="31"/>
                </a:lnTo>
                <a:lnTo>
                  <a:pt x="326" y="35"/>
                </a:lnTo>
                <a:lnTo>
                  <a:pt x="326" y="35"/>
                </a:lnTo>
                <a:lnTo>
                  <a:pt x="324" y="35"/>
                </a:lnTo>
                <a:lnTo>
                  <a:pt x="322" y="30"/>
                </a:lnTo>
                <a:close/>
                <a:moveTo>
                  <a:pt x="359" y="18"/>
                </a:moveTo>
                <a:lnTo>
                  <a:pt x="370" y="15"/>
                </a:lnTo>
                <a:lnTo>
                  <a:pt x="380" y="13"/>
                </a:lnTo>
                <a:lnTo>
                  <a:pt x="382" y="18"/>
                </a:lnTo>
                <a:lnTo>
                  <a:pt x="372" y="20"/>
                </a:lnTo>
                <a:lnTo>
                  <a:pt x="372" y="20"/>
                </a:lnTo>
                <a:lnTo>
                  <a:pt x="360" y="23"/>
                </a:lnTo>
                <a:lnTo>
                  <a:pt x="359" y="18"/>
                </a:lnTo>
                <a:close/>
                <a:moveTo>
                  <a:pt x="396" y="9"/>
                </a:moveTo>
                <a:lnTo>
                  <a:pt x="406" y="7"/>
                </a:lnTo>
                <a:lnTo>
                  <a:pt x="418" y="5"/>
                </a:lnTo>
                <a:lnTo>
                  <a:pt x="419" y="11"/>
                </a:lnTo>
                <a:lnTo>
                  <a:pt x="407" y="13"/>
                </a:lnTo>
                <a:lnTo>
                  <a:pt x="407" y="13"/>
                </a:lnTo>
                <a:lnTo>
                  <a:pt x="397" y="15"/>
                </a:lnTo>
                <a:lnTo>
                  <a:pt x="396" y="9"/>
                </a:lnTo>
                <a:close/>
                <a:moveTo>
                  <a:pt x="434" y="3"/>
                </a:moveTo>
                <a:lnTo>
                  <a:pt x="443" y="2"/>
                </a:lnTo>
                <a:lnTo>
                  <a:pt x="455" y="1"/>
                </a:lnTo>
                <a:lnTo>
                  <a:pt x="456" y="1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43" y="8"/>
                </a:lnTo>
                <a:lnTo>
                  <a:pt x="443" y="8"/>
                </a:lnTo>
                <a:lnTo>
                  <a:pt x="435" y="9"/>
                </a:lnTo>
                <a:lnTo>
                  <a:pt x="434" y="3"/>
                </a:lnTo>
                <a:close/>
                <a:moveTo>
                  <a:pt x="472" y="0"/>
                </a:moveTo>
                <a:lnTo>
                  <a:pt x="481" y="0"/>
                </a:lnTo>
                <a:lnTo>
                  <a:pt x="493" y="0"/>
                </a:lnTo>
                <a:lnTo>
                  <a:pt x="494" y="0"/>
                </a:lnTo>
                <a:lnTo>
                  <a:pt x="494" y="5"/>
                </a:lnTo>
                <a:lnTo>
                  <a:pt x="493" y="5"/>
                </a:lnTo>
                <a:lnTo>
                  <a:pt x="493" y="5"/>
                </a:lnTo>
                <a:lnTo>
                  <a:pt x="481" y="5"/>
                </a:lnTo>
                <a:lnTo>
                  <a:pt x="481" y="5"/>
                </a:lnTo>
                <a:lnTo>
                  <a:pt x="473" y="6"/>
                </a:lnTo>
                <a:lnTo>
                  <a:pt x="472" y="0"/>
                </a:lnTo>
                <a:close/>
                <a:moveTo>
                  <a:pt x="511" y="0"/>
                </a:moveTo>
                <a:lnTo>
                  <a:pt x="533" y="0"/>
                </a:lnTo>
                <a:lnTo>
                  <a:pt x="533" y="5"/>
                </a:lnTo>
                <a:lnTo>
                  <a:pt x="511" y="5"/>
                </a:lnTo>
                <a:lnTo>
                  <a:pt x="511" y="0"/>
                </a:lnTo>
                <a:close/>
                <a:moveTo>
                  <a:pt x="549" y="0"/>
                </a:moveTo>
                <a:lnTo>
                  <a:pt x="571" y="0"/>
                </a:lnTo>
                <a:lnTo>
                  <a:pt x="571" y="5"/>
                </a:lnTo>
                <a:lnTo>
                  <a:pt x="549" y="5"/>
                </a:lnTo>
                <a:lnTo>
                  <a:pt x="549" y="0"/>
                </a:lnTo>
                <a:close/>
                <a:moveTo>
                  <a:pt x="587" y="0"/>
                </a:moveTo>
                <a:lnTo>
                  <a:pt x="609" y="0"/>
                </a:lnTo>
                <a:lnTo>
                  <a:pt x="609" y="5"/>
                </a:lnTo>
                <a:lnTo>
                  <a:pt x="587" y="5"/>
                </a:lnTo>
                <a:lnTo>
                  <a:pt x="587" y="0"/>
                </a:lnTo>
                <a:close/>
                <a:moveTo>
                  <a:pt x="625" y="0"/>
                </a:moveTo>
                <a:lnTo>
                  <a:pt x="647" y="0"/>
                </a:lnTo>
                <a:lnTo>
                  <a:pt x="647" y="5"/>
                </a:lnTo>
                <a:lnTo>
                  <a:pt x="625" y="5"/>
                </a:lnTo>
                <a:lnTo>
                  <a:pt x="625" y="0"/>
                </a:lnTo>
                <a:close/>
                <a:moveTo>
                  <a:pt x="664" y="0"/>
                </a:moveTo>
                <a:lnTo>
                  <a:pt x="685" y="0"/>
                </a:lnTo>
                <a:lnTo>
                  <a:pt x="685" y="5"/>
                </a:lnTo>
                <a:lnTo>
                  <a:pt x="664" y="5"/>
                </a:lnTo>
                <a:lnTo>
                  <a:pt x="664" y="0"/>
                </a:lnTo>
                <a:close/>
                <a:moveTo>
                  <a:pt x="702" y="0"/>
                </a:moveTo>
                <a:lnTo>
                  <a:pt x="724" y="0"/>
                </a:lnTo>
                <a:lnTo>
                  <a:pt x="724" y="5"/>
                </a:lnTo>
                <a:lnTo>
                  <a:pt x="702" y="5"/>
                </a:lnTo>
                <a:lnTo>
                  <a:pt x="702" y="0"/>
                </a:lnTo>
                <a:close/>
                <a:moveTo>
                  <a:pt x="740" y="0"/>
                </a:moveTo>
                <a:lnTo>
                  <a:pt x="762" y="0"/>
                </a:lnTo>
                <a:lnTo>
                  <a:pt x="762" y="5"/>
                </a:lnTo>
                <a:lnTo>
                  <a:pt x="740" y="5"/>
                </a:lnTo>
                <a:lnTo>
                  <a:pt x="740" y="0"/>
                </a:lnTo>
                <a:close/>
                <a:moveTo>
                  <a:pt x="778" y="0"/>
                </a:moveTo>
                <a:lnTo>
                  <a:pt x="800" y="0"/>
                </a:lnTo>
                <a:lnTo>
                  <a:pt x="800" y="5"/>
                </a:lnTo>
                <a:lnTo>
                  <a:pt x="778" y="5"/>
                </a:lnTo>
                <a:lnTo>
                  <a:pt x="778" y="0"/>
                </a:lnTo>
                <a:close/>
                <a:moveTo>
                  <a:pt x="816" y="0"/>
                </a:moveTo>
                <a:lnTo>
                  <a:pt x="838" y="0"/>
                </a:lnTo>
                <a:lnTo>
                  <a:pt x="838" y="5"/>
                </a:lnTo>
                <a:lnTo>
                  <a:pt x="816" y="5"/>
                </a:lnTo>
                <a:lnTo>
                  <a:pt x="816" y="0"/>
                </a:lnTo>
                <a:close/>
                <a:moveTo>
                  <a:pt x="855" y="0"/>
                </a:moveTo>
                <a:lnTo>
                  <a:pt x="877" y="0"/>
                </a:lnTo>
                <a:lnTo>
                  <a:pt x="877" y="5"/>
                </a:lnTo>
                <a:lnTo>
                  <a:pt x="855" y="5"/>
                </a:lnTo>
                <a:lnTo>
                  <a:pt x="855" y="0"/>
                </a:lnTo>
                <a:close/>
                <a:moveTo>
                  <a:pt x="893" y="0"/>
                </a:moveTo>
                <a:lnTo>
                  <a:pt x="915" y="0"/>
                </a:lnTo>
                <a:lnTo>
                  <a:pt x="915" y="5"/>
                </a:lnTo>
                <a:lnTo>
                  <a:pt x="893" y="5"/>
                </a:lnTo>
                <a:lnTo>
                  <a:pt x="893" y="0"/>
                </a:lnTo>
                <a:close/>
                <a:moveTo>
                  <a:pt x="931" y="0"/>
                </a:moveTo>
                <a:lnTo>
                  <a:pt x="953" y="0"/>
                </a:lnTo>
                <a:lnTo>
                  <a:pt x="953" y="5"/>
                </a:lnTo>
                <a:lnTo>
                  <a:pt x="931" y="5"/>
                </a:lnTo>
                <a:lnTo>
                  <a:pt x="931" y="0"/>
                </a:lnTo>
                <a:close/>
                <a:moveTo>
                  <a:pt x="969" y="0"/>
                </a:moveTo>
                <a:lnTo>
                  <a:pt x="991" y="0"/>
                </a:lnTo>
                <a:lnTo>
                  <a:pt x="991" y="5"/>
                </a:lnTo>
                <a:lnTo>
                  <a:pt x="969" y="5"/>
                </a:lnTo>
                <a:lnTo>
                  <a:pt x="969" y="0"/>
                </a:lnTo>
                <a:close/>
                <a:moveTo>
                  <a:pt x="1007" y="0"/>
                </a:moveTo>
                <a:lnTo>
                  <a:pt x="1029" y="0"/>
                </a:lnTo>
                <a:lnTo>
                  <a:pt x="1029" y="5"/>
                </a:lnTo>
                <a:lnTo>
                  <a:pt x="1007" y="5"/>
                </a:lnTo>
                <a:lnTo>
                  <a:pt x="1007" y="0"/>
                </a:lnTo>
                <a:close/>
                <a:moveTo>
                  <a:pt x="1046" y="0"/>
                </a:moveTo>
                <a:lnTo>
                  <a:pt x="1068" y="0"/>
                </a:lnTo>
                <a:lnTo>
                  <a:pt x="1068" y="5"/>
                </a:lnTo>
                <a:lnTo>
                  <a:pt x="1046" y="5"/>
                </a:lnTo>
                <a:lnTo>
                  <a:pt x="1046" y="0"/>
                </a:lnTo>
                <a:close/>
                <a:moveTo>
                  <a:pt x="1084" y="0"/>
                </a:moveTo>
                <a:lnTo>
                  <a:pt x="1106" y="0"/>
                </a:lnTo>
                <a:lnTo>
                  <a:pt x="1106" y="5"/>
                </a:lnTo>
                <a:lnTo>
                  <a:pt x="1084" y="5"/>
                </a:lnTo>
                <a:lnTo>
                  <a:pt x="1084" y="0"/>
                </a:lnTo>
                <a:close/>
                <a:moveTo>
                  <a:pt x="1122" y="0"/>
                </a:moveTo>
                <a:lnTo>
                  <a:pt x="1144" y="0"/>
                </a:lnTo>
                <a:lnTo>
                  <a:pt x="1144" y="5"/>
                </a:lnTo>
                <a:lnTo>
                  <a:pt x="1122" y="5"/>
                </a:lnTo>
                <a:lnTo>
                  <a:pt x="1122" y="0"/>
                </a:lnTo>
                <a:close/>
                <a:moveTo>
                  <a:pt x="1160" y="0"/>
                </a:moveTo>
                <a:lnTo>
                  <a:pt x="1182" y="0"/>
                </a:lnTo>
                <a:lnTo>
                  <a:pt x="1182" y="5"/>
                </a:lnTo>
                <a:lnTo>
                  <a:pt x="1160" y="5"/>
                </a:lnTo>
                <a:lnTo>
                  <a:pt x="1160" y="0"/>
                </a:lnTo>
                <a:close/>
                <a:moveTo>
                  <a:pt x="1198" y="0"/>
                </a:moveTo>
                <a:lnTo>
                  <a:pt x="1220" y="0"/>
                </a:lnTo>
                <a:lnTo>
                  <a:pt x="1220" y="5"/>
                </a:lnTo>
                <a:lnTo>
                  <a:pt x="1198" y="5"/>
                </a:lnTo>
                <a:lnTo>
                  <a:pt x="1198" y="0"/>
                </a:lnTo>
                <a:close/>
                <a:moveTo>
                  <a:pt x="1237" y="0"/>
                </a:moveTo>
                <a:lnTo>
                  <a:pt x="1259" y="0"/>
                </a:lnTo>
                <a:lnTo>
                  <a:pt x="1259" y="5"/>
                </a:lnTo>
                <a:lnTo>
                  <a:pt x="1237" y="5"/>
                </a:lnTo>
                <a:lnTo>
                  <a:pt x="1237" y="0"/>
                </a:lnTo>
                <a:close/>
                <a:moveTo>
                  <a:pt x="1275" y="0"/>
                </a:moveTo>
                <a:lnTo>
                  <a:pt x="1297" y="0"/>
                </a:lnTo>
                <a:lnTo>
                  <a:pt x="1297" y="5"/>
                </a:lnTo>
                <a:lnTo>
                  <a:pt x="1275" y="5"/>
                </a:lnTo>
                <a:lnTo>
                  <a:pt x="1275" y="0"/>
                </a:lnTo>
                <a:close/>
                <a:moveTo>
                  <a:pt x="1313" y="0"/>
                </a:moveTo>
                <a:lnTo>
                  <a:pt x="1335" y="0"/>
                </a:lnTo>
                <a:lnTo>
                  <a:pt x="1335" y="5"/>
                </a:lnTo>
                <a:lnTo>
                  <a:pt x="1313" y="5"/>
                </a:lnTo>
                <a:lnTo>
                  <a:pt x="1313" y="0"/>
                </a:lnTo>
                <a:close/>
                <a:moveTo>
                  <a:pt x="1351" y="0"/>
                </a:moveTo>
                <a:lnTo>
                  <a:pt x="1373" y="0"/>
                </a:lnTo>
                <a:lnTo>
                  <a:pt x="1373" y="5"/>
                </a:lnTo>
                <a:lnTo>
                  <a:pt x="1351" y="5"/>
                </a:lnTo>
                <a:lnTo>
                  <a:pt x="1351" y="0"/>
                </a:lnTo>
                <a:close/>
                <a:moveTo>
                  <a:pt x="1389" y="0"/>
                </a:moveTo>
                <a:lnTo>
                  <a:pt x="1411" y="0"/>
                </a:lnTo>
                <a:lnTo>
                  <a:pt x="1411" y="5"/>
                </a:lnTo>
                <a:lnTo>
                  <a:pt x="1389" y="5"/>
                </a:lnTo>
                <a:lnTo>
                  <a:pt x="1389" y="0"/>
                </a:lnTo>
                <a:close/>
                <a:moveTo>
                  <a:pt x="1428" y="0"/>
                </a:moveTo>
                <a:lnTo>
                  <a:pt x="1450" y="0"/>
                </a:lnTo>
                <a:lnTo>
                  <a:pt x="1450" y="5"/>
                </a:lnTo>
                <a:lnTo>
                  <a:pt x="1428" y="5"/>
                </a:lnTo>
                <a:lnTo>
                  <a:pt x="1428" y="0"/>
                </a:lnTo>
                <a:close/>
                <a:moveTo>
                  <a:pt x="1466" y="0"/>
                </a:moveTo>
                <a:lnTo>
                  <a:pt x="1488" y="0"/>
                </a:lnTo>
                <a:lnTo>
                  <a:pt x="1488" y="5"/>
                </a:lnTo>
                <a:lnTo>
                  <a:pt x="1466" y="5"/>
                </a:lnTo>
                <a:lnTo>
                  <a:pt x="1466" y="0"/>
                </a:lnTo>
                <a:close/>
                <a:moveTo>
                  <a:pt x="1504" y="0"/>
                </a:moveTo>
                <a:lnTo>
                  <a:pt x="1526" y="0"/>
                </a:lnTo>
                <a:lnTo>
                  <a:pt x="1526" y="5"/>
                </a:lnTo>
                <a:lnTo>
                  <a:pt x="1504" y="5"/>
                </a:lnTo>
                <a:lnTo>
                  <a:pt x="1504" y="0"/>
                </a:lnTo>
                <a:close/>
                <a:moveTo>
                  <a:pt x="1542" y="0"/>
                </a:moveTo>
                <a:lnTo>
                  <a:pt x="1564" y="0"/>
                </a:lnTo>
                <a:lnTo>
                  <a:pt x="1564" y="5"/>
                </a:lnTo>
                <a:lnTo>
                  <a:pt x="1542" y="5"/>
                </a:lnTo>
                <a:lnTo>
                  <a:pt x="1542" y="0"/>
                </a:lnTo>
                <a:close/>
                <a:moveTo>
                  <a:pt x="1580" y="0"/>
                </a:moveTo>
                <a:lnTo>
                  <a:pt x="1602" y="0"/>
                </a:lnTo>
                <a:lnTo>
                  <a:pt x="1602" y="5"/>
                </a:lnTo>
                <a:lnTo>
                  <a:pt x="1580" y="5"/>
                </a:lnTo>
                <a:lnTo>
                  <a:pt x="1580" y="0"/>
                </a:lnTo>
                <a:close/>
                <a:moveTo>
                  <a:pt x="1619" y="0"/>
                </a:moveTo>
                <a:lnTo>
                  <a:pt x="1641" y="0"/>
                </a:lnTo>
                <a:lnTo>
                  <a:pt x="1641" y="5"/>
                </a:lnTo>
                <a:lnTo>
                  <a:pt x="1619" y="5"/>
                </a:lnTo>
                <a:lnTo>
                  <a:pt x="1619" y="0"/>
                </a:lnTo>
                <a:close/>
                <a:moveTo>
                  <a:pt x="1657" y="0"/>
                </a:moveTo>
                <a:lnTo>
                  <a:pt x="1679" y="0"/>
                </a:lnTo>
                <a:lnTo>
                  <a:pt x="1679" y="5"/>
                </a:lnTo>
                <a:lnTo>
                  <a:pt x="1657" y="5"/>
                </a:lnTo>
                <a:lnTo>
                  <a:pt x="1657" y="0"/>
                </a:lnTo>
                <a:close/>
                <a:moveTo>
                  <a:pt x="1695" y="0"/>
                </a:moveTo>
                <a:lnTo>
                  <a:pt x="1717" y="0"/>
                </a:lnTo>
                <a:lnTo>
                  <a:pt x="1717" y="5"/>
                </a:lnTo>
                <a:lnTo>
                  <a:pt x="1695" y="5"/>
                </a:lnTo>
                <a:lnTo>
                  <a:pt x="1695" y="0"/>
                </a:lnTo>
                <a:close/>
                <a:moveTo>
                  <a:pt x="1733" y="0"/>
                </a:moveTo>
                <a:lnTo>
                  <a:pt x="1755" y="0"/>
                </a:lnTo>
                <a:lnTo>
                  <a:pt x="1755" y="5"/>
                </a:lnTo>
                <a:lnTo>
                  <a:pt x="1733" y="5"/>
                </a:lnTo>
                <a:lnTo>
                  <a:pt x="1733" y="0"/>
                </a:lnTo>
                <a:close/>
                <a:moveTo>
                  <a:pt x="1772" y="0"/>
                </a:moveTo>
                <a:lnTo>
                  <a:pt x="1793" y="0"/>
                </a:lnTo>
                <a:lnTo>
                  <a:pt x="1793" y="5"/>
                </a:lnTo>
                <a:lnTo>
                  <a:pt x="1772" y="5"/>
                </a:lnTo>
                <a:lnTo>
                  <a:pt x="1772" y="0"/>
                </a:lnTo>
                <a:close/>
                <a:moveTo>
                  <a:pt x="1810" y="0"/>
                </a:moveTo>
                <a:lnTo>
                  <a:pt x="1832" y="0"/>
                </a:lnTo>
                <a:lnTo>
                  <a:pt x="1832" y="5"/>
                </a:lnTo>
                <a:lnTo>
                  <a:pt x="1810" y="5"/>
                </a:lnTo>
                <a:lnTo>
                  <a:pt x="1810" y="0"/>
                </a:lnTo>
                <a:close/>
                <a:moveTo>
                  <a:pt x="1848" y="0"/>
                </a:moveTo>
                <a:lnTo>
                  <a:pt x="1870" y="0"/>
                </a:lnTo>
                <a:lnTo>
                  <a:pt x="1870" y="5"/>
                </a:lnTo>
                <a:lnTo>
                  <a:pt x="1848" y="5"/>
                </a:lnTo>
                <a:lnTo>
                  <a:pt x="1848" y="0"/>
                </a:lnTo>
                <a:close/>
                <a:moveTo>
                  <a:pt x="1886" y="0"/>
                </a:moveTo>
                <a:lnTo>
                  <a:pt x="1908" y="0"/>
                </a:lnTo>
                <a:lnTo>
                  <a:pt x="1908" y="5"/>
                </a:lnTo>
                <a:lnTo>
                  <a:pt x="1886" y="5"/>
                </a:lnTo>
                <a:lnTo>
                  <a:pt x="1886" y="0"/>
                </a:lnTo>
                <a:close/>
                <a:moveTo>
                  <a:pt x="1924" y="0"/>
                </a:moveTo>
                <a:lnTo>
                  <a:pt x="1946" y="0"/>
                </a:lnTo>
                <a:lnTo>
                  <a:pt x="1946" y="5"/>
                </a:lnTo>
                <a:lnTo>
                  <a:pt x="1924" y="5"/>
                </a:lnTo>
                <a:lnTo>
                  <a:pt x="1924" y="0"/>
                </a:lnTo>
                <a:close/>
                <a:moveTo>
                  <a:pt x="1963" y="0"/>
                </a:moveTo>
                <a:lnTo>
                  <a:pt x="1984" y="0"/>
                </a:lnTo>
                <a:lnTo>
                  <a:pt x="1984" y="5"/>
                </a:lnTo>
                <a:lnTo>
                  <a:pt x="1963" y="5"/>
                </a:lnTo>
                <a:lnTo>
                  <a:pt x="1963" y="0"/>
                </a:lnTo>
                <a:close/>
                <a:moveTo>
                  <a:pt x="2001" y="0"/>
                </a:moveTo>
                <a:lnTo>
                  <a:pt x="2023" y="0"/>
                </a:lnTo>
                <a:lnTo>
                  <a:pt x="2023" y="5"/>
                </a:lnTo>
                <a:lnTo>
                  <a:pt x="2001" y="5"/>
                </a:lnTo>
                <a:lnTo>
                  <a:pt x="2001" y="0"/>
                </a:lnTo>
                <a:close/>
                <a:moveTo>
                  <a:pt x="2039" y="0"/>
                </a:moveTo>
                <a:lnTo>
                  <a:pt x="2061" y="0"/>
                </a:lnTo>
                <a:lnTo>
                  <a:pt x="2061" y="5"/>
                </a:lnTo>
                <a:lnTo>
                  <a:pt x="2039" y="5"/>
                </a:lnTo>
                <a:lnTo>
                  <a:pt x="2039" y="0"/>
                </a:lnTo>
                <a:close/>
                <a:moveTo>
                  <a:pt x="2077" y="0"/>
                </a:moveTo>
                <a:lnTo>
                  <a:pt x="2099" y="0"/>
                </a:lnTo>
                <a:lnTo>
                  <a:pt x="2099" y="5"/>
                </a:lnTo>
                <a:lnTo>
                  <a:pt x="2077" y="5"/>
                </a:lnTo>
                <a:lnTo>
                  <a:pt x="2077" y="0"/>
                </a:lnTo>
                <a:close/>
                <a:moveTo>
                  <a:pt x="2115" y="0"/>
                </a:moveTo>
                <a:lnTo>
                  <a:pt x="2137" y="0"/>
                </a:lnTo>
                <a:lnTo>
                  <a:pt x="2137" y="5"/>
                </a:lnTo>
                <a:lnTo>
                  <a:pt x="2115" y="5"/>
                </a:lnTo>
                <a:lnTo>
                  <a:pt x="2115" y="0"/>
                </a:lnTo>
                <a:close/>
                <a:moveTo>
                  <a:pt x="2154" y="0"/>
                </a:moveTo>
                <a:lnTo>
                  <a:pt x="2175" y="0"/>
                </a:lnTo>
                <a:lnTo>
                  <a:pt x="2175" y="5"/>
                </a:lnTo>
                <a:lnTo>
                  <a:pt x="2154" y="5"/>
                </a:lnTo>
                <a:lnTo>
                  <a:pt x="2154" y="0"/>
                </a:lnTo>
                <a:close/>
                <a:moveTo>
                  <a:pt x="2192" y="0"/>
                </a:moveTo>
                <a:lnTo>
                  <a:pt x="2214" y="0"/>
                </a:lnTo>
                <a:lnTo>
                  <a:pt x="2214" y="5"/>
                </a:lnTo>
                <a:lnTo>
                  <a:pt x="2192" y="5"/>
                </a:lnTo>
                <a:lnTo>
                  <a:pt x="2192" y="0"/>
                </a:lnTo>
                <a:close/>
                <a:moveTo>
                  <a:pt x="2230" y="0"/>
                </a:moveTo>
                <a:lnTo>
                  <a:pt x="2252" y="0"/>
                </a:lnTo>
                <a:lnTo>
                  <a:pt x="2252" y="5"/>
                </a:lnTo>
                <a:lnTo>
                  <a:pt x="2230" y="5"/>
                </a:lnTo>
                <a:lnTo>
                  <a:pt x="2230" y="0"/>
                </a:lnTo>
                <a:close/>
                <a:moveTo>
                  <a:pt x="2268" y="0"/>
                </a:moveTo>
                <a:lnTo>
                  <a:pt x="2290" y="0"/>
                </a:lnTo>
                <a:lnTo>
                  <a:pt x="2290" y="5"/>
                </a:lnTo>
                <a:lnTo>
                  <a:pt x="2268" y="5"/>
                </a:lnTo>
                <a:lnTo>
                  <a:pt x="2268" y="0"/>
                </a:lnTo>
                <a:close/>
                <a:moveTo>
                  <a:pt x="2306" y="0"/>
                </a:moveTo>
                <a:lnTo>
                  <a:pt x="2328" y="0"/>
                </a:lnTo>
                <a:lnTo>
                  <a:pt x="2328" y="5"/>
                </a:lnTo>
                <a:lnTo>
                  <a:pt x="2306" y="5"/>
                </a:lnTo>
                <a:lnTo>
                  <a:pt x="2306" y="0"/>
                </a:lnTo>
                <a:close/>
                <a:moveTo>
                  <a:pt x="2345" y="0"/>
                </a:moveTo>
                <a:lnTo>
                  <a:pt x="2366" y="0"/>
                </a:lnTo>
                <a:lnTo>
                  <a:pt x="2366" y="5"/>
                </a:lnTo>
                <a:lnTo>
                  <a:pt x="2345" y="5"/>
                </a:lnTo>
                <a:lnTo>
                  <a:pt x="2345" y="0"/>
                </a:lnTo>
                <a:close/>
                <a:moveTo>
                  <a:pt x="2383" y="0"/>
                </a:moveTo>
                <a:lnTo>
                  <a:pt x="2405" y="0"/>
                </a:lnTo>
                <a:lnTo>
                  <a:pt x="2405" y="5"/>
                </a:lnTo>
                <a:lnTo>
                  <a:pt x="2383" y="5"/>
                </a:lnTo>
                <a:lnTo>
                  <a:pt x="2383" y="0"/>
                </a:lnTo>
                <a:close/>
                <a:moveTo>
                  <a:pt x="2421" y="0"/>
                </a:moveTo>
                <a:lnTo>
                  <a:pt x="2443" y="0"/>
                </a:lnTo>
                <a:lnTo>
                  <a:pt x="2443" y="5"/>
                </a:lnTo>
                <a:lnTo>
                  <a:pt x="2421" y="5"/>
                </a:lnTo>
                <a:lnTo>
                  <a:pt x="2421" y="0"/>
                </a:lnTo>
                <a:close/>
                <a:moveTo>
                  <a:pt x="2459" y="0"/>
                </a:moveTo>
                <a:lnTo>
                  <a:pt x="2481" y="0"/>
                </a:lnTo>
                <a:lnTo>
                  <a:pt x="2481" y="5"/>
                </a:lnTo>
                <a:lnTo>
                  <a:pt x="2459" y="5"/>
                </a:lnTo>
                <a:lnTo>
                  <a:pt x="2459" y="0"/>
                </a:lnTo>
                <a:close/>
                <a:moveTo>
                  <a:pt x="2497" y="0"/>
                </a:moveTo>
                <a:lnTo>
                  <a:pt x="2519" y="0"/>
                </a:lnTo>
                <a:lnTo>
                  <a:pt x="2519" y="5"/>
                </a:lnTo>
                <a:lnTo>
                  <a:pt x="2497" y="5"/>
                </a:lnTo>
                <a:lnTo>
                  <a:pt x="2497" y="0"/>
                </a:lnTo>
                <a:close/>
                <a:moveTo>
                  <a:pt x="2536" y="0"/>
                </a:moveTo>
                <a:lnTo>
                  <a:pt x="2557" y="0"/>
                </a:lnTo>
                <a:lnTo>
                  <a:pt x="2557" y="5"/>
                </a:lnTo>
                <a:lnTo>
                  <a:pt x="2536" y="5"/>
                </a:lnTo>
                <a:lnTo>
                  <a:pt x="2536" y="0"/>
                </a:lnTo>
                <a:close/>
                <a:moveTo>
                  <a:pt x="2574" y="0"/>
                </a:moveTo>
                <a:lnTo>
                  <a:pt x="2596" y="0"/>
                </a:lnTo>
                <a:lnTo>
                  <a:pt x="2596" y="5"/>
                </a:lnTo>
                <a:lnTo>
                  <a:pt x="2574" y="5"/>
                </a:lnTo>
                <a:lnTo>
                  <a:pt x="2574" y="0"/>
                </a:lnTo>
                <a:close/>
                <a:moveTo>
                  <a:pt x="2612" y="0"/>
                </a:moveTo>
                <a:lnTo>
                  <a:pt x="2634" y="0"/>
                </a:lnTo>
                <a:lnTo>
                  <a:pt x="2634" y="5"/>
                </a:lnTo>
                <a:lnTo>
                  <a:pt x="2612" y="5"/>
                </a:lnTo>
                <a:lnTo>
                  <a:pt x="2612" y="0"/>
                </a:lnTo>
                <a:close/>
                <a:moveTo>
                  <a:pt x="2650" y="0"/>
                </a:moveTo>
                <a:lnTo>
                  <a:pt x="2672" y="0"/>
                </a:lnTo>
                <a:lnTo>
                  <a:pt x="2672" y="5"/>
                </a:lnTo>
                <a:lnTo>
                  <a:pt x="2650" y="5"/>
                </a:lnTo>
                <a:lnTo>
                  <a:pt x="2650" y="0"/>
                </a:lnTo>
                <a:close/>
                <a:moveTo>
                  <a:pt x="2688" y="0"/>
                </a:moveTo>
                <a:lnTo>
                  <a:pt x="2691" y="0"/>
                </a:lnTo>
                <a:lnTo>
                  <a:pt x="2704" y="0"/>
                </a:lnTo>
                <a:lnTo>
                  <a:pt x="2710" y="0"/>
                </a:lnTo>
                <a:lnTo>
                  <a:pt x="2710" y="6"/>
                </a:lnTo>
                <a:lnTo>
                  <a:pt x="2704" y="5"/>
                </a:lnTo>
                <a:lnTo>
                  <a:pt x="2704" y="5"/>
                </a:lnTo>
                <a:lnTo>
                  <a:pt x="2691" y="5"/>
                </a:lnTo>
                <a:lnTo>
                  <a:pt x="2691" y="5"/>
                </a:lnTo>
                <a:lnTo>
                  <a:pt x="2688" y="5"/>
                </a:lnTo>
                <a:lnTo>
                  <a:pt x="2688" y="0"/>
                </a:lnTo>
                <a:close/>
                <a:moveTo>
                  <a:pt x="2727" y="1"/>
                </a:moveTo>
                <a:lnTo>
                  <a:pt x="2729" y="1"/>
                </a:lnTo>
                <a:lnTo>
                  <a:pt x="2742" y="2"/>
                </a:lnTo>
                <a:lnTo>
                  <a:pt x="2749" y="3"/>
                </a:lnTo>
                <a:lnTo>
                  <a:pt x="2748" y="8"/>
                </a:lnTo>
                <a:lnTo>
                  <a:pt x="2741" y="8"/>
                </a:lnTo>
                <a:lnTo>
                  <a:pt x="2741" y="8"/>
                </a:lnTo>
                <a:lnTo>
                  <a:pt x="2729" y="7"/>
                </a:lnTo>
                <a:lnTo>
                  <a:pt x="2729" y="7"/>
                </a:lnTo>
                <a:lnTo>
                  <a:pt x="2726" y="6"/>
                </a:lnTo>
                <a:lnTo>
                  <a:pt x="2727" y="1"/>
                </a:lnTo>
                <a:close/>
                <a:moveTo>
                  <a:pt x="2765" y="5"/>
                </a:moveTo>
                <a:lnTo>
                  <a:pt x="2766" y="5"/>
                </a:lnTo>
                <a:lnTo>
                  <a:pt x="2779" y="7"/>
                </a:lnTo>
                <a:lnTo>
                  <a:pt x="2787" y="9"/>
                </a:lnTo>
                <a:lnTo>
                  <a:pt x="2786" y="14"/>
                </a:lnTo>
                <a:lnTo>
                  <a:pt x="2778" y="13"/>
                </a:lnTo>
                <a:lnTo>
                  <a:pt x="2778" y="13"/>
                </a:lnTo>
                <a:lnTo>
                  <a:pt x="2765" y="11"/>
                </a:lnTo>
                <a:lnTo>
                  <a:pt x="2766" y="11"/>
                </a:lnTo>
                <a:lnTo>
                  <a:pt x="2764" y="10"/>
                </a:lnTo>
                <a:lnTo>
                  <a:pt x="2765" y="5"/>
                </a:lnTo>
                <a:close/>
                <a:moveTo>
                  <a:pt x="2803" y="12"/>
                </a:moveTo>
                <a:lnTo>
                  <a:pt x="2803" y="12"/>
                </a:lnTo>
                <a:lnTo>
                  <a:pt x="2815" y="15"/>
                </a:lnTo>
                <a:lnTo>
                  <a:pt x="2824" y="18"/>
                </a:lnTo>
                <a:lnTo>
                  <a:pt x="2822" y="23"/>
                </a:lnTo>
                <a:lnTo>
                  <a:pt x="2813" y="20"/>
                </a:lnTo>
                <a:lnTo>
                  <a:pt x="2813" y="21"/>
                </a:lnTo>
                <a:lnTo>
                  <a:pt x="2801" y="18"/>
                </a:lnTo>
                <a:lnTo>
                  <a:pt x="2801" y="18"/>
                </a:lnTo>
                <a:lnTo>
                  <a:pt x="2801" y="18"/>
                </a:lnTo>
                <a:lnTo>
                  <a:pt x="2803" y="12"/>
                </a:lnTo>
                <a:close/>
                <a:moveTo>
                  <a:pt x="2840" y="22"/>
                </a:moveTo>
                <a:lnTo>
                  <a:pt x="2849" y="26"/>
                </a:lnTo>
                <a:lnTo>
                  <a:pt x="2860" y="29"/>
                </a:lnTo>
                <a:lnTo>
                  <a:pt x="2859" y="35"/>
                </a:lnTo>
                <a:lnTo>
                  <a:pt x="2848" y="31"/>
                </a:lnTo>
                <a:lnTo>
                  <a:pt x="2848" y="31"/>
                </a:lnTo>
                <a:lnTo>
                  <a:pt x="2838" y="28"/>
                </a:lnTo>
                <a:lnTo>
                  <a:pt x="2840" y="22"/>
                </a:lnTo>
                <a:close/>
                <a:moveTo>
                  <a:pt x="2876" y="35"/>
                </a:moveTo>
                <a:lnTo>
                  <a:pt x="2883" y="38"/>
                </a:lnTo>
                <a:lnTo>
                  <a:pt x="2894" y="43"/>
                </a:lnTo>
                <a:lnTo>
                  <a:pt x="2896" y="44"/>
                </a:lnTo>
                <a:lnTo>
                  <a:pt x="2894" y="49"/>
                </a:lnTo>
                <a:lnTo>
                  <a:pt x="2892" y="48"/>
                </a:lnTo>
                <a:lnTo>
                  <a:pt x="2892" y="48"/>
                </a:lnTo>
                <a:lnTo>
                  <a:pt x="2881" y="43"/>
                </a:lnTo>
                <a:lnTo>
                  <a:pt x="2881" y="43"/>
                </a:lnTo>
                <a:lnTo>
                  <a:pt x="2874" y="41"/>
                </a:lnTo>
                <a:lnTo>
                  <a:pt x="2876" y="35"/>
                </a:lnTo>
                <a:close/>
                <a:moveTo>
                  <a:pt x="2911" y="51"/>
                </a:moveTo>
                <a:lnTo>
                  <a:pt x="2926" y="59"/>
                </a:lnTo>
                <a:lnTo>
                  <a:pt x="2930" y="62"/>
                </a:lnTo>
                <a:lnTo>
                  <a:pt x="2928" y="66"/>
                </a:lnTo>
                <a:lnTo>
                  <a:pt x="2924" y="64"/>
                </a:lnTo>
                <a:lnTo>
                  <a:pt x="2924" y="64"/>
                </a:lnTo>
                <a:lnTo>
                  <a:pt x="2908" y="56"/>
                </a:lnTo>
                <a:lnTo>
                  <a:pt x="2911" y="51"/>
                </a:lnTo>
                <a:close/>
                <a:moveTo>
                  <a:pt x="2944" y="70"/>
                </a:moveTo>
                <a:lnTo>
                  <a:pt x="2947" y="71"/>
                </a:lnTo>
                <a:lnTo>
                  <a:pt x="2963" y="81"/>
                </a:lnTo>
                <a:lnTo>
                  <a:pt x="2960" y="86"/>
                </a:lnTo>
                <a:lnTo>
                  <a:pt x="2944" y="76"/>
                </a:lnTo>
                <a:lnTo>
                  <a:pt x="2944" y="76"/>
                </a:lnTo>
                <a:lnTo>
                  <a:pt x="2942" y="74"/>
                </a:lnTo>
                <a:lnTo>
                  <a:pt x="2944" y="70"/>
                </a:lnTo>
                <a:close/>
                <a:moveTo>
                  <a:pt x="2977" y="91"/>
                </a:moveTo>
                <a:lnTo>
                  <a:pt x="2986" y="98"/>
                </a:lnTo>
                <a:lnTo>
                  <a:pt x="2994" y="104"/>
                </a:lnTo>
                <a:lnTo>
                  <a:pt x="2991" y="108"/>
                </a:lnTo>
                <a:lnTo>
                  <a:pt x="2983" y="102"/>
                </a:lnTo>
                <a:lnTo>
                  <a:pt x="2983" y="102"/>
                </a:lnTo>
                <a:lnTo>
                  <a:pt x="2973" y="95"/>
                </a:lnTo>
                <a:lnTo>
                  <a:pt x="2977" y="91"/>
                </a:lnTo>
                <a:close/>
                <a:moveTo>
                  <a:pt x="3007" y="114"/>
                </a:moveTo>
                <a:lnTo>
                  <a:pt x="3023" y="128"/>
                </a:lnTo>
                <a:lnTo>
                  <a:pt x="3024" y="129"/>
                </a:lnTo>
                <a:lnTo>
                  <a:pt x="3020" y="132"/>
                </a:lnTo>
                <a:lnTo>
                  <a:pt x="3019" y="132"/>
                </a:lnTo>
                <a:lnTo>
                  <a:pt x="3019" y="132"/>
                </a:lnTo>
                <a:lnTo>
                  <a:pt x="3003" y="118"/>
                </a:lnTo>
                <a:lnTo>
                  <a:pt x="3007" y="114"/>
                </a:lnTo>
                <a:close/>
                <a:moveTo>
                  <a:pt x="3036" y="140"/>
                </a:moveTo>
                <a:lnTo>
                  <a:pt x="3040" y="144"/>
                </a:lnTo>
                <a:lnTo>
                  <a:pt x="3051" y="156"/>
                </a:lnTo>
                <a:lnTo>
                  <a:pt x="3047" y="159"/>
                </a:lnTo>
                <a:lnTo>
                  <a:pt x="3036" y="148"/>
                </a:lnTo>
                <a:lnTo>
                  <a:pt x="3036" y="148"/>
                </a:lnTo>
                <a:lnTo>
                  <a:pt x="3032" y="144"/>
                </a:lnTo>
                <a:lnTo>
                  <a:pt x="3036" y="140"/>
                </a:lnTo>
                <a:close/>
                <a:moveTo>
                  <a:pt x="3062" y="168"/>
                </a:moveTo>
                <a:lnTo>
                  <a:pt x="3072" y="179"/>
                </a:lnTo>
                <a:lnTo>
                  <a:pt x="3076" y="185"/>
                </a:lnTo>
                <a:lnTo>
                  <a:pt x="3072" y="188"/>
                </a:lnTo>
                <a:lnTo>
                  <a:pt x="3068" y="183"/>
                </a:lnTo>
                <a:lnTo>
                  <a:pt x="3068" y="183"/>
                </a:lnTo>
                <a:lnTo>
                  <a:pt x="3058" y="171"/>
                </a:lnTo>
                <a:lnTo>
                  <a:pt x="3062" y="168"/>
                </a:lnTo>
                <a:close/>
                <a:moveTo>
                  <a:pt x="3086" y="197"/>
                </a:moveTo>
                <a:lnTo>
                  <a:pt x="3087" y="198"/>
                </a:lnTo>
                <a:lnTo>
                  <a:pt x="3099" y="215"/>
                </a:lnTo>
                <a:lnTo>
                  <a:pt x="3094" y="218"/>
                </a:lnTo>
                <a:lnTo>
                  <a:pt x="3082" y="201"/>
                </a:lnTo>
                <a:lnTo>
                  <a:pt x="3082" y="201"/>
                </a:lnTo>
                <a:lnTo>
                  <a:pt x="3082" y="201"/>
                </a:lnTo>
                <a:lnTo>
                  <a:pt x="3086" y="197"/>
                </a:lnTo>
                <a:close/>
                <a:moveTo>
                  <a:pt x="3108" y="229"/>
                </a:moveTo>
                <a:lnTo>
                  <a:pt x="3113" y="237"/>
                </a:lnTo>
                <a:lnTo>
                  <a:pt x="3119" y="248"/>
                </a:lnTo>
                <a:lnTo>
                  <a:pt x="3115" y="251"/>
                </a:lnTo>
                <a:lnTo>
                  <a:pt x="3108" y="240"/>
                </a:lnTo>
                <a:lnTo>
                  <a:pt x="3108" y="240"/>
                </a:lnTo>
                <a:lnTo>
                  <a:pt x="3103" y="232"/>
                </a:lnTo>
                <a:lnTo>
                  <a:pt x="3108" y="229"/>
                </a:lnTo>
                <a:close/>
                <a:moveTo>
                  <a:pt x="3127" y="262"/>
                </a:moveTo>
                <a:lnTo>
                  <a:pt x="3136" y="279"/>
                </a:lnTo>
                <a:lnTo>
                  <a:pt x="3137" y="282"/>
                </a:lnTo>
                <a:lnTo>
                  <a:pt x="3132" y="284"/>
                </a:lnTo>
                <a:lnTo>
                  <a:pt x="3131" y="281"/>
                </a:lnTo>
                <a:lnTo>
                  <a:pt x="3131" y="282"/>
                </a:lnTo>
                <a:lnTo>
                  <a:pt x="3122" y="265"/>
                </a:lnTo>
                <a:lnTo>
                  <a:pt x="3127" y="262"/>
                </a:lnTo>
                <a:close/>
                <a:moveTo>
                  <a:pt x="3144" y="297"/>
                </a:moveTo>
                <a:lnTo>
                  <a:pt x="3146" y="301"/>
                </a:lnTo>
                <a:lnTo>
                  <a:pt x="3150" y="312"/>
                </a:lnTo>
                <a:lnTo>
                  <a:pt x="3152" y="317"/>
                </a:lnTo>
                <a:lnTo>
                  <a:pt x="3147" y="319"/>
                </a:lnTo>
                <a:lnTo>
                  <a:pt x="3145" y="314"/>
                </a:lnTo>
                <a:lnTo>
                  <a:pt x="3145" y="314"/>
                </a:lnTo>
                <a:lnTo>
                  <a:pt x="3141" y="303"/>
                </a:lnTo>
                <a:lnTo>
                  <a:pt x="3141" y="303"/>
                </a:lnTo>
                <a:lnTo>
                  <a:pt x="3139" y="299"/>
                </a:lnTo>
                <a:lnTo>
                  <a:pt x="3144" y="297"/>
                </a:lnTo>
                <a:close/>
                <a:moveTo>
                  <a:pt x="3158" y="333"/>
                </a:moveTo>
                <a:lnTo>
                  <a:pt x="3159" y="335"/>
                </a:lnTo>
                <a:lnTo>
                  <a:pt x="3162" y="346"/>
                </a:lnTo>
                <a:lnTo>
                  <a:pt x="3164" y="354"/>
                </a:lnTo>
                <a:lnTo>
                  <a:pt x="3159" y="355"/>
                </a:lnTo>
                <a:lnTo>
                  <a:pt x="3157" y="348"/>
                </a:lnTo>
                <a:lnTo>
                  <a:pt x="3157" y="348"/>
                </a:lnTo>
                <a:lnTo>
                  <a:pt x="3153" y="337"/>
                </a:lnTo>
                <a:lnTo>
                  <a:pt x="3153" y="337"/>
                </a:lnTo>
                <a:lnTo>
                  <a:pt x="3153" y="335"/>
                </a:lnTo>
                <a:lnTo>
                  <a:pt x="3158" y="333"/>
                </a:lnTo>
                <a:close/>
                <a:moveTo>
                  <a:pt x="3169" y="370"/>
                </a:moveTo>
                <a:lnTo>
                  <a:pt x="3169" y="370"/>
                </a:lnTo>
                <a:lnTo>
                  <a:pt x="3172" y="382"/>
                </a:lnTo>
                <a:lnTo>
                  <a:pt x="3174" y="391"/>
                </a:lnTo>
                <a:lnTo>
                  <a:pt x="3168" y="392"/>
                </a:lnTo>
                <a:lnTo>
                  <a:pt x="3166" y="383"/>
                </a:lnTo>
                <a:lnTo>
                  <a:pt x="3166" y="383"/>
                </a:lnTo>
                <a:lnTo>
                  <a:pt x="3164" y="371"/>
                </a:lnTo>
                <a:lnTo>
                  <a:pt x="3164" y="371"/>
                </a:lnTo>
                <a:lnTo>
                  <a:pt x="3164" y="371"/>
                </a:lnTo>
                <a:lnTo>
                  <a:pt x="3169" y="370"/>
                </a:lnTo>
                <a:close/>
                <a:moveTo>
                  <a:pt x="3177" y="407"/>
                </a:moveTo>
                <a:lnTo>
                  <a:pt x="3179" y="418"/>
                </a:lnTo>
                <a:lnTo>
                  <a:pt x="3180" y="429"/>
                </a:lnTo>
                <a:lnTo>
                  <a:pt x="3175" y="430"/>
                </a:lnTo>
                <a:lnTo>
                  <a:pt x="3173" y="419"/>
                </a:lnTo>
                <a:lnTo>
                  <a:pt x="3173" y="419"/>
                </a:lnTo>
                <a:lnTo>
                  <a:pt x="3171" y="408"/>
                </a:lnTo>
                <a:lnTo>
                  <a:pt x="3177" y="407"/>
                </a:lnTo>
                <a:close/>
                <a:moveTo>
                  <a:pt x="3182" y="445"/>
                </a:moveTo>
                <a:lnTo>
                  <a:pt x="3183" y="455"/>
                </a:lnTo>
                <a:lnTo>
                  <a:pt x="3184" y="467"/>
                </a:lnTo>
                <a:lnTo>
                  <a:pt x="3178" y="468"/>
                </a:lnTo>
                <a:lnTo>
                  <a:pt x="3177" y="455"/>
                </a:lnTo>
                <a:lnTo>
                  <a:pt x="3177" y="456"/>
                </a:lnTo>
                <a:lnTo>
                  <a:pt x="3177" y="446"/>
                </a:lnTo>
                <a:lnTo>
                  <a:pt x="3182" y="445"/>
                </a:lnTo>
                <a:close/>
                <a:moveTo>
                  <a:pt x="3184" y="484"/>
                </a:moveTo>
                <a:lnTo>
                  <a:pt x="3184" y="493"/>
                </a:lnTo>
                <a:lnTo>
                  <a:pt x="3184" y="506"/>
                </a:lnTo>
                <a:lnTo>
                  <a:pt x="3179" y="506"/>
                </a:lnTo>
                <a:lnTo>
                  <a:pt x="3179" y="493"/>
                </a:lnTo>
                <a:lnTo>
                  <a:pt x="3179" y="493"/>
                </a:lnTo>
                <a:lnTo>
                  <a:pt x="3179" y="484"/>
                </a:lnTo>
                <a:lnTo>
                  <a:pt x="3184" y="484"/>
                </a:lnTo>
                <a:close/>
                <a:moveTo>
                  <a:pt x="3184" y="522"/>
                </a:moveTo>
                <a:lnTo>
                  <a:pt x="3184" y="544"/>
                </a:lnTo>
                <a:lnTo>
                  <a:pt x="3179" y="544"/>
                </a:lnTo>
                <a:lnTo>
                  <a:pt x="3179" y="522"/>
                </a:lnTo>
                <a:lnTo>
                  <a:pt x="3184" y="522"/>
                </a:lnTo>
                <a:close/>
                <a:moveTo>
                  <a:pt x="3184" y="560"/>
                </a:moveTo>
                <a:lnTo>
                  <a:pt x="3184" y="582"/>
                </a:lnTo>
                <a:lnTo>
                  <a:pt x="3179" y="582"/>
                </a:lnTo>
                <a:lnTo>
                  <a:pt x="3179" y="560"/>
                </a:lnTo>
                <a:lnTo>
                  <a:pt x="3184" y="560"/>
                </a:lnTo>
                <a:close/>
                <a:moveTo>
                  <a:pt x="3184" y="598"/>
                </a:moveTo>
                <a:lnTo>
                  <a:pt x="3184" y="620"/>
                </a:lnTo>
                <a:lnTo>
                  <a:pt x="3179" y="620"/>
                </a:lnTo>
                <a:lnTo>
                  <a:pt x="3179" y="598"/>
                </a:lnTo>
                <a:lnTo>
                  <a:pt x="3184" y="598"/>
                </a:lnTo>
                <a:close/>
                <a:moveTo>
                  <a:pt x="3184" y="637"/>
                </a:moveTo>
                <a:lnTo>
                  <a:pt x="3184" y="658"/>
                </a:lnTo>
                <a:lnTo>
                  <a:pt x="3179" y="658"/>
                </a:lnTo>
                <a:lnTo>
                  <a:pt x="3179" y="637"/>
                </a:lnTo>
                <a:lnTo>
                  <a:pt x="3184" y="637"/>
                </a:lnTo>
                <a:close/>
                <a:moveTo>
                  <a:pt x="3184" y="675"/>
                </a:moveTo>
                <a:lnTo>
                  <a:pt x="3184" y="697"/>
                </a:lnTo>
                <a:lnTo>
                  <a:pt x="3179" y="697"/>
                </a:lnTo>
                <a:lnTo>
                  <a:pt x="3179" y="675"/>
                </a:lnTo>
                <a:lnTo>
                  <a:pt x="3184" y="675"/>
                </a:lnTo>
                <a:close/>
                <a:moveTo>
                  <a:pt x="3184" y="713"/>
                </a:moveTo>
                <a:lnTo>
                  <a:pt x="3184" y="735"/>
                </a:lnTo>
                <a:lnTo>
                  <a:pt x="3179" y="735"/>
                </a:lnTo>
                <a:lnTo>
                  <a:pt x="3179" y="713"/>
                </a:lnTo>
                <a:lnTo>
                  <a:pt x="3184" y="713"/>
                </a:lnTo>
                <a:close/>
                <a:moveTo>
                  <a:pt x="3184" y="751"/>
                </a:moveTo>
                <a:lnTo>
                  <a:pt x="3184" y="773"/>
                </a:lnTo>
                <a:lnTo>
                  <a:pt x="3179" y="773"/>
                </a:lnTo>
                <a:lnTo>
                  <a:pt x="3179" y="751"/>
                </a:lnTo>
                <a:lnTo>
                  <a:pt x="3184" y="751"/>
                </a:lnTo>
                <a:close/>
                <a:moveTo>
                  <a:pt x="3184" y="789"/>
                </a:moveTo>
                <a:lnTo>
                  <a:pt x="3184" y="811"/>
                </a:lnTo>
                <a:lnTo>
                  <a:pt x="3179" y="811"/>
                </a:lnTo>
                <a:lnTo>
                  <a:pt x="3179" y="789"/>
                </a:lnTo>
                <a:lnTo>
                  <a:pt x="3184" y="789"/>
                </a:lnTo>
                <a:close/>
                <a:moveTo>
                  <a:pt x="3184" y="828"/>
                </a:moveTo>
                <a:lnTo>
                  <a:pt x="3184" y="849"/>
                </a:lnTo>
                <a:lnTo>
                  <a:pt x="3179" y="849"/>
                </a:lnTo>
                <a:lnTo>
                  <a:pt x="3179" y="828"/>
                </a:lnTo>
                <a:lnTo>
                  <a:pt x="3184" y="828"/>
                </a:lnTo>
                <a:close/>
                <a:moveTo>
                  <a:pt x="3184" y="866"/>
                </a:moveTo>
                <a:lnTo>
                  <a:pt x="3184" y="888"/>
                </a:lnTo>
                <a:lnTo>
                  <a:pt x="3179" y="888"/>
                </a:lnTo>
                <a:lnTo>
                  <a:pt x="3179" y="866"/>
                </a:lnTo>
                <a:lnTo>
                  <a:pt x="3184" y="866"/>
                </a:lnTo>
                <a:close/>
                <a:moveTo>
                  <a:pt x="3184" y="904"/>
                </a:moveTo>
                <a:lnTo>
                  <a:pt x="3184" y="926"/>
                </a:lnTo>
                <a:lnTo>
                  <a:pt x="3179" y="926"/>
                </a:lnTo>
                <a:lnTo>
                  <a:pt x="3179" y="904"/>
                </a:lnTo>
                <a:lnTo>
                  <a:pt x="3184" y="904"/>
                </a:lnTo>
                <a:close/>
                <a:moveTo>
                  <a:pt x="3184" y="942"/>
                </a:moveTo>
                <a:lnTo>
                  <a:pt x="3184" y="964"/>
                </a:lnTo>
                <a:lnTo>
                  <a:pt x="3179" y="964"/>
                </a:lnTo>
                <a:lnTo>
                  <a:pt x="3179" y="942"/>
                </a:lnTo>
                <a:lnTo>
                  <a:pt x="3184" y="942"/>
                </a:lnTo>
                <a:close/>
                <a:moveTo>
                  <a:pt x="3184" y="980"/>
                </a:moveTo>
                <a:lnTo>
                  <a:pt x="3184" y="1002"/>
                </a:lnTo>
                <a:lnTo>
                  <a:pt x="3179" y="1002"/>
                </a:lnTo>
                <a:lnTo>
                  <a:pt x="3179" y="980"/>
                </a:lnTo>
                <a:lnTo>
                  <a:pt x="3184" y="980"/>
                </a:lnTo>
                <a:close/>
                <a:moveTo>
                  <a:pt x="3184" y="1019"/>
                </a:moveTo>
                <a:lnTo>
                  <a:pt x="3184" y="1041"/>
                </a:lnTo>
                <a:lnTo>
                  <a:pt x="3179" y="1041"/>
                </a:lnTo>
                <a:lnTo>
                  <a:pt x="3179" y="1019"/>
                </a:lnTo>
                <a:lnTo>
                  <a:pt x="3184" y="1019"/>
                </a:lnTo>
                <a:close/>
                <a:moveTo>
                  <a:pt x="3184" y="1057"/>
                </a:moveTo>
                <a:lnTo>
                  <a:pt x="3184" y="1079"/>
                </a:lnTo>
                <a:lnTo>
                  <a:pt x="3179" y="1079"/>
                </a:lnTo>
                <a:lnTo>
                  <a:pt x="3179" y="1057"/>
                </a:lnTo>
                <a:lnTo>
                  <a:pt x="3184" y="1057"/>
                </a:lnTo>
                <a:close/>
                <a:moveTo>
                  <a:pt x="3184" y="1095"/>
                </a:moveTo>
                <a:lnTo>
                  <a:pt x="3184" y="1117"/>
                </a:lnTo>
                <a:lnTo>
                  <a:pt x="3179" y="1117"/>
                </a:lnTo>
                <a:lnTo>
                  <a:pt x="3179" y="1095"/>
                </a:lnTo>
                <a:lnTo>
                  <a:pt x="3184" y="1095"/>
                </a:lnTo>
                <a:close/>
                <a:moveTo>
                  <a:pt x="3184" y="1133"/>
                </a:moveTo>
                <a:lnTo>
                  <a:pt x="3184" y="1155"/>
                </a:lnTo>
                <a:lnTo>
                  <a:pt x="3179" y="1155"/>
                </a:lnTo>
                <a:lnTo>
                  <a:pt x="3179" y="1133"/>
                </a:lnTo>
                <a:lnTo>
                  <a:pt x="3184" y="1133"/>
                </a:lnTo>
                <a:close/>
                <a:moveTo>
                  <a:pt x="3184" y="1172"/>
                </a:moveTo>
                <a:lnTo>
                  <a:pt x="3184" y="1193"/>
                </a:lnTo>
                <a:lnTo>
                  <a:pt x="3179" y="1193"/>
                </a:lnTo>
                <a:lnTo>
                  <a:pt x="3179" y="1172"/>
                </a:lnTo>
                <a:lnTo>
                  <a:pt x="3184" y="1172"/>
                </a:lnTo>
                <a:close/>
                <a:moveTo>
                  <a:pt x="3184" y="1210"/>
                </a:moveTo>
                <a:lnTo>
                  <a:pt x="3184" y="1232"/>
                </a:lnTo>
                <a:lnTo>
                  <a:pt x="3179" y="1232"/>
                </a:lnTo>
                <a:lnTo>
                  <a:pt x="3179" y="1210"/>
                </a:lnTo>
                <a:lnTo>
                  <a:pt x="3184" y="1210"/>
                </a:lnTo>
                <a:close/>
                <a:moveTo>
                  <a:pt x="3184" y="1248"/>
                </a:moveTo>
                <a:lnTo>
                  <a:pt x="3184" y="1270"/>
                </a:lnTo>
                <a:lnTo>
                  <a:pt x="3179" y="1270"/>
                </a:lnTo>
                <a:lnTo>
                  <a:pt x="3179" y="1248"/>
                </a:lnTo>
                <a:lnTo>
                  <a:pt x="3184" y="1248"/>
                </a:lnTo>
                <a:close/>
                <a:moveTo>
                  <a:pt x="3184" y="1286"/>
                </a:moveTo>
                <a:lnTo>
                  <a:pt x="3184" y="1308"/>
                </a:lnTo>
                <a:lnTo>
                  <a:pt x="3179" y="1308"/>
                </a:lnTo>
                <a:lnTo>
                  <a:pt x="3179" y="1286"/>
                </a:lnTo>
                <a:lnTo>
                  <a:pt x="3184" y="1286"/>
                </a:lnTo>
                <a:close/>
                <a:moveTo>
                  <a:pt x="3184" y="1324"/>
                </a:moveTo>
                <a:lnTo>
                  <a:pt x="3184" y="1346"/>
                </a:lnTo>
                <a:lnTo>
                  <a:pt x="3179" y="1346"/>
                </a:lnTo>
                <a:lnTo>
                  <a:pt x="3179" y="1324"/>
                </a:lnTo>
                <a:lnTo>
                  <a:pt x="3184" y="1324"/>
                </a:lnTo>
                <a:close/>
                <a:moveTo>
                  <a:pt x="3184" y="1363"/>
                </a:moveTo>
                <a:lnTo>
                  <a:pt x="3184" y="1384"/>
                </a:lnTo>
                <a:lnTo>
                  <a:pt x="3179" y="1384"/>
                </a:lnTo>
                <a:lnTo>
                  <a:pt x="3179" y="1363"/>
                </a:lnTo>
                <a:lnTo>
                  <a:pt x="3184" y="1363"/>
                </a:lnTo>
                <a:close/>
                <a:moveTo>
                  <a:pt x="3184" y="1401"/>
                </a:moveTo>
                <a:lnTo>
                  <a:pt x="3184" y="1423"/>
                </a:lnTo>
                <a:lnTo>
                  <a:pt x="3179" y="1423"/>
                </a:lnTo>
                <a:lnTo>
                  <a:pt x="3179" y="1401"/>
                </a:lnTo>
                <a:lnTo>
                  <a:pt x="3184" y="1401"/>
                </a:lnTo>
                <a:close/>
                <a:moveTo>
                  <a:pt x="3184" y="1439"/>
                </a:moveTo>
                <a:lnTo>
                  <a:pt x="3184" y="1461"/>
                </a:lnTo>
                <a:lnTo>
                  <a:pt x="3179" y="1461"/>
                </a:lnTo>
                <a:lnTo>
                  <a:pt x="3179" y="1439"/>
                </a:lnTo>
                <a:lnTo>
                  <a:pt x="3184" y="1439"/>
                </a:lnTo>
                <a:close/>
                <a:moveTo>
                  <a:pt x="3184" y="1477"/>
                </a:moveTo>
                <a:lnTo>
                  <a:pt x="3184" y="1499"/>
                </a:lnTo>
                <a:lnTo>
                  <a:pt x="3179" y="1499"/>
                </a:lnTo>
                <a:lnTo>
                  <a:pt x="3179" y="1477"/>
                </a:lnTo>
                <a:lnTo>
                  <a:pt x="3184" y="1477"/>
                </a:lnTo>
                <a:close/>
                <a:moveTo>
                  <a:pt x="3184" y="1515"/>
                </a:moveTo>
                <a:lnTo>
                  <a:pt x="3184" y="1537"/>
                </a:lnTo>
                <a:lnTo>
                  <a:pt x="3179" y="1537"/>
                </a:lnTo>
                <a:lnTo>
                  <a:pt x="3179" y="1515"/>
                </a:lnTo>
                <a:lnTo>
                  <a:pt x="3184" y="1515"/>
                </a:lnTo>
                <a:close/>
                <a:moveTo>
                  <a:pt x="3184" y="1554"/>
                </a:moveTo>
                <a:lnTo>
                  <a:pt x="3184" y="1576"/>
                </a:lnTo>
                <a:lnTo>
                  <a:pt x="3179" y="1576"/>
                </a:lnTo>
                <a:lnTo>
                  <a:pt x="3179" y="1554"/>
                </a:lnTo>
                <a:lnTo>
                  <a:pt x="3184" y="1554"/>
                </a:lnTo>
                <a:close/>
                <a:moveTo>
                  <a:pt x="3184" y="1592"/>
                </a:moveTo>
                <a:lnTo>
                  <a:pt x="3184" y="1614"/>
                </a:lnTo>
                <a:lnTo>
                  <a:pt x="3179" y="1614"/>
                </a:lnTo>
                <a:lnTo>
                  <a:pt x="3179" y="1592"/>
                </a:lnTo>
                <a:lnTo>
                  <a:pt x="3184" y="1592"/>
                </a:lnTo>
                <a:close/>
                <a:moveTo>
                  <a:pt x="3184" y="1630"/>
                </a:moveTo>
                <a:lnTo>
                  <a:pt x="3184" y="1652"/>
                </a:lnTo>
                <a:lnTo>
                  <a:pt x="3179" y="1652"/>
                </a:lnTo>
                <a:lnTo>
                  <a:pt x="3179" y="1630"/>
                </a:lnTo>
                <a:lnTo>
                  <a:pt x="3184" y="1630"/>
                </a:lnTo>
                <a:close/>
                <a:moveTo>
                  <a:pt x="3184" y="1668"/>
                </a:moveTo>
                <a:lnTo>
                  <a:pt x="3184" y="1690"/>
                </a:lnTo>
                <a:lnTo>
                  <a:pt x="3179" y="1690"/>
                </a:lnTo>
                <a:lnTo>
                  <a:pt x="3179" y="1668"/>
                </a:lnTo>
                <a:lnTo>
                  <a:pt x="3184" y="1668"/>
                </a:lnTo>
                <a:close/>
                <a:moveTo>
                  <a:pt x="3184" y="1707"/>
                </a:moveTo>
                <a:lnTo>
                  <a:pt x="3184" y="1728"/>
                </a:lnTo>
                <a:lnTo>
                  <a:pt x="3179" y="1728"/>
                </a:lnTo>
                <a:lnTo>
                  <a:pt x="3179" y="1707"/>
                </a:lnTo>
                <a:lnTo>
                  <a:pt x="3184" y="1707"/>
                </a:lnTo>
                <a:close/>
                <a:moveTo>
                  <a:pt x="3184" y="1745"/>
                </a:moveTo>
                <a:lnTo>
                  <a:pt x="3184" y="1767"/>
                </a:lnTo>
                <a:lnTo>
                  <a:pt x="3179" y="1767"/>
                </a:lnTo>
                <a:lnTo>
                  <a:pt x="3179" y="1745"/>
                </a:lnTo>
                <a:lnTo>
                  <a:pt x="3184" y="1745"/>
                </a:lnTo>
                <a:close/>
                <a:moveTo>
                  <a:pt x="3184" y="1783"/>
                </a:moveTo>
                <a:lnTo>
                  <a:pt x="3184" y="1805"/>
                </a:lnTo>
                <a:lnTo>
                  <a:pt x="3179" y="1805"/>
                </a:lnTo>
                <a:lnTo>
                  <a:pt x="3179" y="1783"/>
                </a:lnTo>
                <a:lnTo>
                  <a:pt x="3184" y="1783"/>
                </a:lnTo>
                <a:close/>
                <a:moveTo>
                  <a:pt x="3184" y="1821"/>
                </a:moveTo>
                <a:lnTo>
                  <a:pt x="3184" y="1843"/>
                </a:lnTo>
                <a:lnTo>
                  <a:pt x="3179" y="1843"/>
                </a:lnTo>
                <a:lnTo>
                  <a:pt x="3179" y="1821"/>
                </a:lnTo>
                <a:lnTo>
                  <a:pt x="3184" y="1821"/>
                </a:lnTo>
                <a:close/>
                <a:moveTo>
                  <a:pt x="3184" y="1859"/>
                </a:moveTo>
                <a:lnTo>
                  <a:pt x="3184" y="1881"/>
                </a:lnTo>
                <a:lnTo>
                  <a:pt x="3179" y="1881"/>
                </a:lnTo>
                <a:lnTo>
                  <a:pt x="3179" y="1859"/>
                </a:lnTo>
                <a:lnTo>
                  <a:pt x="3184" y="1859"/>
                </a:lnTo>
                <a:close/>
                <a:moveTo>
                  <a:pt x="3184" y="1898"/>
                </a:moveTo>
                <a:lnTo>
                  <a:pt x="3184" y="1919"/>
                </a:lnTo>
                <a:lnTo>
                  <a:pt x="3179" y="1919"/>
                </a:lnTo>
                <a:lnTo>
                  <a:pt x="3179" y="1898"/>
                </a:lnTo>
                <a:lnTo>
                  <a:pt x="3184" y="1898"/>
                </a:lnTo>
                <a:close/>
                <a:moveTo>
                  <a:pt x="3184" y="1936"/>
                </a:moveTo>
                <a:lnTo>
                  <a:pt x="3184" y="1958"/>
                </a:lnTo>
                <a:lnTo>
                  <a:pt x="3179" y="1958"/>
                </a:lnTo>
                <a:lnTo>
                  <a:pt x="3179" y="1936"/>
                </a:lnTo>
                <a:lnTo>
                  <a:pt x="3184" y="1936"/>
                </a:lnTo>
                <a:close/>
                <a:moveTo>
                  <a:pt x="3184" y="1974"/>
                </a:moveTo>
                <a:lnTo>
                  <a:pt x="3184" y="1996"/>
                </a:lnTo>
                <a:lnTo>
                  <a:pt x="3179" y="1996"/>
                </a:lnTo>
                <a:lnTo>
                  <a:pt x="3179" y="1974"/>
                </a:lnTo>
                <a:lnTo>
                  <a:pt x="3184" y="1974"/>
                </a:lnTo>
                <a:close/>
                <a:moveTo>
                  <a:pt x="3184" y="2012"/>
                </a:moveTo>
                <a:lnTo>
                  <a:pt x="3184" y="2034"/>
                </a:lnTo>
                <a:lnTo>
                  <a:pt x="3179" y="2034"/>
                </a:lnTo>
                <a:lnTo>
                  <a:pt x="3179" y="2012"/>
                </a:lnTo>
                <a:lnTo>
                  <a:pt x="3184" y="2012"/>
                </a:lnTo>
                <a:close/>
                <a:moveTo>
                  <a:pt x="3184" y="2050"/>
                </a:moveTo>
                <a:lnTo>
                  <a:pt x="3184" y="2072"/>
                </a:lnTo>
                <a:lnTo>
                  <a:pt x="3179" y="2072"/>
                </a:lnTo>
                <a:lnTo>
                  <a:pt x="3179" y="2050"/>
                </a:lnTo>
                <a:lnTo>
                  <a:pt x="3184" y="2050"/>
                </a:lnTo>
                <a:close/>
                <a:moveTo>
                  <a:pt x="3184" y="2089"/>
                </a:moveTo>
                <a:lnTo>
                  <a:pt x="3184" y="2111"/>
                </a:lnTo>
                <a:lnTo>
                  <a:pt x="3179" y="2111"/>
                </a:lnTo>
                <a:lnTo>
                  <a:pt x="3179" y="2089"/>
                </a:lnTo>
                <a:lnTo>
                  <a:pt x="3184" y="2089"/>
                </a:lnTo>
                <a:close/>
                <a:moveTo>
                  <a:pt x="3184" y="2127"/>
                </a:moveTo>
                <a:lnTo>
                  <a:pt x="3184" y="2149"/>
                </a:lnTo>
                <a:lnTo>
                  <a:pt x="3179" y="2149"/>
                </a:lnTo>
                <a:lnTo>
                  <a:pt x="3179" y="2127"/>
                </a:lnTo>
                <a:lnTo>
                  <a:pt x="3184" y="2127"/>
                </a:lnTo>
                <a:close/>
                <a:moveTo>
                  <a:pt x="3184" y="2165"/>
                </a:moveTo>
                <a:lnTo>
                  <a:pt x="3184" y="2187"/>
                </a:lnTo>
                <a:lnTo>
                  <a:pt x="3179" y="2187"/>
                </a:lnTo>
                <a:lnTo>
                  <a:pt x="3179" y="2165"/>
                </a:lnTo>
                <a:lnTo>
                  <a:pt x="3184" y="2165"/>
                </a:lnTo>
                <a:close/>
                <a:moveTo>
                  <a:pt x="3184" y="2203"/>
                </a:moveTo>
                <a:lnTo>
                  <a:pt x="3184" y="2225"/>
                </a:lnTo>
                <a:lnTo>
                  <a:pt x="3179" y="2225"/>
                </a:lnTo>
                <a:lnTo>
                  <a:pt x="3179" y="2203"/>
                </a:lnTo>
                <a:lnTo>
                  <a:pt x="3184" y="2203"/>
                </a:lnTo>
                <a:close/>
                <a:moveTo>
                  <a:pt x="3184" y="2242"/>
                </a:moveTo>
                <a:lnTo>
                  <a:pt x="3184" y="2263"/>
                </a:lnTo>
                <a:lnTo>
                  <a:pt x="3179" y="2263"/>
                </a:lnTo>
                <a:lnTo>
                  <a:pt x="3179" y="2242"/>
                </a:lnTo>
                <a:lnTo>
                  <a:pt x="3184" y="2242"/>
                </a:lnTo>
                <a:close/>
                <a:moveTo>
                  <a:pt x="3184" y="2280"/>
                </a:moveTo>
                <a:lnTo>
                  <a:pt x="3184" y="2302"/>
                </a:lnTo>
                <a:lnTo>
                  <a:pt x="3179" y="2302"/>
                </a:lnTo>
                <a:lnTo>
                  <a:pt x="3179" y="2280"/>
                </a:lnTo>
                <a:lnTo>
                  <a:pt x="3184" y="2280"/>
                </a:lnTo>
                <a:close/>
                <a:moveTo>
                  <a:pt x="3184" y="2318"/>
                </a:moveTo>
                <a:lnTo>
                  <a:pt x="3184" y="2340"/>
                </a:lnTo>
                <a:lnTo>
                  <a:pt x="3179" y="2340"/>
                </a:lnTo>
                <a:lnTo>
                  <a:pt x="3179" y="2318"/>
                </a:lnTo>
                <a:lnTo>
                  <a:pt x="3184" y="2318"/>
                </a:lnTo>
                <a:close/>
                <a:moveTo>
                  <a:pt x="3184" y="2356"/>
                </a:moveTo>
                <a:lnTo>
                  <a:pt x="3184" y="2378"/>
                </a:lnTo>
                <a:lnTo>
                  <a:pt x="3179" y="2378"/>
                </a:lnTo>
                <a:lnTo>
                  <a:pt x="3179" y="2356"/>
                </a:lnTo>
                <a:lnTo>
                  <a:pt x="3184" y="2356"/>
                </a:lnTo>
                <a:close/>
                <a:moveTo>
                  <a:pt x="3184" y="2394"/>
                </a:moveTo>
                <a:lnTo>
                  <a:pt x="3184" y="2416"/>
                </a:lnTo>
                <a:lnTo>
                  <a:pt x="3179" y="2416"/>
                </a:lnTo>
                <a:lnTo>
                  <a:pt x="3179" y="2394"/>
                </a:lnTo>
                <a:lnTo>
                  <a:pt x="3184" y="2394"/>
                </a:lnTo>
                <a:close/>
                <a:moveTo>
                  <a:pt x="3184" y="2433"/>
                </a:moveTo>
                <a:lnTo>
                  <a:pt x="3184" y="2454"/>
                </a:lnTo>
                <a:lnTo>
                  <a:pt x="3179" y="2454"/>
                </a:lnTo>
                <a:lnTo>
                  <a:pt x="3179" y="2433"/>
                </a:lnTo>
                <a:lnTo>
                  <a:pt x="3184" y="2433"/>
                </a:lnTo>
                <a:close/>
                <a:moveTo>
                  <a:pt x="3184" y="2471"/>
                </a:moveTo>
                <a:lnTo>
                  <a:pt x="3184" y="2482"/>
                </a:lnTo>
                <a:lnTo>
                  <a:pt x="3183" y="2493"/>
                </a:lnTo>
                <a:lnTo>
                  <a:pt x="3178" y="2492"/>
                </a:lnTo>
                <a:lnTo>
                  <a:pt x="3178" y="2481"/>
                </a:lnTo>
                <a:lnTo>
                  <a:pt x="3178" y="2481"/>
                </a:lnTo>
                <a:lnTo>
                  <a:pt x="3179" y="2471"/>
                </a:lnTo>
                <a:lnTo>
                  <a:pt x="3184" y="2471"/>
                </a:lnTo>
                <a:close/>
                <a:moveTo>
                  <a:pt x="3182" y="2509"/>
                </a:moveTo>
                <a:lnTo>
                  <a:pt x="3181" y="2519"/>
                </a:lnTo>
                <a:lnTo>
                  <a:pt x="3179" y="2531"/>
                </a:lnTo>
                <a:lnTo>
                  <a:pt x="3174" y="2530"/>
                </a:lnTo>
                <a:lnTo>
                  <a:pt x="3175" y="2518"/>
                </a:lnTo>
                <a:lnTo>
                  <a:pt x="3175" y="2518"/>
                </a:lnTo>
                <a:lnTo>
                  <a:pt x="3176" y="2509"/>
                </a:lnTo>
                <a:lnTo>
                  <a:pt x="3182" y="2509"/>
                </a:lnTo>
                <a:close/>
                <a:moveTo>
                  <a:pt x="3176" y="2547"/>
                </a:moveTo>
                <a:lnTo>
                  <a:pt x="3175" y="2556"/>
                </a:lnTo>
                <a:lnTo>
                  <a:pt x="3172" y="2568"/>
                </a:lnTo>
                <a:lnTo>
                  <a:pt x="3172" y="2569"/>
                </a:lnTo>
                <a:lnTo>
                  <a:pt x="3166" y="2567"/>
                </a:lnTo>
                <a:lnTo>
                  <a:pt x="3167" y="2566"/>
                </a:lnTo>
                <a:lnTo>
                  <a:pt x="3167" y="2566"/>
                </a:lnTo>
                <a:lnTo>
                  <a:pt x="3169" y="2554"/>
                </a:lnTo>
                <a:lnTo>
                  <a:pt x="3169" y="2555"/>
                </a:lnTo>
                <a:lnTo>
                  <a:pt x="3171" y="2546"/>
                </a:lnTo>
                <a:lnTo>
                  <a:pt x="3176" y="2547"/>
                </a:lnTo>
                <a:close/>
                <a:moveTo>
                  <a:pt x="3168" y="2585"/>
                </a:moveTo>
                <a:lnTo>
                  <a:pt x="3166" y="2591"/>
                </a:lnTo>
                <a:lnTo>
                  <a:pt x="3162" y="2603"/>
                </a:lnTo>
                <a:lnTo>
                  <a:pt x="3161" y="2606"/>
                </a:lnTo>
                <a:lnTo>
                  <a:pt x="3156" y="2604"/>
                </a:lnTo>
                <a:lnTo>
                  <a:pt x="3157" y="2601"/>
                </a:lnTo>
                <a:lnTo>
                  <a:pt x="3157" y="2601"/>
                </a:lnTo>
                <a:lnTo>
                  <a:pt x="3161" y="2590"/>
                </a:lnTo>
                <a:lnTo>
                  <a:pt x="3161" y="2590"/>
                </a:lnTo>
                <a:lnTo>
                  <a:pt x="3162" y="2583"/>
                </a:lnTo>
                <a:lnTo>
                  <a:pt x="3168" y="2585"/>
                </a:lnTo>
                <a:close/>
                <a:moveTo>
                  <a:pt x="3156" y="2621"/>
                </a:moveTo>
                <a:lnTo>
                  <a:pt x="3155" y="2626"/>
                </a:lnTo>
                <a:lnTo>
                  <a:pt x="3150" y="2637"/>
                </a:lnTo>
                <a:lnTo>
                  <a:pt x="3148" y="2642"/>
                </a:lnTo>
                <a:lnTo>
                  <a:pt x="3143" y="2640"/>
                </a:lnTo>
                <a:lnTo>
                  <a:pt x="3145" y="2635"/>
                </a:lnTo>
                <a:lnTo>
                  <a:pt x="3145" y="2635"/>
                </a:lnTo>
                <a:lnTo>
                  <a:pt x="3149" y="2624"/>
                </a:lnTo>
                <a:lnTo>
                  <a:pt x="3149" y="2624"/>
                </a:lnTo>
                <a:lnTo>
                  <a:pt x="3151" y="2619"/>
                </a:lnTo>
                <a:lnTo>
                  <a:pt x="3156" y="2621"/>
                </a:lnTo>
                <a:close/>
                <a:moveTo>
                  <a:pt x="3142" y="2657"/>
                </a:moveTo>
                <a:lnTo>
                  <a:pt x="3141" y="2659"/>
                </a:lnTo>
                <a:lnTo>
                  <a:pt x="3136" y="2670"/>
                </a:lnTo>
                <a:lnTo>
                  <a:pt x="3132" y="2677"/>
                </a:lnTo>
                <a:lnTo>
                  <a:pt x="3127" y="2674"/>
                </a:lnTo>
                <a:lnTo>
                  <a:pt x="3131" y="2668"/>
                </a:lnTo>
                <a:lnTo>
                  <a:pt x="3131" y="2668"/>
                </a:lnTo>
                <a:lnTo>
                  <a:pt x="3136" y="2657"/>
                </a:lnTo>
                <a:lnTo>
                  <a:pt x="3136" y="2657"/>
                </a:lnTo>
                <a:lnTo>
                  <a:pt x="3137" y="2655"/>
                </a:lnTo>
                <a:lnTo>
                  <a:pt x="3142" y="2657"/>
                </a:lnTo>
                <a:close/>
                <a:moveTo>
                  <a:pt x="3125" y="2691"/>
                </a:moveTo>
                <a:lnTo>
                  <a:pt x="3114" y="2710"/>
                </a:lnTo>
                <a:lnTo>
                  <a:pt x="3109" y="2708"/>
                </a:lnTo>
                <a:lnTo>
                  <a:pt x="3120" y="2689"/>
                </a:lnTo>
                <a:lnTo>
                  <a:pt x="3125" y="2691"/>
                </a:lnTo>
                <a:close/>
                <a:moveTo>
                  <a:pt x="3105" y="2724"/>
                </a:moveTo>
                <a:lnTo>
                  <a:pt x="3100" y="2732"/>
                </a:lnTo>
                <a:lnTo>
                  <a:pt x="3093" y="2743"/>
                </a:lnTo>
                <a:lnTo>
                  <a:pt x="3088" y="2739"/>
                </a:lnTo>
                <a:lnTo>
                  <a:pt x="3096" y="2729"/>
                </a:lnTo>
                <a:lnTo>
                  <a:pt x="3096" y="2729"/>
                </a:lnTo>
                <a:lnTo>
                  <a:pt x="3101" y="2721"/>
                </a:lnTo>
                <a:lnTo>
                  <a:pt x="3105" y="2724"/>
                </a:lnTo>
                <a:close/>
                <a:moveTo>
                  <a:pt x="3083" y="2756"/>
                </a:moveTo>
                <a:lnTo>
                  <a:pt x="3072" y="2770"/>
                </a:lnTo>
                <a:lnTo>
                  <a:pt x="3069" y="2773"/>
                </a:lnTo>
                <a:lnTo>
                  <a:pt x="3065" y="2769"/>
                </a:lnTo>
                <a:lnTo>
                  <a:pt x="3068" y="2766"/>
                </a:lnTo>
                <a:lnTo>
                  <a:pt x="3068" y="2767"/>
                </a:lnTo>
                <a:lnTo>
                  <a:pt x="3079" y="2752"/>
                </a:lnTo>
                <a:lnTo>
                  <a:pt x="3083" y="2756"/>
                </a:lnTo>
                <a:close/>
                <a:moveTo>
                  <a:pt x="3059" y="2785"/>
                </a:moveTo>
                <a:lnTo>
                  <a:pt x="3056" y="2788"/>
                </a:lnTo>
                <a:lnTo>
                  <a:pt x="3044" y="2801"/>
                </a:lnTo>
                <a:lnTo>
                  <a:pt x="3040" y="2797"/>
                </a:lnTo>
                <a:lnTo>
                  <a:pt x="3052" y="2784"/>
                </a:lnTo>
                <a:lnTo>
                  <a:pt x="3052" y="2784"/>
                </a:lnTo>
                <a:lnTo>
                  <a:pt x="3054" y="2782"/>
                </a:lnTo>
                <a:lnTo>
                  <a:pt x="3059" y="2785"/>
                </a:lnTo>
                <a:close/>
                <a:moveTo>
                  <a:pt x="3032" y="2813"/>
                </a:moveTo>
                <a:lnTo>
                  <a:pt x="3023" y="2821"/>
                </a:lnTo>
                <a:lnTo>
                  <a:pt x="3016" y="2828"/>
                </a:lnTo>
                <a:lnTo>
                  <a:pt x="3012" y="2824"/>
                </a:lnTo>
                <a:lnTo>
                  <a:pt x="3019" y="2817"/>
                </a:lnTo>
                <a:lnTo>
                  <a:pt x="3019" y="2817"/>
                </a:lnTo>
                <a:lnTo>
                  <a:pt x="3028" y="2809"/>
                </a:lnTo>
                <a:lnTo>
                  <a:pt x="3032" y="2813"/>
                </a:lnTo>
                <a:close/>
                <a:moveTo>
                  <a:pt x="3003" y="2838"/>
                </a:moveTo>
                <a:lnTo>
                  <a:pt x="2986" y="2852"/>
                </a:lnTo>
                <a:lnTo>
                  <a:pt x="2986" y="2852"/>
                </a:lnTo>
                <a:lnTo>
                  <a:pt x="2983" y="2847"/>
                </a:lnTo>
                <a:lnTo>
                  <a:pt x="2983" y="2847"/>
                </a:lnTo>
                <a:lnTo>
                  <a:pt x="2983" y="2847"/>
                </a:lnTo>
                <a:lnTo>
                  <a:pt x="3000" y="2834"/>
                </a:lnTo>
                <a:lnTo>
                  <a:pt x="3003" y="2838"/>
                </a:lnTo>
                <a:close/>
                <a:moveTo>
                  <a:pt x="2972" y="2861"/>
                </a:moveTo>
                <a:lnTo>
                  <a:pt x="2967" y="2865"/>
                </a:lnTo>
                <a:lnTo>
                  <a:pt x="2954" y="2874"/>
                </a:lnTo>
                <a:lnTo>
                  <a:pt x="2951" y="2869"/>
                </a:lnTo>
                <a:lnTo>
                  <a:pt x="2964" y="2861"/>
                </a:lnTo>
                <a:lnTo>
                  <a:pt x="2964" y="2861"/>
                </a:lnTo>
                <a:lnTo>
                  <a:pt x="2969" y="2857"/>
                </a:lnTo>
                <a:lnTo>
                  <a:pt x="2972" y="2861"/>
                </a:lnTo>
                <a:close/>
                <a:moveTo>
                  <a:pt x="2940" y="2882"/>
                </a:moveTo>
                <a:lnTo>
                  <a:pt x="2926" y="2890"/>
                </a:lnTo>
                <a:lnTo>
                  <a:pt x="2921" y="2893"/>
                </a:lnTo>
                <a:lnTo>
                  <a:pt x="2918" y="2888"/>
                </a:lnTo>
                <a:lnTo>
                  <a:pt x="2924" y="2885"/>
                </a:lnTo>
                <a:lnTo>
                  <a:pt x="2924" y="2885"/>
                </a:lnTo>
                <a:lnTo>
                  <a:pt x="2937" y="2877"/>
                </a:lnTo>
                <a:lnTo>
                  <a:pt x="2940" y="2882"/>
                </a:lnTo>
                <a:close/>
                <a:moveTo>
                  <a:pt x="2906" y="2900"/>
                </a:moveTo>
                <a:lnTo>
                  <a:pt x="2905" y="2901"/>
                </a:lnTo>
                <a:lnTo>
                  <a:pt x="2894" y="2906"/>
                </a:lnTo>
                <a:lnTo>
                  <a:pt x="2886" y="2909"/>
                </a:lnTo>
                <a:lnTo>
                  <a:pt x="2884" y="2904"/>
                </a:lnTo>
                <a:lnTo>
                  <a:pt x="2892" y="2901"/>
                </a:lnTo>
                <a:lnTo>
                  <a:pt x="2892" y="2901"/>
                </a:lnTo>
                <a:lnTo>
                  <a:pt x="2903" y="2896"/>
                </a:lnTo>
                <a:lnTo>
                  <a:pt x="2903" y="2896"/>
                </a:lnTo>
                <a:lnTo>
                  <a:pt x="2904" y="2895"/>
                </a:lnTo>
                <a:lnTo>
                  <a:pt x="2906" y="2900"/>
                </a:lnTo>
                <a:close/>
                <a:moveTo>
                  <a:pt x="2871" y="2916"/>
                </a:moveTo>
                <a:lnTo>
                  <a:pt x="2861" y="2919"/>
                </a:lnTo>
                <a:lnTo>
                  <a:pt x="2850" y="2923"/>
                </a:lnTo>
                <a:lnTo>
                  <a:pt x="2849" y="2918"/>
                </a:lnTo>
                <a:lnTo>
                  <a:pt x="2859" y="2914"/>
                </a:lnTo>
                <a:lnTo>
                  <a:pt x="2859" y="2915"/>
                </a:lnTo>
                <a:lnTo>
                  <a:pt x="2869" y="2911"/>
                </a:lnTo>
                <a:lnTo>
                  <a:pt x="2871" y="2916"/>
                </a:lnTo>
                <a:close/>
                <a:moveTo>
                  <a:pt x="2835" y="2928"/>
                </a:moveTo>
                <a:lnTo>
                  <a:pt x="2826" y="2931"/>
                </a:lnTo>
                <a:lnTo>
                  <a:pt x="2815" y="2934"/>
                </a:lnTo>
                <a:lnTo>
                  <a:pt x="2814" y="2934"/>
                </a:lnTo>
                <a:lnTo>
                  <a:pt x="2812" y="2929"/>
                </a:lnTo>
                <a:lnTo>
                  <a:pt x="2813" y="2929"/>
                </a:lnTo>
                <a:lnTo>
                  <a:pt x="2813" y="2929"/>
                </a:lnTo>
                <a:lnTo>
                  <a:pt x="2825" y="2925"/>
                </a:lnTo>
                <a:lnTo>
                  <a:pt x="2825" y="2925"/>
                </a:lnTo>
                <a:lnTo>
                  <a:pt x="2833" y="2923"/>
                </a:lnTo>
                <a:lnTo>
                  <a:pt x="2835" y="2928"/>
                </a:lnTo>
                <a:close/>
                <a:moveTo>
                  <a:pt x="2797" y="2938"/>
                </a:moveTo>
                <a:lnTo>
                  <a:pt x="2791" y="2939"/>
                </a:lnTo>
                <a:lnTo>
                  <a:pt x="2779" y="2942"/>
                </a:lnTo>
                <a:lnTo>
                  <a:pt x="2776" y="2942"/>
                </a:lnTo>
                <a:lnTo>
                  <a:pt x="2775" y="2937"/>
                </a:lnTo>
                <a:lnTo>
                  <a:pt x="2778" y="2936"/>
                </a:lnTo>
                <a:lnTo>
                  <a:pt x="2778" y="2936"/>
                </a:lnTo>
                <a:lnTo>
                  <a:pt x="2790" y="2934"/>
                </a:lnTo>
                <a:lnTo>
                  <a:pt x="2789" y="2934"/>
                </a:lnTo>
                <a:lnTo>
                  <a:pt x="2796" y="2933"/>
                </a:lnTo>
                <a:lnTo>
                  <a:pt x="2797" y="2938"/>
                </a:lnTo>
                <a:close/>
                <a:moveTo>
                  <a:pt x="2760" y="2945"/>
                </a:moveTo>
                <a:lnTo>
                  <a:pt x="2754" y="2945"/>
                </a:lnTo>
                <a:lnTo>
                  <a:pt x="2742" y="2947"/>
                </a:lnTo>
                <a:lnTo>
                  <a:pt x="2738" y="2947"/>
                </a:lnTo>
                <a:lnTo>
                  <a:pt x="2737" y="2942"/>
                </a:lnTo>
                <a:lnTo>
                  <a:pt x="2741" y="2941"/>
                </a:lnTo>
                <a:lnTo>
                  <a:pt x="2741" y="2941"/>
                </a:lnTo>
                <a:lnTo>
                  <a:pt x="2753" y="2940"/>
                </a:lnTo>
                <a:lnTo>
                  <a:pt x="2753" y="2940"/>
                </a:lnTo>
                <a:lnTo>
                  <a:pt x="2759" y="2939"/>
                </a:lnTo>
                <a:lnTo>
                  <a:pt x="2760" y="2945"/>
                </a:lnTo>
                <a:close/>
                <a:moveTo>
                  <a:pt x="2722" y="2948"/>
                </a:moveTo>
                <a:lnTo>
                  <a:pt x="2717" y="2949"/>
                </a:lnTo>
                <a:lnTo>
                  <a:pt x="2704" y="2949"/>
                </a:lnTo>
                <a:lnTo>
                  <a:pt x="2700" y="2949"/>
                </a:lnTo>
                <a:lnTo>
                  <a:pt x="2700" y="2944"/>
                </a:lnTo>
                <a:lnTo>
                  <a:pt x="2704" y="2944"/>
                </a:lnTo>
                <a:lnTo>
                  <a:pt x="2704" y="2944"/>
                </a:lnTo>
                <a:lnTo>
                  <a:pt x="2716" y="2943"/>
                </a:lnTo>
                <a:lnTo>
                  <a:pt x="2716" y="2943"/>
                </a:lnTo>
                <a:lnTo>
                  <a:pt x="2721" y="2943"/>
                </a:lnTo>
                <a:lnTo>
                  <a:pt x="2722" y="2948"/>
                </a:lnTo>
                <a:close/>
                <a:moveTo>
                  <a:pt x="2683" y="2949"/>
                </a:moveTo>
                <a:lnTo>
                  <a:pt x="2661" y="2949"/>
                </a:lnTo>
                <a:lnTo>
                  <a:pt x="2661" y="2944"/>
                </a:lnTo>
                <a:lnTo>
                  <a:pt x="2683" y="2944"/>
                </a:lnTo>
                <a:lnTo>
                  <a:pt x="2683" y="2949"/>
                </a:lnTo>
                <a:close/>
                <a:moveTo>
                  <a:pt x="2645" y="2949"/>
                </a:moveTo>
                <a:lnTo>
                  <a:pt x="2623" y="2949"/>
                </a:lnTo>
                <a:lnTo>
                  <a:pt x="2623" y="2944"/>
                </a:lnTo>
                <a:lnTo>
                  <a:pt x="2645" y="2944"/>
                </a:lnTo>
                <a:lnTo>
                  <a:pt x="2645" y="2949"/>
                </a:lnTo>
                <a:close/>
                <a:moveTo>
                  <a:pt x="2607" y="2949"/>
                </a:moveTo>
                <a:lnTo>
                  <a:pt x="2585" y="2949"/>
                </a:lnTo>
                <a:lnTo>
                  <a:pt x="2585" y="2944"/>
                </a:lnTo>
                <a:lnTo>
                  <a:pt x="2607" y="2944"/>
                </a:lnTo>
                <a:lnTo>
                  <a:pt x="2607" y="2949"/>
                </a:lnTo>
                <a:close/>
                <a:moveTo>
                  <a:pt x="2569" y="2949"/>
                </a:moveTo>
                <a:lnTo>
                  <a:pt x="2547" y="2949"/>
                </a:lnTo>
                <a:lnTo>
                  <a:pt x="2547" y="2944"/>
                </a:lnTo>
                <a:lnTo>
                  <a:pt x="2569" y="2944"/>
                </a:lnTo>
                <a:lnTo>
                  <a:pt x="2569" y="2949"/>
                </a:lnTo>
                <a:close/>
                <a:moveTo>
                  <a:pt x="2530" y="2949"/>
                </a:moveTo>
                <a:lnTo>
                  <a:pt x="2509" y="2949"/>
                </a:lnTo>
                <a:lnTo>
                  <a:pt x="2509" y="2944"/>
                </a:lnTo>
                <a:lnTo>
                  <a:pt x="2530" y="2944"/>
                </a:lnTo>
                <a:lnTo>
                  <a:pt x="2530" y="2949"/>
                </a:lnTo>
                <a:close/>
                <a:moveTo>
                  <a:pt x="2492" y="2949"/>
                </a:moveTo>
                <a:lnTo>
                  <a:pt x="2470" y="2949"/>
                </a:lnTo>
                <a:lnTo>
                  <a:pt x="2470" y="2944"/>
                </a:lnTo>
                <a:lnTo>
                  <a:pt x="2492" y="2944"/>
                </a:lnTo>
                <a:lnTo>
                  <a:pt x="2492" y="2949"/>
                </a:lnTo>
                <a:close/>
                <a:moveTo>
                  <a:pt x="2454" y="2949"/>
                </a:moveTo>
                <a:lnTo>
                  <a:pt x="2432" y="2949"/>
                </a:lnTo>
                <a:lnTo>
                  <a:pt x="2432" y="2944"/>
                </a:lnTo>
                <a:lnTo>
                  <a:pt x="2454" y="2944"/>
                </a:lnTo>
                <a:lnTo>
                  <a:pt x="2454" y="2949"/>
                </a:lnTo>
                <a:close/>
                <a:moveTo>
                  <a:pt x="2416" y="2949"/>
                </a:moveTo>
                <a:lnTo>
                  <a:pt x="2394" y="2949"/>
                </a:lnTo>
                <a:lnTo>
                  <a:pt x="2394" y="2944"/>
                </a:lnTo>
                <a:lnTo>
                  <a:pt x="2416" y="2944"/>
                </a:lnTo>
                <a:lnTo>
                  <a:pt x="2416" y="2949"/>
                </a:lnTo>
                <a:close/>
                <a:moveTo>
                  <a:pt x="2378" y="2949"/>
                </a:moveTo>
                <a:lnTo>
                  <a:pt x="2356" y="2949"/>
                </a:lnTo>
                <a:lnTo>
                  <a:pt x="2356" y="2944"/>
                </a:lnTo>
                <a:lnTo>
                  <a:pt x="2378" y="2944"/>
                </a:lnTo>
                <a:lnTo>
                  <a:pt x="2378" y="2949"/>
                </a:lnTo>
                <a:close/>
                <a:moveTo>
                  <a:pt x="2339" y="2949"/>
                </a:moveTo>
                <a:lnTo>
                  <a:pt x="2318" y="2949"/>
                </a:lnTo>
                <a:lnTo>
                  <a:pt x="2318" y="2944"/>
                </a:lnTo>
                <a:lnTo>
                  <a:pt x="2339" y="2944"/>
                </a:lnTo>
                <a:lnTo>
                  <a:pt x="2339" y="2949"/>
                </a:lnTo>
                <a:close/>
                <a:moveTo>
                  <a:pt x="2301" y="2949"/>
                </a:moveTo>
                <a:lnTo>
                  <a:pt x="2279" y="2949"/>
                </a:lnTo>
                <a:lnTo>
                  <a:pt x="2279" y="2944"/>
                </a:lnTo>
                <a:lnTo>
                  <a:pt x="2301" y="2944"/>
                </a:lnTo>
                <a:lnTo>
                  <a:pt x="2301" y="2949"/>
                </a:lnTo>
                <a:close/>
                <a:moveTo>
                  <a:pt x="2263" y="2949"/>
                </a:moveTo>
                <a:lnTo>
                  <a:pt x="2241" y="2949"/>
                </a:lnTo>
                <a:lnTo>
                  <a:pt x="2241" y="2944"/>
                </a:lnTo>
                <a:lnTo>
                  <a:pt x="2263" y="2944"/>
                </a:lnTo>
                <a:lnTo>
                  <a:pt x="2263" y="2949"/>
                </a:lnTo>
                <a:close/>
                <a:moveTo>
                  <a:pt x="2225" y="2949"/>
                </a:moveTo>
                <a:lnTo>
                  <a:pt x="2203" y="2949"/>
                </a:lnTo>
                <a:lnTo>
                  <a:pt x="2203" y="2944"/>
                </a:lnTo>
                <a:lnTo>
                  <a:pt x="2225" y="2944"/>
                </a:lnTo>
                <a:lnTo>
                  <a:pt x="2225" y="2949"/>
                </a:lnTo>
                <a:close/>
                <a:moveTo>
                  <a:pt x="2187" y="2949"/>
                </a:moveTo>
                <a:lnTo>
                  <a:pt x="2165" y="2949"/>
                </a:lnTo>
                <a:lnTo>
                  <a:pt x="2165" y="2944"/>
                </a:lnTo>
                <a:lnTo>
                  <a:pt x="2187" y="2944"/>
                </a:lnTo>
                <a:lnTo>
                  <a:pt x="2187" y="2949"/>
                </a:lnTo>
                <a:close/>
                <a:moveTo>
                  <a:pt x="2148" y="2949"/>
                </a:moveTo>
                <a:lnTo>
                  <a:pt x="2127" y="2949"/>
                </a:lnTo>
                <a:lnTo>
                  <a:pt x="2127" y="2944"/>
                </a:lnTo>
                <a:lnTo>
                  <a:pt x="2148" y="2944"/>
                </a:lnTo>
                <a:lnTo>
                  <a:pt x="2148" y="2949"/>
                </a:lnTo>
                <a:close/>
                <a:moveTo>
                  <a:pt x="2110" y="2949"/>
                </a:moveTo>
                <a:lnTo>
                  <a:pt x="2088" y="2949"/>
                </a:lnTo>
                <a:lnTo>
                  <a:pt x="2088" y="2944"/>
                </a:lnTo>
                <a:lnTo>
                  <a:pt x="2110" y="2944"/>
                </a:lnTo>
                <a:lnTo>
                  <a:pt x="2110" y="2949"/>
                </a:lnTo>
                <a:close/>
                <a:moveTo>
                  <a:pt x="2072" y="2949"/>
                </a:moveTo>
                <a:lnTo>
                  <a:pt x="2050" y="2949"/>
                </a:lnTo>
                <a:lnTo>
                  <a:pt x="2050" y="2944"/>
                </a:lnTo>
                <a:lnTo>
                  <a:pt x="2072" y="2944"/>
                </a:lnTo>
                <a:lnTo>
                  <a:pt x="2072" y="2949"/>
                </a:lnTo>
                <a:close/>
                <a:moveTo>
                  <a:pt x="2034" y="2949"/>
                </a:moveTo>
                <a:lnTo>
                  <a:pt x="2012" y="2949"/>
                </a:lnTo>
                <a:lnTo>
                  <a:pt x="2012" y="2944"/>
                </a:lnTo>
                <a:lnTo>
                  <a:pt x="2034" y="2944"/>
                </a:lnTo>
                <a:lnTo>
                  <a:pt x="2034" y="2949"/>
                </a:lnTo>
                <a:close/>
                <a:moveTo>
                  <a:pt x="1996" y="2949"/>
                </a:moveTo>
                <a:lnTo>
                  <a:pt x="1974" y="2949"/>
                </a:lnTo>
                <a:lnTo>
                  <a:pt x="1974" y="2944"/>
                </a:lnTo>
                <a:lnTo>
                  <a:pt x="1996" y="2944"/>
                </a:lnTo>
                <a:lnTo>
                  <a:pt x="1996" y="2949"/>
                </a:lnTo>
                <a:close/>
                <a:moveTo>
                  <a:pt x="1957" y="2949"/>
                </a:moveTo>
                <a:lnTo>
                  <a:pt x="1936" y="2949"/>
                </a:lnTo>
                <a:lnTo>
                  <a:pt x="1936" y="2944"/>
                </a:lnTo>
                <a:lnTo>
                  <a:pt x="1957" y="2944"/>
                </a:lnTo>
                <a:lnTo>
                  <a:pt x="1957" y="2949"/>
                </a:lnTo>
                <a:close/>
                <a:moveTo>
                  <a:pt x="1919" y="2949"/>
                </a:moveTo>
                <a:lnTo>
                  <a:pt x="1897" y="2949"/>
                </a:lnTo>
                <a:lnTo>
                  <a:pt x="1897" y="2944"/>
                </a:lnTo>
                <a:lnTo>
                  <a:pt x="1919" y="2944"/>
                </a:lnTo>
                <a:lnTo>
                  <a:pt x="1919" y="2949"/>
                </a:lnTo>
                <a:close/>
                <a:moveTo>
                  <a:pt x="1881" y="2949"/>
                </a:moveTo>
                <a:lnTo>
                  <a:pt x="1859" y="2949"/>
                </a:lnTo>
                <a:lnTo>
                  <a:pt x="1859" y="2944"/>
                </a:lnTo>
                <a:lnTo>
                  <a:pt x="1881" y="2944"/>
                </a:lnTo>
                <a:lnTo>
                  <a:pt x="1881" y="2949"/>
                </a:lnTo>
                <a:close/>
                <a:moveTo>
                  <a:pt x="1843" y="2949"/>
                </a:moveTo>
                <a:lnTo>
                  <a:pt x="1821" y="2949"/>
                </a:lnTo>
                <a:lnTo>
                  <a:pt x="1821" y="2944"/>
                </a:lnTo>
                <a:lnTo>
                  <a:pt x="1843" y="2944"/>
                </a:lnTo>
                <a:lnTo>
                  <a:pt x="1843" y="2949"/>
                </a:lnTo>
                <a:close/>
                <a:moveTo>
                  <a:pt x="1805" y="2949"/>
                </a:moveTo>
                <a:lnTo>
                  <a:pt x="1783" y="2949"/>
                </a:lnTo>
                <a:lnTo>
                  <a:pt x="1783" y="2944"/>
                </a:lnTo>
                <a:lnTo>
                  <a:pt x="1805" y="2944"/>
                </a:lnTo>
                <a:lnTo>
                  <a:pt x="1805" y="2949"/>
                </a:lnTo>
                <a:close/>
                <a:moveTo>
                  <a:pt x="1766" y="2949"/>
                </a:moveTo>
                <a:lnTo>
                  <a:pt x="1745" y="2949"/>
                </a:lnTo>
                <a:lnTo>
                  <a:pt x="1745" y="2944"/>
                </a:lnTo>
                <a:lnTo>
                  <a:pt x="1766" y="2944"/>
                </a:lnTo>
                <a:lnTo>
                  <a:pt x="1766" y="2949"/>
                </a:lnTo>
                <a:close/>
                <a:moveTo>
                  <a:pt x="1728" y="2949"/>
                </a:moveTo>
                <a:lnTo>
                  <a:pt x="1706" y="2949"/>
                </a:lnTo>
                <a:lnTo>
                  <a:pt x="1706" y="2944"/>
                </a:lnTo>
                <a:lnTo>
                  <a:pt x="1728" y="2944"/>
                </a:lnTo>
                <a:lnTo>
                  <a:pt x="1728" y="2949"/>
                </a:lnTo>
                <a:close/>
                <a:moveTo>
                  <a:pt x="1690" y="2949"/>
                </a:moveTo>
                <a:lnTo>
                  <a:pt x="1668" y="2949"/>
                </a:lnTo>
                <a:lnTo>
                  <a:pt x="1668" y="2944"/>
                </a:lnTo>
                <a:lnTo>
                  <a:pt x="1690" y="2944"/>
                </a:lnTo>
                <a:lnTo>
                  <a:pt x="1690" y="2949"/>
                </a:lnTo>
                <a:close/>
                <a:moveTo>
                  <a:pt x="1652" y="2949"/>
                </a:moveTo>
                <a:lnTo>
                  <a:pt x="1630" y="2949"/>
                </a:lnTo>
                <a:lnTo>
                  <a:pt x="1630" y="2944"/>
                </a:lnTo>
                <a:lnTo>
                  <a:pt x="1652" y="2944"/>
                </a:lnTo>
                <a:lnTo>
                  <a:pt x="1652" y="2949"/>
                </a:lnTo>
                <a:close/>
                <a:moveTo>
                  <a:pt x="1614" y="2949"/>
                </a:moveTo>
                <a:lnTo>
                  <a:pt x="1592" y="2949"/>
                </a:lnTo>
                <a:lnTo>
                  <a:pt x="1592" y="2944"/>
                </a:lnTo>
                <a:lnTo>
                  <a:pt x="1614" y="2944"/>
                </a:lnTo>
                <a:lnTo>
                  <a:pt x="1614" y="2949"/>
                </a:lnTo>
                <a:close/>
                <a:moveTo>
                  <a:pt x="1575" y="2949"/>
                </a:moveTo>
                <a:lnTo>
                  <a:pt x="1554" y="2949"/>
                </a:lnTo>
                <a:lnTo>
                  <a:pt x="1554" y="2944"/>
                </a:lnTo>
                <a:lnTo>
                  <a:pt x="1575" y="2944"/>
                </a:lnTo>
                <a:lnTo>
                  <a:pt x="1575" y="2949"/>
                </a:lnTo>
                <a:close/>
                <a:moveTo>
                  <a:pt x="1537" y="2949"/>
                </a:moveTo>
                <a:lnTo>
                  <a:pt x="1515" y="2949"/>
                </a:lnTo>
                <a:lnTo>
                  <a:pt x="1515" y="2944"/>
                </a:lnTo>
                <a:lnTo>
                  <a:pt x="1537" y="2944"/>
                </a:lnTo>
                <a:lnTo>
                  <a:pt x="1537" y="2949"/>
                </a:lnTo>
                <a:close/>
                <a:moveTo>
                  <a:pt x="1499" y="2949"/>
                </a:moveTo>
                <a:lnTo>
                  <a:pt x="1477" y="2949"/>
                </a:lnTo>
                <a:lnTo>
                  <a:pt x="1477" y="2944"/>
                </a:lnTo>
                <a:lnTo>
                  <a:pt x="1499" y="2944"/>
                </a:lnTo>
                <a:lnTo>
                  <a:pt x="1499" y="2949"/>
                </a:lnTo>
                <a:close/>
                <a:moveTo>
                  <a:pt x="1461" y="2949"/>
                </a:moveTo>
                <a:lnTo>
                  <a:pt x="1439" y="2949"/>
                </a:lnTo>
                <a:lnTo>
                  <a:pt x="1439" y="2944"/>
                </a:lnTo>
                <a:lnTo>
                  <a:pt x="1461" y="2944"/>
                </a:lnTo>
                <a:lnTo>
                  <a:pt x="1461" y="2949"/>
                </a:lnTo>
                <a:close/>
                <a:moveTo>
                  <a:pt x="1423" y="2949"/>
                </a:moveTo>
                <a:lnTo>
                  <a:pt x="1401" y="2949"/>
                </a:lnTo>
                <a:lnTo>
                  <a:pt x="1401" y="2944"/>
                </a:lnTo>
                <a:lnTo>
                  <a:pt x="1423" y="2944"/>
                </a:lnTo>
                <a:lnTo>
                  <a:pt x="1423" y="2949"/>
                </a:lnTo>
                <a:close/>
                <a:moveTo>
                  <a:pt x="1384" y="2949"/>
                </a:moveTo>
                <a:lnTo>
                  <a:pt x="1363" y="2949"/>
                </a:lnTo>
                <a:lnTo>
                  <a:pt x="1363" y="2944"/>
                </a:lnTo>
                <a:lnTo>
                  <a:pt x="1384" y="2944"/>
                </a:lnTo>
                <a:lnTo>
                  <a:pt x="1384" y="2949"/>
                </a:lnTo>
                <a:close/>
                <a:moveTo>
                  <a:pt x="1346" y="2949"/>
                </a:moveTo>
                <a:lnTo>
                  <a:pt x="1324" y="2949"/>
                </a:lnTo>
                <a:lnTo>
                  <a:pt x="1324" y="2944"/>
                </a:lnTo>
                <a:lnTo>
                  <a:pt x="1346" y="2944"/>
                </a:lnTo>
                <a:lnTo>
                  <a:pt x="1346" y="2949"/>
                </a:lnTo>
                <a:close/>
                <a:moveTo>
                  <a:pt x="1308" y="2949"/>
                </a:moveTo>
                <a:lnTo>
                  <a:pt x="1286" y="2949"/>
                </a:lnTo>
                <a:lnTo>
                  <a:pt x="1286" y="2944"/>
                </a:lnTo>
                <a:lnTo>
                  <a:pt x="1308" y="2944"/>
                </a:lnTo>
                <a:lnTo>
                  <a:pt x="1308" y="2949"/>
                </a:lnTo>
                <a:close/>
                <a:moveTo>
                  <a:pt x="1270" y="2949"/>
                </a:moveTo>
                <a:lnTo>
                  <a:pt x="1248" y="2949"/>
                </a:lnTo>
                <a:lnTo>
                  <a:pt x="1248" y="2944"/>
                </a:lnTo>
                <a:lnTo>
                  <a:pt x="1270" y="2944"/>
                </a:lnTo>
                <a:lnTo>
                  <a:pt x="1270" y="2949"/>
                </a:lnTo>
                <a:close/>
                <a:moveTo>
                  <a:pt x="1232" y="2949"/>
                </a:moveTo>
                <a:lnTo>
                  <a:pt x="1210" y="2949"/>
                </a:lnTo>
                <a:lnTo>
                  <a:pt x="1210" y="2944"/>
                </a:lnTo>
                <a:lnTo>
                  <a:pt x="1232" y="2944"/>
                </a:lnTo>
                <a:lnTo>
                  <a:pt x="1232" y="2949"/>
                </a:lnTo>
                <a:close/>
                <a:moveTo>
                  <a:pt x="1193" y="2949"/>
                </a:moveTo>
                <a:lnTo>
                  <a:pt x="1172" y="2949"/>
                </a:lnTo>
                <a:lnTo>
                  <a:pt x="1172" y="2944"/>
                </a:lnTo>
                <a:lnTo>
                  <a:pt x="1193" y="2944"/>
                </a:lnTo>
                <a:lnTo>
                  <a:pt x="1193" y="2949"/>
                </a:lnTo>
                <a:close/>
                <a:moveTo>
                  <a:pt x="1155" y="2949"/>
                </a:moveTo>
                <a:lnTo>
                  <a:pt x="1133" y="2949"/>
                </a:lnTo>
                <a:lnTo>
                  <a:pt x="1133" y="2944"/>
                </a:lnTo>
                <a:lnTo>
                  <a:pt x="1155" y="2944"/>
                </a:lnTo>
                <a:lnTo>
                  <a:pt x="1155" y="2949"/>
                </a:lnTo>
                <a:close/>
                <a:moveTo>
                  <a:pt x="1117" y="2949"/>
                </a:moveTo>
                <a:lnTo>
                  <a:pt x="1095" y="2949"/>
                </a:lnTo>
                <a:lnTo>
                  <a:pt x="1095" y="2944"/>
                </a:lnTo>
                <a:lnTo>
                  <a:pt x="1117" y="2944"/>
                </a:lnTo>
                <a:lnTo>
                  <a:pt x="1117" y="2949"/>
                </a:lnTo>
                <a:close/>
                <a:moveTo>
                  <a:pt x="1079" y="2949"/>
                </a:moveTo>
                <a:lnTo>
                  <a:pt x="1057" y="2949"/>
                </a:lnTo>
                <a:lnTo>
                  <a:pt x="1057" y="2944"/>
                </a:lnTo>
                <a:lnTo>
                  <a:pt x="1079" y="2944"/>
                </a:lnTo>
                <a:lnTo>
                  <a:pt x="1079" y="2949"/>
                </a:lnTo>
                <a:close/>
                <a:moveTo>
                  <a:pt x="1041" y="2949"/>
                </a:moveTo>
                <a:lnTo>
                  <a:pt x="1019" y="2949"/>
                </a:lnTo>
                <a:lnTo>
                  <a:pt x="1019" y="2944"/>
                </a:lnTo>
                <a:lnTo>
                  <a:pt x="1041" y="2944"/>
                </a:lnTo>
                <a:lnTo>
                  <a:pt x="1041" y="2949"/>
                </a:lnTo>
                <a:close/>
                <a:moveTo>
                  <a:pt x="1002" y="2949"/>
                </a:moveTo>
                <a:lnTo>
                  <a:pt x="981" y="2949"/>
                </a:lnTo>
                <a:lnTo>
                  <a:pt x="981" y="2944"/>
                </a:lnTo>
                <a:lnTo>
                  <a:pt x="1002" y="2944"/>
                </a:lnTo>
                <a:lnTo>
                  <a:pt x="1002" y="2949"/>
                </a:lnTo>
                <a:close/>
                <a:moveTo>
                  <a:pt x="964" y="2949"/>
                </a:moveTo>
                <a:lnTo>
                  <a:pt x="942" y="2949"/>
                </a:lnTo>
                <a:lnTo>
                  <a:pt x="942" y="2944"/>
                </a:lnTo>
                <a:lnTo>
                  <a:pt x="964" y="2944"/>
                </a:lnTo>
                <a:lnTo>
                  <a:pt x="964" y="2949"/>
                </a:lnTo>
                <a:close/>
                <a:moveTo>
                  <a:pt x="926" y="2949"/>
                </a:moveTo>
                <a:lnTo>
                  <a:pt x="904" y="2949"/>
                </a:lnTo>
                <a:lnTo>
                  <a:pt x="904" y="2944"/>
                </a:lnTo>
                <a:lnTo>
                  <a:pt x="926" y="2944"/>
                </a:lnTo>
                <a:lnTo>
                  <a:pt x="926" y="2949"/>
                </a:lnTo>
                <a:close/>
                <a:moveTo>
                  <a:pt x="888" y="2949"/>
                </a:moveTo>
                <a:lnTo>
                  <a:pt x="866" y="2949"/>
                </a:lnTo>
                <a:lnTo>
                  <a:pt x="866" y="2944"/>
                </a:lnTo>
                <a:lnTo>
                  <a:pt x="888" y="2944"/>
                </a:lnTo>
                <a:lnTo>
                  <a:pt x="888" y="2949"/>
                </a:lnTo>
                <a:close/>
                <a:moveTo>
                  <a:pt x="850" y="2949"/>
                </a:moveTo>
                <a:lnTo>
                  <a:pt x="828" y="2949"/>
                </a:lnTo>
                <a:lnTo>
                  <a:pt x="828" y="2944"/>
                </a:lnTo>
                <a:lnTo>
                  <a:pt x="850" y="2944"/>
                </a:lnTo>
                <a:lnTo>
                  <a:pt x="850" y="2949"/>
                </a:lnTo>
                <a:close/>
                <a:moveTo>
                  <a:pt x="811" y="2949"/>
                </a:moveTo>
                <a:lnTo>
                  <a:pt x="790" y="2949"/>
                </a:lnTo>
                <a:lnTo>
                  <a:pt x="790" y="2944"/>
                </a:lnTo>
                <a:lnTo>
                  <a:pt x="811" y="2944"/>
                </a:lnTo>
                <a:lnTo>
                  <a:pt x="811" y="2949"/>
                </a:lnTo>
                <a:close/>
                <a:moveTo>
                  <a:pt x="773" y="2949"/>
                </a:moveTo>
                <a:lnTo>
                  <a:pt x="751" y="2949"/>
                </a:lnTo>
                <a:lnTo>
                  <a:pt x="751" y="2944"/>
                </a:lnTo>
                <a:lnTo>
                  <a:pt x="773" y="2944"/>
                </a:lnTo>
                <a:lnTo>
                  <a:pt x="773" y="2949"/>
                </a:lnTo>
                <a:close/>
                <a:moveTo>
                  <a:pt x="735" y="2949"/>
                </a:moveTo>
                <a:lnTo>
                  <a:pt x="713" y="2949"/>
                </a:lnTo>
                <a:lnTo>
                  <a:pt x="713" y="2944"/>
                </a:lnTo>
                <a:lnTo>
                  <a:pt x="735" y="2944"/>
                </a:lnTo>
                <a:lnTo>
                  <a:pt x="735" y="2949"/>
                </a:lnTo>
                <a:close/>
                <a:moveTo>
                  <a:pt x="697" y="2949"/>
                </a:moveTo>
                <a:lnTo>
                  <a:pt x="675" y="2949"/>
                </a:lnTo>
                <a:lnTo>
                  <a:pt x="675" y="2944"/>
                </a:lnTo>
                <a:lnTo>
                  <a:pt x="697" y="2944"/>
                </a:lnTo>
                <a:lnTo>
                  <a:pt x="697" y="2949"/>
                </a:lnTo>
                <a:close/>
                <a:moveTo>
                  <a:pt x="659" y="2949"/>
                </a:moveTo>
                <a:lnTo>
                  <a:pt x="637" y="2949"/>
                </a:lnTo>
                <a:lnTo>
                  <a:pt x="637" y="2944"/>
                </a:lnTo>
                <a:lnTo>
                  <a:pt x="659" y="2944"/>
                </a:lnTo>
                <a:lnTo>
                  <a:pt x="659" y="2949"/>
                </a:lnTo>
                <a:close/>
                <a:moveTo>
                  <a:pt x="620" y="2949"/>
                </a:moveTo>
                <a:lnTo>
                  <a:pt x="599" y="2949"/>
                </a:lnTo>
                <a:lnTo>
                  <a:pt x="599" y="2944"/>
                </a:lnTo>
                <a:lnTo>
                  <a:pt x="620" y="2944"/>
                </a:lnTo>
                <a:lnTo>
                  <a:pt x="620" y="2949"/>
                </a:lnTo>
                <a:close/>
                <a:moveTo>
                  <a:pt x="582" y="2949"/>
                </a:moveTo>
                <a:lnTo>
                  <a:pt x="560" y="2949"/>
                </a:lnTo>
                <a:lnTo>
                  <a:pt x="560" y="2944"/>
                </a:lnTo>
                <a:lnTo>
                  <a:pt x="582" y="2944"/>
                </a:lnTo>
                <a:lnTo>
                  <a:pt x="582" y="2949"/>
                </a:lnTo>
                <a:close/>
                <a:moveTo>
                  <a:pt x="544" y="2949"/>
                </a:moveTo>
                <a:lnTo>
                  <a:pt x="522" y="2949"/>
                </a:lnTo>
                <a:lnTo>
                  <a:pt x="522" y="2944"/>
                </a:lnTo>
                <a:lnTo>
                  <a:pt x="544" y="2944"/>
                </a:lnTo>
                <a:lnTo>
                  <a:pt x="544" y="2949"/>
                </a:lnTo>
                <a:close/>
                <a:moveTo>
                  <a:pt x="506" y="2949"/>
                </a:moveTo>
                <a:lnTo>
                  <a:pt x="493" y="2949"/>
                </a:lnTo>
                <a:lnTo>
                  <a:pt x="484" y="2949"/>
                </a:lnTo>
                <a:lnTo>
                  <a:pt x="484" y="2944"/>
                </a:lnTo>
                <a:lnTo>
                  <a:pt x="493" y="2944"/>
                </a:lnTo>
                <a:lnTo>
                  <a:pt x="493" y="2944"/>
                </a:lnTo>
                <a:lnTo>
                  <a:pt x="506" y="2944"/>
                </a:lnTo>
                <a:lnTo>
                  <a:pt x="506" y="2949"/>
                </a:lnTo>
                <a:close/>
                <a:moveTo>
                  <a:pt x="467" y="2949"/>
                </a:moveTo>
                <a:lnTo>
                  <a:pt x="456" y="2948"/>
                </a:lnTo>
                <a:lnTo>
                  <a:pt x="446" y="2947"/>
                </a:lnTo>
                <a:lnTo>
                  <a:pt x="446" y="2942"/>
                </a:lnTo>
                <a:lnTo>
                  <a:pt x="456" y="2943"/>
                </a:lnTo>
                <a:lnTo>
                  <a:pt x="456" y="2943"/>
                </a:lnTo>
                <a:lnTo>
                  <a:pt x="468" y="2943"/>
                </a:lnTo>
                <a:lnTo>
                  <a:pt x="467" y="2949"/>
                </a:lnTo>
                <a:close/>
                <a:moveTo>
                  <a:pt x="429" y="2945"/>
                </a:moveTo>
                <a:lnTo>
                  <a:pt x="418" y="2944"/>
                </a:lnTo>
                <a:lnTo>
                  <a:pt x="408" y="2942"/>
                </a:lnTo>
                <a:lnTo>
                  <a:pt x="408" y="2937"/>
                </a:lnTo>
                <a:lnTo>
                  <a:pt x="419" y="2938"/>
                </a:lnTo>
                <a:lnTo>
                  <a:pt x="419" y="2938"/>
                </a:lnTo>
                <a:lnTo>
                  <a:pt x="430" y="2940"/>
                </a:lnTo>
                <a:lnTo>
                  <a:pt x="429" y="2945"/>
                </a:lnTo>
                <a:close/>
                <a:moveTo>
                  <a:pt x="391" y="2939"/>
                </a:moveTo>
                <a:lnTo>
                  <a:pt x="382" y="2937"/>
                </a:lnTo>
                <a:lnTo>
                  <a:pt x="370" y="2934"/>
                </a:lnTo>
                <a:lnTo>
                  <a:pt x="370" y="2934"/>
                </a:lnTo>
                <a:lnTo>
                  <a:pt x="371" y="2929"/>
                </a:lnTo>
                <a:lnTo>
                  <a:pt x="372" y="2929"/>
                </a:lnTo>
                <a:lnTo>
                  <a:pt x="372" y="2929"/>
                </a:lnTo>
                <a:lnTo>
                  <a:pt x="383" y="2932"/>
                </a:lnTo>
                <a:lnTo>
                  <a:pt x="383" y="2932"/>
                </a:lnTo>
                <a:lnTo>
                  <a:pt x="392" y="2934"/>
                </a:lnTo>
                <a:lnTo>
                  <a:pt x="391" y="2939"/>
                </a:lnTo>
                <a:close/>
                <a:moveTo>
                  <a:pt x="354" y="2930"/>
                </a:moveTo>
                <a:lnTo>
                  <a:pt x="347" y="2927"/>
                </a:lnTo>
                <a:lnTo>
                  <a:pt x="335" y="2924"/>
                </a:lnTo>
                <a:lnTo>
                  <a:pt x="333" y="2923"/>
                </a:lnTo>
                <a:lnTo>
                  <a:pt x="335" y="2918"/>
                </a:lnTo>
                <a:lnTo>
                  <a:pt x="337" y="2918"/>
                </a:lnTo>
                <a:lnTo>
                  <a:pt x="337" y="2918"/>
                </a:lnTo>
                <a:lnTo>
                  <a:pt x="349" y="2922"/>
                </a:lnTo>
                <a:lnTo>
                  <a:pt x="348" y="2922"/>
                </a:lnTo>
                <a:lnTo>
                  <a:pt x="355" y="2924"/>
                </a:lnTo>
                <a:lnTo>
                  <a:pt x="354" y="2930"/>
                </a:lnTo>
                <a:close/>
                <a:moveTo>
                  <a:pt x="318" y="2917"/>
                </a:moveTo>
                <a:lnTo>
                  <a:pt x="313" y="2915"/>
                </a:lnTo>
                <a:lnTo>
                  <a:pt x="301" y="2911"/>
                </a:lnTo>
                <a:lnTo>
                  <a:pt x="297" y="2909"/>
                </a:lnTo>
                <a:lnTo>
                  <a:pt x="299" y="2904"/>
                </a:lnTo>
                <a:lnTo>
                  <a:pt x="304" y="2906"/>
                </a:lnTo>
                <a:lnTo>
                  <a:pt x="304" y="2906"/>
                </a:lnTo>
                <a:lnTo>
                  <a:pt x="315" y="2910"/>
                </a:lnTo>
                <a:lnTo>
                  <a:pt x="315" y="2910"/>
                </a:lnTo>
                <a:lnTo>
                  <a:pt x="320" y="2912"/>
                </a:lnTo>
                <a:lnTo>
                  <a:pt x="318" y="2917"/>
                </a:lnTo>
                <a:close/>
                <a:moveTo>
                  <a:pt x="282" y="2902"/>
                </a:moveTo>
                <a:lnTo>
                  <a:pt x="280" y="2901"/>
                </a:lnTo>
                <a:lnTo>
                  <a:pt x="263" y="2892"/>
                </a:lnTo>
                <a:lnTo>
                  <a:pt x="265" y="2887"/>
                </a:lnTo>
                <a:lnTo>
                  <a:pt x="282" y="2896"/>
                </a:lnTo>
                <a:lnTo>
                  <a:pt x="282" y="2896"/>
                </a:lnTo>
                <a:lnTo>
                  <a:pt x="285" y="2897"/>
                </a:lnTo>
                <a:lnTo>
                  <a:pt x="282" y="2902"/>
                </a:lnTo>
                <a:close/>
                <a:moveTo>
                  <a:pt x="248" y="2884"/>
                </a:moveTo>
                <a:lnTo>
                  <a:pt x="238" y="2878"/>
                </a:lnTo>
                <a:lnTo>
                  <a:pt x="229" y="2873"/>
                </a:lnTo>
                <a:lnTo>
                  <a:pt x="233" y="2868"/>
                </a:lnTo>
                <a:lnTo>
                  <a:pt x="241" y="2873"/>
                </a:lnTo>
                <a:lnTo>
                  <a:pt x="240" y="2873"/>
                </a:lnTo>
                <a:lnTo>
                  <a:pt x="251" y="2880"/>
                </a:lnTo>
                <a:lnTo>
                  <a:pt x="248" y="2884"/>
                </a:lnTo>
                <a:close/>
                <a:moveTo>
                  <a:pt x="216" y="2864"/>
                </a:moveTo>
                <a:lnTo>
                  <a:pt x="198" y="2852"/>
                </a:lnTo>
                <a:lnTo>
                  <a:pt x="198" y="2851"/>
                </a:lnTo>
                <a:lnTo>
                  <a:pt x="201" y="2847"/>
                </a:lnTo>
                <a:lnTo>
                  <a:pt x="202" y="2847"/>
                </a:lnTo>
                <a:lnTo>
                  <a:pt x="202" y="2847"/>
                </a:lnTo>
                <a:lnTo>
                  <a:pt x="219" y="2859"/>
                </a:lnTo>
                <a:lnTo>
                  <a:pt x="216" y="2864"/>
                </a:lnTo>
                <a:close/>
                <a:moveTo>
                  <a:pt x="185" y="2841"/>
                </a:moveTo>
                <a:lnTo>
                  <a:pt x="180" y="2837"/>
                </a:lnTo>
                <a:lnTo>
                  <a:pt x="168" y="2827"/>
                </a:lnTo>
                <a:lnTo>
                  <a:pt x="172" y="2823"/>
                </a:lnTo>
                <a:lnTo>
                  <a:pt x="183" y="2833"/>
                </a:lnTo>
                <a:lnTo>
                  <a:pt x="183" y="2833"/>
                </a:lnTo>
                <a:lnTo>
                  <a:pt x="188" y="2837"/>
                </a:lnTo>
                <a:lnTo>
                  <a:pt x="185" y="2841"/>
                </a:lnTo>
                <a:close/>
                <a:moveTo>
                  <a:pt x="156" y="2816"/>
                </a:moveTo>
                <a:lnTo>
                  <a:pt x="145" y="2805"/>
                </a:lnTo>
                <a:lnTo>
                  <a:pt x="140" y="2800"/>
                </a:lnTo>
                <a:lnTo>
                  <a:pt x="144" y="2797"/>
                </a:lnTo>
                <a:lnTo>
                  <a:pt x="149" y="2801"/>
                </a:lnTo>
                <a:lnTo>
                  <a:pt x="148" y="2801"/>
                </a:lnTo>
                <a:lnTo>
                  <a:pt x="160" y="2812"/>
                </a:lnTo>
                <a:lnTo>
                  <a:pt x="156" y="2816"/>
                </a:lnTo>
                <a:close/>
                <a:moveTo>
                  <a:pt x="129" y="2789"/>
                </a:moveTo>
                <a:lnTo>
                  <a:pt x="128" y="2788"/>
                </a:lnTo>
                <a:lnTo>
                  <a:pt x="115" y="2772"/>
                </a:lnTo>
                <a:lnTo>
                  <a:pt x="119" y="2768"/>
                </a:lnTo>
                <a:lnTo>
                  <a:pt x="132" y="2784"/>
                </a:lnTo>
                <a:lnTo>
                  <a:pt x="132" y="2784"/>
                </a:lnTo>
                <a:lnTo>
                  <a:pt x="133" y="2785"/>
                </a:lnTo>
                <a:lnTo>
                  <a:pt x="129" y="2789"/>
                </a:lnTo>
                <a:close/>
                <a:moveTo>
                  <a:pt x="104" y="2759"/>
                </a:moveTo>
                <a:lnTo>
                  <a:pt x="98" y="2751"/>
                </a:lnTo>
                <a:lnTo>
                  <a:pt x="91" y="2742"/>
                </a:lnTo>
                <a:lnTo>
                  <a:pt x="96" y="2738"/>
                </a:lnTo>
                <a:lnTo>
                  <a:pt x="103" y="2748"/>
                </a:lnTo>
                <a:lnTo>
                  <a:pt x="103" y="2748"/>
                </a:lnTo>
                <a:lnTo>
                  <a:pt x="109" y="2756"/>
                </a:lnTo>
                <a:lnTo>
                  <a:pt x="104" y="2759"/>
                </a:lnTo>
                <a:close/>
                <a:moveTo>
                  <a:pt x="82" y="2728"/>
                </a:moveTo>
                <a:lnTo>
                  <a:pt x="72" y="2712"/>
                </a:lnTo>
                <a:lnTo>
                  <a:pt x="70" y="2709"/>
                </a:lnTo>
                <a:lnTo>
                  <a:pt x="75" y="2707"/>
                </a:lnTo>
                <a:lnTo>
                  <a:pt x="76" y="2709"/>
                </a:lnTo>
                <a:lnTo>
                  <a:pt x="76" y="2709"/>
                </a:lnTo>
                <a:lnTo>
                  <a:pt x="86" y="2725"/>
                </a:lnTo>
                <a:lnTo>
                  <a:pt x="82" y="2728"/>
                </a:lnTo>
                <a:close/>
                <a:moveTo>
                  <a:pt x="62" y="2695"/>
                </a:moveTo>
                <a:lnTo>
                  <a:pt x="60" y="2691"/>
                </a:lnTo>
                <a:lnTo>
                  <a:pt x="52" y="2676"/>
                </a:lnTo>
                <a:lnTo>
                  <a:pt x="57" y="2673"/>
                </a:lnTo>
                <a:lnTo>
                  <a:pt x="65" y="2689"/>
                </a:lnTo>
                <a:lnTo>
                  <a:pt x="64" y="2689"/>
                </a:lnTo>
                <a:lnTo>
                  <a:pt x="67" y="2692"/>
                </a:lnTo>
                <a:lnTo>
                  <a:pt x="62" y="2695"/>
                </a:lnTo>
                <a:close/>
                <a:moveTo>
                  <a:pt x="44" y="2661"/>
                </a:moveTo>
                <a:lnTo>
                  <a:pt x="44" y="2659"/>
                </a:lnTo>
                <a:lnTo>
                  <a:pt x="39" y="2648"/>
                </a:lnTo>
                <a:lnTo>
                  <a:pt x="36" y="2641"/>
                </a:lnTo>
                <a:lnTo>
                  <a:pt x="41" y="2639"/>
                </a:lnTo>
                <a:lnTo>
                  <a:pt x="44" y="2646"/>
                </a:lnTo>
                <a:lnTo>
                  <a:pt x="44" y="2646"/>
                </a:lnTo>
                <a:lnTo>
                  <a:pt x="49" y="2657"/>
                </a:lnTo>
                <a:lnTo>
                  <a:pt x="49" y="2657"/>
                </a:lnTo>
                <a:lnTo>
                  <a:pt x="49" y="2659"/>
                </a:lnTo>
                <a:lnTo>
                  <a:pt x="44" y="2661"/>
                </a:lnTo>
                <a:close/>
                <a:moveTo>
                  <a:pt x="30" y="2625"/>
                </a:moveTo>
                <a:lnTo>
                  <a:pt x="26" y="2614"/>
                </a:lnTo>
                <a:lnTo>
                  <a:pt x="23" y="2605"/>
                </a:lnTo>
                <a:lnTo>
                  <a:pt x="28" y="2603"/>
                </a:lnTo>
                <a:lnTo>
                  <a:pt x="31" y="2613"/>
                </a:lnTo>
                <a:lnTo>
                  <a:pt x="31" y="2613"/>
                </a:lnTo>
                <a:lnTo>
                  <a:pt x="35" y="2623"/>
                </a:lnTo>
                <a:lnTo>
                  <a:pt x="30" y="2625"/>
                </a:lnTo>
                <a:close/>
                <a:moveTo>
                  <a:pt x="18" y="2589"/>
                </a:moveTo>
                <a:lnTo>
                  <a:pt x="16" y="2579"/>
                </a:lnTo>
                <a:lnTo>
                  <a:pt x="13" y="2568"/>
                </a:lnTo>
                <a:lnTo>
                  <a:pt x="13" y="2567"/>
                </a:lnTo>
                <a:lnTo>
                  <a:pt x="18" y="2566"/>
                </a:lnTo>
                <a:lnTo>
                  <a:pt x="18" y="2566"/>
                </a:lnTo>
                <a:lnTo>
                  <a:pt x="18" y="2566"/>
                </a:lnTo>
                <a:lnTo>
                  <a:pt x="21" y="2578"/>
                </a:lnTo>
                <a:lnTo>
                  <a:pt x="21" y="2578"/>
                </a:lnTo>
                <a:lnTo>
                  <a:pt x="23" y="2587"/>
                </a:lnTo>
                <a:lnTo>
                  <a:pt x="18" y="2589"/>
                </a:lnTo>
                <a:close/>
                <a:moveTo>
                  <a:pt x="9" y="2551"/>
                </a:moveTo>
                <a:lnTo>
                  <a:pt x="8" y="2543"/>
                </a:lnTo>
                <a:lnTo>
                  <a:pt x="6" y="2531"/>
                </a:lnTo>
                <a:lnTo>
                  <a:pt x="6" y="2530"/>
                </a:lnTo>
                <a:lnTo>
                  <a:pt x="11" y="2529"/>
                </a:lnTo>
                <a:lnTo>
                  <a:pt x="11" y="2531"/>
                </a:lnTo>
                <a:lnTo>
                  <a:pt x="11" y="2530"/>
                </a:lnTo>
                <a:lnTo>
                  <a:pt x="13" y="2543"/>
                </a:lnTo>
                <a:lnTo>
                  <a:pt x="13" y="2542"/>
                </a:lnTo>
                <a:lnTo>
                  <a:pt x="15" y="2550"/>
                </a:lnTo>
                <a:lnTo>
                  <a:pt x="9" y="2551"/>
                </a:lnTo>
                <a:close/>
                <a:moveTo>
                  <a:pt x="4" y="2513"/>
                </a:moveTo>
                <a:lnTo>
                  <a:pt x="3" y="2507"/>
                </a:lnTo>
                <a:lnTo>
                  <a:pt x="1" y="2494"/>
                </a:lnTo>
                <a:lnTo>
                  <a:pt x="1" y="2491"/>
                </a:lnTo>
                <a:lnTo>
                  <a:pt x="7" y="2491"/>
                </a:lnTo>
                <a:lnTo>
                  <a:pt x="7" y="2494"/>
                </a:lnTo>
                <a:lnTo>
                  <a:pt x="7" y="2494"/>
                </a:lnTo>
                <a:lnTo>
                  <a:pt x="8" y="2506"/>
                </a:lnTo>
                <a:lnTo>
                  <a:pt x="8" y="2506"/>
                </a:lnTo>
                <a:lnTo>
                  <a:pt x="9" y="2513"/>
                </a:lnTo>
                <a:lnTo>
                  <a:pt x="4" y="2513"/>
                </a:lnTo>
                <a:close/>
                <a:moveTo>
                  <a:pt x="0" y="2475"/>
                </a:moveTo>
                <a:lnTo>
                  <a:pt x="0" y="2469"/>
                </a:lnTo>
                <a:lnTo>
                  <a:pt x="0" y="2456"/>
                </a:lnTo>
                <a:lnTo>
                  <a:pt x="6" y="2456"/>
                </a:lnTo>
                <a:lnTo>
                  <a:pt x="6" y="2469"/>
                </a:lnTo>
                <a:lnTo>
                  <a:pt x="6" y="2469"/>
                </a:lnTo>
                <a:lnTo>
                  <a:pt x="6" y="2475"/>
                </a:lnTo>
                <a:lnTo>
                  <a:pt x="0" y="2475"/>
                </a:lnTo>
                <a:close/>
              </a:path>
            </a:pathLst>
          </a:custGeom>
          <a:solidFill>
            <a:srgbClr val="7F7F7F"/>
          </a:solidFill>
          <a:ln w="0" cap="flat">
            <a:solidFill>
              <a:srgbClr val="7F7F7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042593" y="3417514"/>
            <a:ext cx="739775" cy="865188"/>
            <a:chOff x="4075907" y="4456113"/>
            <a:chExt cx="739775" cy="865188"/>
          </a:xfrm>
        </p:grpSpPr>
        <p:sp>
          <p:nvSpPr>
            <p:cNvPr id="131" name="Flowchart: Magnetic Disk 130"/>
            <p:cNvSpPr/>
            <p:nvPr/>
          </p:nvSpPr>
          <p:spPr>
            <a:xfrm>
              <a:off x="4075907" y="4456113"/>
              <a:ext cx="732631" cy="865188"/>
            </a:xfrm>
            <a:prstGeom prst="flowChartMagneticDisk">
              <a:avLst/>
            </a:prstGeom>
            <a:solidFill>
              <a:srgbClr val="D9D9D9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" name="Rectangle 56"/>
            <p:cNvSpPr>
              <a:spLocks noChangeArrowheads="1"/>
            </p:cNvSpPr>
            <p:nvPr/>
          </p:nvSpPr>
          <p:spPr bwMode="auto">
            <a:xfrm>
              <a:off x="4099507" y="4533108"/>
              <a:ext cx="685430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OUT_FEI_INCLUDED_TRANSACTIONS</a:t>
              </a:r>
              <a:endParaRPr kumimoji="0" lang="pt-PT" altLang="pt-PT" sz="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Rectangle 57"/>
            <p:cNvSpPr>
              <a:spLocks noChangeArrowheads="1"/>
            </p:cNvSpPr>
            <p:nvPr/>
          </p:nvSpPr>
          <p:spPr bwMode="auto">
            <a:xfrm>
              <a:off x="4075907" y="4795839"/>
              <a:ext cx="73977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TRANSACTION_REFERENCE</a:t>
              </a:r>
            </a:p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kumimoji="0" lang="pt-PT" altLang="pt-PT" sz="5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COD_VISAO</a:t>
              </a:r>
            </a:p>
          </p:txBody>
        </p:sp>
      </p:grpSp>
      <p:cxnSp>
        <p:nvCxnSpPr>
          <p:cNvPr id="4284" name="Elbow Connector 4283"/>
          <p:cNvCxnSpPr>
            <a:stCxn id="3" idx="3"/>
            <a:endCxn id="131" idx="1"/>
          </p:cNvCxnSpPr>
          <p:nvPr/>
        </p:nvCxnSpPr>
        <p:spPr>
          <a:xfrm rot="5400000">
            <a:off x="4178699" y="2280388"/>
            <a:ext cx="367337" cy="190691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5" name="Group 424"/>
          <p:cNvGrpSpPr/>
          <p:nvPr/>
        </p:nvGrpSpPr>
        <p:grpSpPr>
          <a:xfrm>
            <a:off x="4950541" y="3446082"/>
            <a:ext cx="733107" cy="865188"/>
            <a:chOff x="4068287" y="4456113"/>
            <a:chExt cx="733107" cy="865188"/>
          </a:xfrm>
          <a:solidFill>
            <a:srgbClr val="D9D9D9"/>
          </a:solidFill>
        </p:grpSpPr>
        <p:sp>
          <p:nvSpPr>
            <p:cNvPr id="426" name="Flowchart: Magnetic Disk 425"/>
            <p:cNvSpPr/>
            <p:nvPr/>
          </p:nvSpPr>
          <p:spPr>
            <a:xfrm>
              <a:off x="4068287" y="4456113"/>
              <a:ext cx="732631" cy="86518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" name="Rectangle 56"/>
            <p:cNvSpPr>
              <a:spLocks noChangeArrowheads="1"/>
            </p:cNvSpPr>
            <p:nvPr/>
          </p:nvSpPr>
          <p:spPr bwMode="auto">
            <a:xfrm>
              <a:off x="4075906" y="4536155"/>
              <a:ext cx="725488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OUT_FEI_PAYMENT </a:t>
              </a: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DEMAND</a:t>
              </a:r>
              <a:endParaRPr kumimoji="0" lang="pt-PT" altLang="pt-PT" sz="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428" name="Rectangle 57"/>
            <p:cNvSpPr>
              <a:spLocks noChangeArrowheads="1"/>
            </p:cNvSpPr>
            <p:nvPr/>
          </p:nvSpPr>
          <p:spPr bwMode="auto">
            <a:xfrm>
              <a:off x="4068763" y="4795839"/>
              <a:ext cx="732631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TRANSACTION_REFERENCE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COD_VISAO</a:t>
              </a:r>
            </a:p>
          </p:txBody>
        </p:sp>
      </p:grpSp>
      <p:cxnSp>
        <p:nvCxnSpPr>
          <p:cNvPr id="4305" name="Elbow Connector 4304"/>
          <p:cNvCxnSpPr>
            <a:stCxn id="426" idx="1"/>
            <a:endCxn id="3" idx="3"/>
          </p:cNvCxnSpPr>
          <p:nvPr/>
        </p:nvCxnSpPr>
        <p:spPr>
          <a:xfrm rot="16200000" flipV="1">
            <a:off x="5118389" y="3247613"/>
            <a:ext cx="395905" cy="10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4949508" y="2184989"/>
            <a:ext cx="739775" cy="865188"/>
            <a:chOff x="4075907" y="4456113"/>
            <a:chExt cx="739775" cy="865188"/>
          </a:xfrm>
        </p:grpSpPr>
        <p:sp>
          <p:nvSpPr>
            <p:cNvPr id="3" name="Flowchart: Magnetic Disk 2"/>
            <p:cNvSpPr/>
            <p:nvPr/>
          </p:nvSpPr>
          <p:spPr>
            <a:xfrm>
              <a:off x="4075907" y="4456113"/>
              <a:ext cx="732631" cy="865188"/>
            </a:xfrm>
            <a:prstGeom prst="flowChartMagneticDisk">
              <a:avLst/>
            </a:prstGeom>
            <a:solidFill>
              <a:srgbClr val="D9D9D9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Rectangle 56"/>
            <p:cNvSpPr>
              <a:spLocks noChangeArrowheads="1"/>
            </p:cNvSpPr>
            <p:nvPr/>
          </p:nvSpPr>
          <p:spPr bwMode="auto">
            <a:xfrm>
              <a:off x="4140597" y="4557443"/>
              <a:ext cx="603250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altLang="pt-PT" sz="500" b="1" noProof="0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OUT_CONTRACTS</a:t>
              </a:r>
              <a:endParaRPr kumimoji="0" lang="pt-PT" altLang="pt-P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Rectangle 57"/>
            <p:cNvSpPr>
              <a:spLocks noChangeArrowheads="1"/>
            </p:cNvSpPr>
            <p:nvPr/>
          </p:nvSpPr>
          <p:spPr bwMode="auto">
            <a:xfrm>
              <a:off x="4075907" y="4795839"/>
              <a:ext cx="7397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CEMPRESA</a:t>
              </a:r>
            </a:p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CBALCAO</a:t>
              </a:r>
            </a:p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CNUMECTA</a:t>
              </a:r>
            </a:p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ZDEPOSIT</a:t>
              </a:r>
            </a:p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kumimoji="0" lang="pt-PT" altLang="pt-PT" sz="5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COD_VISAO</a:t>
              </a:r>
              <a:endParaRPr kumimoji="0" lang="pt-PT" altLang="pt-PT" sz="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46" name="Rectangle 40"/>
          <p:cNvSpPr>
            <a:spLocks noChangeArrowheads="1"/>
          </p:cNvSpPr>
          <p:nvPr/>
        </p:nvSpPr>
        <p:spPr bwMode="auto">
          <a:xfrm>
            <a:off x="7161694" y="853942"/>
            <a:ext cx="995465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BUSINESS_BEIFEI</a:t>
            </a:r>
            <a:endParaRPr kumimoji="0" lang="pt-PT" altLang="pt-PT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3997837" y="3425926"/>
            <a:ext cx="739775" cy="865188"/>
            <a:chOff x="4075907" y="4456113"/>
            <a:chExt cx="739775" cy="865188"/>
          </a:xfrm>
        </p:grpSpPr>
        <p:sp>
          <p:nvSpPr>
            <p:cNvPr id="21" name="Flowchart: Magnetic Disk 20"/>
            <p:cNvSpPr/>
            <p:nvPr/>
          </p:nvSpPr>
          <p:spPr>
            <a:xfrm>
              <a:off x="4075907" y="4456113"/>
              <a:ext cx="732631" cy="865188"/>
            </a:xfrm>
            <a:prstGeom prst="flowChartMagneticDisk">
              <a:avLst/>
            </a:prstGeom>
            <a:solidFill>
              <a:srgbClr val="D9D9D9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56"/>
            <p:cNvSpPr>
              <a:spLocks noChangeArrowheads="1"/>
            </p:cNvSpPr>
            <p:nvPr/>
          </p:nvSpPr>
          <p:spPr bwMode="auto">
            <a:xfrm>
              <a:off x="4151899" y="4533108"/>
              <a:ext cx="587779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OUT_FEI_REPAID_TRANSACTIONS</a:t>
              </a:r>
              <a:endParaRPr kumimoji="0" lang="pt-PT" altLang="pt-PT" sz="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23" name="Rectangle 57"/>
            <p:cNvSpPr>
              <a:spLocks noChangeArrowheads="1"/>
            </p:cNvSpPr>
            <p:nvPr/>
          </p:nvSpPr>
          <p:spPr bwMode="auto">
            <a:xfrm>
              <a:off x="4075907" y="4795839"/>
              <a:ext cx="73977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TRANSACTION_REFERENCE</a:t>
              </a:r>
            </a:p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kumimoji="0" lang="pt-PT" altLang="pt-PT" sz="5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COD_VISAO</a:t>
              </a:r>
              <a:endParaRPr kumimoji="0" lang="pt-PT" altLang="pt-PT" sz="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24" name="Elbow Connector 23"/>
          <p:cNvCxnSpPr>
            <a:stCxn id="3" idx="3"/>
            <a:endCxn id="21" idx="1"/>
          </p:cNvCxnSpPr>
          <p:nvPr/>
        </p:nvCxnSpPr>
        <p:spPr>
          <a:xfrm rot="5400000">
            <a:off x="4652115" y="2762216"/>
            <a:ext cx="375749" cy="95167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576841" y="3244129"/>
            <a:ext cx="244009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altLang="pt-PT" sz="8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TRANSACTION_REFERENCE = CNUMECTA + ZDEPOSIT</a:t>
            </a:r>
            <a:endParaRPr lang="pt-PT" dirty="0"/>
          </a:p>
        </p:txBody>
      </p:sp>
      <p:grpSp>
        <p:nvGrpSpPr>
          <p:cNvPr id="37" name="Group 36"/>
          <p:cNvGrpSpPr/>
          <p:nvPr/>
        </p:nvGrpSpPr>
        <p:grpSpPr>
          <a:xfrm>
            <a:off x="6843089" y="2184991"/>
            <a:ext cx="739775" cy="865188"/>
            <a:chOff x="4075907" y="4456113"/>
            <a:chExt cx="739775" cy="865188"/>
          </a:xfrm>
        </p:grpSpPr>
        <p:sp>
          <p:nvSpPr>
            <p:cNvPr id="38" name="Flowchart: Magnetic Disk 37"/>
            <p:cNvSpPr/>
            <p:nvPr/>
          </p:nvSpPr>
          <p:spPr>
            <a:xfrm>
              <a:off x="4075907" y="4456113"/>
              <a:ext cx="732631" cy="865188"/>
            </a:xfrm>
            <a:prstGeom prst="flowChartMagneticDisk">
              <a:avLst/>
            </a:prstGeom>
            <a:solidFill>
              <a:srgbClr val="D9D9D9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56"/>
            <p:cNvSpPr>
              <a:spLocks noChangeArrowheads="1"/>
            </p:cNvSpPr>
            <p:nvPr/>
          </p:nvSpPr>
          <p:spPr bwMode="auto">
            <a:xfrm>
              <a:off x="4140597" y="4557443"/>
              <a:ext cx="603250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altLang="pt-PT" sz="500" b="1" noProof="0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OUT_CLIENTS</a:t>
              </a:r>
              <a:endParaRPr kumimoji="0" lang="pt-PT" altLang="pt-P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Rectangle 57"/>
            <p:cNvSpPr>
              <a:spLocks noChangeArrowheads="1"/>
            </p:cNvSpPr>
            <p:nvPr/>
          </p:nvSpPr>
          <p:spPr bwMode="auto">
            <a:xfrm>
              <a:off x="4075907" y="4795839"/>
              <a:ext cx="73977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ZCLIENTE</a:t>
              </a:r>
            </a:p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kumimoji="0" lang="pt-PT" altLang="pt-PT" sz="5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COD_VISAO</a:t>
              </a:r>
              <a:endParaRPr kumimoji="0" lang="pt-PT" altLang="pt-PT" sz="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42" name="Elbow Connector 41"/>
          <p:cNvCxnSpPr>
            <a:stCxn id="47" idx="3"/>
            <a:endCxn id="3" idx="2"/>
          </p:cNvCxnSpPr>
          <p:nvPr/>
        </p:nvCxnSpPr>
        <p:spPr>
          <a:xfrm flipV="1">
            <a:off x="3745363" y="2617583"/>
            <a:ext cx="1204145" cy="8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3005588" y="2156194"/>
            <a:ext cx="739775" cy="865188"/>
            <a:chOff x="4061619" y="4449003"/>
            <a:chExt cx="739775" cy="865188"/>
          </a:xfrm>
          <a:solidFill>
            <a:srgbClr val="D9D9D9"/>
          </a:solidFill>
        </p:grpSpPr>
        <p:sp>
          <p:nvSpPr>
            <p:cNvPr id="45" name="Flowchart: Magnetic Disk 44"/>
            <p:cNvSpPr/>
            <p:nvPr/>
          </p:nvSpPr>
          <p:spPr>
            <a:xfrm>
              <a:off x="4061619" y="4449003"/>
              <a:ext cx="732631" cy="86518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 56"/>
            <p:cNvSpPr>
              <a:spLocks noChangeArrowheads="1"/>
            </p:cNvSpPr>
            <p:nvPr/>
          </p:nvSpPr>
          <p:spPr bwMode="auto">
            <a:xfrm>
              <a:off x="4147349" y="4521866"/>
              <a:ext cx="543376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OUT_FEI_NEW_TRANSACTIONS</a:t>
              </a:r>
              <a:endParaRPr kumimoji="0" lang="pt-PT" altLang="pt-PT" sz="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47" name="Rectangle 57"/>
            <p:cNvSpPr>
              <a:spLocks noChangeArrowheads="1"/>
            </p:cNvSpPr>
            <p:nvPr/>
          </p:nvSpPr>
          <p:spPr bwMode="auto">
            <a:xfrm>
              <a:off x="4068763" y="4795839"/>
              <a:ext cx="732631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TRANSACTION_REFERENCE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COD_VISAO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7798809" y="3451162"/>
            <a:ext cx="733107" cy="865188"/>
            <a:chOff x="4068287" y="4456113"/>
            <a:chExt cx="733107" cy="865188"/>
          </a:xfrm>
          <a:solidFill>
            <a:srgbClr val="D9D9D9"/>
          </a:solidFill>
        </p:grpSpPr>
        <p:sp>
          <p:nvSpPr>
            <p:cNvPr id="49" name="Flowchart: Magnetic Disk 48"/>
            <p:cNvSpPr/>
            <p:nvPr/>
          </p:nvSpPr>
          <p:spPr>
            <a:xfrm>
              <a:off x="4068287" y="4456113"/>
              <a:ext cx="732631" cy="86518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56"/>
            <p:cNvSpPr>
              <a:spLocks noChangeArrowheads="1"/>
            </p:cNvSpPr>
            <p:nvPr/>
          </p:nvSpPr>
          <p:spPr bwMode="auto">
            <a:xfrm>
              <a:off x="4175925" y="4531392"/>
              <a:ext cx="545735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OUT_FEI_NEW_RECIPIENTS</a:t>
              </a:r>
              <a:endParaRPr kumimoji="0" lang="pt-PT" altLang="pt-PT" sz="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51" name="Rectangle 57"/>
            <p:cNvSpPr>
              <a:spLocks noChangeArrowheads="1"/>
            </p:cNvSpPr>
            <p:nvPr/>
          </p:nvSpPr>
          <p:spPr bwMode="auto">
            <a:xfrm>
              <a:off x="4068763" y="4795839"/>
              <a:ext cx="732631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FISCAL_NUMBER</a:t>
              </a:r>
              <a:endParaRPr lang="pt-PT" altLang="pt-PT" sz="500" b="1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COD_VISAO</a:t>
              </a:r>
            </a:p>
          </p:txBody>
        </p:sp>
      </p:grpSp>
      <p:cxnSp>
        <p:nvCxnSpPr>
          <p:cNvPr id="52" name="Elbow Connector 51"/>
          <p:cNvCxnSpPr>
            <a:stCxn id="49" idx="1"/>
            <a:endCxn id="38" idx="4"/>
          </p:cNvCxnSpPr>
          <p:nvPr/>
        </p:nvCxnSpPr>
        <p:spPr>
          <a:xfrm rot="16200000" flipV="1">
            <a:off x="7453635" y="2739671"/>
            <a:ext cx="833577" cy="58940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3" idx="4"/>
            <a:endCxn id="38" idx="2"/>
          </p:cNvCxnSpPr>
          <p:nvPr/>
        </p:nvCxnSpPr>
        <p:spPr>
          <a:xfrm>
            <a:off x="5682139" y="2617583"/>
            <a:ext cx="1160950" cy="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426" idx="3"/>
            <a:endCxn id="131" idx="3"/>
          </p:cNvCxnSpPr>
          <p:nvPr/>
        </p:nvCxnSpPr>
        <p:spPr>
          <a:xfrm rot="5400000" flipH="1">
            <a:off x="4348599" y="3343012"/>
            <a:ext cx="28568" cy="1907948"/>
          </a:xfrm>
          <a:prstGeom prst="bentConnector3">
            <a:avLst>
              <a:gd name="adj1" fmla="val -80019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5901657" y="3434338"/>
            <a:ext cx="733107" cy="865188"/>
            <a:chOff x="4068287" y="4456113"/>
            <a:chExt cx="733107" cy="865188"/>
          </a:xfrm>
          <a:solidFill>
            <a:srgbClr val="D9D9D9"/>
          </a:solidFill>
        </p:grpSpPr>
        <p:sp>
          <p:nvSpPr>
            <p:cNvPr id="54" name="Flowchart: Magnetic Disk 53"/>
            <p:cNvSpPr/>
            <p:nvPr/>
          </p:nvSpPr>
          <p:spPr>
            <a:xfrm>
              <a:off x="4068287" y="4456113"/>
              <a:ext cx="732631" cy="86518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4175925" y="4531392"/>
              <a:ext cx="545735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noProof="0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OUT_FEI_SUSTAINABILITY</a:t>
              </a:r>
              <a:endParaRPr kumimoji="0" lang="pt-PT" altLang="pt-PT" sz="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4068763" y="4795839"/>
              <a:ext cx="732631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TRANSACTION_REFERENCE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COD_VISAO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6844137" y="3429093"/>
            <a:ext cx="733107" cy="865188"/>
            <a:chOff x="4068287" y="4456113"/>
            <a:chExt cx="733107" cy="865188"/>
          </a:xfrm>
          <a:solidFill>
            <a:srgbClr val="D9D9D9"/>
          </a:solidFill>
        </p:grpSpPr>
        <p:sp>
          <p:nvSpPr>
            <p:cNvPr id="58" name="Flowchart: Magnetic Disk 57"/>
            <p:cNvSpPr/>
            <p:nvPr/>
          </p:nvSpPr>
          <p:spPr>
            <a:xfrm>
              <a:off x="4068287" y="4456113"/>
              <a:ext cx="732631" cy="86518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56"/>
            <p:cNvSpPr>
              <a:spLocks noChangeArrowheads="1"/>
            </p:cNvSpPr>
            <p:nvPr/>
          </p:nvSpPr>
          <p:spPr bwMode="auto">
            <a:xfrm>
              <a:off x="4110483" y="4531392"/>
              <a:ext cx="653849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OUT_FEI_TRANSACTIONS_MODIFICATIONS</a:t>
              </a:r>
              <a:endParaRPr kumimoji="0" lang="pt-PT" altLang="pt-PT" sz="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60" name="Rectangle 57"/>
            <p:cNvSpPr>
              <a:spLocks noChangeArrowheads="1"/>
            </p:cNvSpPr>
            <p:nvPr/>
          </p:nvSpPr>
          <p:spPr bwMode="auto">
            <a:xfrm>
              <a:off x="4068763" y="4795839"/>
              <a:ext cx="732631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TRANSACTION_REFERENCE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COD_VISAO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856775" y="1264522"/>
            <a:ext cx="733107" cy="865188"/>
            <a:chOff x="4068287" y="4456113"/>
            <a:chExt cx="733107" cy="865188"/>
          </a:xfrm>
          <a:solidFill>
            <a:srgbClr val="D9D9D9"/>
          </a:solidFill>
        </p:grpSpPr>
        <p:sp>
          <p:nvSpPr>
            <p:cNvPr id="62" name="Flowchart: Magnetic Disk 61"/>
            <p:cNvSpPr/>
            <p:nvPr/>
          </p:nvSpPr>
          <p:spPr>
            <a:xfrm>
              <a:off x="4068287" y="4456113"/>
              <a:ext cx="732631" cy="865188"/>
            </a:xfrm>
            <a:prstGeom prst="flowChartMagneticDisk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56"/>
            <p:cNvSpPr>
              <a:spLocks noChangeArrowheads="1"/>
            </p:cNvSpPr>
            <p:nvPr/>
          </p:nvSpPr>
          <p:spPr bwMode="auto">
            <a:xfrm>
              <a:off x="4147349" y="4521866"/>
              <a:ext cx="543376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 smtClean="0">
                  <a:solidFill>
                    <a:srgbClr val="000000"/>
                  </a:solidFill>
                  <a:latin typeface="Calibri" panose="020F0502020204030204" pitchFamily="34" charset="0"/>
                </a:rPr>
                <a:t>INP_FEI_IEU_NEW_TRANSACTIONS</a:t>
              </a:r>
              <a:endParaRPr kumimoji="0" lang="pt-PT" altLang="pt-PT" sz="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65" name="Rectangle 57"/>
            <p:cNvSpPr>
              <a:spLocks noChangeArrowheads="1"/>
            </p:cNvSpPr>
            <p:nvPr/>
          </p:nvSpPr>
          <p:spPr bwMode="auto">
            <a:xfrm>
              <a:off x="4068763" y="4795839"/>
              <a:ext cx="732631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TRANSACTION_REFERENCE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DATA_DATE_PART</a:t>
              </a:r>
            </a:p>
            <a:p>
              <a:pPr lvl="0" algn="ctr">
                <a:defRPr/>
              </a:pPr>
              <a:r>
                <a:rPr lang="pt-PT" altLang="pt-PT" sz="500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COD_VISAO</a:t>
              </a:r>
            </a:p>
          </p:txBody>
        </p:sp>
      </p:grpSp>
      <p:cxnSp>
        <p:nvCxnSpPr>
          <p:cNvPr id="80" name="Elbow Connector 79"/>
          <p:cNvCxnSpPr>
            <a:stCxn id="3" idx="1"/>
            <a:endCxn id="65" idx="1"/>
          </p:cNvCxnSpPr>
          <p:nvPr/>
        </p:nvCxnSpPr>
        <p:spPr>
          <a:xfrm rot="5400000" flipH="1" flipV="1">
            <a:off x="5353875" y="1681614"/>
            <a:ext cx="465325" cy="54142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/>
          <p:cNvCxnSpPr>
            <a:stCxn id="38" idx="1"/>
            <a:endCxn id="65" idx="3"/>
          </p:cNvCxnSpPr>
          <p:nvPr/>
        </p:nvCxnSpPr>
        <p:spPr>
          <a:xfrm rot="16200000" flipV="1">
            <a:off x="6666981" y="1642566"/>
            <a:ext cx="465327" cy="61952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/>
          <p:cNvCxnSpPr>
            <a:stCxn id="45" idx="1"/>
            <a:endCxn id="49" idx="1"/>
          </p:cNvCxnSpPr>
          <p:nvPr/>
        </p:nvCxnSpPr>
        <p:spPr>
          <a:xfrm rot="16200000" flipH="1">
            <a:off x="5121030" y="407068"/>
            <a:ext cx="1294968" cy="4793221"/>
          </a:xfrm>
          <a:prstGeom prst="bentConnector3">
            <a:avLst>
              <a:gd name="adj1" fmla="val -802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3" idx="3"/>
            <a:endCxn id="58" idx="1"/>
          </p:cNvCxnSpPr>
          <p:nvPr/>
        </p:nvCxnSpPr>
        <p:spPr>
          <a:xfrm rot="16200000" flipH="1">
            <a:off x="6073680" y="2292320"/>
            <a:ext cx="378916" cy="189462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/>
          <p:cNvCxnSpPr>
            <a:stCxn id="38" idx="3"/>
            <a:endCxn id="58" idx="1"/>
          </p:cNvCxnSpPr>
          <p:nvPr/>
        </p:nvCxnSpPr>
        <p:spPr>
          <a:xfrm rot="16200000" flipH="1">
            <a:off x="7020472" y="3239112"/>
            <a:ext cx="378914" cy="10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/>
          <p:cNvCxnSpPr>
            <a:stCxn id="3" idx="3"/>
            <a:endCxn id="54" idx="1"/>
          </p:cNvCxnSpPr>
          <p:nvPr/>
        </p:nvCxnSpPr>
        <p:spPr>
          <a:xfrm rot="16200000" flipH="1">
            <a:off x="5599818" y="2766182"/>
            <a:ext cx="384161" cy="95214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64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230562" y="853440"/>
            <a:ext cx="5730875" cy="5021580"/>
          </a:xfrm>
          <a:prstGeom prst="rect">
            <a:avLst/>
          </a:prstGeom>
          <a:solidFill>
            <a:srgbClr val="FFFF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Freeform 37"/>
          <p:cNvSpPr>
            <a:spLocks noEditPoints="1"/>
          </p:cNvSpPr>
          <p:nvPr/>
        </p:nvSpPr>
        <p:spPr bwMode="auto">
          <a:xfrm>
            <a:off x="3586163" y="1299882"/>
            <a:ext cx="5054600" cy="3660738"/>
          </a:xfrm>
          <a:custGeom>
            <a:avLst/>
            <a:gdLst>
              <a:gd name="T0" fmla="*/ 6 w 3184"/>
              <a:gd name="T1" fmla="*/ 2265 h 2949"/>
              <a:gd name="T2" fmla="*/ 6 w 3184"/>
              <a:gd name="T3" fmla="*/ 2014 h 2949"/>
              <a:gd name="T4" fmla="*/ 0 w 3184"/>
              <a:gd name="T5" fmla="*/ 1785 h 2949"/>
              <a:gd name="T6" fmla="*/ 0 w 3184"/>
              <a:gd name="T7" fmla="*/ 1577 h 2949"/>
              <a:gd name="T8" fmla="*/ 0 w 3184"/>
              <a:gd name="T9" fmla="*/ 1386 h 2949"/>
              <a:gd name="T10" fmla="*/ 6 w 3184"/>
              <a:gd name="T11" fmla="*/ 1157 h 2949"/>
              <a:gd name="T12" fmla="*/ 6 w 3184"/>
              <a:gd name="T13" fmla="*/ 906 h 2949"/>
              <a:gd name="T14" fmla="*/ 0 w 3184"/>
              <a:gd name="T15" fmla="*/ 676 h 2949"/>
              <a:gd name="T16" fmla="*/ 6 w 3184"/>
              <a:gd name="T17" fmla="*/ 493 h 2949"/>
              <a:gd name="T18" fmla="*/ 18 w 3184"/>
              <a:gd name="T19" fmla="*/ 383 h 2949"/>
              <a:gd name="T20" fmla="*/ 61 w 3184"/>
              <a:gd name="T21" fmla="*/ 267 h 2949"/>
              <a:gd name="T22" fmla="*/ 152 w 3184"/>
              <a:gd name="T23" fmla="*/ 145 h 2949"/>
              <a:gd name="T24" fmla="*/ 253 w 3184"/>
              <a:gd name="T25" fmla="*/ 62 h 2949"/>
              <a:gd name="T26" fmla="*/ 322 w 3184"/>
              <a:gd name="T27" fmla="*/ 30 h 2949"/>
              <a:gd name="T28" fmla="*/ 481 w 3184"/>
              <a:gd name="T29" fmla="*/ 0 h 2949"/>
              <a:gd name="T30" fmla="*/ 625 w 3184"/>
              <a:gd name="T31" fmla="*/ 0 h 2949"/>
              <a:gd name="T32" fmla="*/ 855 w 3184"/>
              <a:gd name="T33" fmla="*/ 5 h 2949"/>
              <a:gd name="T34" fmla="*/ 1106 w 3184"/>
              <a:gd name="T35" fmla="*/ 5 h 2949"/>
              <a:gd name="T36" fmla="*/ 1335 w 3184"/>
              <a:gd name="T37" fmla="*/ 0 h 2949"/>
              <a:gd name="T38" fmla="*/ 1542 w 3184"/>
              <a:gd name="T39" fmla="*/ 0 h 2949"/>
              <a:gd name="T40" fmla="*/ 1733 w 3184"/>
              <a:gd name="T41" fmla="*/ 0 h 2949"/>
              <a:gd name="T42" fmla="*/ 1963 w 3184"/>
              <a:gd name="T43" fmla="*/ 5 h 2949"/>
              <a:gd name="T44" fmla="*/ 2214 w 3184"/>
              <a:gd name="T45" fmla="*/ 5 h 2949"/>
              <a:gd name="T46" fmla="*/ 2443 w 3184"/>
              <a:gd name="T47" fmla="*/ 0 h 2949"/>
              <a:gd name="T48" fmla="*/ 2650 w 3184"/>
              <a:gd name="T49" fmla="*/ 0 h 2949"/>
              <a:gd name="T50" fmla="*/ 2779 w 3184"/>
              <a:gd name="T51" fmla="*/ 7 h 2949"/>
              <a:gd name="T52" fmla="*/ 2883 w 3184"/>
              <a:gd name="T53" fmla="*/ 38 h 2949"/>
              <a:gd name="T54" fmla="*/ 2991 w 3184"/>
              <a:gd name="T55" fmla="*/ 108 h 2949"/>
              <a:gd name="T56" fmla="*/ 3086 w 3184"/>
              <a:gd name="T57" fmla="*/ 197 h 2949"/>
              <a:gd name="T58" fmla="*/ 3145 w 3184"/>
              <a:gd name="T59" fmla="*/ 314 h 2949"/>
              <a:gd name="T60" fmla="*/ 3179 w 3184"/>
              <a:gd name="T61" fmla="*/ 418 h 2949"/>
              <a:gd name="T62" fmla="*/ 3184 w 3184"/>
              <a:gd name="T63" fmla="*/ 582 h 2949"/>
              <a:gd name="T64" fmla="*/ 3184 w 3184"/>
              <a:gd name="T65" fmla="*/ 789 h 2949"/>
              <a:gd name="T66" fmla="*/ 3184 w 3184"/>
              <a:gd name="T67" fmla="*/ 980 h 2949"/>
              <a:gd name="T68" fmla="*/ 3179 w 3184"/>
              <a:gd name="T69" fmla="*/ 1210 h 2949"/>
              <a:gd name="T70" fmla="*/ 3179 w 3184"/>
              <a:gd name="T71" fmla="*/ 1461 h 2949"/>
              <a:gd name="T72" fmla="*/ 3184 w 3184"/>
              <a:gd name="T73" fmla="*/ 1690 h 2949"/>
              <a:gd name="T74" fmla="*/ 3184 w 3184"/>
              <a:gd name="T75" fmla="*/ 1898 h 2949"/>
              <a:gd name="T76" fmla="*/ 3184 w 3184"/>
              <a:gd name="T77" fmla="*/ 2089 h 2949"/>
              <a:gd name="T78" fmla="*/ 3179 w 3184"/>
              <a:gd name="T79" fmla="*/ 2318 h 2949"/>
              <a:gd name="T80" fmla="*/ 3175 w 3184"/>
              <a:gd name="T81" fmla="*/ 2518 h 2949"/>
              <a:gd name="T82" fmla="*/ 3148 w 3184"/>
              <a:gd name="T83" fmla="*/ 2642 h 2949"/>
              <a:gd name="T84" fmla="*/ 3096 w 3184"/>
              <a:gd name="T85" fmla="*/ 2729 h 2949"/>
              <a:gd name="T86" fmla="*/ 2986 w 3184"/>
              <a:gd name="T87" fmla="*/ 2852 h 2949"/>
              <a:gd name="T88" fmla="*/ 2903 w 3184"/>
              <a:gd name="T89" fmla="*/ 2896 h 2949"/>
              <a:gd name="T90" fmla="*/ 2778 w 3184"/>
              <a:gd name="T91" fmla="*/ 2936 h 2949"/>
              <a:gd name="T92" fmla="*/ 2661 w 3184"/>
              <a:gd name="T93" fmla="*/ 2944 h 2949"/>
              <a:gd name="T94" fmla="*/ 2432 w 3184"/>
              <a:gd name="T95" fmla="*/ 2949 h 2949"/>
              <a:gd name="T96" fmla="*/ 2225 w 3184"/>
              <a:gd name="T97" fmla="*/ 2949 h 2949"/>
              <a:gd name="T98" fmla="*/ 2034 w 3184"/>
              <a:gd name="T99" fmla="*/ 2949 h 2949"/>
              <a:gd name="T100" fmla="*/ 1805 w 3184"/>
              <a:gd name="T101" fmla="*/ 2944 h 2949"/>
              <a:gd name="T102" fmla="*/ 1554 w 3184"/>
              <a:gd name="T103" fmla="*/ 2944 h 2949"/>
              <a:gd name="T104" fmla="*/ 1324 w 3184"/>
              <a:gd name="T105" fmla="*/ 2949 h 2949"/>
              <a:gd name="T106" fmla="*/ 1117 w 3184"/>
              <a:gd name="T107" fmla="*/ 2949 h 2949"/>
              <a:gd name="T108" fmla="*/ 926 w 3184"/>
              <a:gd name="T109" fmla="*/ 2949 h 2949"/>
              <a:gd name="T110" fmla="*/ 697 w 3184"/>
              <a:gd name="T111" fmla="*/ 2944 h 2949"/>
              <a:gd name="T112" fmla="*/ 506 w 3184"/>
              <a:gd name="T113" fmla="*/ 2949 h 2949"/>
              <a:gd name="T114" fmla="*/ 347 w 3184"/>
              <a:gd name="T115" fmla="*/ 2927 h 2949"/>
              <a:gd name="T116" fmla="*/ 248 w 3184"/>
              <a:gd name="T117" fmla="*/ 2884 h 2949"/>
              <a:gd name="T118" fmla="*/ 148 w 3184"/>
              <a:gd name="T119" fmla="*/ 2801 h 2949"/>
              <a:gd name="T120" fmla="*/ 52 w 3184"/>
              <a:gd name="T121" fmla="*/ 2676 h 2949"/>
              <a:gd name="T122" fmla="*/ 18 w 3184"/>
              <a:gd name="T123" fmla="*/ 2566 h 2949"/>
              <a:gd name="T124" fmla="*/ 0 w 3184"/>
              <a:gd name="T125" fmla="*/ 2475 h 29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84" h="2949">
                <a:moveTo>
                  <a:pt x="0" y="2456"/>
                </a:moveTo>
                <a:lnTo>
                  <a:pt x="0" y="2434"/>
                </a:lnTo>
                <a:lnTo>
                  <a:pt x="6" y="2434"/>
                </a:lnTo>
                <a:lnTo>
                  <a:pt x="6" y="2456"/>
                </a:lnTo>
                <a:lnTo>
                  <a:pt x="0" y="2456"/>
                </a:lnTo>
                <a:close/>
                <a:moveTo>
                  <a:pt x="0" y="2418"/>
                </a:moveTo>
                <a:lnTo>
                  <a:pt x="0" y="2396"/>
                </a:lnTo>
                <a:lnTo>
                  <a:pt x="6" y="2396"/>
                </a:lnTo>
                <a:lnTo>
                  <a:pt x="6" y="2418"/>
                </a:lnTo>
                <a:lnTo>
                  <a:pt x="0" y="2418"/>
                </a:lnTo>
                <a:close/>
                <a:moveTo>
                  <a:pt x="0" y="2380"/>
                </a:moveTo>
                <a:lnTo>
                  <a:pt x="0" y="2358"/>
                </a:lnTo>
                <a:lnTo>
                  <a:pt x="6" y="2358"/>
                </a:lnTo>
                <a:lnTo>
                  <a:pt x="6" y="2380"/>
                </a:lnTo>
                <a:lnTo>
                  <a:pt x="0" y="2380"/>
                </a:lnTo>
                <a:close/>
                <a:moveTo>
                  <a:pt x="0" y="2341"/>
                </a:moveTo>
                <a:lnTo>
                  <a:pt x="0" y="2320"/>
                </a:lnTo>
                <a:lnTo>
                  <a:pt x="6" y="2320"/>
                </a:lnTo>
                <a:lnTo>
                  <a:pt x="6" y="2341"/>
                </a:lnTo>
                <a:lnTo>
                  <a:pt x="0" y="2341"/>
                </a:lnTo>
                <a:close/>
                <a:moveTo>
                  <a:pt x="0" y="2303"/>
                </a:moveTo>
                <a:lnTo>
                  <a:pt x="0" y="2281"/>
                </a:lnTo>
                <a:lnTo>
                  <a:pt x="6" y="2281"/>
                </a:lnTo>
                <a:lnTo>
                  <a:pt x="6" y="2303"/>
                </a:lnTo>
                <a:lnTo>
                  <a:pt x="0" y="2303"/>
                </a:lnTo>
                <a:close/>
                <a:moveTo>
                  <a:pt x="0" y="2265"/>
                </a:moveTo>
                <a:lnTo>
                  <a:pt x="0" y="2243"/>
                </a:lnTo>
                <a:lnTo>
                  <a:pt x="6" y="2243"/>
                </a:lnTo>
                <a:lnTo>
                  <a:pt x="6" y="2265"/>
                </a:lnTo>
                <a:lnTo>
                  <a:pt x="0" y="2265"/>
                </a:lnTo>
                <a:close/>
                <a:moveTo>
                  <a:pt x="0" y="2227"/>
                </a:moveTo>
                <a:lnTo>
                  <a:pt x="0" y="2205"/>
                </a:lnTo>
                <a:lnTo>
                  <a:pt x="6" y="2205"/>
                </a:lnTo>
                <a:lnTo>
                  <a:pt x="6" y="2227"/>
                </a:lnTo>
                <a:lnTo>
                  <a:pt x="0" y="2227"/>
                </a:lnTo>
                <a:close/>
                <a:moveTo>
                  <a:pt x="0" y="2189"/>
                </a:moveTo>
                <a:lnTo>
                  <a:pt x="0" y="2167"/>
                </a:lnTo>
                <a:lnTo>
                  <a:pt x="6" y="2167"/>
                </a:lnTo>
                <a:lnTo>
                  <a:pt x="6" y="2189"/>
                </a:lnTo>
                <a:lnTo>
                  <a:pt x="0" y="2189"/>
                </a:lnTo>
                <a:close/>
                <a:moveTo>
                  <a:pt x="0" y="2150"/>
                </a:moveTo>
                <a:lnTo>
                  <a:pt x="0" y="2129"/>
                </a:lnTo>
                <a:lnTo>
                  <a:pt x="6" y="2129"/>
                </a:lnTo>
                <a:lnTo>
                  <a:pt x="6" y="2150"/>
                </a:lnTo>
                <a:lnTo>
                  <a:pt x="0" y="2150"/>
                </a:lnTo>
                <a:close/>
                <a:moveTo>
                  <a:pt x="0" y="2112"/>
                </a:moveTo>
                <a:lnTo>
                  <a:pt x="0" y="2090"/>
                </a:lnTo>
                <a:lnTo>
                  <a:pt x="6" y="2090"/>
                </a:lnTo>
                <a:lnTo>
                  <a:pt x="6" y="2112"/>
                </a:lnTo>
                <a:lnTo>
                  <a:pt x="0" y="2112"/>
                </a:lnTo>
                <a:close/>
                <a:moveTo>
                  <a:pt x="0" y="2074"/>
                </a:moveTo>
                <a:lnTo>
                  <a:pt x="0" y="2052"/>
                </a:lnTo>
                <a:lnTo>
                  <a:pt x="6" y="2052"/>
                </a:lnTo>
                <a:lnTo>
                  <a:pt x="6" y="2074"/>
                </a:lnTo>
                <a:lnTo>
                  <a:pt x="0" y="2074"/>
                </a:lnTo>
                <a:close/>
                <a:moveTo>
                  <a:pt x="0" y="2036"/>
                </a:moveTo>
                <a:lnTo>
                  <a:pt x="0" y="2014"/>
                </a:lnTo>
                <a:lnTo>
                  <a:pt x="6" y="2014"/>
                </a:lnTo>
                <a:lnTo>
                  <a:pt x="6" y="2036"/>
                </a:lnTo>
                <a:lnTo>
                  <a:pt x="0" y="2036"/>
                </a:lnTo>
                <a:close/>
                <a:moveTo>
                  <a:pt x="0" y="1998"/>
                </a:moveTo>
                <a:lnTo>
                  <a:pt x="0" y="1976"/>
                </a:lnTo>
                <a:lnTo>
                  <a:pt x="6" y="1976"/>
                </a:lnTo>
                <a:lnTo>
                  <a:pt x="6" y="1998"/>
                </a:lnTo>
                <a:lnTo>
                  <a:pt x="0" y="1998"/>
                </a:lnTo>
                <a:close/>
                <a:moveTo>
                  <a:pt x="0" y="1959"/>
                </a:moveTo>
                <a:lnTo>
                  <a:pt x="0" y="1938"/>
                </a:lnTo>
                <a:lnTo>
                  <a:pt x="6" y="1938"/>
                </a:lnTo>
                <a:lnTo>
                  <a:pt x="6" y="1959"/>
                </a:lnTo>
                <a:lnTo>
                  <a:pt x="0" y="1959"/>
                </a:lnTo>
                <a:close/>
                <a:moveTo>
                  <a:pt x="0" y="1921"/>
                </a:moveTo>
                <a:lnTo>
                  <a:pt x="0" y="1899"/>
                </a:lnTo>
                <a:lnTo>
                  <a:pt x="6" y="1899"/>
                </a:lnTo>
                <a:lnTo>
                  <a:pt x="6" y="1921"/>
                </a:lnTo>
                <a:lnTo>
                  <a:pt x="0" y="1921"/>
                </a:lnTo>
                <a:close/>
                <a:moveTo>
                  <a:pt x="0" y="1883"/>
                </a:moveTo>
                <a:lnTo>
                  <a:pt x="0" y="1861"/>
                </a:lnTo>
                <a:lnTo>
                  <a:pt x="6" y="1861"/>
                </a:lnTo>
                <a:lnTo>
                  <a:pt x="6" y="1883"/>
                </a:lnTo>
                <a:lnTo>
                  <a:pt x="0" y="1883"/>
                </a:lnTo>
                <a:close/>
                <a:moveTo>
                  <a:pt x="0" y="1845"/>
                </a:moveTo>
                <a:lnTo>
                  <a:pt x="0" y="1823"/>
                </a:lnTo>
                <a:lnTo>
                  <a:pt x="6" y="1823"/>
                </a:lnTo>
                <a:lnTo>
                  <a:pt x="6" y="1845"/>
                </a:lnTo>
                <a:lnTo>
                  <a:pt x="0" y="1845"/>
                </a:lnTo>
                <a:close/>
                <a:moveTo>
                  <a:pt x="0" y="1807"/>
                </a:moveTo>
                <a:lnTo>
                  <a:pt x="0" y="1785"/>
                </a:lnTo>
                <a:lnTo>
                  <a:pt x="6" y="1785"/>
                </a:lnTo>
                <a:lnTo>
                  <a:pt x="6" y="1807"/>
                </a:lnTo>
                <a:lnTo>
                  <a:pt x="0" y="1807"/>
                </a:lnTo>
                <a:close/>
                <a:moveTo>
                  <a:pt x="0" y="1768"/>
                </a:moveTo>
                <a:lnTo>
                  <a:pt x="0" y="1746"/>
                </a:lnTo>
                <a:lnTo>
                  <a:pt x="6" y="1746"/>
                </a:lnTo>
                <a:lnTo>
                  <a:pt x="6" y="1768"/>
                </a:lnTo>
                <a:lnTo>
                  <a:pt x="0" y="1768"/>
                </a:lnTo>
                <a:close/>
                <a:moveTo>
                  <a:pt x="0" y="1730"/>
                </a:moveTo>
                <a:lnTo>
                  <a:pt x="0" y="1708"/>
                </a:lnTo>
                <a:lnTo>
                  <a:pt x="6" y="1708"/>
                </a:lnTo>
                <a:lnTo>
                  <a:pt x="6" y="1730"/>
                </a:lnTo>
                <a:lnTo>
                  <a:pt x="0" y="1730"/>
                </a:lnTo>
                <a:close/>
                <a:moveTo>
                  <a:pt x="0" y="1692"/>
                </a:moveTo>
                <a:lnTo>
                  <a:pt x="0" y="1670"/>
                </a:lnTo>
                <a:lnTo>
                  <a:pt x="6" y="1670"/>
                </a:lnTo>
                <a:lnTo>
                  <a:pt x="6" y="1692"/>
                </a:lnTo>
                <a:lnTo>
                  <a:pt x="0" y="1692"/>
                </a:lnTo>
                <a:close/>
                <a:moveTo>
                  <a:pt x="0" y="1654"/>
                </a:moveTo>
                <a:lnTo>
                  <a:pt x="0" y="1632"/>
                </a:lnTo>
                <a:lnTo>
                  <a:pt x="6" y="1632"/>
                </a:lnTo>
                <a:lnTo>
                  <a:pt x="6" y="1654"/>
                </a:lnTo>
                <a:lnTo>
                  <a:pt x="0" y="1654"/>
                </a:lnTo>
                <a:close/>
                <a:moveTo>
                  <a:pt x="0" y="1615"/>
                </a:moveTo>
                <a:lnTo>
                  <a:pt x="0" y="1594"/>
                </a:lnTo>
                <a:lnTo>
                  <a:pt x="6" y="1594"/>
                </a:lnTo>
                <a:lnTo>
                  <a:pt x="6" y="1615"/>
                </a:lnTo>
                <a:lnTo>
                  <a:pt x="0" y="1615"/>
                </a:lnTo>
                <a:close/>
                <a:moveTo>
                  <a:pt x="0" y="1577"/>
                </a:moveTo>
                <a:lnTo>
                  <a:pt x="0" y="1555"/>
                </a:lnTo>
                <a:lnTo>
                  <a:pt x="6" y="1555"/>
                </a:lnTo>
                <a:lnTo>
                  <a:pt x="6" y="1577"/>
                </a:lnTo>
                <a:lnTo>
                  <a:pt x="0" y="1577"/>
                </a:lnTo>
                <a:close/>
                <a:moveTo>
                  <a:pt x="0" y="1539"/>
                </a:moveTo>
                <a:lnTo>
                  <a:pt x="0" y="1517"/>
                </a:lnTo>
                <a:lnTo>
                  <a:pt x="6" y="1517"/>
                </a:lnTo>
                <a:lnTo>
                  <a:pt x="6" y="1539"/>
                </a:lnTo>
                <a:lnTo>
                  <a:pt x="0" y="1539"/>
                </a:lnTo>
                <a:close/>
                <a:moveTo>
                  <a:pt x="0" y="1501"/>
                </a:moveTo>
                <a:lnTo>
                  <a:pt x="0" y="1479"/>
                </a:lnTo>
                <a:lnTo>
                  <a:pt x="6" y="1479"/>
                </a:lnTo>
                <a:lnTo>
                  <a:pt x="6" y="1501"/>
                </a:lnTo>
                <a:lnTo>
                  <a:pt x="0" y="1501"/>
                </a:lnTo>
                <a:close/>
                <a:moveTo>
                  <a:pt x="0" y="1463"/>
                </a:moveTo>
                <a:lnTo>
                  <a:pt x="0" y="1441"/>
                </a:lnTo>
                <a:lnTo>
                  <a:pt x="6" y="1441"/>
                </a:lnTo>
                <a:lnTo>
                  <a:pt x="6" y="1463"/>
                </a:lnTo>
                <a:lnTo>
                  <a:pt x="0" y="1463"/>
                </a:lnTo>
                <a:close/>
                <a:moveTo>
                  <a:pt x="0" y="1424"/>
                </a:moveTo>
                <a:lnTo>
                  <a:pt x="0" y="1403"/>
                </a:lnTo>
                <a:lnTo>
                  <a:pt x="6" y="1403"/>
                </a:lnTo>
                <a:lnTo>
                  <a:pt x="6" y="1424"/>
                </a:lnTo>
                <a:lnTo>
                  <a:pt x="0" y="1424"/>
                </a:lnTo>
                <a:close/>
                <a:moveTo>
                  <a:pt x="0" y="1386"/>
                </a:moveTo>
                <a:lnTo>
                  <a:pt x="0" y="1364"/>
                </a:lnTo>
                <a:lnTo>
                  <a:pt x="6" y="1364"/>
                </a:lnTo>
                <a:lnTo>
                  <a:pt x="6" y="1386"/>
                </a:lnTo>
                <a:lnTo>
                  <a:pt x="0" y="1386"/>
                </a:lnTo>
                <a:close/>
                <a:moveTo>
                  <a:pt x="0" y="1348"/>
                </a:moveTo>
                <a:lnTo>
                  <a:pt x="0" y="1326"/>
                </a:lnTo>
                <a:lnTo>
                  <a:pt x="6" y="1326"/>
                </a:lnTo>
                <a:lnTo>
                  <a:pt x="6" y="1348"/>
                </a:lnTo>
                <a:lnTo>
                  <a:pt x="0" y="1348"/>
                </a:lnTo>
                <a:close/>
                <a:moveTo>
                  <a:pt x="0" y="1310"/>
                </a:moveTo>
                <a:lnTo>
                  <a:pt x="0" y="1288"/>
                </a:lnTo>
                <a:lnTo>
                  <a:pt x="6" y="1288"/>
                </a:lnTo>
                <a:lnTo>
                  <a:pt x="6" y="1310"/>
                </a:lnTo>
                <a:lnTo>
                  <a:pt x="0" y="1310"/>
                </a:lnTo>
                <a:close/>
                <a:moveTo>
                  <a:pt x="0" y="1272"/>
                </a:moveTo>
                <a:lnTo>
                  <a:pt x="0" y="1250"/>
                </a:lnTo>
                <a:lnTo>
                  <a:pt x="6" y="1250"/>
                </a:lnTo>
                <a:lnTo>
                  <a:pt x="6" y="1272"/>
                </a:lnTo>
                <a:lnTo>
                  <a:pt x="0" y="1272"/>
                </a:lnTo>
                <a:close/>
                <a:moveTo>
                  <a:pt x="0" y="1233"/>
                </a:moveTo>
                <a:lnTo>
                  <a:pt x="0" y="1211"/>
                </a:lnTo>
                <a:lnTo>
                  <a:pt x="6" y="1211"/>
                </a:lnTo>
                <a:lnTo>
                  <a:pt x="6" y="1233"/>
                </a:lnTo>
                <a:lnTo>
                  <a:pt x="0" y="1233"/>
                </a:lnTo>
                <a:close/>
                <a:moveTo>
                  <a:pt x="0" y="1195"/>
                </a:moveTo>
                <a:lnTo>
                  <a:pt x="0" y="1173"/>
                </a:lnTo>
                <a:lnTo>
                  <a:pt x="6" y="1173"/>
                </a:lnTo>
                <a:lnTo>
                  <a:pt x="6" y="1195"/>
                </a:lnTo>
                <a:lnTo>
                  <a:pt x="0" y="1195"/>
                </a:lnTo>
                <a:close/>
                <a:moveTo>
                  <a:pt x="0" y="1157"/>
                </a:moveTo>
                <a:lnTo>
                  <a:pt x="0" y="1135"/>
                </a:lnTo>
                <a:lnTo>
                  <a:pt x="6" y="1135"/>
                </a:lnTo>
                <a:lnTo>
                  <a:pt x="6" y="1157"/>
                </a:lnTo>
                <a:lnTo>
                  <a:pt x="0" y="1157"/>
                </a:lnTo>
                <a:close/>
                <a:moveTo>
                  <a:pt x="0" y="1119"/>
                </a:moveTo>
                <a:lnTo>
                  <a:pt x="0" y="1097"/>
                </a:lnTo>
                <a:lnTo>
                  <a:pt x="6" y="1097"/>
                </a:lnTo>
                <a:lnTo>
                  <a:pt x="6" y="1119"/>
                </a:lnTo>
                <a:lnTo>
                  <a:pt x="0" y="1119"/>
                </a:lnTo>
                <a:close/>
                <a:moveTo>
                  <a:pt x="0" y="1080"/>
                </a:moveTo>
                <a:lnTo>
                  <a:pt x="0" y="1059"/>
                </a:lnTo>
                <a:lnTo>
                  <a:pt x="6" y="1059"/>
                </a:lnTo>
                <a:lnTo>
                  <a:pt x="6" y="1080"/>
                </a:lnTo>
                <a:lnTo>
                  <a:pt x="0" y="1080"/>
                </a:lnTo>
                <a:close/>
                <a:moveTo>
                  <a:pt x="0" y="1042"/>
                </a:moveTo>
                <a:lnTo>
                  <a:pt x="0" y="1020"/>
                </a:lnTo>
                <a:lnTo>
                  <a:pt x="6" y="1020"/>
                </a:lnTo>
                <a:lnTo>
                  <a:pt x="6" y="1042"/>
                </a:lnTo>
                <a:lnTo>
                  <a:pt x="0" y="1042"/>
                </a:lnTo>
                <a:close/>
                <a:moveTo>
                  <a:pt x="0" y="1004"/>
                </a:moveTo>
                <a:lnTo>
                  <a:pt x="0" y="982"/>
                </a:lnTo>
                <a:lnTo>
                  <a:pt x="6" y="982"/>
                </a:lnTo>
                <a:lnTo>
                  <a:pt x="6" y="1004"/>
                </a:lnTo>
                <a:lnTo>
                  <a:pt x="0" y="1004"/>
                </a:lnTo>
                <a:close/>
                <a:moveTo>
                  <a:pt x="0" y="966"/>
                </a:moveTo>
                <a:lnTo>
                  <a:pt x="0" y="944"/>
                </a:lnTo>
                <a:lnTo>
                  <a:pt x="6" y="944"/>
                </a:lnTo>
                <a:lnTo>
                  <a:pt x="6" y="966"/>
                </a:lnTo>
                <a:lnTo>
                  <a:pt x="0" y="966"/>
                </a:lnTo>
                <a:close/>
                <a:moveTo>
                  <a:pt x="0" y="928"/>
                </a:moveTo>
                <a:lnTo>
                  <a:pt x="0" y="906"/>
                </a:lnTo>
                <a:lnTo>
                  <a:pt x="6" y="906"/>
                </a:lnTo>
                <a:lnTo>
                  <a:pt x="6" y="928"/>
                </a:lnTo>
                <a:lnTo>
                  <a:pt x="0" y="928"/>
                </a:lnTo>
                <a:close/>
                <a:moveTo>
                  <a:pt x="0" y="889"/>
                </a:moveTo>
                <a:lnTo>
                  <a:pt x="0" y="868"/>
                </a:lnTo>
                <a:lnTo>
                  <a:pt x="6" y="868"/>
                </a:lnTo>
                <a:lnTo>
                  <a:pt x="6" y="889"/>
                </a:lnTo>
                <a:lnTo>
                  <a:pt x="0" y="889"/>
                </a:lnTo>
                <a:close/>
                <a:moveTo>
                  <a:pt x="0" y="851"/>
                </a:moveTo>
                <a:lnTo>
                  <a:pt x="0" y="829"/>
                </a:lnTo>
                <a:lnTo>
                  <a:pt x="6" y="829"/>
                </a:lnTo>
                <a:lnTo>
                  <a:pt x="6" y="851"/>
                </a:lnTo>
                <a:lnTo>
                  <a:pt x="0" y="851"/>
                </a:lnTo>
                <a:close/>
                <a:moveTo>
                  <a:pt x="0" y="813"/>
                </a:moveTo>
                <a:lnTo>
                  <a:pt x="0" y="791"/>
                </a:lnTo>
                <a:lnTo>
                  <a:pt x="6" y="791"/>
                </a:lnTo>
                <a:lnTo>
                  <a:pt x="6" y="813"/>
                </a:lnTo>
                <a:lnTo>
                  <a:pt x="0" y="813"/>
                </a:lnTo>
                <a:close/>
                <a:moveTo>
                  <a:pt x="0" y="775"/>
                </a:moveTo>
                <a:lnTo>
                  <a:pt x="0" y="753"/>
                </a:lnTo>
                <a:lnTo>
                  <a:pt x="6" y="753"/>
                </a:lnTo>
                <a:lnTo>
                  <a:pt x="6" y="775"/>
                </a:lnTo>
                <a:lnTo>
                  <a:pt x="0" y="775"/>
                </a:lnTo>
                <a:close/>
                <a:moveTo>
                  <a:pt x="0" y="737"/>
                </a:moveTo>
                <a:lnTo>
                  <a:pt x="0" y="715"/>
                </a:lnTo>
                <a:lnTo>
                  <a:pt x="6" y="715"/>
                </a:lnTo>
                <a:lnTo>
                  <a:pt x="6" y="737"/>
                </a:lnTo>
                <a:lnTo>
                  <a:pt x="0" y="737"/>
                </a:lnTo>
                <a:close/>
                <a:moveTo>
                  <a:pt x="0" y="698"/>
                </a:moveTo>
                <a:lnTo>
                  <a:pt x="0" y="676"/>
                </a:lnTo>
                <a:lnTo>
                  <a:pt x="6" y="676"/>
                </a:lnTo>
                <a:lnTo>
                  <a:pt x="6" y="698"/>
                </a:lnTo>
                <a:lnTo>
                  <a:pt x="0" y="698"/>
                </a:lnTo>
                <a:close/>
                <a:moveTo>
                  <a:pt x="0" y="660"/>
                </a:moveTo>
                <a:lnTo>
                  <a:pt x="0" y="638"/>
                </a:lnTo>
                <a:lnTo>
                  <a:pt x="6" y="638"/>
                </a:lnTo>
                <a:lnTo>
                  <a:pt x="6" y="660"/>
                </a:lnTo>
                <a:lnTo>
                  <a:pt x="0" y="660"/>
                </a:lnTo>
                <a:close/>
                <a:moveTo>
                  <a:pt x="0" y="622"/>
                </a:moveTo>
                <a:lnTo>
                  <a:pt x="0" y="600"/>
                </a:lnTo>
                <a:lnTo>
                  <a:pt x="6" y="600"/>
                </a:lnTo>
                <a:lnTo>
                  <a:pt x="6" y="622"/>
                </a:lnTo>
                <a:lnTo>
                  <a:pt x="0" y="622"/>
                </a:lnTo>
                <a:close/>
                <a:moveTo>
                  <a:pt x="0" y="584"/>
                </a:moveTo>
                <a:lnTo>
                  <a:pt x="0" y="562"/>
                </a:lnTo>
                <a:lnTo>
                  <a:pt x="6" y="562"/>
                </a:lnTo>
                <a:lnTo>
                  <a:pt x="6" y="584"/>
                </a:lnTo>
                <a:lnTo>
                  <a:pt x="0" y="584"/>
                </a:lnTo>
                <a:close/>
                <a:moveTo>
                  <a:pt x="0" y="545"/>
                </a:moveTo>
                <a:lnTo>
                  <a:pt x="0" y="524"/>
                </a:lnTo>
                <a:lnTo>
                  <a:pt x="6" y="524"/>
                </a:lnTo>
                <a:lnTo>
                  <a:pt x="6" y="545"/>
                </a:lnTo>
                <a:lnTo>
                  <a:pt x="0" y="545"/>
                </a:lnTo>
                <a:close/>
                <a:moveTo>
                  <a:pt x="0" y="507"/>
                </a:moveTo>
                <a:lnTo>
                  <a:pt x="0" y="493"/>
                </a:lnTo>
                <a:lnTo>
                  <a:pt x="0" y="485"/>
                </a:lnTo>
                <a:lnTo>
                  <a:pt x="6" y="485"/>
                </a:lnTo>
                <a:lnTo>
                  <a:pt x="6" y="493"/>
                </a:lnTo>
                <a:lnTo>
                  <a:pt x="6" y="493"/>
                </a:lnTo>
                <a:lnTo>
                  <a:pt x="6" y="507"/>
                </a:lnTo>
                <a:lnTo>
                  <a:pt x="0" y="507"/>
                </a:lnTo>
                <a:close/>
                <a:moveTo>
                  <a:pt x="1" y="469"/>
                </a:moveTo>
                <a:lnTo>
                  <a:pt x="1" y="468"/>
                </a:lnTo>
                <a:lnTo>
                  <a:pt x="2" y="455"/>
                </a:lnTo>
                <a:lnTo>
                  <a:pt x="2" y="447"/>
                </a:lnTo>
                <a:lnTo>
                  <a:pt x="8" y="448"/>
                </a:lnTo>
                <a:lnTo>
                  <a:pt x="7" y="456"/>
                </a:lnTo>
                <a:lnTo>
                  <a:pt x="7" y="456"/>
                </a:lnTo>
                <a:lnTo>
                  <a:pt x="6" y="468"/>
                </a:lnTo>
                <a:lnTo>
                  <a:pt x="6" y="468"/>
                </a:lnTo>
                <a:lnTo>
                  <a:pt x="6" y="469"/>
                </a:lnTo>
                <a:lnTo>
                  <a:pt x="1" y="469"/>
                </a:lnTo>
                <a:close/>
                <a:moveTo>
                  <a:pt x="4" y="431"/>
                </a:moveTo>
                <a:lnTo>
                  <a:pt x="4" y="430"/>
                </a:lnTo>
                <a:lnTo>
                  <a:pt x="6" y="418"/>
                </a:lnTo>
                <a:lnTo>
                  <a:pt x="7" y="409"/>
                </a:lnTo>
                <a:lnTo>
                  <a:pt x="13" y="410"/>
                </a:lnTo>
                <a:lnTo>
                  <a:pt x="11" y="419"/>
                </a:lnTo>
                <a:lnTo>
                  <a:pt x="11" y="419"/>
                </a:lnTo>
                <a:lnTo>
                  <a:pt x="9" y="431"/>
                </a:lnTo>
                <a:lnTo>
                  <a:pt x="9" y="431"/>
                </a:lnTo>
                <a:lnTo>
                  <a:pt x="9" y="431"/>
                </a:lnTo>
                <a:lnTo>
                  <a:pt x="4" y="431"/>
                </a:lnTo>
                <a:close/>
                <a:moveTo>
                  <a:pt x="10" y="393"/>
                </a:moveTo>
                <a:lnTo>
                  <a:pt x="13" y="382"/>
                </a:lnTo>
                <a:lnTo>
                  <a:pt x="15" y="371"/>
                </a:lnTo>
                <a:lnTo>
                  <a:pt x="21" y="373"/>
                </a:lnTo>
                <a:lnTo>
                  <a:pt x="18" y="383"/>
                </a:lnTo>
                <a:lnTo>
                  <a:pt x="18" y="383"/>
                </a:lnTo>
                <a:lnTo>
                  <a:pt x="16" y="394"/>
                </a:lnTo>
                <a:lnTo>
                  <a:pt x="10" y="393"/>
                </a:lnTo>
                <a:close/>
                <a:moveTo>
                  <a:pt x="20" y="355"/>
                </a:moveTo>
                <a:lnTo>
                  <a:pt x="22" y="346"/>
                </a:lnTo>
                <a:lnTo>
                  <a:pt x="26" y="335"/>
                </a:lnTo>
                <a:lnTo>
                  <a:pt x="26" y="334"/>
                </a:lnTo>
                <a:lnTo>
                  <a:pt x="31" y="336"/>
                </a:lnTo>
                <a:lnTo>
                  <a:pt x="31" y="337"/>
                </a:lnTo>
                <a:lnTo>
                  <a:pt x="31" y="337"/>
                </a:lnTo>
                <a:lnTo>
                  <a:pt x="28" y="348"/>
                </a:lnTo>
                <a:lnTo>
                  <a:pt x="28" y="348"/>
                </a:lnTo>
                <a:lnTo>
                  <a:pt x="25" y="357"/>
                </a:lnTo>
                <a:lnTo>
                  <a:pt x="20" y="355"/>
                </a:lnTo>
                <a:close/>
                <a:moveTo>
                  <a:pt x="32" y="319"/>
                </a:moveTo>
                <a:lnTo>
                  <a:pt x="34" y="312"/>
                </a:lnTo>
                <a:lnTo>
                  <a:pt x="39" y="301"/>
                </a:lnTo>
                <a:lnTo>
                  <a:pt x="40" y="299"/>
                </a:lnTo>
                <a:lnTo>
                  <a:pt x="45" y="301"/>
                </a:lnTo>
                <a:lnTo>
                  <a:pt x="44" y="303"/>
                </a:lnTo>
                <a:lnTo>
                  <a:pt x="44" y="303"/>
                </a:lnTo>
                <a:lnTo>
                  <a:pt x="39" y="314"/>
                </a:lnTo>
                <a:lnTo>
                  <a:pt x="39" y="314"/>
                </a:lnTo>
                <a:lnTo>
                  <a:pt x="37" y="321"/>
                </a:lnTo>
                <a:lnTo>
                  <a:pt x="32" y="319"/>
                </a:lnTo>
                <a:close/>
                <a:moveTo>
                  <a:pt x="47" y="284"/>
                </a:moveTo>
                <a:lnTo>
                  <a:pt x="49" y="279"/>
                </a:lnTo>
                <a:lnTo>
                  <a:pt x="57" y="264"/>
                </a:lnTo>
                <a:lnTo>
                  <a:pt x="61" y="267"/>
                </a:lnTo>
                <a:lnTo>
                  <a:pt x="54" y="282"/>
                </a:lnTo>
                <a:lnTo>
                  <a:pt x="54" y="282"/>
                </a:lnTo>
                <a:lnTo>
                  <a:pt x="52" y="286"/>
                </a:lnTo>
                <a:lnTo>
                  <a:pt x="47" y="284"/>
                </a:lnTo>
                <a:close/>
                <a:moveTo>
                  <a:pt x="65" y="249"/>
                </a:moveTo>
                <a:lnTo>
                  <a:pt x="72" y="237"/>
                </a:lnTo>
                <a:lnTo>
                  <a:pt x="76" y="231"/>
                </a:lnTo>
                <a:lnTo>
                  <a:pt x="80" y="234"/>
                </a:lnTo>
                <a:lnTo>
                  <a:pt x="76" y="240"/>
                </a:lnTo>
                <a:lnTo>
                  <a:pt x="76" y="240"/>
                </a:lnTo>
                <a:lnTo>
                  <a:pt x="69" y="252"/>
                </a:lnTo>
                <a:lnTo>
                  <a:pt x="65" y="249"/>
                </a:lnTo>
                <a:close/>
                <a:moveTo>
                  <a:pt x="85" y="217"/>
                </a:moveTo>
                <a:lnTo>
                  <a:pt x="97" y="199"/>
                </a:lnTo>
                <a:lnTo>
                  <a:pt x="102" y="202"/>
                </a:lnTo>
                <a:lnTo>
                  <a:pt x="89" y="220"/>
                </a:lnTo>
                <a:lnTo>
                  <a:pt x="85" y="217"/>
                </a:lnTo>
                <a:close/>
                <a:moveTo>
                  <a:pt x="108" y="186"/>
                </a:moveTo>
                <a:lnTo>
                  <a:pt x="113" y="179"/>
                </a:lnTo>
                <a:lnTo>
                  <a:pt x="122" y="169"/>
                </a:lnTo>
                <a:lnTo>
                  <a:pt x="126" y="173"/>
                </a:lnTo>
                <a:lnTo>
                  <a:pt x="117" y="183"/>
                </a:lnTo>
                <a:lnTo>
                  <a:pt x="117" y="183"/>
                </a:lnTo>
                <a:lnTo>
                  <a:pt x="112" y="189"/>
                </a:lnTo>
                <a:lnTo>
                  <a:pt x="108" y="186"/>
                </a:lnTo>
                <a:close/>
                <a:moveTo>
                  <a:pt x="133" y="157"/>
                </a:moveTo>
                <a:lnTo>
                  <a:pt x="145" y="144"/>
                </a:lnTo>
                <a:lnTo>
                  <a:pt x="148" y="141"/>
                </a:lnTo>
                <a:lnTo>
                  <a:pt x="152" y="145"/>
                </a:lnTo>
                <a:lnTo>
                  <a:pt x="148" y="148"/>
                </a:lnTo>
                <a:lnTo>
                  <a:pt x="149" y="148"/>
                </a:lnTo>
                <a:lnTo>
                  <a:pt x="137" y="161"/>
                </a:lnTo>
                <a:lnTo>
                  <a:pt x="133" y="157"/>
                </a:lnTo>
                <a:close/>
                <a:moveTo>
                  <a:pt x="160" y="130"/>
                </a:moveTo>
                <a:lnTo>
                  <a:pt x="162" y="128"/>
                </a:lnTo>
                <a:lnTo>
                  <a:pt x="176" y="115"/>
                </a:lnTo>
                <a:lnTo>
                  <a:pt x="180" y="120"/>
                </a:lnTo>
                <a:lnTo>
                  <a:pt x="165" y="132"/>
                </a:lnTo>
                <a:lnTo>
                  <a:pt x="166" y="132"/>
                </a:lnTo>
                <a:lnTo>
                  <a:pt x="163" y="134"/>
                </a:lnTo>
                <a:lnTo>
                  <a:pt x="160" y="130"/>
                </a:lnTo>
                <a:close/>
                <a:moveTo>
                  <a:pt x="189" y="105"/>
                </a:moveTo>
                <a:lnTo>
                  <a:pt x="198" y="98"/>
                </a:lnTo>
                <a:lnTo>
                  <a:pt x="207" y="92"/>
                </a:lnTo>
                <a:lnTo>
                  <a:pt x="210" y="96"/>
                </a:lnTo>
                <a:lnTo>
                  <a:pt x="202" y="102"/>
                </a:lnTo>
                <a:lnTo>
                  <a:pt x="202" y="102"/>
                </a:lnTo>
                <a:lnTo>
                  <a:pt x="192" y="109"/>
                </a:lnTo>
                <a:lnTo>
                  <a:pt x="189" y="105"/>
                </a:lnTo>
                <a:close/>
                <a:moveTo>
                  <a:pt x="220" y="82"/>
                </a:moveTo>
                <a:lnTo>
                  <a:pt x="238" y="71"/>
                </a:lnTo>
                <a:lnTo>
                  <a:pt x="239" y="71"/>
                </a:lnTo>
                <a:lnTo>
                  <a:pt x="241" y="75"/>
                </a:lnTo>
                <a:lnTo>
                  <a:pt x="240" y="76"/>
                </a:lnTo>
                <a:lnTo>
                  <a:pt x="241" y="76"/>
                </a:lnTo>
                <a:lnTo>
                  <a:pt x="223" y="87"/>
                </a:lnTo>
                <a:lnTo>
                  <a:pt x="220" y="82"/>
                </a:lnTo>
                <a:close/>
                <a:moveTo>
                  <a:pt x="253" y="62"/>
                </a:moveTo>
                <a:lnTo>
                  <a:pt x="258" y="59"/>
                </a:lnTo>
                <a:lnTo>
                  <a:pt x="272" y="52"/>
                </a:lnTo>
                <a:lnTo>
                  <a:pt x="275" y="57"/>
                </a:lnTo>
                <a:lnTo>
                  <a:pt x="261" y="64"/>
                </a:lnTo>
                <a:lnTo>
                  <a:pt x="261" y="64"/>
                </a:lnTo>
                <a:lnTo>
                  <a:pt x="256" y="67"/>
                </a:lnTo>
                <a:lnTo>
                  <a:pt x="253" y="62"/>
                </a:lnTo>
                <a:close/>
                <a:moveTo>
                  <a:pt x="287" y="45"/>
                </a:moveTo>
                <a:lnTo>
                  <a:pt x="290" y="43"/>
                </a:lnTo>
                <a:lnTo>
                  <a:pt x="301" y="38"/>
                </a:lnTo>
                <a:lnTo>
                  <a:pt x="307" y="36"/>
                </a:lnTo>
                <a:lnTo>
                  <a:pt x="309" y="41"/>
                </a:lnTo>
                <a:lnTo>
                  <a:pt x="303" y="43"/>
                </a:lnTo>
                <a:lnTo>
                  <a:pt x="304" y="43"/>
                </a:lnTo>
                <a:lnTo>
                  <a:pt x="293" y="48"/>
                </a:lnTo>
                <a:lnTo>
                  <a:pt x="293" y="48"/>
                </a:lnTo>
                <a:lnTo>
                  <a:pt x="289" y="50"/>
                </a:lnTo>
                <a:lnTo>
                  <a:pt x="287" y="45"/>
                </a:lnTo>
                <a:close/>
                <a:moveTo>
                  <a:pt x="322" y="30"/>
                </a:moveTo>
                <a:lnTo>
                  <a:pt x="324" y="30"/>
                </a:lnTo>
                <a:lnTo>
                  <a:pt x="335" y="26"/>
                </a:lnTo>
                <a:lnTo>
                  <a:pt x="343" y="23"/>
                </a:lnTo>
                <a:lnTo>
                  <a:pt x="345" y="28"/>
                </a:lnTo>
                <a:lnTo>
                  <a:pt x="337" y="31"/>
                </a:lnTo>
                <a:lnTo>
                  <a:pt x="337" y="31"/>
                </a:lnTo>
                <a:lnTo>
                  <a:pt x="326" y="35"/>
                </a:lnTo>
                <a:lnTo>
                  <a:pt x="326" y="35"/>
                </a:lnTo>
                <a:lnTo>
                  <a:pt x="324" y="35"/>
                </a:lnTo>
                <a:lnTo>
                  <a:pt x="322" y="30"/>
                </a:lnTo>
                <a:close/>
                <a:moveTo>
                  <a:pt x="359" y="18"/>
                </a:moveTo>
                <a:lnTo>
                  <a:pt x="370" y="15"/>
                </a:lnTo>
                <a:lnTo>
                  <a:pt x="380" y="13"/>
                </a:lnTo>
                <a:lnTo>
                  <a:pt x="382" y="18"/>
                </a:lnTo>
                <a:lnTo>
                  <a:pt x="372" y="20"/>
                </a:lnTo>
                <a:lnTo>
                  <a:pt x="372" y="20"/>
                </a:lnTo>
                <a:lnTo>
                  <a:pt x="360" y="23"/>
                </a:lnTo>
                <a:lnTo>
                  <a:pt x="359" y="18"/>
                </a:lnTo>
                <a:close/>
                <a:moveTo>
                  <a:pt x="396" y="9"/>
                </a:moveTo>
                <a:lnTo>
                  <a:pt x="406" y="7"/>
                </a:lnTo>
                <a:lnTo>
                  <a:pt x="418" y="5"/>
                </a:lnTo>
                <a:lnTo>
                  <a:pt x="419" y="11"/>
                </a:lnTo>
                <a:lnTo>
                  <a:pt x="407" y="13"/>
                </a:lnTo>
                <a:lnTo>
                  <a:pt x="407" y="13"/>
                </a:lnTo>
                <a:lnTo>
                  <a:pt x="397" y="15"/>
                </a:lnTo>
                <a:lnTo>
                  <a:pt x="396" y="9"/>
                </a:lnTo>
                <a:close/>
                <a:moveTo>
                  <a:pt x="434" y="3"/>
                </a:moveTo>
                <a:lnTo>
                  <a:pt x="443" y="2"/>
                </a:lnTo>
                <a:lnTo>
                  <a:pt x="455" y="1"/>
                </a:lnTo>
                <a:lnTo>
                  <a:pt x="456" y="1"/>
                </a:lnTo>
                <a:lnTo>
                  <a:pt x="456" y="6"/>
                </a:lnTo>
                <a:lnTo>
                  <a:pt x="456" y="6"/>
                </a:lnTo>
                <a:lnTo>
                  <a:pt x="456" y="6"/>
                </a:lnTo>
                <a:lnTo>
                  <a:pt x="443" y="8"/>
                </a:lnTo>
                <a:lnTo>
                  <a:pt x="443" y="8"/>
                </a:lnTo>
                <a:lnTo>
                  <a:pt x="435" y="9"/>
                </a:lnTo>
                <a:lnTo>
                  <a:pt x="434" y="3"/>
                </a:lnTo>
                <a:close/>
                <a:moveTo>
                  <a:pt x="472" y="0"/>
                </a:moveTo>
                <a:lnTo>
                  <a:pt x="481" y="0"/>
                </a:lnTo>
                <a:lnTo>
                  <a:pt x="493" y="0"/>
                </a:lnTo>
                <a:lnTo>
                  <a:pt x="494" y="0"/>
                </a:lnTo>
                <a:lnTo>
                  <a:pt x="494" y="5"/>
                </a:lnTo>
                <a:lnTo>
                  <a:pt x="493" y="5"/>
                </a:lnTo>
                <a:lnTo>
                  <a:pt x="493" y="5"/>
                </a:lnTo>
                <a:lnTo>
                  <a:pt x="481" y="5"/>
                </a:lnTo>
                <a:lnTo>
                  <a:pt x="481" y="5"/>
                </a:lnTo>
                <a:lnTo>
                  <a:pt x="473" y="6"/>
                </a:lnTo>
                <a:lnTo>
                  <a:pt x="472" y="0"/>
                </a:lnTo>
                <a:close/>
                <a:moveTo>
                  <a:pt x="511" y="0"/>
                </a:moveTo>
                <a:lnTo>
                  <a:pt x="533" y="0"/>
                </a:lnTo>
                <a:lnTo>
                  <a:pt x="533" y="5"/>
                </a:lnTo>
                <a:lnTo>
                  <a:pt x="511" y="5"/>
                </a:lnTo>
                <a:lnTo>
                  <a:pt x="511" y="0"/>
                </a:lnTo>
                <a:close/>
                <a:moveTo>
                  <a:pt x="549" y="0"/>
                </a:moveTo>
                <a:lnTo>
                  <a:pt x="571" y="0"/>
                </a:lnTo>
                <a:lnTo>
                  <a:pt x="571" y="5"/>
                </a:lnTo>
                <a:lnTo>
                  <a:pt x="549" y="5"/>
                </a:lnTo>
                <a:lnTo>
                  <a:pt x="549" y="0"/>
                </a:lnTo>
                <a:close/>
                <a:moveTo>
                  <a:pt x="587" y="0"/>
                </a:moveTo>
                <a:lnTo>
                  <a:pt x="609" y="0"/>
                </a:lnTo>
                <a:lnTo>
                  <a:pt x="609" y="5"/>
                </a:lnTo>
                <a:lnTo>
                  <a:pt x="587" y="5"/>
                </a:lnTo>
                <a:lnTo>
                  <a:pt x="587" y="0"/>
                </a:lnTo>
                <a:close/>
                <a:moveTo>
                  <a:pt x="625" y="0"/>
                </a:moveTo>
                <a:lnTo>
                  <a:pt x="647" y="0"/>
                </a:lnTo>
                <a:lnTo>
                  <a:pt x="647" y="5"/>
                </a:lnTo>
                <a:lnTo>
                  <a:pt x="625" y="5"/>
                </a:lnTo>
                <a:lnTo>
                  <a:pt x="625" y="0"/>
                </a:lnTo>
                <a:close/>
                <a:moveTo>
                  <a:pt x="664" y="0"/>
                </a:moveTo>
                <a:lnTo>
                  <a:pt x="685" y="0"/>
                </a:lnTo>
                <a:lnTo>
                  <a:pt x="685" y="5"/>
                </a:lnTo>
                <a:lnTo>
                  <a:pt x="664" y="5"/>
                </a:lnTo>
                <a:lnTo>
                  <a:pt x="664" y="0"/>
                </a:lnTo>
                <a:close/>
                <a:moveTo>
                  <a:pt x="702" y="0"/>
                </a:moveTo>
                <a:lnTo>
                  <a:pt x="724" y="0"/>
                </a:lnTo>
                <a:lnTo>
                  <a:pt x="724" y="5"/>
                </a:lnTo>
                <a:lnTo>
                  <a:pt x="702" y="5"/>
                </a:lnTo>
                <a:lnTo>
                  <a:pt x="702" y="0"/>
                </a:lnTo>
                <a:close/>
                <a:moveTo>
                  <a:pt x="740" y="0"/>
                </a:moveTo>
                <a:lnTo>
                  <a:pt x="762" y="0"/>
                </a:lnTo>
                <a:lnTo>
                  <a:pt x="762" y="5"/>
                </a:lnTo>
                <a:lnTo>
                  <a:pt x="740" y="5"/>
                </a:lnTo>
                <a:lnTo>
                  <a:pt x="740" y="0"/>
                </a:lnTo>
                <a:close/>
                <a:moveTo>
                  <a:pt x="778" y="0"/>
                </a:moveTo>
                <a:lnTo>
                  <a:pt x="800" y="0"/>
                </a:lnTo>
                <a:lnTo>
                  <a:pt x="800" y="5"/>
                </a:lnTo>
                <a:lnTo>
                  <a:pt x="778" y="5"/>
                </a:lnTo>
                <a:lnTo>
                  <a:pt x="778" y="0"/>
                </a:lnTo>
                <a:close/>
                <a:moveTo>
                  <a:pt x="816" y="0"/>
                </a:moveTo>
                <a:lnTo>
                  <a:pt x="838" y="0"/>
                </a:lnTo>
                <a:lnTo>
                  <a:pt x="838" y="5"/>
                </a:lnTo>
                <a:lnTo>
                  <a:pt x="816" y="5"/>
                </a:lnTo>
                <a:lnTo>
                  <a:pt x="816" y="0"/>
                </a:lnTo>
                <a:close/>
                <a:moveTo>
                  <a:pt x="855" y="0"/>
                </a:moveTo>
                <a:lnTo>
                  <a:pt x="877" y="0"/>
                </a:lnTo>
                <a:lnTo>
                  <a:pt x="877" y="5"/>
                </a:lnTo>
                <a:lnTo>
                  <a:pt x="855" y="5"/>
                </a:lnTo>
                <a:lnTo>
                  <a:pt x="855" y="0"/>
                </a:lnTo>
                <a:close/>
                <a:moveTo>
                  <a:pt x="893" y="0"/>
                </a:moveTo>
                <a:lnTo>
                  <a:pt x="915" y="0"/>
                </a:lnTo>
                <a:lnTo>
                  <a:pt x="915" y="5"/>
                </a:lnTo>
                <a:lnTo>
                  <a:pt x="893" y="5"/>
                </a:lnTo>
                <a:lnTo>
                  <a:pt x="893" y="0"/>
                </a:lnTo>
                <a:close/>
                <a:moveTo>
                  <a:pt x="931" y="0"/>
                </a:moveTo>
                <a:lnTo>
                  <a:pt x="953" y="0"/>
                </a:lnTo>
                <a:lnTo>
                  <a:pt x="953" y="5"/>
                </a:lnTo>
                <a:lnTo>
                  <a:pt x="931" y="5"/>
                </a:lnTo>
                <a:lnTo>
                  <a:pt x="931" y="0"/>
                </a:lnTo>
                <a:close/>
                <a:moveTo>
                  <a:pt x="969" y="0"/>
                </a:moveTo>
                <a:lnTo>
                  <a:pt x="991" y="0"/>
                </a:lnTo>
                <a:lnTo>
                  <a:pt x="991" y="5"/>
                </a:lnTo>
                <a:lnTo>
                  <a:pt x="969" y="5"/>
                </a:lnTo>
                <a:lnTo>
                  <a:pt x="969" y="0"/>
                </a:lnTo>
                <a:close/>
                <a:moveTo>
                  <a:pt x="1007" y="0"/>
                </a:moveTo>
                <a:lnTo>
                  <a:pt x="1029" y="0"/>
                </a:lnTo>
                <a:lnTo>
                  <a:pt x="1029" y="5"/>
                </a:lnTo>
                <a:lnTo>
                  <a:pt x="1007" y="5"/>
                </a:lnTo>
                <a:lnTo>
                  <a:pt x="1007" y="0"/>
                </a:lnTo>
                <a:close/>
                <a:moveTo>
                  <a:pt x="1046" y="0"/>
                </a:moveTo>
                <a:lnTo>
                  <a:pt x="1068" y="0"/>
                </a:lnTo>
                <a:lnTo>
                  <a:pt x="1068" y="5"/>
                </a:lnTo>
                <a:lnTo>
                  <a:pt x="1046" y="5"/>
                </a:lnTo>
                <a:lnTo>
                  <a:pt x="1046" y="0"/>
                </a:lnTo>
                <a:close/>
                <a:moveTo>
                  <a:pt x="1084" y="0"/>
                </a:moveTo>
                <a:lnTo>
                  <a:pt x="1106" y="0"/>
                </a:lnTo>
                <a:lnTo>
                  <a:pt x="1106" y="5"/>
                </a:lnTo>
                <a:lnTo>
                  <a:pt x="1084" y="5"/>
                </a:lnTo>
                <a:lnTo>
                  <a:pt x="1084" y="0"/>
                </a:lnTo>
                <a:close/>
                <a:moveTo>
                  <a:pt x="1122" y="0"/>
                </a:moveTo>
                <a:lnTo>
                  <a:pt x="1144" y="0"/>
                </a:lnTo>
                <a:lnTo>
                  <a:pt x="1144" y="5"/>
                </a:lnTo>
                <a:lnTo>
                  <a:pt x="1122" y="5"/>
                </a:lnTo>
                <a:lnTo>
                  <a:pt x="1122" y="0"/>
                </a:lnTo>
                <a:close/>
                <a:moveTo>
                  <a:pt x="1160" y="0"/>
                </a:moveTo>
                <a:lnTo>
                  <a:pt x="1182" y="0"/>
                </a:lnTo>
                <a:lnTo>
                  <a:pt x="1182" y="5"/>
                </a:lnTo>
                <a:lnTo>
                  <a:pt x="1160" y="5"/>
                </a:lnTo>
                <a:lnTo>
                  <a:pt x="1160" y="0"/>
                </a:lnTo>
                <a:close/>
                <a:moveTo>
                  <a:pt x="1198" y="0"/>
                </a:moveTo>
                <a:lnTo>
                  <a:pt x="1220" y="0"/>
                </a:lnTo>
                <a:lnTo>
                  <a:pt x="1220" y="5"/>
                </a:lnTo>
                <a:lnTo>
                  <a:pt x="1198" y="5"/>
                </a:lnTo>
                <a:lnTo>
                  <a:pt x="1198" y="0"/>
                </a:lnTo>
                <a:close/>
                <a:moveTo>
                  <a:pt x="1237" y="0"/>
                </a:moveTo>
                <a:lnTo>
                  <a:pt x="1259" y="0"/>
                </a:lnTo>
                <a:lnTo>
                  <a:pt x="1259" y="5"/>
                </a:lnTo>
                <a:lnTo>
                  <a:pt x="1237" y="5"/>
                </a:lnTo>
                <a:lnTo>
                  <a:pt x="1237" y="0"/>
                </a:lnTo>
                <a:close/>
                <a:moveTo>
                  <a:pt x="1275" y="0"/>
                </a:moveTo>
                <a:lnTo>
                  <a:pt x="1297" y="0"/>
                </a:lnTo>
                <a:lnTo>
                  <a:pt x="1297" y="5"/>
                </a:lnTo>
                <a:lnTo>
                  <a:pt x="1275" y="5"/>
                </a:lnTo>
                <a:lnTo>
                  <a:pt x="1275" y="0"/>
                </a:lnTo>
                <a:close/>
                <a:moveTo>
                  <a:pt x="1313" y="0"/>
                </a:moveTo>
                <a:lnTo>
                  <a:pt x="1335" y="0"/>
                </a:lnTo>
                <a:lnTo>
                  <a:pt x="1335" y="5"/>
                </a:lnTo>
                <a:lnTo>
                  <a:pt x="1313" y="5"/>
                </a:lnTo>
                <a:lnTo>
                  <a:pt x="1313" y="0"/>
                </a:lnTo>
                <a:close/>
                <a:moveTo>
                  <a:pt x="1351" y="0"/>
                </a:moveTo>
                <a:lnTo>
                  <a:pt x="1373" y="0"/>
                </a:lnTo>
                <a:lnTo>
                  <a:pt x="1373" y="5"/>
                </a:lnTo>
                <a:lnTo>
                  <a:pt x="1351" y="5"/>
                </a:lnTo>
                <a:lnTo>
                  <a:pt x="1351" y="0"/>
                </a:lnTo>
                <a:close/>
                <a:moveTo>
                  <a:pt x="1389" y="0"/>
                </a:moveTo>
                <a:lnTo>
                  <a:pt x="1411" y="0"/>
                </a:lnTo>
                <a:lnTo>
                  <a:pt x="1411" y="5"/>
                </a:lnTo>
                <a:lnTo>
                  <a:pt x="1389" y="5"/>
                </a:lnTo>
                <a:lnTo>
                  <a:pt x="1389" y="0"/>
                </a:lnTo>
                <a:close/>
                <a:moveTo>
                  <a:pt x="1428" y="0"/>
                </a:moveTo>
                <a:lnTo>
                  <a:pt x="1450" y="0"/>
                </a:lnTo>
                <a:lnTo>
                  <a:pt x="1450" y="5"/>
                </a:lnTo>
                <a:lnTo>
                  <a:pt x="1428" y="5"/>
                </a:lnTo>
                <a:lnTo>
                  <a:pt x="1428" y="0"/>
                </a:lnTo>
                <a:close/>
                <a:moveTo>
                  <a:pt x="1466" y="0"/>
                </a:moveTo>
                <a:lnTo>
                  <a:pt x="1488" y="0"/>
                </a:lnTo>
                <a:lnTo>
                  <a:pt x="1488" y="5"/>
                </a:lnTo>
                <a:lnTo>
                  <a:pt x="1466" y="5"/>
                </a:lnTo>
                <a:lnTo>
                  <a:pt x="1466" y="0"/>
                </a:lnTo>
                <a:close/>
                <a:moveTo>
                  <a:pt x="1504" y="0"/>
                </a:moveTo>
                <a:lnTo>
                  <a:pt x="1526" y="0"/>
                </a:lnTo>
                <a:lnTo>
                  <a:pt x="1526" y="5"/>
                </a:lnTo>
                <a:lnTo>
                  <a:pt x="1504" y="5"/>
                </a:lnTo>
                <a:lnTo>
                  <a:pt x="1504" y="0"/>
                </a:lnTo>
                <a:close/>
                <a:moveTo>
                  <a:pt x="1542" y="0"/>
                </a:moveTo>
                <a:lnTo>
                  <a:pt x="1564" y="0"/>
                </a:lnTo>
                <a:lnTo>
                  <a:pt x="1564" y="5"/>
                </a:lnTo>
                <a:lnTo>
                  <a:pt x="1542" y="5"/>
                </a:lnTo>
                <a:lnTo>
                  <a:pt x="1542" y="0"/>
                </a:lnTo>
                <a:close/>
                <a:moveTo>
                  <a:pt x="1580" y="0"/>
                </a:moveTo>
                <a:lnTo>
                  <a:pt x="1602" y="0"/>
                </a:lnTo>
                <a:lnTo>
                  <a:pt x="1602" y="5"/>
                </a:lnTo>
                <a:lnTo>
                  <a:pt x="1580" y="5"/>
                </a:lnTo>
                <a:lnTo>
                  <a:pt x="1580" y="0"/>
                </a:lnTo>
                <a:close/>
                <a:moveTo>
                  <a:pt x="1619" y="0"/>
                </a:moveTo>
                <a:lnTo>
                  <a:pt x="1641" y="0"/>
                </a:lnTo>
                <a:lnTo>
                  <a:pt x="1641" y="5"/>
                </a:lnTo>
                <a:lnTo>
                  <a:pt x="1619" y="5"/>
                </a:lnTo>
                <a:lnTo>
                  <a:pt x="1619" y="0"/>
                </a:lnTo>
                <a:close/>
                <a:moveTo>
                  <a:pt x="1657" y="0"/>
                </a:moveTo>
                <a:lnTo>
                  <a:pt x="1679" y="0"/>
                </a:lnTo>
                <a:lnTo>
                  <a:pt x="1679" y="5"/>
                </a:lnTo>
                <a:lnTo>
                  <a:pt x="1657" y="5"/>
                </a:lnTo>
                <a:lnTo>
                  <a:pt x="1657" y="0"/>
                </a:lnTo>
                <a:close/>
                <a:moveTo>
                  <a:pt x="1695" y="0"/>
                </a:moveTo>
                <a:lnTo>
                  <a:pt x="1717" y="0"/>
                </a:lnTo>
                <a:lnTo>
                  <a:pt x="1717" y="5"/>
                </a:lnTo>
                <a:lnTo>
                  <a:pt x="1695" y="5"/>
                </a:lnTo>
                <a:lnTo>
                  <a:pt x="1695" y="0"/>
                </a:lnTo>
                <a:close/>
                <a:moveTo>
                  <a:pt x="1733" y="0"/>
                </a:moveTo>
                <a:lnTo>
                  <a:pt x="1755" y="0"/>
                </a:lnTo>
                <a:lnTo>
                  <a:pt x="1755" y="5"/>
                </a:lnTo>
                <a:lnTo>
                  <a:pt x="1733" y="5"/>
                </a:lnTo>
                <a:lnTo>
                  <a:pt x="1733" y="0"/>
                </a:lnTo>
                <a:close/>
                <a:moveTo>
                  <a:pt x="1772" y="0"/>
                </a:moveTo>
                <a:lnTo>
                  <a:pt x="1793" y="0"/>
                </a:lnTo>
                <a:lnTo>
                  <a:pt x="1793" y="5"/>
                </a:lnTo>
                <a:lnTo>
                  <a:pt x="1772" y="5"/>
                </a:lnTo>
                <a:lnTo>
                  <a:pt x="1772" y="0"/>
                </a:lnTo>
                <a:close/>
                <a:moveTo>
                  <a:pt x="1810" y="0"/>
                </a:moveTo>
                <a:lnTo>
                  <a:pt x="1832" y="0"/>
                </a:lnTo>
                <a:lnTo>
                  <a:pt x="1832" y="5"/>
                </a:lnTo>
                <a:lnTo>
                  <a:pt x="1810" y="5"/>
                </a:lnTo>
                <a:lnTo>
                  <a:pt x="1810" y="0"/>
                </a:lnTo>
                <a:close/>
                <a:moveTo>
                  <a:pt x="1848" y="0"/>
                </a:moveTo>
                <a:lnTo>
                  <a:pt x="1870" y="0"/>
                </a:lnTo>
                <a:lnTo>
                  <a:pt x="1870" y="5"/>
                </a:lnTo>
                <a:lnTo>
                  <a:pt x="1848" y="5"/>
                </a:lnTo>
                <a:lnTo>
                  <a:pt x="1848" y="0"/>
                </a:lnTo>
                <a:close/>
                <a:moveTo>
                  <a:pt x="1886" y="0"/>
                </a:moveTo>
                <a:lnTo>
                  <a:pt x="1908" y="0"/>
                </a:lnTo>
                <a:lnTo>
                  <a:pt x="1908" y="5"/>
                </a:lnTo>
                <a:lnTo>
                  <a:pt x="1886" y="5"/>
                </a:lnTo>
                <a:lnTo>
                  <a:pt x="1886" y="0"/>
                </a:lnTo>
                <a:close/>
                <a:moveTo>
                  <a:pt x="1924" y="0"/>
                </a:moveTo>
                <a:lnTo>
                  <a:pt x="1946" y="0"/>
                </a:lnTo>
                <a:lnTo>
                  <a:pt x="1946" y="5"/>
                </a:lnTo>
                <a:lnTo>
                  <a:pt x="1924" y="5"/>
                </a:lnTo>
                <a:lnTo>
                  <a:pt x="1924" y="0"/>
                </a:lnTo>
                <a:close/>
                <a:moveTo>
                  <a:pt x="1963" y="0"/>
                </a:moveTo>
                <a:lnTo>
                  <a:pt x="1984" y="0"/>
                </a:lnTo>
                <a:lnTo>
                  <a:pt x="1984" y="5"/>
                </a:lnTo>
                <a:lnTo>
                  <a:pt x="1963" y="5"/>
                </a:lnTo>
                <a:lnTo>
                  <a:pt x="1963" y="0"/>
                </a:lnTo>
                <a:close/>
                <a:moveTo>
                  <a:pt x="2001" y="0"/>
                </a:moveTo>
                <a:lnTo>
                  <a:pt x="2023" y="0"/>
                </a:lnTo>
                <a:lnTo>
                  <a:pt x="2023" y="5"/>
                </a:lnTo>
                <a:lnTo>
                  <a:pt x="2001" y="5"/>
                </a:lnTo>
                <a:lnTo>
                  <a:pt x="2001" y="0"/>
                </a:lnTo>
                <a:close/>
                <a:moveTo>
                  <a:pt x="2039" y="0"/>
                </a:moveTo>
                <a:lnTo>
                  <a:pt x="2061" y="0"/>
                </a:lnTo>
                <a:lnTo>
                  <a:pt x="2061" y="5"/>
                </a:lnTo>
                <a:lnTo>
                  <a:pt x="2039" y="5"/>
                </a:lnTo>
                <a:lnTo>
                  <a:pt x="2039" y="0"/>
                </a:lnTo>
                <a:close/>
                <a:moveTo>
                  <a:pt x="2077" y="0"/>
                </a:moveTo>
                <a:lnTo>
                  <a:pt x="2099" y="0"/>
                </a:lnTo>
                <a:lnTo>
                  <a:pt x="2099" y="5"/>
                </a:lnTo>
                <a:lnTo>
                  <a:pt x="2077" y="5"/>
                </a:lnTo>
                <a:lnTo>
                  <a:pt x="2077" y="0"/>
                </a:lnTo>
                <a:close/>
                <a:moveTo>
                  <a:pt x="2115" y="0"/>
                </a:moveTo>
                <a:lnTo>
                  <a:pt x="2137" y="0"/>
                </a:lnTo>
                <a:lnTo>
                  <a:pt x="2137" y="5"/>
                </a:lnTo>
                <a:lnTo>
                  <a:pt x="2115" y="5"/>
                </a:lnTo>
                <a:lnTo>
                  <a:pt x="2115" y="0"/>
                </a:lnTo>
                <a:close/>
                <a:moveTo>
                  <a:pt x="2154" y="0"/>
                </a:moveTo>
                <a:lnTo>
                  <a:pt x="2175" y="0"/>
                </a:lnTo>
                <a:lnTo>
                  <a:pt x="2175" y="5"/>
                </a:lnTo>
                <a:lnTo>
                  <a:pt x="2154" y="5"/>
                </a:lnTo>
                <a:lnTo>
                  <a:pt x="2154" y="0"/>
                </a:lnTo>
                <a:close/>
                <a:moveTo>
                  <a:pt x="2192" y="0"/>
                </a:moveTo>
                <a:lnTo>
                  <a:pt x="2214" y="0"/>
                </a:lnTo>
                <a:lnTo>
                  <a:pt x="2214" y="5"/>
                </a:lnTo>
                <a:lnTo>
                  <a:pt x="2192" y="5"/>
                </a:lnTo>
                <a:lnTo>
                  <a:pt x="2192" y="0"/>
                </a:lnTo>
                <a:close/>
                <a:moveTo>
                  <a:pt x="2230" y="0"/>
                </a:moveTo>
                <a:lnTo>
                  <a:pt x="2252" y="0"/>
                </a:lnTo>
                <a:lnTo>
                  <a:pt x="2252" y="5"/>
                </a:lnTo>
                <a:lnTo>
                  <a:pt x="2230" y="5"/>
                </a:lnTo>
                <a:lnTo>
                  <a:pt x="2230" y="0"/>
                </a:lnTo>
                <a:close/>
                <a:moveTo>
                  <a:pt x="2268" y="0"/>
                </a:moveTo>
                <a:lnTo>
                  <a:pt x="2290" y="0"/>
                </a:lnTo>
                <a:lnTo>
                  <a:pt x="2290" y="5"/>
                </a:lnTo>
                <a:lnTo>
                  <a:pt x="2268" y="5"/>
                </a:lnTo>
                <a:lnTo>
                  <a:pt x="2268" y="0"/>
                </a:lnTo>
                <a:close/>
                <a:moveTo>
                  <a:pt x="2306" y="0"/>
                </a:moveTo>
                <a:lnTo>
                  <a:pt x="2328" y="0"/>
                </a:lnTo>
                <a:lnTo>
                  <a:pt x="2328" y="5"/>
                </a:lnTo>
                <a:lnTo>
                  <a:pt x="2306" y="5"/>
                </a:lnTo>
                <a:lnTo>
                  <a:pt x="2306" y="0"/>
                </a:lnTo>
                <a:close/>
                <a:moveTo>
                  <a:pt x="2345" y="0"/>
                </a:moveTo>
                <a:lnTo>
                  <a:pt x="2366" y="0"/>
                </a:lnTo>
                <a:lnTo>
                  <a:pt x="2366" y="5"/>
                </a:lnTo>
                <a:lnTo>
                  <a:pt x="2345" y="5"/>
                </a:lnTo>
                <a:lnTo>
                  <a:pt x="2345" y="0"/>
                </a:lnTo>
                <a:close/>
                <a:moveTo>
                  <a:pt x="2383" y="0"/>
                </a:moveTo>
                <a:lnTo>
                  <a:pt x="2405" y="0"/>
                </a:lnTo>
                <a:lnTo>
                  <a:pt x="2405" y="5"/>
                </a:lnTo>
                <a:lnTo>
                  <a:pt x="2383" y="5"/>
                </a:lnTo>
                <a:lnTo>
                  <a:pt x="2383" y="0"/>
                </a:lnTo>
                <a:close/>
                <a:moveTo>
                  <a:pt x="2421" y="0"/>
                </a:moveTo>
                <a:lnTo>
                  <a:pt x="2443" y="0"/>
                </a:lnTo>
                <a:lnTo>
                  <a:pt x="2443" y="5"/>
                </a:lnTo>
                <a:lnTo>
                  <a:pt x="2421" y="5"/>
                </a:lnTo>
                <a:lnTo>
                  <a:pt x="2421" y="0"/>
                </a:lnTo>
                <a:close/>
                <a:moveTo>
                  <a:pt x="2459" y="0"/>
                </a:moveTo>
                <a:lnTo>
                  <a:pt x="2481" y="0"/>
                </a:lnTo>
                <a:lnTo>
                  <a:pt x="2481" y="5"/>
                </a:lnTo>
                <a:lnTo>
                  <a:pt x="2459" y="5"/>
                </a:lnTo>
                <a:lnTo>
                  <a:pt x="2459" y="0"/>
                </a:lnTo>
                <a:close/>
                <a:moveTo>
                  <a:pt x="2497" y="0"/>
                </a:moveTo>
                <a:lnTo>
                  <a:pt x="2519" y="0"/>
                </a:lnTo>
                <a:lnTo>
                  <a:pt x="2519" y="5"/>
                </a:lnTo>
                <a:lnTo>
                  <a:pt x="2497" y="5"/>
                </a:lnTo>
                <a:lnTo>
                  <a:pt x="2497" y="0"/>
                </a:lnTo>
                <a:close/>
                <a:moveTo>
                  <a:pt x="2536" y="0"/>
                </a:moveTo>
                <a:lnTo>
                  <a:pt x="2557" y="0"/>
                </a:lnTo>
                <a:lnTo>
                  <a:pt x="2557" y="5"/>
                </a:lnTo>
                <a:lnTo>
                  <a:pt x="2536" y="5"/>
                </a:lnTo>
                <a:lnTo>
                  <a:pt x="2536" y="0"/>
                </a:lnTo>
                <a:close/>
                <a:moveTo>
                  <a:pt x="2574" y="0"/>
                </a:moveTo>
                <a:lnTo>
                  <a:pt x="2596" y="0"/>
                </a:lnTo>
                <a:lnTo>
                  <a:pt x="2596" y="5"/>
                </a:lnTo>
                <a:lnTo>
                  <a:pt x="2574" y="5"/>
                </a:lnTo>
                <a:lnTo>
                  <a:pt x="2574" y="0"/>
                </a:lnTo>
                <a:close/>
                <a:moveTo>
                  <a:pt x="2612" y="0"/>
                </a:moveTo>
                <a:lnTo>
                  <a:pt x="2634" y="0"/>
                </a:lnTo>
                <a:lnTo>
                  <a:pt x="2634" y="5"/>
                </a:lnTo>
                <a:lnTo>
                  <a:pt x="2612" y="5"/>
                </a:lnTo>
                <a:lnTo>
                  <a:pt x="2612" y="0"/>
                </a:lnTo>
                <a:close/>
                <a:moveTo>
                  <a:pt x="2650" y="0"/>
                </a:moveTo>
                <a:lnTo>
                  <a:pt x="2672" y="0"/>
                </a:lnTo>
                <a:lnTo>
                  <a:pt x="2672" y="5"/>
                </a:lnTo>
                <a:lnTo>
                  <a:pt x="2650" y="5"/>
                </a:lnTo>
                <a:lnTo>
                  <a:pt x="2650" y="0"/>
                </a:lnTo>
                <a:close/>
                <a:moveTo>
                  <a:pt x="2688" y="0"/>
                </a:moveTo>
                <a:lnTo>
                  <a:pt x="2691" y="0"/>
                </a:lnTo>
                <a:lnTo>
                  <a:pt x="2704" y="0"/>
                </a:lnTo>
                <a:lnTo>
                  <a:pt x="2710" y="0"/>
                </a:lnTo>
                <a:lnTo>
                  <a:pt x="2710" y="6"/>
                </a:lnTo>
                <a:lnTo>
                  <a:pt x="2704" y="5"/>
                </a:lnTo>
                <a:lnTo>
                  <a:pt x="2704" y="5"/>
                </a:lnTo>
                <a:lnTo>
                  <a:pt x="2691" y="5"/>
                </a:lnTo>
                <a:lnTo>
                  <a:pt x="2691" y="5"/>
                </a:lnTo>
                <a:lnTo>
                  <a:pt x="2688" y="5"/>
                </a:lnTo>
                <a:lnTo>
                  <a:pt x="2688" y="0"/>
                </a:lnTo>
                <a:close/>
                <a:moveTo>
                  <a:pt x="2727" y="1"/>
                </a:moveTo>
                <a:lnTo>
                  <a:pt x="2729" y="1"/>
                </a:lnTo>
                <a:lnTo>
                  <a:pt x="2742" y="2"/>
                </a:lnTo>
                <a:lnTo>
                  <a:pt x="2749" y="3"/>
                </a:lnTo>
                <a:lnTo>
                  <a:pt x="2748" y="8"/>
                </a:lnTo>
                <a:lnTo>
                  <a:pt x="2741" y="8"/>
                </a:lnTo>
                <a:lnTo>
                  <a:pt x="2741" y="8"/>
                </a:lnTo>
                <a:lnTo>
                  <a:pt x="2729" y="7"/>
                </a:lnTo>
                <a:lnTo>
                  <a:pt x="2729" y="7"/>
                </a:lnTo>
                <a:lnTo>
                  <a:pt x="2726" y="6"/>
                </a:lnTo>
                <a:lnTo>
                  <a:pt x="2727" y="1"/>
                </a:lnTo>
                <a:close/>
                <a:moveTo>
                  <a:pt x="2765" y="5"/>
                </a:moveTo>
                <a:lnTo>
                  <a:pt x="2766" y="5"/>
                </a:lnTo>
                <a:lnTo>
                  <a:pt x="2779" y="7"/>
                </a:lnTo>
                <a:lnTo>
                  <a:pt x="2787" y="9"/>
                </a:lnTo>
                <a:lnTo>
                  <a:pt x="2786" y="14"/>
                </a:lnTo>
                <a:lnTo>
                  <a:pt x="2778" y="13"/>
                </a:lnTo>
                <a:lnTo>
                  <a:pt x="2778" y="13"/>
                </a:lnTo>
                <a:lnTo>
                  <a:pt x="2765" y="11"/>
                </a:lnTo>
                <a:lnTo>
                  <a:pt x="2766" y="11"/>
                </a:lnTo>
                <a:lnTo>
                  <a:pt x="2764" y="10"/>
                </a:lnTo>
                <a:lnTo>
                  <a:pt x="2765" y="5"/>
                </a:lnTo>
                <a:close/>
                <a:moveTo>
                  <a:pt x="2803" y="12"/>
                </a:moveTo>
                <a:lnTo>
                  <a:pt x="2803" y="12"/>
                </a:lnTo>
                <a:lnTo>
                  <a:pt x="2815" y="15"/>
                </a:lnTo>
                <a:lnTo>
                  <a:pt x="2824" y="18"/>
                </a:lnTo>
                <a:lnTo>
                  <a:pt x="2822" y="23"/>
                </a:lnTo>
                <a:lnTo>
                  <a:pt x="2813" y="20"/>
                </a:lnTo>
                <a:lnTo>
                  <a:pt x="2813" y="21"/>
                </a:lnTo>
                <a:lnTo>
                  <a:pt x="2801" y="18"/>
                </a:lnTo>
                <a:lnTo>
                  <a:pt x="2801" y="18"/>
                </a:lnTo>
                <a:lnTo>
                  <a:pt x="2801" y="18"/>
                </a:lnTo>
                <a:lnTo>
                  <a:pt x="2803" y="12"/>
                </a:lnTo>
                <a:close/>
                <a:moveTo>
                  <a:pt x="2840" y="22"/>
                </a:moveTo>
                <a:lnTo>
                  <a:pt x="2849" y="26"/>
                </a:lnTo>
                <a:lnTo>
                  <a:pt x="2860" y="29"/>
                </a:lnTo>
                <a:lnTo>
                  <a:pt x="2859" y="35"/>
                </a:lnTo>
                <a:lnTo>
                  <a:pt x="2848" y="31"/>
                </a:lnTo>
                <a:lnTo>
                  <a:pt x="2848" y="31"/>
                </a:lnTo>
                <a:lnTo>
                  <a:pt x="2838" y="28"/>
                </a:lnTo>
                <a:lnTo>
                  <a:pt x="2840" y="22"/>
                </a:lnTo>
                <a:close/>
                <a:moveTo>
                  <a:pt x="2876" y="35"/>
                </a:moveTo>
                <a:lnTo>
                  <a:pt x="2883" y="38"/>
                </a:lnTo>
                <a:lnTo>
                  <a:pt x="2894" y="43"/>
                </a:lnTo>
                <a:lnTo>
                  <a:pt x="2896" y="44"/>
                </a:lnTo>
                <a:lnTo>
                  <a:pt x="2894" y="49"/>
                </a:lnTo>
                <a:lnTo>
                  <a:pt x="2892" y="48"/>
                </a:lnTo>
                <a:lnTo>
                  <a:pt x="2892" y="48"/>
                </a:lnTo>
                <a:lnTo>
                  <a:pt x="2881" y="43"/>
                </a:lnTo>
                <a:lnTo>
                  <a:pt x="2881" y="43"/>
                </a:lnTo>
                <a:lnTo>
                  <a:pt x="2874" y="41"/>
                </a:lnTo>
                <a:lnTo>
                  <a:pt x="2876" y="35"/>
                </a:lnTo>
                <a:close/>
                <a:moveTo>
                  <a:pt x="2911" y="51"/>
                </a:moveTo>
                <a:lnTo>
                  <a:pt x="2926" y="59"/>
                </a:lnTo>
                <a:lnTo>
                  <a:pt x="2930" y="62"/>
                </a:lnTo>
                <a:lnTo>
                  <a:pt x="2928" y="66"/>
                </a:lnTo>
                <a:lnTo>
                  <a:pt x="2924" y="64"/>
                </a:lnTo>
                <a:lnTo>
                  <a:pt x="2924" y="64"/>
                </a:lnTo>
                <a:lnTo>
                  <a:pt x="2908" y="56"/>
                </a:lnTo>
                <a:lnTo>
                  <a:pt x="2911" y="51"/>
                </a:lnTo>
                <a:close/>
                <a:moveTo>
                  <a:pt x="2944" y="70"/>
                </a:moveTo>
                <a:lnTo>
                  <a:pt x="2947" y="71"/>
                </a:lnTo>
                <a:lnTo>
                  <a:pt x="2963" y="81"/>
                </a:lnTo>
                <a:lnTo>
                  <a:pt x="2960" y="86"/>
                </a:lnTo>
                <a:lnTo>
                  <a:pt x="2944" y="76"/>
                </a:lnTo>
                <a:lnTo>
                  <a:pt x="2944" y="76"/>
                </a:lnTo>
                <a:lnTo>
                  <a:pt x="2942" y="74"/>
                </a:lnTo>
                <a:lnTo>
                  <a:pt x="2944" y="70"/>
                </a:lnTo>
                <a:close/>
                <a:moveTo>
                  <a:pt x="2977" y="91"/>
                </a:moveTo>
                <a:lnTo>
                  <a:pt x="2986" y="98"/>
                </a:lnTo>
                <a:lnTo>
                  <a:pt x="2994" y="104"/>
                </a:lnTo>
                <a:lnTo>
                  <a:pt x="2991" y="108"/>
                </a:lnTo>
                <a:lnTo>
                  <a:pt x="2983" y="102"/>
                </a:lnTo>
                <a:lnTo>
                  <a:pt x="2983" y="102"/>
                </a:lnTo>
                <a:lnTo>
                  <a:pt x="2973" y="95"/>
                </a:lnTo>
                <a:lnTo>
                  <a:pt x="2977" y="91"/>
                </a:lnTo>
                <a:close/>
                <a:moveTo>
                  <a:pt x="3007" y="114"/>
                </a:moveTo>
                <a:lnTo>
                  <a:pt x="3023" y="128"/>
                </a:lnTo>
                <a:lnTo>
                  <a:pt x="3024" y="129"/>
                </a:lnTo>
                <a:lnTo>
                  <a:pt x="3020" y="132"/>
                </a:lnTo>
                <a:lnTo>
                  <a:pt x="3019" y="132"/>
                </a:lnTo>
                <a:lnTo>
                  <a:pt x="3019" y="132"/>
                </a:lnTo>
                <a:lnTo>
                  <a:pt x="3003" y="118"/>
                </a:lnTo>
                <a:lnTo>
                  <a:pt x="3007" y="114"/>
                </a:lnTo>
                <a:close/>
                <a:moveTo>
                  <a:pt x="3036" y="140"/>
                </a:moveTo>
                <a:lnTo>
                  <a:pt x="3040" y="144"/>
                </a:lnTo>
                <a:lnTo>
                  <a:pt x="3051" y="156"/>
                </a:lnTo>
                <a:lnTo>
                  <a:pt x="3047" y="159"/>
                </a:lnTo>
                <a:lnTo>
                  <a:pt x="3036" y="148"/>
                </a:lnTo>
                <a:lnTo>
                  <a:pt x="3036" y="148"/>
                </a:lnTo>
                <a:lnTo>
                  <a:pt x="3032" y="144"/>
                </a:lnTo>
                <a:lnTo>
                  <a:pt x="3036" y="140"/>
                </a:lnTo>
                <a:close/>
                <a:moveTo>
                  <a:pt x="3062" y="168"/>
                </a:moveTo>
                <a:lnTo>
                  <a:pt x="3072" y="179"/>
                </a:lnTo>
                <a:lnTo>
                  <a:pt x="3076" y="185"/>
                </a:lnTo>
                <a:lnTo>
                  <a:pt x="3072" y="188"/>
                </a:lnTo>
                <a:lnTo>
                  <a:pt x="3068" y="183"/>
                </a:lnTo>
                <a:lnTo>
                  <a:pt x="3068" y="183"/>
                </a:lnTo>
                <a:lnTo>
                  <a:pt x="3058" y="171"/>
                </a:lnTo>
                <a:lnTo>
                  <a:pt x="3062" y="168"/>
                </a:lnTo>
                <a:close/>
                <a:moveTo>
                  <a:pt x="3086" y="197"/>
                </a:moveTo>
                <a:lnTo>
                  <a:pt x="3087" y="198"/>
                </a:lnTo>
                <a:lnTo>
                  <a:pt x="3099" y="215"/>
                </a:lnTo>
                <a:lnTo>
                  <a:pt x="3094" y="218"/>
                </a:lnTo>
                <a:lnTo>
                  <a:pt x="3082" y="201"/>
                </a:lnTo>
                <a:lnTo>
                  <a:pt x="3082" y="201"/>
                </a:lnTo>
                <a:lnTo>
                  <a:pt x="3082" y="201"/>
                </a:lnTo>
                <a:lnTo>
                  <a:pt x="3086" y="197"/>
                </a:lnTo>
                <a:close/>
                <a:moveTo>
                  <a:pt x="3108" y="229"/>
                </a:moveTo>
                <a:lnTo>
                  <a:pt x="3113" y="237"/>
                </a:lnTo>
                <a:lnTo>
                  <a:pt x="3119" y="248"/>
                </a:lnTo>
                <a:lnTo>
                  <a:pt x="3115" y="251"/>
                </a:lnTo>
                <a:lnTo>
                  <a:pt x="3108" y="240"/>
                </a:lnTo>
                <a:lnTo>
                  <a:pt x="3108" y="240"/>
                </a:lnTo>
                <a:lnTo>
                  <a:pt x="3103" y="232"/>
                </a:lnTo>
                <a:lnTo>
                  <a:pt x="3108" y="229"/>
                </a:lnTo>
                <a:close/>
                <a:moveTo>
                  <a:pt x="3127" y="262"/>
                </a:moveTo>
                <a:lnTo>
                  <a:pt x="3136" y="279"/>
                </a:lnTo>
                <a:lnTo>
                  <a:pt x="3137" y="282"/>
                </a:lnTo>
                <a:lnTo>
                  <a:pt x="3132" y="284"/>
                </a:lnTo>
                <a:lnTo>
                  <a:pt x="3131" y="281"/>
                </a:lnTo>
                <a:lnTo>
                  <a:pt x="3131" y="282"/>
                </a:lnTo>
                <a:lnTo>
                  <a:pt x="3122" y="265"/>
                </a:lnTo>
                <a:lnTo>
                  <a:pt x="3127" y="262"/>
                </a:lnTo>
                <a:close/>
                <a:moveTo>
                  <a:pt x="3144" y="297"/>
                </a:moveTo>
                <a:lnTo>
                  <a:pt x="3146" y="301"/>
                </a:lnTo>
                <a:lnTo>
                  <a:pt x="3150" y="312"/>
                </a:lnTo>
                <a:lnTo>
                  <a:pt x="3152" y="317"/>
                </a:lnTo>
                <a:lnTo>
                  <a:pt x="3147" y="319"/>
                </a:lnTo>
                <a:lnTo>
                  <a:pt x="3145" y="314"/>
                </a:lnTo>
                <a:lnTo>
                  <a:pt x="3145" y="314"/>
                </a:lnTo>
                <a:lnTo>
                  <a:pt x="3141" y="303"/>
                </a:lnTo>
                <a:lnTo>
                  <a:pt x="3141" y="303"/>
                </a:lnTo>
                <a:lnTo>
                  <a:pt x="3139" y="299"/>
                </a:lnTo>
                <a:lnTo>
                  <a:pt x="3144" y="297"/>
                </a:lnTo>
                <a:close/>
                <a:moveTo>
                  <a:pt x="3158" y="333"/>
                </a:moveTo>
                <a:lnTo>
                  <a:pt x="3159" y="335"/>
                </a:lnTo>
                <a:lnTo>
                  <a:pt x="3162" y="346"/>
                </a:lnTo>
                <a:lnTo>
                  <a:pt x="3164" y="354"/>
                </a:lnTo>
                <a:lnTo>
                  <a:pt x="3159" y="355"/>
                </a:lnTo>
                <a:lnTo>
                  <a:pt x="3157" y="348"/>
                </a:lnTo>
                <a:lnTo>
                  <a:pt x="3157" y="348"/>
                </a:lnTo>
                <a:lnTo>
                  <a:pt x="3153" y="337"/>
                </a:lnTo>
                <a:lnTo>
                  <a:pt x="3153" y="337"/>
                </a:lnTo>
                <a:lnTo>
                  <a:pt x="3153" y="335"/>
                </a:lnTo>
                <a:lnTo>
                  <a:pt x="3158" y="333"/>
                </a:lnTo>
                <a:close/>
                <a:moveTo>
                  <a:pt x="3169" y="370"/>
                </a:moveTo>
                <a:lnTo>
                  <a:pt x="3169" y="370"/>
                </a:lnTo>
                <a:lnTo>
                  <a:pt x="3172" y="382"/>
                </a:lnTo>
                <a:lnTo>
                  <a:pt x="3174" y="391"/>
                </a:lnTo>
                <a:lnTo>
                  <a:pt x="3168" y="392"/>
                </a:lnTo>
                <a:lnTo>
                  <a:pt x="3166" y="383"/>
                </a:lnTo>
                <a:lnTo>
                  <a:pt x="3166" y="383"/>
                </a:lnTo>
                <a:lnTo>
                  <a:pt x="3164" y="371"/>
                </a:lnTo>
                <a:lnTo>
                  <a:pt x="3164" y="371"/>
                </a:lnTo>
                <a:lnTo>
                  <a:pt x="3164" y="371"/>
                </a:lnTo>
                <a:lnTo>
                  <a:pt x="3169" y="370"/>
                </a:lnTo>
                <a:close/>
                <a:moveTo>
                  <a:pt x="3177" y="407"/>
                </a:moveTo>
                <a:lnTo>
                  <a:pt x="3179" y="418"/>
                </a:lnTo>
                <a:lnTo>
                  <a:pt x="3180" y="429"/>
                </a:lnTo>
                <a:lnTo>
                  <a:pt x="3175" y="430"/>
                </a:lnTo>
                <a:lnTo>
                  <a:pt x="3173" y="419"/>
                </a:lnTo>
                <a:lnTo>
                  <a:pt x="3173" y="419"/>
                </a:lnTo>
                <a:lnTo>
                  <a:pt x="3171" y="408"/>
                </a:lnTo>
                <a:lnTo>
                  <a:pt x="3177" y="407"/>
                </a:lnTo>
                <a:close/>
                <a:moveTo>
                  <a:pt x="3182" y="445"/>
                </a:moveTo>
                <a:lnTo>
                  <a:pt x="3183" y="455"/>
                </a:lnTo>
                <a:lnTo>
                  <a:pt x="3184" y="467"/>
                </a:lnTo>
                <a:lnTo>
                  <a:pt x="3178" y="468"/>
                </a:lnTo>
                <a:lnTo>
                  <a:pt x="3177" y="455"/>
                </a:lnTo>
                <a:lnTo>
                  <a:pt x="3177" y="456"/>
                </a:lnTo>
                <a:lnTo>
                  <a:pt x="3177" y="446"/>
                </a:lnTo>
                <a:lnTo>
                  <a:pt x="3182" y="445"/>
                </a:lnTo>
                <a:close/>
                <a:moveTo>
                  <a:pt x="3184" y="484"/>
                </a:moveTo>
                <a:lnTo>
                  <a:pt x="3184" y="493"/>
                </a:lnTo>
                <a:lnTo>
                  <a:pt x="3184" y="506"/>
                </a:lnTo>
                <a:lnTo>
                  <a:pt x="3179" y="506"/>
                </a:lnTo>
                <a:lnTo>
                  <a:pt x="3179" y="493"/>
                </a:lnTo>
                <a:lnTo>
                  <a:pt x="3179" y="493"/>
                </a:lnTo>
                <a:lnTo>
                  <a:pt x="3179" y="484"/>
                </a:lnTo>
                <a:lnTo>
                  <a:pt x="3184" y="484"/>
                </a:lnTo>
                <a:close/>
                <a:moveTo>
                  <a:pt x="3184" y="522"/>
                </a:moveTo>
                <a:lnTo>
                  <a:pt x="3184" y="544"/>
                </a:lnTo>
                <a:lnTo>
                  <a:pt x="3179" y="544"/>
                </a:lnTo>
                <a:lnTo>
                  <a:pt x="3179" y="522"/>
                </a:lnTo>
                <a:lnTo>
                  <a:pt x="3184" y="522"/>
                </a:lnTo>
                <a:close/>
                <a:moveTo>
                  <a:pt x="3184" y="560"/>
                </a:moveTo>
                <a:lnTo>
                  <a:pt x="3184" y="582"/>
                </a:lnTo>
                <a:lnTo>
                  <a:pt x="3179" y="582"/>
                </a:lnTo>
                <a:lnTo>
                  <a:pt x="3179" y="560"/>
                </a:lnTo>
                <a:lnTo>
                  <a:pt x="3184" y="560"/>
                </a:lnTo>
                <a:close/>
                <a:moveTo>
                  <a:pt x="3184" y="598"/>
                </a:moveTo>
                <a:lnTo>
                  <a:pt x="3184" y="620"/>
                </a:lnTo>
                <a:lnTo>
                  <a:pt x="3179" y="620"/>
                </a:lnTo>
                <a:lnTo>
                  <a:pt x="3179" y="598"/>
                </a:lnTo>
                <a:lnTo>
                  <a:pt x="3184" y="598"/>
                </a:lnTo>
                <a:close/>
                <a:moveTo>
                  <a:pt x="3184" y="637"/>
                </a:moveTo>
                <a:lnTo>
                  <a:pt x="3184" y="658"/>
                </a:lnTo>
                <a:lnTo>
                  <a:pt x="3179" y="658"/>
                </a:lnTo>
                <a:lnTo>
                  <a:pt x="3179" y="637"/>
                </a:lnTo>
                <a:lnTo>
                  <a:pt x="3184" y="637"/>
                </a:lnTo>
                <a:close/>
                <a:moveTo>
                  <a:pt x="3184" y="675"/>
                </a:moveTo>
                <a:lnTo>
                  <a:pt x="3184" y="697"/>
                </a:lnTo>
                <a:lnTo>
                  <a:pt x="3179" y="697"/>
                </a:lnTo>
                <a:lnTo>
                  <a:pt x="3179" y="675"/>
                </a:lnTo>
                <a:lnTo>
                  <a:pt x="3184" y="675"/>
                </a:lnTo>
                <a:close/>
                <a:moveTo>
                  <a:pt x="3184" y="713"/>
                </a:moveTo>
                <a:lnTo>
                  <a:pt x="3184" y="735"/>
                </a:lnTo>
                <a:lnTo>
                  <a:pt x="3179" y="735"/>
                </a:lnTo>
                <a:lnTo>
                  <a:pt x="3179" y="713"/>
                </a:lnTo>
                <a:lnTo>
                  <a:pt x="3184" y="713"/>
                </a:lnTo>
                <a:close/>
                <a:moveTo>
                  <a:pt x="3184" y="751"/>
                </a:moveTo>
                <a:lnTo>
                  <a:pt x="3184" y="773"/>
                </a:lnTo>
                <a:lnTo>
                  <a:pt x="3179" y="773"/>
                </a:lnTo>
                <a:lnTo>
                  <a:pt x="3179" y="751"/>
                </a:lnTo>
                <a:lnTo>
                  <a:pt x="3184" y="751"/>
                </a:lnTo>
                <a:close/>
                <a:moveTo>
                  <a:pt x="3184" y="789"/>
                </a:moveTo>
                <a:lnTo>
                  <a:pt x="3184" y="811"/>
                </a:lnTo>
                <a:lnTo>
                  <a:pt x="3179" y="811"/>
                </a:lnTo>
                <a:lnTo>
                  <a:pt x="3179" y="789"/>
                </a:lnTo>
                <a:lnTo>
                  <a:pt x="3184" y="789"/>
                </a:lnTo>
                <a:close/>
                <a:moveTo>
                  <a:pt x="3184" y="828"/>
                </a:moveTo>
                <a:lnTo>
                  <a:pt x="3184" y="849"/>
                </a:lnTo>
                <a:lnTo>
                  <a:pt x="3179" y="849"/>
                </a:lnTo>
                <a:lnTo>
                  <a:pt x="3179" y="828"/>
                </a:lnTo>
                <a:lnTo>
                  <a:pt x="3184" y="828"/>
                </a:lnTo>
                <a:close/>
                <a:moveTo>
                  <a:pt x="3184" y="866"/>
                </a:moveTo>
                <a:lnTo>
                  <a:pt x="3184" y="888"/>
                </a:lnTo>
                <a:lnTo>
                  <a:pt x="3179" y="888"/>
                </a:lnTo>
                <a:lnTo>
                  <a:pt x="3179" y="866"/>
                </a:lnTo>
                <a:lnTo>
                  <a:pt x="3184" y="866"/>
                </a:lnTo>
                <a:close/>
                <a:moveTo>
                  <a:pt x="3184" y="904"/>
                </a:moveTo>
                <a:lnTo>
                  <a:pt x="3184" y="926"/>
                </a:lnTo>
                <a:lnTo>
                  <a:pt x="3179" y="926"/>
                </a:lnTo>
                <a:lnTo>
                  <a:pt x="3179" y="904"/>
                </a:lnTo>
                <a:lnTo>
                  <a:pt x="3184" y="904"/>
                </a:lnTo>
                <a:close/>
                <a:moveTo>
                  <a:pt x="3184" y="942"/>
                </a:moveTo>
                <a:lnTo>
                  <a:pt x="3184" y="964"/>
                </a:lnTo>
                <a:lnTo>
                  <a:pt x="3179" y="964"/>
                </a:lnTo>
                <a:lnTo>
                  <a:pt x="3179" y="942"/>
                </a:lnTo>
                <a:lnTo>
                  <a:pt x="3184" y="942"/>
                </a:lnTo>
                <a:close/>
                <a:moveTo>
                  <a:pt x="3184" y="980"/>
                </a:moveTo>
                <a:lnTo>
                  <a:pt x="3184" y="1002"/>
                </a:lnTo>
                <a:lnTo>
                  <a:pt x="3179" y="1002"/>
                </a:lnTo>
                <a:lnTo>
                  <a:pt x="3179" y="980"/>
                </a:lnTo>
                <a:lnTo>
                  <a:pt x="3184" y="980"/>
                </a:lnTo>
                <a:close/>
                <a:moveTo>
                  <a:pt x="3184" y="1019"/>
                </a:moveTo>
                <a:lnTo>
                  <a:pt x="3184" y="1041"/>
                </a:lnTo>
                <a:lnTo>
                  <a:pt x="3179" y="1041"/>
                </a:lnTo>
                <a:lnTo>
                  <a:pt x="3179" y="1019"/>
                </a:lnTo>
                <a:lnTo>
                  <a:pt x="3184" y="1019"/>
                </a:lnTo>
                <a:close/>
                <a:moveTo>
                  <a:pt x="3184" y="1057"/>
                </a:moveTo>
                <a:lnTo>
                  <a:pt x="3184" y="1079"/>
                </a:lnTo>
                <a:lnTo>
                  <a:pt x="3179" y="1079"/>
                </a:lnTo>
                <a:lnTo>
                  <a:pt x="3179" y="1057"/>
                </a:lnTo>
                <a:lnTo>
                  <a:pt x="3184" y="1057"/>
                </a:lnTo>
                <a:close/>
                <a:moveTo>
                  <a:pt x="3184" y="1095"/>
                </a:moveTo>
                <a:lnTo>
                  <a:pt x="3184" y="1117"/>
                </a:lnTo>
                <a:lnTo>
                  <a:pt x="3179" y="1117"/>
                </a:lnTo>
                <a:lnTo>
                  <a:pt x="3179" y="1095"/>
                </a:lnTo>
                <a:lnTo>
                  <a:pt x="3184" y="1095"/>
                </a:lnTo>
                <a:close/>
                <a:moveTo>
                  <a:pt x="3184" y="1133"/>
                </a:moveTo>
                <a:lnTo>
                  <a:pt x="3184" y="1155"/>
                </a:lnTo>
                <a:lnTo>
                  <a:pt x="3179" y="1155"/>
                </a:lnTo>
                <a:lnTo>
                  <a:pt x="3179" y="1133"/>
                </a:lnTo>
                <a:lnTo>
                  <a:pt x="3184" y="1133"/>
                </a:lnTo>
                <a:close/>
                <a:moveTo>
                  <a:pt x="3184" y="1172"/>
                </a:moveTo>
                <a:lnTo>
                  <a:pt x="3184" y="1193"/>
                </a:lnTo>
                <a:lnTo>
                  <a:pt x="3179" y="1193"/>
                </a:lnTo>
                <a:lnTo>
                  <a:pt x="3179" y="1172"/>
                </a:lnTo>
                <a:lnTo>
                  <a:pt x="3184" y="1172"/>
                </a:lnTo>
                <a:close/>
                <a:moveTo>
                  <a:pt x="3184" y="1210"/>
                </a:moveTo>
                <a:lnTo>
                  <a:pt x="3184" y="1232"/>
                </a:lnTo>
                <a:lnTo>
                  <a:pt x="3179" y="1232"/>
                </a:lnTo>
                <a:lnTo>
                  <a:pt x="3179" y="1210"/>
                </a:lnTo>
                <a:lnTo>
                  <a:pt x="3184" y="1210"/>
                </a:lnTo>
                <a:close/>
                <a:moveTo>
                  <a:pt x="3184" y="1248"/>
                </a:moveTo>
                <a:lnTo>
                  <a:pt x="3184" y="1270"/>
                </a:lnTo>
                <a:lnTo>
                  <a:pt x="3179" y="1270"/>
                </a:lnTo>
                <a:lnTo>
                  <a:pt x="3179" y="1248"/>
                </a:lnTo>
                <a:lnTo>
                  <a:pt x="3184" y="1248"/>
                </a:lnTo>
                <a:close/>
                <a:moveTo>
                  <a:pt x="3184" y="1286"/>
                </a:moveTo>
                <a:lnTo>
                  <a:pt x="3184" y="1308"/>
                </a:lnTo>
                <a:lnTo>
                  <a:pt x="3179" y="1308"/>
                </a:lnTo>
                <a:lnTo>
                  <a:pt x="3179" y="1286"/>
                </a:lnTo>
                <a:lnTo>
                  <a:pt x="3184" y="1286"/>
                </a:lnTo>
                <a:close/>
                <a:moveTo>
                  <a:pt x="3184" y="1324"/>
                </a:moveTo>
                <a:lnTo>
                  <a:pt x="3184" y="1346"/>
                </a:lnTo>
                <a:lnTo>
                  <a:pt x="3179" y="1346"/>
                </a:lnTo>
                <a:lnTo>
                  <a:pt x="3179" y="1324"/>
                </a:lnTo>
                <a:lnTo>
                  <a:pt x="3184" y="1324"/>
                </a:lnTo>
                <a:close/>
                <a:moveTo>
                  <a:pt x="3184" y="1363"/>
                </a:moveTo>
                <a:lnTo>
                  <a:pt x="3184" y="1384"/>
                </a:lnTo>
                <a:lnTo>
                  <a:pt x="3179" y="1384"/>
                </a:lnTo>
                <a:lnTo>
                  <a:pt x="3179" y="1363"/>
                </a:lnTo>
                <a:lnTo>
                  <a:pt x="3184" y="1363"/>
                </a:lnTo>
                <a:close/>
                <a:moveTo>
                  <a:pt x="3184" y="1401"/>
                </a:moveTo>
                <a:lnTo>
                  <a:pt x="3184" y="1423"/>
                </a:lnTo>
                <a:lnTo>
                  <a:pt x="3179" y="1423"/>
                </a:lnTo>
                <a:lnTo>
                  <a:pt x="3179" y="1401"/>
                </a:lnTo>
                <a:lnTo>
                  <a:pt x="3184" y="1401"/>
                </a:lnTo>
                <a:close/>
                <a:moveTo>
                  <a:pt x="3184" y="1439"/>
                </a:moveTo>
                <a:lnTo>
                  <a:pt x="3184" y="1461"/>
                </a:lnTo>
                <a:lnTo>
                  <a:pt x="3179" y="1461"/>
                </a:lnTo>
                <a:lnTo>
                  <a:pt x="3179" y="1439"/>
                </a:lnTo>
                <a:lnTo>
                  <a:pt x="3184" y="1439"/>
                </a:lnTo>
                <a:close/>
                <a:moveTo>
                  <a:pt x="3184" y="1477"/>
                </a:moveTo>
                <a:lnTo>
                  <a:pt x="3184" y="1499"/>
                </a:lnTo>
                <a:lnTo>
                  <a:pt x="3179" y="1499"/>
                </a:lnTo>
                <a:lnTo>
                  <a:pt x="3179" y="1477"/>
                </a:lnTo>
                <a:lnTo>
                  <a:pt x="3184" y="1477"/>
                </a:lnTo>
                <a:close/>
                <a:moveTo>
                  <a:pt x="3184" y="1515"/>
                </a:moveTo>
                <a:lnTo>
                  <a:pt x="3184" y="1537"/>
                </a:lnTo>
                <a:lnTo>
                  <a:pt x="3179" y="1537"/>
                </a:lnTo>
                <a:lnTo>
                  <a:pt x="3179" y="1515"/>
                </a:lnTo>
                <a:lnTo>
                  <a:pt x="3184" y="1515"/>
                </a:lnTo>
                <a:close/>
                <a:moveTo>
                  <a:pt x="3184" y="1554"/>
                </a:moveTo>
                <a:lnTo>
                  <a:pt x="3184" y="1576"/>
                </a:lnTo>
                <a:lnTo>
                  <a:pt x="3179" y="1576"/>
                </a:lnTo>
                <a:lnTo>
                  <a:pt x="3179" y="1554"/>
                </a:lnTo>
                <a:lnTo>
                  <a:pt x="3184" y="1554"/>
                </a:lnTo>
                <a:close/>
                <a:moveTo>
                  <a:pt x="3184" y="1592"/>
                </a:moveTo>
                <a:lnTo>
                  <a:pt x="3184" y="1614"/>
                </a:lnTo>
                <a:lnTo>
                  <a:pt x="3179" y="1614"/>
                </a:lnTo>
                <a:lnTo>
                  <a:pt x="3179" y="1592"/>
                </a:lnTo>
                <a:lnTo>
                  <a:pt x="3184" y="1592"/>
                </a:lnTo>
                <a:close/>
                <a:moveTo>
                  <a:pt x="3184" y="1630"/>
                </a:moveTo>
                <a:lnTo>
                  <a:pt x="3184" y="1652"/>
                </a:lnTo>
                <a:lnTo>
                  <a:pt x="3179" y="1652"/>
                </a:lnTo>
                <a:lnTo>
                  <a:pt x="3179" y="1630"/>
                </a:lnTo>
                <a:lnTo>
                  <a:pt x="3184" y="1630"/>
                </a:lnTo>
                <a:close/>
                <a:moveTo>
                  <a:pt x="3184" y="1668"/>
                </a:moveTo>
                <a:lnTo>
                  <a:pt x="3184" y="1690"/>
                </a:lnTo>
                <a:lnTo>
                  <a:pt x="3179" y="1690"/>
                </a:lnTo>
                <a:lnTo>
                  <a:pt x="3179" y="1668"/>
                </a:lnTo>
                <a:lnTo>
                  <a:pt x="3184" y="1668"/>
                </a:lnTo>
                <a:close/>
                <a:moveTo>
                  <a:pt x="3184" y="1707"/>
                </a:moveTo>
                <a:lnTo>
                  <a:pt x="3184" y="1728"/>
                </a:lnTo>
                <a:lnTo>
                  <a:pt x="3179" y="1728"/>
                </a:lnTo>
                <a:lnTo>
                  <a:pt x="3179" y="1707"/>
                </a:lnTo>
                <a:lnTo>
                  <a:pt x="3184" y="1707"/>
                </a:lnTo>
                <a:close/>
                <a:moveTo>
                  <a:pt x="3184" y="1745"/>
                </a:moveTo>
                <a:lnTo>
                  <a:pt x="3184" y="1767"/>
                </a:lnTo>
                <a:lnTo>
                  <a:pt x="3179" y="1767"/>
                </a:lnTo>
                <a:lnTo>
                  <a:pt x="3179" y="1745"/>
                </a:lnTo>
                <a:lnTo>
                  <a:pt x="3184" y="1745"/>
                </a:lnTo>
                <a:close/>
                <a:moveTo>
                  <a:pt x="3184" y="1783"/>
                </a:moveTo>
                <a:lnTo>
                  <a:pt x="3184" y="1805"/>
                </a:lnTo>
                <a:lnTo>
                  <a:pt x="3179" y="1805"/>
                </a:lnTo>
                <a:lnTo>
                  <a:pt x="3179" y="1783"/>
                </a:lnTo>
                <a:lnTo>
                  <a:pt x="3184" y="1783"/>
                </a:lnTo>
                <a:close/>
                <a:moveTo>
                  <a:pt x="3184" y="1821"/>
                </a:moveTo>
                <a:lnTo>
                  <a:pt x="3184" y="1843"/>
                </a:lnTo>
                <a:lnTo>
                  <a:pt x="3179" y="1843"/>
                </a:lnTo>
                <a:lnTo>
                  <a:pt x="3179" y="1821"/>
                </a:lnTo>
                <a:lnTo>
                  <a:pt x="3184" y="1821"/>
                </a:lnTo>
                <a:close/>
                <a:moveTo>
                  <a:pt x="3184" y="1859"/>
                </a:moveTo>
                <a:lnTo>
                  <a:pt x="3184" y="1881"/>
                </a:lnTo>
                <a:lnTo>
                  <a:pt x="3179" y="1881"/>
                </a:lnTo>
                <a:lnTo>
                  <a:pt x="3179" y="1859"/>
                </a:lnTo>
                <a:lnTo>
                  <a:pt x="3184" y="1859"/>
                </a:lnTo>
                <a:close/>
                <a:moveTo>
                  <a:pt x="3184" y="1898"/>
                </a:moveTo>
                <a:lnTo>
                  <a:pt x="3184" y="1919"/>
                </a:lnTo>
                <a:lnTo>
                  <a:pt x="3179" y="1919"/>
                </a:lnTo>
                <a:lnTo>
                  <a:pt x="3179" y="1898"/>
                </a:lnTo>
                <a:lnTo>
                  <a:pt x="3184" y="1898"/>
                </a:lnTo>
                <a:close/>
                <a:moveTo>
                  <a:pt x="3184" y="1936"/>
                </a:moveTo>
                <a:lnTo>
                  <a:pt x="3184" y="1958"/>
                </a:lnTo>
                <a:lnTo>
                  <a:pt x="3179" y="1958"/>
                </a:lnTo>
                <a:lnTo>
                  <a:pt x="3179" y="1936"/>
                </a:lnTo>
                <a:lnTo>
                  <a:pt x="3184" y="1936"/>
                </a:lnTo>
                <a:close/>
                <a:moveTo>
                  <a:pt x="3184" y="1974"/>
                </a:moveTo>
                <a:lnTo>
                  <a:pt x="3184" y="1996"/>
                </a:lnTo>
                <a:lnTo>
                  <a:pt x="3179" y="1996"/>
                </a:lnTo>
                <a:lnTo>
                  <a:pt x="3179" y="1974"/>
                </a:lnTo>
                <a:lnTo>
                  <a:pt x="3184" y="1974"/>
                </a:lnTo>
                <a:close/>
                <a:moveTo>
                  <a:pt x="3184" y="2012"/>
                </a:moveTo>
                <a:lnTo>
                  <a:pt x="3184" y="2034"/>
                </a:lnTo>
                <a:lnTo>
                  <a:pt x="3179" y="2034"/>
                </a:lnTo>
                <a:lnTo>
                  <a:pt x="3179" y="2012"/>
                </a:lnTo>
                <a:lnTo>
                  <a:pt x="3184" y="2012"/>
                </a:lnTo>
                <a:close/>
                <a:moveTo>
                  <a:pt x="3184" y="2050"/>
                </a:moveTo>
                <a:lnTo>
                  <a:pt x="3184" y="2072"/>
                </a:lnTo>
                <a:lnTo>
                  <a:pt x="3179" y="2072"/>
                </a:lnTo>
                <a:lnTo>
                  <a:pt x="3179" y="2050"/>
                </a:lnTo>
                <a:lnTo>
                  <a:pt x="3184" y="2050"/>
                </a:lnTo>
                <a:close/>
                <a:moveTo>
                  <a:pt x="3184" y="2089"/>
                </a:moveTo>
                <a:lnTo>
                  <a:pt x="3184" y="2111"/>
                </a:lnTo>
                <a:lnTo>
                  <a:pt x="3179" y="2111"/>
                </a:lnTo>
                <a:lnTo>
                  <a:pt x="3179" y="2089"/>
                </a:lnTo>
                <a:lnTo>
                  <a:pt x="3184" y="2089"/>
                </a:lnTo>
                <a:close/>
                <a:moveTo>
                  <a:pt x="3184" y="2127"/>
                </a:moveTo>
                <a:lnTo>
                  <a:pt x="3184" y="2149"/>
                </a:lnTo>
                <a:lnTo>
                  <a:pt x="3179" y="2149"/>
                </a:lnTo>
                <a:lnTo>
                  <a:pt x="3179" y="2127"/>
                </a:lnTo>
                <a:lnTo>
                  <a:pt x="3184" y="2127"/>
                </a:lnTo>
                <a:close/>
                <a:moveTo>
                  <a:pt x="3184" y="2165"/>
                </a:moveTo>
                <a:lnTo>
                  <a:pt x="3184" y="2187"/>
                </a:lnTo>
                <a:lnTo>
                  <a:pt x="3179" y="2187"/>
                </a:lnTo>
                <a:lnTo>
                  <a:pt x="3179" y="2165"/>
                </a:lnTo>
                <a:lnTo>
                  <a:pt x="3184" y="2165"/>
                </a:lnTo>
                <a:close/>
                <a:moveTo>
                  <a:pt x="3184" y="2203"/>
                </a:moveTo>
                <a:lnTo>
                  <a:pt x="3184" y="2225"/>
                </a:lnTo>
                <a:lnTo>
                  <a:pt x="3179" y="2225"/>
                </a:lnTo>
                <a:lnTo>
                  <a:pt x="3179" y="2203"/>
                </a:lnTo>
                <a:lnTo>
                  <a:pt x="3184" y="2203"/>
                </a:lnTo>
                <a:close/>
                <a:moveTo>
                  <a:pt x="3184" y="2242"/>
                </a:moveTo>
                <a:lnTo>
                  <a:pt x="3184" y="2263"/>
                </a:lnTo>
                <a:lnTo>
                  <a:pt x="3179" y="2263"/>
                </a:lnTo>
                <a:lnTo>
                  <a:pt x="3179" y="2242"/>
                </a:lnTo>
                <a:lnTo>
                  <a:pt x="3184" y="2242"/>
                </a:lnTo>
                <a:close/>
                <a:moveTo>
                  <a:pt x="3184" y="2280"/>
                </a:moveTo>
                <a:lnTo>
                  <a:pt x="3184" y="2302"/>
                </a:lnTo>
                <a:lnTo>
                  <a:pt x="3179" y="2302"/>
                </a:lnTo>
                <a:lnTo>
                  <a:pt x="3179" y="2280"/>
                </a:lnTo>
                <a:lnTo>
                  <a:pt x="3184" y="2280"/>
                </a:lnTo>
                <a:close/>
                <a:moveTo>
                  <a:pt x="3184" y="2318"/>
                </a:moveTo>
                <a:lnTo>
                  <a:pt x="3184" y="2340"/>
                </a:lnTo>
                <a:lnTo>
                  <a:pt x="3179" y="2340"/>
                </a:lnTo>
                <a:lnTo>
                  <a:pt x="3179" y="2318"/>
                </a:lnTo>
                <a:lnTo>
                  <a:pt x="3184" y="2318"/>
                </a:lnTo>
                <a:close/>
                <a:moveTo>
                  <a:pt x="3184" y="2356"/>
                </a:moveTo>
                <a:lnTo>
                  <a:pt x="3184" y="2378"/>
                </a:lnTo>
                <a:lnTo>
                  <a:pt x="3179" y="2378"/>
                </a:lnTo>
                <a:lnTo>
                  <a:pt x="3179" y="2356"/>
                </a:lnTo>
                <a:lnTo>
                  <a:pt x="3184" y="2356"/>
                </a:lnTo>
                <a:close/>
                <a:moveTo>
                  <a:pt x="3184" y="2394"/>
                </a:moveTo>
                <a:lnTo>
                  <a:pt x="3184" y="2416"/>
                </a:lnTo>
                <a:lnTo>
                  <a:pt x="3179" y="2416"/>
                </a:lnTo>
                <a:lnTo>
                  <a:pt x="3179" y="2394"/>
                </a:lnTo>
                <a:lnTo>
                  <a:pt x="3184" y="2394"/>
                </a:lnTo>
                <a:close/>
                <a:moveTo>
                  <a:pt x="3184" y="2433"/>
                </a:moveTo>
                <a:lnTo>
                  <a:pt x="3184" y="2454"/>
                </a:lnTo>
                <a:lnTo>
                  <a:pt x="3179" y="2454"/>
                </a:lnTo>
                <a:lnTo>
                  <a:pt x="3179" y="2433"/>
                </a:lnTo>
                <a:lnTo>
                  <a:pt x="3184" y="2433"/>
                </a:lnTo>
                <a:close/>
                <a:moveTo>
                  <a:pt x="3184" y="2471"/>
                </a:moveTo>
                <a:lnTo>
                  <a:pt x="3184" y="2482"/>
                </a:lnTo>
                <a:lnTo>
                  <a:pt x="3183" y="2493"/>
                </a:lnTo>
                <a:lnTo>
                  <a:pt x="3178" y="2492"/>
                </a:lnTo>
                <a:lnTo>
                  <a:pt x="3178" y="2481"/>
                </a:lnTo>
                <a:lnTo>
                  <a:pt x="3178" y="2481"/>
                </a:lnTo>
                <a:lnTo>
                  <a:pt x="3179" y="2471"/>
                </a:lnTo>
                <a:lnTo>
                  <a:pt x="3184" y="2471"/>
                </a:lnTo>
                <a:close/>
                <a:moveTo>
                  <a:pt x="3182" y="2509"/>
                </a:moveTo>
                <a:lnTo>
                  <a:pt x="3181" y="2519"/>
                </a:lnTo>
                <a:lnTo>
                  <a:pt x="3179" y="2531"/>
                </a:lnTo>
                <a:lnTo>
                  <a:pt x="3174" y="2530"/>
                </a:lnTo>
                <a:lnTo>
                  <a:pt x="3175" y="2518"/>
                </a:lnTo>
                <a:lnTo>
                  <a:pt x="3175" y="2518"/>
                </a:lnTo>
                <a:lnTo>
                  <a:pt x="3176" y="2509"/>
                </a:lnTo>
                <a:lnTo>
                  <a:pt x="3182" y="2509"/>
                </a:lnTo>
                <a:close/>
                <a:moveTo>
                  <a:pt x="3176" y="2547"/>
                </a:moveTo>
                <a:lnTo>
                  <a:pt x="3175" y="2556"/>
                </a:lnTo>
                <a:lnTo>
                  <a:pt x="3172" y="2568"/>
                </a:lnTo>
                <a:lnTo>
                  <a:pt x="3172" y="2569"/>
                </a:lnTo>
                <a:lnTo>
                  <a:pt x="3166" y="2567"/>
                </a:lnTo>
                <a:lnTo>
                  <a:pt x="3167" y="2566"/>
                </a:lnTo>
                <a:lnTo>
                  <a:pt x="3167" y="2566"/>
                </a:lnTo>
                <a:lnTo>
                  <a:pt x="3169" y="2554"/>
                </a:lnTo>
                <a:lnTo>
                  <a:pt x="3169" y="2555"/>
                </a:lnTo>
                <a:lnTo>
                  <a:pt x="3171" y="2546"/>
                </a:lnTo>
                <a:lnTo>
                  <a:pt x="3176" y="2547"/>
                </a:lnTo>
                <a:close/>
                <a:moveTo>
                  <a:pt x="3168" y="2585"/>
                </a:moveTo>
                <a:lnTo>
                  <a:pt x="3166" y="2591"/>
                </a:lnTo>
                <a:lnTo>
                  <a:pt x="3162" y="2603"/>
                </a:lnTo>
                <a:lnTo>
                  <a:pt x="3161" y="2606"/>
                </a:lnTo>
                <a:lnTo>
                  <a:pt x="3156" y="2604"/>
                </a:lnTo>
                <a:lnTo>
                  <a:pt x="3157" y="2601"/>
                </a:lnTo>
                <a:lnTo>
                  <a:pt x="3157" y="2601"/>
                </a:lnTo>
                <a:lnTo>
                  <a:pt x="3161" y="2590"/>
                </a:lnTo>
                <a:lnTo>
                  <a:pt x="3161" y="2590"/>
                </a:lnTo>
                <a:lnTo>
                  <a:pt x="3162" y="2583"/>
                </a:lnTo>
                <a:lnTo>
                  <a:pt x="3168" y="2585"/>
                </a:lnTo>
                <a:close/>
                <a:moveTo>
                  <a:pt x="3156" y="2621"/>
                </a:moveTo>
                <a:lnTo>
                  <a:pt x="3155" y="2626"/>
                </a:lnTo>
                <a:lnTo>
                  <a:pt x="3150" y="2637"/>
                </a:lnTo>
                <a:lnTo>
                  <a:pt x="3148" y="2642"/>
                </a:lnTo>
                <a:lnTo>
                  <a:pt x="3143" y="2640"/>
                </a:lnTo>
                <a:lnTo>
                  <a:pt x="3145" y="2635"/>
                </a:lnTo>
                <a:lnTo>
                  <a:pt x="3145" y="2635"/>
                </a:lnTo>
                <a:lnTo>
                  <a:pt x="3149" y="2624"/>
                </a:lnTo>
                <a:lnTo>
                  <a:pt x="3149" y="2624"/>
                </a:lnTo>
                <a:lnTo>
                  <a:pt x="3151" y="2619"/>
                </a:lnTo>
                <a:lnTo>
                  <a:pt x="3156" y="2621"/>
                </a:lnTo>
                <a:close/>
                <a:moveTo>
                  <a:pt x="3142" y="2657"/>
                </a:moveTo>
                <a:lnTo>
                  <a:pt x="3141" y="2659"/>
                </a:lnTo>
                <a:lnTo>
                  <a:pt x="3136" y="2670"/>
                </a:lnTo>
                <a:lnTo>
                  <a:pt x="3132" y="2677"/>
                </a:lnTo>
                <a:lnTo>
                  <a:pt x="3127" y="2674"/>
                </a:lnTo>
                <a:lnTo>
                  <a:pt x="3131" y="2668"/>
                </a:lnTo>
                <a:lnTo>
                  <a:pt x="3131" y="2668"/>
                </a:lnTo>
                <a:lnTo>
                  <a:pt x="3136" y="2657"/>
                </a:lnTo>
                <a:lnTo>
                  <a:pt x="3136" y="2657"/>
                </a:lnTo>
                <a:lnTo>
                  <a:pt x="3137" y="2655"/>
                </a:lnTo>
                <a:lnTo>
                  <a:pt x="3142" y="2657"/>
                </a:lnTo>
                <a:close/>
                <a:moveTo>
                  <a:pt x="3125" y="2691"/>
                </a:moveTo>
                <a:lnTo>
                  <a:pt x="3114" y="2710"/>
                </a:lnTo>
                <a:lnTo>
                  <a:pt x="3109" y="2708"/>
                </a:lnTo>
                <a:lnTo>
                  <a:pt x="3120" y="2689"/>
                </a:lnTo>
                <a:lnTo>
                  <a:pt x="3125" y="2691"/>
                </a:lnTo>
                <a:close/>
                <a:moveTo>
                  <a:pt x="3105" y="2724"/>
                </a:moveTo>
                <a:lnTo>
                  <a:pt x="3100" y="2732"/>
                </a:lnTo>
                <a:lnTo>
                  <a:pt x="3093" y="2743"/>
                </a:lnTo>
                <a:lnTo>
                  <a:pt x="3088" y="2739"/>
                </a:lnTo>
                <a:lnTo>
                  <a:pt x="3096" y="2729"/>
                </a:lnTo>
                <a:lnTo>
                  <a:pt x="3096" y="2729"/>
                </a:lnTo>
                <a:lnTo>
                  <a:pt x="3101" y="2721"/>
                </a:lnTo>
                <a:lnTo>
                  <a:pt x="3105" y="2724"/>
                </a:lnTo>
                <a:close/>
                <a:moveTo>
                  <a:pt x="3083" y="2756"/>
                </a:moveTo>
                <a:lnTo>
                  <a:pt x="3072" y="2770"/>
                </a:lnTo>
                <a:lnTo>
                  <a:pt x="3069" y="2773"/>
                </a:lnTo>
                <a:lnTo>
                  <a:pt x="3065" y="2769"/>
                </a:lnTo>
                <a:lnTo>
                  <a:pt x="3068" y="2766"/>
                </a:lnTo>
                <a:lnTo>
                  <a:pt x="3068" y="2767"/>
                </a:lnTo>
                <a:lnTo>
                  <a:pt x="3079" y="2752"/>
                </a:lnTo>
                <a:lnTo>
                  <a:pt x="3083" y="2756"/>
                </a:lnTo>
                <a:close/>
                <a:moveTo>
                  <a:pt x="3059" y="2785"/>
                </a:moveTo>
                <a:lnTo>
                  <a:pt x="3056" y="2788"/>
                </a:lnTo>
                <a:lnTo>
                  <a:pt x="3044" y="2801"/>
                </a:lnTo>
                <a:lnTo>
                  <a:pt x="3040" y="2797"/>
                </a:lnTo>
                <a:lnTo>
                  <a:pt x="3052" y="2784"/>
                </a:lnTo>
                <a:lnTo>
                  <a:pt x="3052" y="2784"/>
                </a:lnTo>
                <a:lnTo>
                  <a:pt x="3054" y="2782"/>
                </a:lnTo>
                <a:lnTo>
                  <a:pt x="3059" y="2785"/>
                </a:lnTo>
                <a:close/>
                <a:moveTo>
                  <a:pt x="3032" y="2813"/>
                </a:moveTo>
                <a:lnTo>
                  <a:pt x="3023" y="2821"/>
                </a:lnTo>
                <a:lnTo>
                  <a:pt x="3016" y="2828"/>
                </a:lnTo>
                <a:lnTo>
                  <a:pt x="3012" y="2824"/>
                </a:lnTo>
                <a:lnTo>
                  <a:pt x="3019" y="2817"/>
                </a:lnTo>
                <a:lnTo>
                  <a:pt x="3019" y="2817"/>
                </a:lnTo>
                <a:lnTo>
                  <a:pt x="3028" y="2809"/>
                </a:lnTo>
                <a:lnTo>
                  <a:pt x="3032" y="2813"/>
                </a:lnTo>
                <a:close/>
                <a:moveTo>
                  <a:pt x="3003" y="2838"/>
                </a:moveTo>
                <a:lnTo>
                  <a:pt x="2986" y="2852"/>
                </a:lnTo>
                <a:lnTo>
                  <a:pt x="2986" y="2852"/>
                </a:lnTo>
                <a:lnTo>
                  <a:pt x="2983" y="2847"/>
                </a:lnTo>
                <a:lnTo>
                  <a:pt x="2983" y="2847"/>
                </a:lnTo>
                <a:lnTo>
                  <a:pt x="2983" y="2847"/>
                </a:lnTo>
                <a:lnTo>
                  <a:pt x="3000" y="2834"/>
                </a:lnTo>
                <a:lnTo>
                  <a:pt x="3003" y="2838"/>
                </a:lnTo>
                <a:close/>
                <a:moveTo>
                  <a:pt x="2972" y="2861"/>
                </a:moveTo>
                <a:lnTo>
                  <a:pt x="2967" y="2865"/>
                </a:lnTo>
                <a:lnTo>
                  <a:pt x="2954" y="2874"/>
                </a:lnTo>
                <a:lnTo>
                  <a:pt x="2951" y="2869"/>
                </a:lnTo>
                <a:lnTo>
                  <a:pt x="2964" y="2861"/>
                </a:lnTo>
                <a:lnTo>
                  <a:pt x="2964" y="2861"/>
                </a:lnTo>
                <a:lnTo>
                  <a:pt x="2969" y="2857"/>
                </a:lnTo>
                <a:lnTo>
                  <a:pt x="2972" y="2861"/>
                </a:lnTo>
                <a:close/>
                <a:moveTo>
                  <a:pt x="2940" y="2882"/>
                </a:moveTo>
                <a:lnTo>
                  <a:pt x="2926" y="2890"/>
                </a:lnTo>
                <a:lnTo>
                  <a:pt x="2921" y="2893"/>
                </a:lnTo>
                <a:lnTo>
                  <a:pt x="2918" y="2888"/>
                </a:lnTo>
                <a:lnTo>
                  <a:pt x="2924" y="2885"/>
                </a:lnTo>
                <a:lnTo>
                  <a:pt x="2924" y="2885"/>
                </a:lnTo>
                <a:lnTo>
                  <a:pt x="2937" y="2877"/>
                </a:lnTo>
                <a:lnTo>
                  <a:pt x="2940" y="2882"/>
                </a:lnTo>
                <a:close/>
                <a:moveTo>
                  <a:pt x="2906" y="2900"/>
                </a:moveTo>
                <a:lnTo>
                  <a:pt x="2905" y="2901"/>
                </a:lnTo>
                <a:lnTo>
                  <a:pt x="2894" y="2906"/>
                </a:lnTo>
                <a:lnTo>
                  <a:pt x="2886" y="2909"/>
                </a:lnTo>
                <a:lnTo>
                  <a:pt x="2884" y="2904"/>
                </a:lnTo>
                <a:lnTo>
                  <a:pt x="2892" y="2901"/>
                </a:lnTo>
                <a:lnTo>
                  <a:pt x="2892" y="2901"/>
                </a:lnTo>
                <a:lnTo>
                  <a:pt x="2903" y="2896"/>
                </a:lnTo>
                <a:lnTo>
                  <a:pt x="2903" y="2896"/>
                </a:lnTo>
                <a:lnTo>
                  <a:pt x="2904" y="2895"/>
                </a:lnTo>
                <a:lnTo>
                  <a:pt x="2906" y="2900"/>
                </a:lnTo>
                <a:close/>
                <a:moveTo>
                  <a:pt x="2871" y="2916"/>
                </a:moveTo>
                <a:lnTo>
                  <a:pt x="2861" y="2919"/>
                </a:lnTo>
                <a:lnTo>
                  <a:pt x="2850" y="2923"/>
                </a:lnTo>
                <a:lnTo>
                  <a:pt x="2849" y="2918"/>
                </a:lnTo>
                <a:lnTo>
                  <a:pt x="2859" y="2914"/>
                </a:lnTo>
                <a:lnTo>
                  <a:pt x="2859" y="2915"/>
                </a:lnTo>
                <a:lnTo>
                  <a:pt x="2869" y="2911"/>
                </a:lnTo>
                <a:lnTo>
                  <a:pt x="2871" y="2916"/>
                </a:lnTo>
                <a:close/>
                <a:moveTo>
                  <a:pt x="2835" y="2928"/>
                </a:moveTo>
                <a:lnTo>
                  <a:pt x="2826" y="2931"/>
                </a:lnTo>
                <a:lnTo>
                  <a:pt x="2815" y="2934"/>
                </a:lnTo>
                <a:lnTo>
                  <a:pt x="2814" y="2934"/>
                </a:lnTo>
                <a:lnTo>
                  <a:pt x="2812" y="2929"/>
                </a:lnTo>
                <a:lnTo>
                  <a:pt x="2813" y="2929"/>
                </a:lnTo>
                <a:lnTo>
                  <a:pt x="2813" y="2929"/>
                </a:lnTo>
                <a:lnTo>
                  <a:pt x="2825" y="2925"/>
                </a:lnTo>
                <a:lnTo>
                  <a:pt x="2825" y="2925"/>
                </a:lnTo>
                <a:lnTo>
                  <a:pt x="2833" y="2923"/>
                </a:lnTo>
                <a:lnTo>
                  <a:pt x="2835" y="2928"/>
                </a:lnTo>
                <a:close/>
                <a:moveTo>
                  <a:pt x="2797" y="2938"/>
                </a:moveTo>
                <a:lnTo>
                  <a:pt x="2791" y="2939"/>
                </a:lnTo>
                <a:lnTo>
                  <a:pt x="2779" y="2942"/>
                </a:lnTo>
                <a:lnTo>
                  <a:pt x="2776" y="2942"/>
                </a:lnTo>
                <a:lnTo>
                  <a:pt x="2775" y="2937"/>
                </a:lnTo>
                <a:lnTo>
                  <a:pt x="2778" y="2936"/>
                </a:lnTo>
                <a:lnTo>
                  <a:pt x="2778" y="2936"/>
                </a:lnTo>
                <a:lnTo>
                  <a:pt x="2790" y="2934"/>
                </a:lnTo>
                <a:lnTo>
                  <a:pt x="2789" y="2934"/>
                </a:lnTo>
                <a:lnTo>
                  <a:pt x="2796" y="2933"/>
                </a:lnTo>
                <a:lnTo>
                  <a:pt x="2797" y="2938"/>
                </a:lnTo>
                <a:close/>
                <a:moveTo>
                  <a:pt x="2760" y="2945"/>
                </a:moveTo>
                <a:lnTo>
                  <a:pt x="2754" y="2945"/>
                </a:lnTo>
                <a:lnTo>
                  <a:pt x="2742" y="2947"/>
                </a:lnTo>
                <a:lnTo>
                  <a:pt x="2738" y="2947"/>
                </a:lnTo>
                <a:lnTo>
                  <a:pt x="2737" y="2942"/>
                </a:lnTo>
                <a:lnTo>
                  <a:pt x="2741" y="2941"/>
                </a:lnTo>
                <a:lnTo>
                  <a:pt x="2741" y="2941"/>
                </a:lnTo>
                <a:lnTo>
                  <a:pt x="2753" y="2940"/>
                </a:lnTo>
                <a:lnTo>
                  <a:pt x="2753" y="2940"/>
                </a:lnTo>
                <a:lnTo>
                  <a:pt x="2759" y="2939"/>
                </a:lnTo>
                <a:lnTo>
                  <a:pt x="2760" y="2945"/>
                </a:lnTo>
                <a:close/>
                <a:moveTo>
                  <a:pt x="2722" y="2948"/>
                </a:moveTo>
                <a:lnTo>
                  <a:pt x="2717" y="2949"/>
                </a:lnTo>
                <a:lnTo>
                  <a:pt x="2704" y="2949"/>
                </a:lnTo>
                <a:lnTo>
                  <a:pt x="2700" y="2949"/>
                </a:lnTo>
                <a:lnTo>
                  <a:pt x="2700" y="2944"/>
                </a:lnTo>
                <a:lnTo>
                  <a:pt x="2704" y="2944"/>
                </a:lnTo>
                <a:lnTo>
                  <a:pt x="2704" y="2944"/>
                </a:lnTo>
                <a:lnTo>
                  <a:pt x="2716" y="2943"/>
                </a:lnTo>
                <a:lnTo>
                  <a:pt x="2716" y="2943"/>
                </a:lnTo>
                <a:lnTo>
                  <a:pt x="2721" y="2943"/>
                </a:lnTo>
                <a:lnTo>
                  <a:pt x="2722" y="2948"/>
                </a:lnTo>
                <a:close/>
                <a:moveTo>
                  <a:pt x="2683" y="2949"/>
                </a:moveTo>
                <a:lnTo>
                  <a:pt x="2661" y="2949"/>
                </a:lnTo>
                <a:lnTo>
                  <a:pt x="2661" y="2944"/>
                </a:lnTo>
                <a:lnTo>
                  <a:pt x="2683" y="2944"/>
                </a:lnTo>
                <a:lnTo>
                  <a:pt x="2683" y="2949"/>
                </a:lnTo>
                <a:close/>
                <a:moveTo>
                  <a:pt x="2645" y="2949"/>
                </a:moveTo>
                <a:lnTo>
                  <a:pt x="2623" y="2949"/>
                </a:lnTo>
                <a:lnTo>
                  <a:pt x="2623" y="2944"/>
                </a:lnTo>
                <a:lnTo>
                  <a:pt x="2645" y="2944"/>
                </a:lnTo>
                <a:lnTo>
                  <a:pt x="2645" y="2949"/>
                </a:lnTo>
                <a:close/>
                <a:moveTo>
                  <a:pt x="2607" y="2949"/>
                </a:moveTo>
                <a:lnTo>
                  <a:pt x="2585" y="2949"/>
                </a:lnTo>
                <a:lnTo>
                  <a:pt x="2585" y="2944"/>
                </a:lnTo>
                <a:lnTo>
                  <a:pt x="2607" y="2944"/>
                </a:lnTo>
                <a:lnTo>
                  <a:pt x="2607" y="2949"/>
                </a:lnTo>
                <a:close/>
                <a:moveTo>
                  <a:pt x="2569" y="2949"/>
                </a:moveTo>
                <a:lnTo>
                  <a:pt x="2547" y="2949"/>
                </a:lnTo>
                <a:lnTo>
                  <a:pt x="2547" y="2944"/>
                </a:lnTo>
                <a:lnTo>
                  <a:pt x="2569" y="2944"/>
                </a:lnTo>
                <a:lnTo>
                  <a:pt x="2569" y="2949"/>
                </a:lnTo>
                <a:close/>
                <a:moveTo>
                  <a:pt x="2530" y="2949"/>
                </a:moveTo>
                <a:lnTo>
                  <a:pt x="2509" y="2949"/>
                </a:lnTo>
                <a:lnTo>
                  <a:pt x="2509" y="2944"/>
                </a:lnTo>
                <a:lnTo>
                  <a:pt x="2530" y="2944"/>
                </a:lnTo>
                <a:lnTo>
                  <a:pt x="2530" y="2949"/>
                </a:lnTo>
                <a:close/>
                <a:moveTo>
                  <a:pt x="2492" y="2949"/>
                </a:moveTo>
                <a:lnTo>
                  <a:pt x="2470" y="2949"/>
                </a:lnTo>
                <a:lnTo>
                  <a:pt x="2470" y="2944"/>
                </a:lnTo>
                <a:lnTo>
                  <a:pt x="2492" y="2944"/>
                </a:lnTo>
                <a:lnTo>
                  <a:pt x="2492" y="2949"/>
                </a:lnTo>
                <a:close/>
                <a:moveTo>
                  <a:pt x="2454" y="2949"/>
                </a:moveTo>
                <a:lnTo>
                  <a:pt x="2432" y="2949"/>
                </a:lnTo>
                <a:lnTo>
                  <a:pt x="2432" y="2944"/>
                </a:lnTo>
                <a:lnTo>
                  <a:pt x="2454" y="2944"/>
                </a:lnTo>
                <a:lnTo>
                  <a:pt x="2454" y="2949"/>
                </a:lnTo>
                <a:close/>
                <a:moveTo>
                  <a:pt x="2416" y="2949"/>
                </a:moveTo>
                <a:lnTo>
                  <a:pt x="2394" y="2949"/>
                </a:lnTo>
                <a:lnTo>
                  <a:pt x="2394" y="2944"/>
                </a:lnTo>
                <a:lnTo>
                  <a:pt x="2416" y="2944"/>
                </a:lnTo>
                <a:lnTo>
                  <a:pt x="2416" y="2949"/>
                </a:lnTo>
                <a:close/>
                <a:moveTo>
                  <a:pt x="2378" y="2949"/>
                </a:moveTo>
                <a:lnTo>
                  <a:pt x="2356" y="2949"/>
                </a:lnTo>
                <a:lnTo>
                  <a:pt x="2356" y="2944"/>
                </a:lnTo>
                <a:lnTo>
                  <a:pt x="2378" y="2944"/>
                </a:lnTo>
                <a:lnTo>
                  <a:pt x="2378" y="2949"/>
                </a:lnTo>
                <a:close/>
                <a:moveTo>
                  <a:pt x="2339" y="2949"/>
                </a:moveTo>
                <a:lnTo>
                  <a:pt x="2318" y="2949"/>
                </a:lnTo>
                <a:lnTo>
                  <a:pt x="2318" y="2944"/>
                </a:lnTo>
                <a:lnTo>
                  <a:pt x="2339" y="2944"/>
                </a:lnTo>
                <a:lnTo>
                  <a:pt x="2339" y="2949"/>
                </a:lnTo>
                <a:close/>
                <a:moveTo>
                  <a:pt x="2301" y="2949"/>
                </a:moveTo>
                <a:lnTo>
                  <a:pt x="2279" y="2949"/>
                </a:lnTo>
                <a:lnTo>
                  <a:pt x="2279" y="2944"/>
                </a:lnTo>
                <a:lnTo>
                  <a:pt x="2301" y="2944"/>
                </a:lnTo>
                <a:lnTo>
                  <a:pt x="2301" y="2949"/>
                </a:lnTo>
                <a:close/>
                <a:moveTo>
                  <a:pt x="2263" y="2949"/>
                </a:moveTo>
                <a:lnTo>
                  <a:pt x="2241" y="2949"/>
                </a:lnTo>
                <a:lnTo>
                  <a:pt x="2241" y="2944"/>
                </a:lnTo>
                <a:lnTo>
                  <a:pt x="2263" y="2944"/>
                </a:lnTo>
                <a:lnTo>
                  <a:pt x="2263" y="2949"/>
                </a:lnTo>
                <a:close/>
                <a:moveTo>
                  <a:pt x="2225" y="2949"/>
                </a:moveTo>
                <a:lnTo>
                  <a:pt x="2203" y="2949"/>
                </a:lnTo>
                <a:lnTo>
                  <a:pt x="2203" y="2944"/>
                </a:lnTo>
                <a:lnTo>
                  <a:pt x="2225" y="2944"/>
                </a:lnTo>
                <a:lnTo>
                  <a:pt x="2225" y="2949"/>
                </a:lnTo>
                <a:close/>
                <a:moveTo>
                  <a:pt x="2187" y="2949"/>
                </a:moveTo>
                <a:lnTo>
                  <a:pt x="2165" y="2949"/>
                </a:lnTo>
                <a:lnTo>
                  <a:pt x="2165" y="2944"/>
                </a:lnTo>
                <a:lnTo>
                  <a:pt x="2187" y="2944"/>
                </a:lnTo>
                <a:lnTo>
                  <a:pt x="2187" y="2949"/>
                </a:lnTo>
                <a:close/>
                <a:moveTo>
                  <a:pt x="2148" y="2949"/>
                </a:moveTo>
                <a:lnTo>
                  <a:pt x="2127" y="2949"/>
                </a:lnTo>
                <a:lnTo>
                  <a:pt x="2127" y="2944"/>
                </a:lnTo>
                <a:lnTo>
                  <a:pt x="2148" y="2944"/>
                </a:lnTo>
                <a:lnTo>
                  <a:pt x="2148" y="2949"/>
                </a:lnTo>
                <a:close/>
                <a:moveTo>
                  <a:pt x="2110" y="2949"/>
                </a:moveTo>
                <a:lnTo>
                  <a:pt x="2088" y="2949"/>
                </a:lnTo>
                <a:lnTo>
                  <a:pt x="2088" y="2944"/>
                </a:lnTo>
                <a:lnTo>
                  <a:pt x="2110" y="2944"/>
                </a:lnTo>
                <a:lnTo>
                  <a:pt x="2110" y="2949"/>
                </a:lnTo>
                <a:close/>
                <a:moveTo>
                  <a:pt x="2072" y="2949"/>
                </a:moveTo>
                <a:lnTo>
                  <a:pt x="2050" y="2949"/>
                </a:lnTo>
                <a:lnTo>
                  <a:pt x="2050" y="2944"/>
                </a:lnTo>
                <a:lnTo>
                  <a:pt x="2072" y="2944"/>
                </a:lnTo>
                <a:lnTo>
                  <a:pt x="2072" y="2949"/>
                </a:lnTo>
                <a:close/>
                <a:moveTo>
                  <a:pt x="2034" y="2949"/>
                </a:moveTo>
                <a:lnTo>
                  <a:pt x="2012" y="2949"/>
                </a:lnTo>
                <a:lnTo>
                  <a:pt x="2012" y="2944"/>
                </a:lnTo>
                <a:lnTo>
                  <a:pt x="2034" y="2944"/>
                </a:lnTo>
                <a:lnTo>
                  <a:pt x="2034" y="2949"/>
                </a:lnTo>
                <a:close/>
                <a:moveTo>
                  <a:pt x="1996" y="2949"/>
                </a:moveTo>
                <a:lnTo>
                  <a:pt x="1974" y="2949"/>
                </a:lnTo>
                <a:lnTo>
                  <a:pt x="1974" y="2944"/>
                </a:lnTo>
                <a:lnTo>
                  <a:pt x="1996" y="2944"/>
                </a:lnTo>
                <a:lnTo>
                  <a:pt x="1996" y="2949"/>
                </a:lnTo>
                <a:close/>
                <a:moveTo>
                  <a:pt x="1957" y="2949"/>
                </a:moveTo>
                <a:lnTo>
                  <a:pt x="1936" y="2949"/>
                </a:lnTo>
                <a:lnTo>
                  <a:pt x="1936" y="2944"/>
                </a:lnTo>
                <a:lnTo>
                  <a:pt x="1957" y="2944"/>
                </a:lnTo>
                <a:lnTo>
                  <a:pt x="1957" y="2949"/>
                </a:lnTo>
                <a:close/>
                <a:moveTo>
                  <a:pt x="1919" y="2949"/>
                </a:moveTo>
                <a:lnTo>
                  <a:pt x="1897" y="2949"/>
                </a:lnTo>
                <a:lnTo>
                  <a:pt x="1897" y="2944"/>
                </a:lnTo>
                <a:lnTo>
                  <a:pt x="1919" y="2944"/>
                </a:lnTo>
                <a:lnTo>
                  <a:pt x="1919" y="2949"/>
                </a:lnTo>
                <a:close/>
                <a:moveTo>
                  <a:pt x="1881" y="2949"/>
                </a:moveTo>
                <a:lnTo>
                  <a:pt x="1859" y="2949"/>
                </a:lnTo>
                <a:lnTo>
                  <a:pt x="1859" y="2944"/>
                </a:lnTo>
                <a:lnTo>
                  <a:pt x="1881" y="2944"/>
                </a:lnTo>
                <a:lnTo>
                  <a:pt x="1881" y="2949"/>
                </a:lnTo>
                <a:close/>
                <a:moveTo>
                  <a:pt x="1843" y="2949"/>
                </a:moveTo>
                <a:lnTo>
                  <a:pt x="1821" y="2949"/>
                </a:lnTo>
                <a:lnTo>
                  <a:pt x="1821" y="2944"/>
                </a:lnTo>
                <a:lnTo>
                  <a:pt x="1843" y="2944"/>
                </a:lnTo>
                <a:lnTo>
                  <a:pt x="1843" y="2949"/>
                </a:lnTo>
                <a:close/>
                <a:moveTo>
                  <a:pt x="1805" y="2949"/>
                </a:moveTo>
                <a:lnTo>
                  <a:pt x="1783" y="2949"/>
                </a:lnTo>
                <a:lnTo>
                  <a:pt x="1783" y="2944"/>
                </a:lnTo>
                <a:lnTo>
                  <a:pt x="1805" y="2944"/>
                </a:lnTo>
                <a:lnTo>
                  <a:pt x="1805" y="2949"/>
                </a:lnTo>
                <a:close/>
                <a:moveTo>
                  <a:pt x="1766" y="2949"/>
                </a:moveTo>
                <a:lnTo>
                  <a:pt x="1745" y="2949"/>
                </a:lnTo>
                <a:lnTo>
                  <a:pt x="1745" y="2944"/>
                </a:lnTo>
                <a:lnTo>
                  <a:pt x="1766" y="2944"/>
                </a:lnTo>
                <a:lnTo>
                  <a:pt x="1766" y="2949"/>
                </a:lnTo>
                <a:close/>
                <a:moveTo>
                  <a:pt x="1728" y="2949"/>
                </a:moveTo>
                <a:lnTo>
                  <a:pt x="1706" y="2949"/>
                </a:lnTo>
                <a:lnTo>
                  <a:pt x="1706" y="2944"/>
                </a:lnTo>
                <a:lnTo>
                  <a:pt x="1728" y="2944"/>
                </a:lnTo>
                <a:lnTo>
                  <a:pt x="1728" y="2949"/>
                </a:lnTo>
                <a:close/>
                <a:moveTo>
                  <a:pt x="1690" y="2949"/>
                </a:moveTo>
                <a:lnTo>
                  <a:pt x="1668" y="2949"/>
                </a:lnTo>
                <a:lnTo>
                  <a:pt x="1668" y="2944"/>
                </a:lnTo>
                <a:lnTo>
                  <a:pt x="1690" y="2944"/>
                </a:lnTo>
                <a:lnTo>
                  <a:pt x="1690" y="2949"/>
                </a:lnTo>
                <a:close/>
                <a:moveTo>
                  <a:pt x="1652" y="2949"/>
                </a:moveTo>
                <a:lnTo>
                  <a:pt x="1630" y="2949"/>
                </a:lnTo>
                <a:lnTo>
                  <a:pt x="1630" y="2944"/>
                </a:lnTo>
                <a:lnTo>
                  <a:pt x="1652" y="2944"/>
                </a:lnTo>
                <a:lnTo>
                  <a:pt x="1652" y="2949"/>
                </a:lnTo>
                <a:close/>
                <a:moveTo>
                  <a:pt x="1614" y="2949"/>
                </a:moveTo>
                <a:lnTo>
                  <a:pt x="1592" y="2949"/>
                </a:lnTo>
                <a:lnTo>
                  <a:pt x="1592" y="2944"/>
                </a:lnTo>
                <a:lnTo>
                  <a:pt x="1614" y="2944"/>
                </a:lnTo>
                <a:lnTo>
                  <a:pt x="1614" y="2949"/>
                </a:lnTo>
                <a:close/>
                <a:moveTo>
                  <a:pt x="1575" y="2949"/>
                </a:moveTo>
                <a:lnTo>
                  <a:pt x="1554" y="2949"/>
                </a:lnTo>
                <a:lnTo>
                  <a:pt x="1554" y="2944"/>
                </a:lnTo>
                <a:lnTo>
                  <a:pt x="1575" y="2944"/>
                </a:lnTo>
                <a:lnTo>
                  <a:pt x="1575" y="2949"/>
                </a:lnTo>
                <a:close/>
                <a:moveTo>
                  <a:pt x="1537" y="2949"/>
                </a:moveTo>
                <a:lnTo>
                  <a:pt x="1515" y="2949"/>
                </a:lnTo>
                <a:lnTo>
                  <a:pt x="1515" y="2944"/>
                </a:lnTo>
                <a:lnTo>
                  <a:pt x="1537" y="2944"/>
                </a:lnTo>
                <a:lnTo>
                  <a:pt x="1537" y="2949"/>
                </a:lnTo>
                <a:close/>
                <a:moveTo>
                  <a:pt x="1499" y="2949"/>
                </a:moveTo>
                <a:lnTo>
                  <a:pt x="1477" y="2949"/>
                </a:lnTo>
                <a:lnTo>
                  <a:pt x="1477" y="2944"/>
                </a:lnTo>
                <a:lnTo>
                  <a:pt x="1499" y="2944"/>
                </a:lnTo>
                <a:lnTo>
                  <a:pt x="1499" y="2949"/>
                </a:lnTo>
                <a:close/>
                <a:moveTo>
                  <a:pt x="1461" y="2949"/>
                </a:moveTo>
                <a:lnTo>
                  <a:pt x="1439" y="2949"/>
                </a:lnTo>
                <a:lnTo>
                  <a:pt x="1439" y="2944"/>
                </a:lnTo>
                <a:lnTo>
                  <a:pt x="1461" y="2944"/>
                </a:lnTo>
                <a:lnTo>
                  <a:pt x="1461" y="2949"/>
                </a:lnTo>
                <a:close/>
                <a:moveTo>
                  <a:pt x="1423" y="2949"/>
                </a:moveTo>
                <a:lnTo>
                  <a:pt x="1401" y="2949"/>
                </a:lnTo>
                <a:lnTo>
                  <a:pt x="1401" y="2944"/>
                </a:lnTo>
                <a:lnTo>
                  <a:pt x="1423" y="2944"/>
                </a:lnTo>
                <a:lnTo>
                  <a:pt x="1423" y="2949"/>
                </a:lnTo>
                <a:close/>
                <a:moveTo>
                  <a:pt x="1384" y="2949"/>
                </a:moveTo>
                <a:lnTo>
                  <a:pt x="1363" y="2949"/>
                </a:lnTo>
                <a:lnTo>
                  <a:pt x="1363" y="2944"/>
                </a:lnTo>
                <a:lnTo>
                  <a:pt x="1384" y="2944"/>
                </a:lnTo>
                <a:lnTo>
                  <a:pt x="1384" y="2949"/>
                </a:lnTo>
                <a:close/>
                <a:moveTo>
                  <a:pt x="1346" y="2949"/>
                </a:moveTo>
                <a:lnTo>
                  <a:pt x="1324" y="2949"/>
                </a:lnTo>
                <a:lnTo>
                  <a:pt x="1324" y="2944"/>
                </a:lnTo>
                <a:lnTo>
                  <a:pt x="1346" y="2944"/>
                </a:lnTo>
                <a:lnTo>
                  <a:pt x="1346" y="2949"/>
                </a:lnTo>
                <a:close/>
                <a:moveTo>
                  <a:pt x="1308" y="2949"/>
                </a:moveTo>
                <a:lnTo>
                  <a:pt x="1286" y="2949"/>
                </a:lnTo>
                <a:lnTo>
                  <a:pt x="1286" y="2944"/>
                </a:lnTo>
                <a:lnTo>
                  <a:pt x="1308" y="2944"/>
                </a:lnTo>
                <a:lnTo>
                  <a:pt x="1308" y="2949"/>
                </a:lnTo>
                <a:close/>
                <a:moveTo>
                  <a:pt x="1270" y="2949"/>
                </a:moveTo>
                <a:lnTo>
                  <a:pt x="1248" y="2949"/>
                </a:lnTo>
                <a:lnTo>
                  <a:pt x="1248" y="2944"/>
                </a:lnTo>
                <a:lnTo>
                  <a:pt x="1270" y="2944"/>
                </a:lnTo>
                <a:lnTo>
                  <a:pt x="1270" y="2949"/>
                </a:lnTo>
                <a:close/>
                <a:moveTo>
                  <a:pt x="1232" y="2949"/>
                </a:moveTo>
                <a:lnTo>
                  <a:pt x="1210" y="2949"/>
                </a:lnTo>
                <a:lnTo>
                  <a:pt x="1210" y="2944"/>
                </a:lnTo>
                <a:lnTo>
                  <a:pt x="1232" y="2944"/>
                </a:lnTo>
                <a:lnTo>
                  <a:pt x="1232" y="2949"/>
                </a:lnTo>
                <a:close/>
                <a:moveTo>
                  <a:pt x="1193" y="2949"/>
                </a:moveTo>
                <a:lnTo>
                  <a:pt x="1172" y="2949"/>
                </a:lnTo>
                <a:lnTo>
                  <a:pt x="1172" y="2944"/>
                </a:lnTo>
                <a:lnTo>
                  <a:pt x="1193" y="2944"/>
                </a:lnTo>
                <a:lnTo>
                  <a:pt x="1193" y="2949"/>
                </a:lnTo>
                <a:close/>
                <a:moveTo>
                  <a:pt x="1155" y="2949"/>
                </a:moveTo>
                <a:lnTo>
                  <a:pt x="1133" y="2949"/>
                </a:lnTo>
                <a:lnTo>
                  <a:pt x="1133" y="2944"/>
                </a:lnTo>
                <a:lnTo>
                  <a:pt x="1155" y="2944"/>
                </a:lnTo>
                <a:lnTo>
                  <a:pt x="1155" y="2949"/>
                </a:lnTo>
                <a:close/>
                <a:moveTo>
                  <a:pt x="1117" y="2949"/>
                </a:moveTo>
                <a:lnTo>
                  <a:pt x="1095" y="2949"/>
                </a:lnTo>
                <a:lnTo>
                  <a:pt x="1095" y="2944"/>
                </a:lnTo>
                <a:lnTo>
                  <a:pt x="1117" y="2944"/>
                </a:lnTo>
                <a:lnTo>
                  <a:pt x="1117" y="2949"/>
                </a:lnTo>
                <a:close/>
                <a:moveTo>
                  <a:pt x="1079" y="2949"/>
                </a:moveTo>
                <a:lnTo>
                  <a:pt x="1057" y="2949"/>
                </a:lnTo>
                <a:lnTo>
                  <a:pt x="1057" y="2944"/>
                </a:lnTo>
                <a:lnTo>
                  <a:pt x="1079" y="2944"/>
                </a:lnTo>
                <a:lnTo>
                  <a:pt x="1079" y="2949"/>
                </a:lnTo>
                <a:close/>
                <a:moveTo>
                  <a:pt x="1041" y="2949"/>
                </a:moveTo>
                <a:lnTo>
                  <a:pt x="1019" y="2949"/>
                </a:lnTo>
                <a:lnTo>
                  <a:pt x="1019" y="2944"/>
                </a:lnTo>
                <a:lnTo>
                  <a:pt x="1041" y="2944"/>
                </a:lnTo>
                <a:lnTo>
                  <a:pt x="1041" y="2949"/>
                </a:lnTo>
                <a:close/>
                <a:moveTo>
                  <a:pt x="1002" y="2949"/>
                </a:moveTo>
                <a:lnTo>
                  <a:pt x="981" y="2949"/>
                </a:lnTo>
                <a:lnTo>
                  <a:pt x="981" y="2944"/>
                </a:lnTo>
                <a:lnTo>
                  <a:pt x="1002" y="2944"/>
                </a:lnTo>
                <a:lnTo>
                  <a:pt x="1002" y="2949"/>
                </a:lnTo>
                <a:close/>
                <a:moveTo>
                  <a:pt x="964" y="2949"/>
                </a:moveTo>
                <a:lnTo>
                  <a:pt x="942" y="2949"/>
                </a:lnTo>
                <a:lnTo>
                  <a:pt x="942" y="2944"/>
                </a:lnTo>
                <a:lnTo>
                  <a:pt x="964" y="2944"/>
                </a:lnTo>
                <a:lnTo>
                  <a:pt x="964" y="2949"/>
                </a:lnTo>
                <a:close/>
                <a:moveTo>
                  <a:pt x="926" y="2949"/>
                </a:moveTo>
                <a:lnTo>
                  <a:pt x="904" y="2949"/>
                </a:lnTo>
                <a:lnTo>
                  <a:pt x="904" y="2944"/>
                </a:lnTo>
                <a:lnTo>
                  <a:pt x="926" y="2944"/>
                </a:lnTo>
                <a:lnTo>
                  <a:pt x="926" y="2949"/>
                </a:lnTo>
                <a:close/>
                <a:moveTo>
                  <a:pt x="888" y="2949"/>
                </a:moveTo>
                <a:lnTo>
                  <a:pt x="866" y="2949"/>
                </a:lnTo>
                <a:lnTo>
                  <a:pt x="866" y="2944"/>
                </a:lnTo>
                <a:lnTo>
                  <a:pt x="888" y="2944"/>
                </a:lnTo>
                <a:lnTo>
                  <a:pt x="888" y="2949"/>
                </a:lnTo>
                <a:close/>
                <a:moveTo>
                  <a:pt x="850" y="2949"/>
                </a:moveTo>
                <a:lnTo>
                  <a:pt x="828" y="2949"/>
                </a:lnTo>
                <a:lnTo>
                  <a:pt x="828" y="2944"/>
                </a:lnTo>
                <a:lnTo>
                  <a:pt x="850" y="2944"/>
                </a:lnTo>
                <a:lnTo>
                  <a:pt x="850" y="2949"/>
                </a:lnTo>
                <a:close/>
                <a:moveTo>
                  <a:pt x="811" y="2949"/>
                </a:moveTo>
                <a:lnTo>
                  <a:pt x="790" y="2949"/>
                </a:lnTo>
                <a:lnTo>
                  <a:pt x="790" y="2944"/>
                </a:lnTo>
                <a:lnTo>
                  <a:pt x="811" y="2944"/>
                </a:lnTo>
                <a:lnTo>
                  <a:pt x="811" y="2949"/>
                </a:lnTo>
                <a:close/>
                <a:moveTo>
                  <a:pt x="773" y="2949"/>
                </a:moveTo>
                <a:lnTo>
                  <a:pt x="751" y="2949"/>
                </a:lnTo>
                <a:lnTo>
                  <a:pt x="751" y="2944"/>
                </a:lnTo>
                <a:lnTo>
                  <a:pt x="773" y="2944"/>
                </a:lnTo>
                <a:lnTo>
                  <a:pt x="773" y="2949"/>
                </a:lnTo>
                <a:close/>
                <a:moveTo>
                  <a:pt x="735" y="2949"/>
                </a:moveTo>
                <a:lnTo>
                  <a:pt x="713" y="2949"/>
                </a:lnTo>
                <a:lnTo>
                  <a:pt x="713" y="2944"/>
                </a:lnTo>
                <a:lnTo>
                  <a:pt x="735" y="2944"/>
                </a:lnTo>
                <a:lnTo>
                  <a:pt x="735" y="2949"/>
                </a:lnTo>
                <a:close/>
                <a:moveTo>
                  <a:pt x="697" y="2949"/>
                </a:moveTo>
                <a:lnTo>
                  <a:pt x="675" y="2949"/>
                </a:lnTo>
                <a:lnTo>
                  <a:pt x="675" y="2944"/>
                </a:lnTo>
                <a:lnTo>
                  <a:pt x="697" y="2944"/>
                </a:lnTo>
                <a:lnTo>
                  <a:pt x="697" y="2949"/>
                </a:lnTo>
                <a:close/>
                <a:moveTo>
                  <a:pt x="659" y="2949"/>
                </a:moveTo>
                <a:lnTo>
                  <a:pt x="637" y="2949"/>
                </a:lnTo>
                <a:lnTo>
                  <a:pt x="637" y="2944"/>
                </a:lnTo>
                <a:lnTo>
                  <a:pt x="659" y="2944"/>
                </a:lnTo>
                <a:lnTo>
                  <a:pt x="659" y="2949"/>
                </a:lnTo>
                <a:close/>
                <a:moveTo>
                  <a:pt x="620" y="2949"/>
                </a:moveTo>
                <a:lnTo>
                  <a:pt x="599" y="2949"/>
                </a:lnTo>
                <a:lnTo>
                  <a:pt x="599" y="2944"/>
                </a:lnTo>
                <a:lnTo>
                  <a:pt x="620" y="2944"/>
                </a:lnTo>
                <a:lnTo>
                  <a:pt x="620" y="2949"/>
                </a:lnTo>
                <a:close/>
                <a:moveTo>
                  <a:pt x="582" y="2949"/>
                </a:moveTo>
                <a:lnTo>
                  <a:pt x="560" y="2949"/>
                </a:lnTo>
                <a:lnTo>
                  <a:pt x="560" y="2944"/>
                </a:lnTo>
                <a:lnTo>
                  <a:pt x="582" y="2944"/>
                </a:lnTo>
                <a:lnTo>
                  <a:pt x="582" y="2949"/>
                </a:lnTo>
                <a:close/>
                <a:moveTo>
                  <a:pt x="544" y="2949"/>
                </a:moveTo>
                <a:lnTo>
                  <a:pt x="522" y="2949"/>
                </a:lnTo>
                <a:lnTo>
                  <a:pt x="522" y="2944"/>
                </a:lnTo>
                <a:lnTo>
                  <a:pt x="544" y="2944"/>
                </a:lnTo>
                <a:lnTo>
                  <a:pt x="544" y="2949"/>
                </a:lnTo>
                <a:close/>
                <a:moveTo>
                  <a:pt x="506" y="2949"/>
                </a:moveTo>
                <a:lnTo>
                  <a:pt x="493" y="2949"/>
                </a:lnTo>
                <a:lnTo>
                  <a:pt x="484" y="2949"/>
                </a:lnTo>
                <a:lnTo>
                  <a:pt x="484" y="2944"/>
                </a:lnTo>
                <a:lnTo>
                  <a:pt x="493" y="2944"/>
                </a:lnTo>
                <a:lnTo>
                  <a:pt x="493" y="2944"/>
                </a:lnTo>
                <a:lnTo>
                  <a:pt x="506" y="2944"/>
                </a:lnTo>
                <a:lnTo>
                  <a:pt x="506" y="2949"/>
                </a:lnTo>
                <a:close/>
                <a:moveTo>
                  <a:pt x="467" y="2949"/>
                </a:moveTo>
                <a:lnTo>
                  <a:pt x="456" y="2948"/>
                </a:lnTo>
                <a:lnTo>
                  <a:pt x="446" y="2947"/>
                </a:lnTo>
                <a:lnTo>
                  <a:pt x="446" y="2942"/>
                </a:lnTo>
                <a:lnTo>
                  <a:pt x="456" y="2943"/>
                </a:lnTo>
                <a:lnTo>
                  <a:pt x="456" y="2943"/>
                </a:lnTo>
                <a:lnTo>
                  <a:pt x="468" y="2943"/>
                </a:lnTo>
                <a:lnTo>
                  <a:pt x="467" y="2949"/>
                </a:lnTo>
                <a:close/>
                <a:moveTo>
                  <a:pt x="429" y="2945"/>
                </a:moveTo>
                <a:lnTo>
                  <a:pt x="418" y="2944"/>
                </a:lnTo>
                <a:lnTo>
                  <a:pt x="408" y="2942"/>
                </a:lnTo>
                <a:lnTo>
                  <a:pt x="408" y="2937"/>
                </a:lnTo>
                <a:lnTo>
                  <a:pt x="419" y="2938"/>
                </a:lnTo>
                <a:lnTo>
                  <a:pt x="419" y="2938"/>
                </a:lnTo>
                <a:lnTo>
                  <a:pt x="430" y="2940"/>
                </a:lnTo>
                <a:lnTo>
                  <a:pt x="429" y="2945"/>
                </a:lnTo>
                <a:close/>
                <a:moveTo>
                  <a:pt x="391" y="2939"/>
                </a:moveTo>
                <a:lnTo>
                  <a:pt x="382" y="2937"/>
                </a:lnTo>
                <a:lnTo>
                  <a:pt x="370" y="2934"/>
                </a:lnTo>
                <a:lnTo>
                  <a:pt x="370" y="2934"/>
                </a:lnTo>
                <a:lnTo>
                  <a:pt x="371" y="2929"/>
                </a:lnTo>
                <a:lnTo>
                  <a:pt x="372" y="2929"/>
                </a:lnTo>
                <a:lnTo>
                  <a:pt x="372" y="2929"/>
                </a:lnTo>
                <a:lnTo>
                  <a:pt x="383" y="2932"/>
                </a:lnTo>
                <a:lnTo>
                  <a:pt x="383" y="2932"/>
                </a:lnTo>
                <a:lnTo>
                  <a:pt x="392" y="2934"/>
                </a:lnTo>
                <a:lnTo>
                  <a:pt x="391" y="2939"/>
                </a:lnTo>
                <a:close/>
                <a:moveTo>
                  <a:pt x="354" y="2930"/>
                </a:moveTo>
                <a:lnTo>
                  <a:pt x="347" y="2927"/>
                </a:lnTo>
                <a:lnTo>
                  <a:pt x="335" y="2924"/>
                </a:lnTo>
                <a:lnTo>
                  <a:pt x="333" y="2923"/>
                </a:lnTo>
                <a:lnTo>
                  <a:pt x="335" y="2918"/>
                </a:lnTo>
                <a:lnTo>
                  <a:pt x="337" y="2918"/>
                </a:lnTo>
                <a:lnTo>
                  <a:pt x="337" y="2918"/>
                </a:lnTo>
                <a:lnTo>
                  <a:pt x="349" y="2922"/>
                </a:lnTo>
                <a:lnTo>
                  <a:pt x="348" y="2922"/>
                </a:lnTo>
                <a:lnTo>
                  <a:pt x="355" y="2924"/>
                </a:lnTo>
                <a:lnTo>
                  <a:pt x="354" y="2930"/>
                </a:lnTo>
                <a:close/>
                <a:moveTo>
                  <a:pt x="318" y="2917"/>
                </a:moveTo>
                <a:lnTo>
                  <a:pt x="313" y="2915"/>
                </a:lnTo>
                <a:lnTo>
                  <a:pt x="301" y="2911"/>
                </a:lnTo>
                <a:lnTo>
                  <a:pt x="297" y="2909"/>
                </a:lnTo>
                <a:lnTo>
                  <a:pt x="299" y="2904"/>
                </a:lnTo>
                <a:lnTo>
                  <a:pt x="304" y="2906"/>
                </a:lnTo>
                <a:lnTo>
                  <a:pt x="304" y="2906"/>
                </a:lnTo>
                <a:lnTo>
                  <a:pt x="315" y="2910"/>
                </a:lnTo>
                <a:lnTo>
                  <a:pt x="315" y="2910"/>
                </a:lnTo>
                <a:lnTo>
                  <a:pt x="320" y="2912"/>
                </a:lnTo>
                <a:lnTo>
                  <a:pt x="318" y="2917"/>
                </a:lnTo>
                <a:close/>
                <a:moveTo>
                  <a:pt x="282" y="2902"/>
                </a:moveTo>
                <a:lnTo>
                  <a:pt x="280" y="2901"/>
                </a:lnTo>
                <a:lnTo>
                  <a:pt x="263" y="2892"/>
                </a:lnTo>
                <a:lnTo>
                  <a:pt x="265" y="2887"/>
                </a:lnTo>
                <a:lnTo>
                  <a:pt x="282" y="2896"/>
                </a:lnTo>
                <a:lnTo>
                  <a:pt x="282" y="2896"/>
                </a:lnTo>
                <a:lnTo>
                  <a:pt x="285" y="2897"/>
                </a:lnTo>
                <a:lnTo>
                  <a:pt x="282" y="2902"/>
                </a:lnTo>
                <a:close/>
                <a:moveTo>
                  <a:pt x="248" y="2884"/>
                </a:moveTo>
                <a:lnTo>
                  <a:pt x="238" y="2878"/>
                </a:lnTo>
                <a:lnTo>
                  <a:pt x="229" y="2873"/>
                </a:lnTo>
                <a:lnTo>
                  <a:pt x="233" y="2868"/>
                </a:lnTo>
                <a:lnTo>
                  <a:pt x="241" y="2873"/>
                </a:lnTo>
                <a:lnTo>
                  <a:pt x="240" y="2873"/>
                </a:lnTo>
                <a:lnTo>
                  <a:pt x="251" y="2880"/>
                </a:lnTo>
                <a:lnTo>
                  <a:pt x="248" y="2884"/>
                </a:lnTo>
                <a:close/>
                <a:moveTo>
                  <a:pt x="216" y="2864"/>
                </a:moveTo>
                <a:lnTo>
                  <a:pt x="198" y="2852"/>
                </a:lnTo>
                <a:lnTo>
                  <a:pt x="198" y="2851"/>
                </a:lnTo>
                <a:lnTo>
                  <a:pt x="201" y="2847"/>
                </a:lnTo>
                <a:lnTo>
                  <a:pt x="202" y="2847"/>
                </a:lnTo>
                <a:lnTo>
                  <a:pt x="202" y="2847"/>
                </a:lnTo>
                <a:lnTo>
                  <a:pt x="219" y="2859"/>
                </a:lnTo>
                <a:lnTo>
                  <a:pt x="216" y="2864"/>
                </a:lnTo>
                <a:close/>
                <a:moveTo>
                  <a:pt x="185" y="2841"/>
                </a:moveTo>
                <a:lnTo>
                  <a:pt x="180" y="2837"/>
                </a:lnTo>
                <a:lnTo>
                  <a:pt x="168" y="2827"/>
                </a:lnTo>
                <a:lnTo>
                  <a:pt x="172" y="2823"/>
                </a:lnTo>
                <a:lnTo>
                  <a:pt x="183" y="2833"/>
                </a:lnTo>
                <a:lnTo>
                  <a:pt x="183" y="2833"/>
                </a:lnTo>
                <a:lnTo>
                  <a:pt x="188" y="2837"/>
                </a:lnTo>
                <a:lnTo>
                  <a:pt x="185" y="2841"/>
                </a:lnTo>
                <a:close/>
                <a:moveTo>
                  <a:pt x="156" y="2816"/>
                </a:moveTo>
                <a:lnTo>
                  <a:pt x="145" y="2805"/>
                </a:lnTo>
                <a:lnTo>
                  <a:pt x="140" y="2800"/>
                </a:lnTo>
                <a:lnTo>
                  <a:pt x="144" y="2797"/>
                </a:lnTo>
                <a:lnTo>
                  <a:pt x="149" y="2801"/>
                </a:lnTo>
                <a:lnTo>
                  <a:pt x="148" y="2801"/>
                </a:lnTo>
                <a:lnTo>
                  <a:pt x="160" y="2812"/>
                </a:lnTo>
                <a:lnTo>
                  <a:pt x="156" y="2816"/>
                </a:lnTo>
                <a:close/>
                <a:moveTo>
                  <a:pt x="129" y="2789"/>
                </a:moveTo>
                <a:lnTo>
                  <a:pt x="128" y="2788"/>
                </a:lnTo>
                <a:lnTo>
                  <a:pt x="115" y="2772"/>
                </a:lnTo>
                <a:lnTo>
                  <a:pt x="119" y="2768"/>
                </a:lnTo>
                <a:lnTo>
                  <a:pt x="132" y="2784"/>
                </a:lnTo>
                <a:lnTo>
                  <a:pt x="132" y="2784"/>
                </a:lnTo>
                <a:lnTo>
                  <a:pt x="133" y="2785"/>
                </a:lnTo>
                <a:lnTo>
                  <a:pt x="129" y="2789"/>
                </a:lnTo>
                <a:close/>
                <a:moveTo>
                  <a:pt x="104" y="2759"/>
                </a:moveTo>
                <a:lnTo>
                  <a:pt x="98" y="2751"/>
                </a:lnTo>
                <a:lnTo>
                  <a:pt x="91" y="2742"/>
                </a:lnTo>
                <a:lnTo>
                  <a:pt x="96" y="2738"/>
                </a:lnTo>
                <a:lnTo>
                  <a:pt x="103" y="2748"/>
                </a:lnTo>
                <a:lnTo>
                  <a:pt x="103" y="2748"/>
                </a:lnTo>
                <a:lnTo>
                  <a:pt x="109" y="2756"/>
                </a:lnTo>
                <a:lnTo>
                  <a:pt x="104" y="2759"/>
                </a:lnTo>
                <a:close/>
                <a:moveTo>
                  <a:pt x="82" y="2728"/>
                </a:moveTo>
                <a:lnTo>
                  <a:pt x="72" y="2712"/>
                </a:lnTo>
                <a:lnTo>
                  <a:pt x="70" y="2709"/>
                </a:lnTo>
                <a:lnTo>
                  <a:pt x="75" y="2707"/>
                </a:lnTo>
                <a:lnTo>
                  <a:pt x="76" y="2709"/>
                </a:lnTo>
                <a:lnTo>
                  <a:pt x="76" y="2709"/>
                </a:lnTo>
                <a:lnTo>
                  <a:pt x="86" y="2725"/>
                </a:lnTo>
                <a:lnTo>
                  <a:pt x="82" y="2728"/>
                </a:lnTo>
                <a:close/>
                <a:moveTo>
                  <a:pt x="62" y="2695"/>
                </a:moveTo>
                <a:lnTo>
                  <a:pt x="60" y="2691"/>
                </a:lnTo>
                <a:lnTo>
                  <a:pt x="52" y="2676"/>
                </a:lnTo>
                <a:lnTo>
                  <a:pt x="57" y="2673"/>
                </a:lnTo>
                <a:lnTo>
                  <a:pt x="65" y="2689"/>
                </a:lnTo>
                <a:lnTo>
                  <a:pt x="64" y="2689"/>
                </a:lnTo>
                <a:lnTo>
                  <a:pt x="67" y="2692"/>
                </a:lnTo>
                <a:lnTo>
                  <a:pt x="62" y="2695"/>
                </a:lnTo>
                <a:close/>
                <a:moveTo>
                  <a:pt x="44" y="2661"/>
                </a:moveTo>
                <a:lnTo>
                  <a:pt x="44" y="2659"/>
                </a:lnTo>
                <a:lnTo>
                  <a:pt x="39" y="2648"/>
                </a:lnTo>
                <a:lnTo>
                  <a:pt x="36" y="2641"/>
                </a:lnTo>
                <a:lnTo>
                  <a:pt x="41" y="2639"/>
                </a:lnTo>
                <a:lnTo>
                  <a:pt x="44" y="2646"/>
                </a:lnTo>
                <a:lnTo>
                  <a:pt x="44" y="2646"/>
                </a:lnTo>
                <a:lnTo>
                  <a:pt x="49" y="2657"/>
                </a:lnTo>
                <a:lnTo>
                  <a:pt x="49" y="2657"/>
                </a:lnTo>
                <a:lnTo>
                  <a:pt x="49" y="2659"/>
                </a:lnTo>
                <a:lnTo>
                  <a:pt x="44" y="2661"/>
                </a:lnTo>
                <a:close/>
                <a:moveTo>
                  <a:pt x="30" y="2625"/>
                </a:moveTo>
                <a:lnTo>
                  <a:pt x="26" y="2614"/>
                </a:lnTo>
                <a:lnTo>
                  <a:pt x="23" y="2605"/>
                </a:lnTo>
                <a:lnTo>
                  <a:pt x="28" y="2603"/>
                </a:lnTo>
                <a:lnTo>
                  <a:pt x="31" y="2613"/>
                </a:lnTo>
                <a:lnTo>
                  <a:pt x="31" y="2613"/>
                </a:lnTo>
                <a:lnTo>
                  <a:pt x="35" y="2623"/>
                </a:lnTo>
                <a:lnTo>
                  <a:pt x="30" y="2625"/>
                </a:lnTo>
                <a:close/>
                <a:moveTo>
                  <a:pt x="18" y="2589"/>
                </a:moveTo>
                <a:lnTo>
                  <a:pt x="16" y="2579"/>
                </a:lnTo>
                <a:lnTo>
                  <a:pt x="13" y="2568"/>
                </a:lnTo>
                <a:lnTo>
                  <a:pt x="13" y="2567"/>
                </a:lnTo>
                <a:lnTo>
                  <a:pt x="18" y="2566"/>
                </a:lnTo>
                <a:lnTo>
                  <a:pt x="18" y="2566"/>
                </a:lnTo>
                <a:lnTo>
                  <a:pt x="18" y="2566"/>
                </a:lnTo>
                <a:lnTo>
                  <a:pt x="21" y="2578"/>
                </a:lnTo>
                <a:lnTo>
                  <a:pt x="21" y="2578"/>
                </a:lnTo>
                <a:lnTo>
                  <a:pt x="23" y="2587"/>
                </a:lnTo>
                <a:lnTo>
                  <a:pt x="18" y="2589"/>
                </a:lnTo>
                <a:close/>
                <a:moveTo>
                  <a:pt x="9" y="2551"/>
                </a:moveTo>
                <a:lnTo>
                  <a:pt x="8" y="2543"/>
                </a:lnTo>
                <a:lnTo>
                  <a:pt x="6" y="2531"/>
                </a:lnTo>
                <a:lnTo>
                  <a:pt x="6" y="2530"/>
                </a:lnTo>
                <a:lnTo>
                  <a:pt x="11" y="2529"/>
                </a:lnTo>
                <a:lnTo>
                  <a:pt x="11" y="2531"/>
                </a:lnTo>
                <a:lnTo>
                  <a:pt x="11" y="2530"/>
                </a:lnTo>
                <a:lnTo>
                  <a:pt x="13" y="2543"/>
                </a:lnTo>
                <a:lnTo>
                  <a:pt x="13" y="2542"/>
                </a:lnTo>
                <a:lnTo>
                  <a:pt x="15" y="2550"/>
                </a:lnTo>
                <a:lnTo>
                  <a:pt x="9" y="2551"/>
                </a:lnTo>
                <a:close/>
                <a:moveTo>
                  <a:pt x="4" y="2513"/>
                </a:moveTo>
                <a:lnTo>
                  <a:pt x="3" y="2507"/>
                </a:lnTo>
                <a:lnTo>
                  <a:pt x="1" y="2494"/>
                </a:lnTo>
                <a:lnTo>
                  <a:pt x="1" y="2491"/>
                </a:lnTo>
                <a:lnTo>
                  <a:pt x="7" y="2491"/>
                </a:lnTo>
                <a:lnTo>
                  <a:pt x="7" y="2494"/>
                </a:lnTo>
                <a:lnTo>
                  <a:pt x="7" y="2494"/>
                </a:lnTo>
                <a:lnTo>
                  <a:pt x="8" y="2506"/>
                </a:lnTo>
                <a:lnTo>
                  <a:pt x="8" y="2506"/>
                </a:lnTo>
                <a:lnTo>
                  <a:pt x="9" y="2513"/>
                </a:lnTo>
                <a:lnTo>
                  <a:pt x="4" y="2513"/>
                </a:lnTo>
                <a:close/>
                <a:moveTo>
                  <a:pt x="0" y="2475"/>
                </a:moveTo>
                <a:lnTo>
                  <a:pt x="0" y="2469"/>
                </a:lnTo>
                <a:lnTo>
                  <a:pt x="0" y="2456"/>
                </a:lnTo>
                <a:lnTo>
                  <a:pt x="6" y="2456"/>
                </a:lnTo>
                <a:lnTo>
                  <a:pt x="6" y="2469"/>
                </a:lnTo>
                <a:lnTo>
                  <a:pt x="6" y="2469"/>
                </a:lnTo>
                <a:lnTo>
                  <a:pt x="6" y="2475"/>
                </a:lnTo>
                <a:lnTo>
                  <a:pt x="0" y="2475"/>
                </a:lnTo>
                <a:close/>
              </a:path>
            </a:pathLst>
          </a:custGeom>
          <a:solidFill>
            <a:srgbClr val="7F7F7F"/>
          </a:solidFill>
          <a:ln w="0" cap="flat">
            <a:solidFill>
              <a:srgbClr val="7F7F7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000056" y="1986516"/>
            <a:ext cx="1635760" cy="328930"/>
          </a:xfrm>
          <a:prstGeom prst="round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Propostas</a:t>
            </a:r>
            <a:endParaRPr kumimoji="0" lang="pt-P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Rectangle 40"/>
          <p:cNvSpPr>
            <a:spLocks noChangeArrowheads="1"/>
          </p:cNvSpPr>
          <p:nvPr/>
        </p:nvSpPr>
        <p:spPr bwMode="auto">
          <a:xfrm>
            <a:off x="6979481" y="1688701"/>
            <a:ext cx="118731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AZURE DATA LAKE</a:t>
            </a:r>
            <a:endParaRPr kumimoji="0" lang="pt-PT" altLang="pt-PT" sz="2000" b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4000056" y="2503881"/>
            <a:ext cx="1635760" cy="328930"/>
          </a:xfrm>
          <a:prstGeom prst="round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Common</a:t>
            </a:r>
            <a:r>
              <a:rPr kumimoji="0" lang="pt-PT" sz="11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Data Model</a:t>
            </a:r>
            <a:endParaRPr kumimoji="0" lang="pt-P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4000056" y="2971875"/>
            <a:ext cx="1635760" cy="328930"/>
          </a:xfrm>
          <a:prstGeom prst="round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pt-PT" sz="1100" dirty="0">
                <a:solidFill>
                  <a:prstClr val="black"/>
                </a:solidFill>
              </a:rPr>
              <a:t>Universo </a:t>
            </a:r>
            <a:r>
              <a:rPr lang="pt-PT" sz="1100" dirty="0" smtClean="0">
                <a:solidFill>
                  <a:prstClr val="black"/>
                </a:solidFill>
              </a:rPr>
              <a:t>Contabilístico</a:t>
            </a:r>
            <a:endParaRPr lang="pt-PT" sz="1100" dirty="0">
              <a:solidFill>
                <a:prstClr val="black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4000056" y="3434155"/>
            <a:ext cx="1635760" cy="328930"/>
          </a:xfrm>
          <a:prstGeom prst="round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Empréstimos</a:t>
            </a:r>
            <a:endParaRPr kumimoji="0" lang="pt-P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4000056" y="3896435"/>
            <a:ext cx="1635760" cy="328930"/>
          </a:xfrm>
          <a:prstGeom prst="round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Rating</a:t>
            </a:r>
            <a:endParaRPr kumimoji="0" lang="pt-P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0967" r="10068"/>
          <a:stretch/>
        </p:blipFill>
        <p:spPr>
          <a:xfrm>
            <a:off x="7018086" y="2442738"/>
            <a:ext cx="1097280" cy="1389589"/>
          </a:xfrm>
          <a:prstGeom prst="rect">
            <a:avLst/>
          </a:prstGeom>
        </p:spPr>
      </p:pic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7018086" y="2215215"/>
            <a:ext cx="1097280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 b="1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business_beifei</a:t>
            </a:r>
            <a:endParaRPr kumimoji="0" lang="pt-P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imSun" panose="02010600030101010101" pitchFamily="2" charset="-122"/>
              <a:cs typeface="+mn-cs"/>
            </a:endParaRPr>
          </a:p>
        </p:txBody>
      </p:sp>
      <p:cxnSp>
        <p:nvCxnSpPr>
          <p:cNvPr id="10" name="Elbow Connector 9"/>
          <p:cNvCxnSpPr>
            <a:stCxn id="2" idx="3"/>
            <a:endCxn id="8" idx="1"/>
          </p:cNvCxnSpPr>
          <p:nvPr/>
        </p:nvCxnSpPr>
        <p:spPr>
          <a:xfrm>
            <a:off x="5635816" y="2150981"/>
            <a:ext cx="1382270" cy="98655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77" idx="3"/>
            <a:endCxn id="8" idx="1"/>
          </p:cNvCxnSpPr>
          <p:nvPr/>
        </p:nvCxnSpPr>
        <p:spPr>
          <a:xfrm>
            <a:off x="5635816" y="2668346"/>
            <a:ext cx="1382270" cy="46918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/>
          <p:cNvCxnSpPr>
            <a:stCxn id="78" idx="3"/>
            <a:endCxn id="8" idx="1"/>
          </p:cNvCxnSpPr>
          <p:nvPr/>
        </p:nvCxnSpPr>
        <p:spPr>
          <a:xfrm>
            <a:off x="5635816" y="3136340"/>
            <a:ext cx="1382270" cy="119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79" idx="3"/>
            <a:endCxn id="8" idx="1"/>
          </p:cNvCxnSpPr>
          <p:nvPr/>
        </p:nvCxnSpPr>
        <p:spPr>
          <a:xfrm flipV="1">
            <a:off x="5635816" y="3137533"/>
            <a:ext cx="1382270" cy="46108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/>
          <p:cNvCxnSpPr>
            <a:stCxn id="80" idx="3"/>
            <a:endCxn id="8" idx="1"/>
          </p:cNvCxnSpPr>
          <p:nvPr/>
        </p:nvCxnSpPr>
        <p:spPr>
          <a:xfrm flipV="1">
            <a:off x="5635816" y="3137533"/>
            <a:ext cx="1382270" cy="9233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00056" y="4342877"/>
            <a:ext cx="1635760" cy="328930"/>
          </a:xfrm>
          <a:prstGeom prst="roundRect">
            <a:avLst/>
          </a:prstGeom>
          <a:solidFill>
            <a:srgbClr val="D9D9D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BDR</a:t>
            </a:r>
            <a:endParaRPr kumimoji="0" lang="pt-P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Elbow Connector 17"/>
          <p:cNvCxnSpPr>
            <a:stCxn id="17" idx="3"/>
            <a:endCxn id="8" idx="1"/>
          </p:cNvCxnSpPr>
          <p:nvPr/>
        </p:nvCxnSpPr>
        <p:spPr>
          <a:xfrm flipV="1">
            <a:off x="5635816" y="3137533"/>
            <a:ext cx="1382270" cy="136980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62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42583FA-2C8B-4F2F-B6E1-62ABEE5D2FF2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0874B5E92DDC43AEE9A598BB9F45F7" ma:contentTypeVersion="5" ma:contentTypeDescription="Criar um novo documento." ma:contentTypeScope="" ma:versionID="12974c26ef0d64578dd506f9046136a5">
  <xsd:schema xmlns:xsd="http://www.w3.org/2001/XMLSchema" xmlns:xs="http://www.w3.org/2001/XMLSchema" xmlns:p="http://schemas.microsoft.com/office/2006/metadata/properties" xmlns:ns1="http://schemas.microsoft.com/sharepoint/v3" xmlns:ns2="7e9fc0bb-f42e-43f2-a091-cd3934e0c13a" targetNamespace="http://schemas.microsoft.com/office/2006/metadata/properties" ma:root="true" ma:fieldsID="4ea32a624e32bea693a90c1fc04fdfbd" ns1:_="" ns2:_="">
    <xsd:import namespace="http://schemas.microsoft.com/sharepoint/v3"/>
    <xsd:import namespace="7e9fc0bb-f42e-43f2-a091-cd3934e0c1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9fc0bb-f42e-43f2-a091-cd3934e0c1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10D4671-C984-4AC0-B4B4-ACEF03DFAE7F}"/>
</file>

<file path=customXml/itemProps2.xml><?xml version="1.0" encoding="utf-8"?>
<ds:datastoreItem xmlns:ds="http://schemas.openxmlformats.org/officeDocument/2006/customXml" ds:itemID="{70D295C8-6F20-45C4-A40F-0AA6009986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F60792-0EB9-44B4-82C3-BB6F191CA341}">
  <ds:schemaRefs>
    <ds:schemaRef ds:uri="http://purl.org/dc/elements/1.1/"/>
    <ds:schemaRef ds:uri="http://schemas.microsoft.com/office/2006/documentManagement/types"/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4f1bad57-467d-42c5-ae1a-effcaa213500"/>
    <ds:schemaRef ds:uri="http://schemas.microsoft.com/sharepoint/v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825</TotalTime>
  <Words>133</Words>
  <Application>Microsoft Office PowerPoint</Application>
  <PresentationFormat>Widescreen</PresentationFormat>
  <Paragraphs>86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SimSun</vt:lpstr>
      <vt:lpstr>Arial</vt:lpstr>
      <vt:lpstr>Calibri</vt:lpstr>
      <vt:lpstr>Calibri Light</vt:lpstr>
      <vt:lpstr>Santander Headline</vt:lpstr>
      <vt:lpstr>Santander Text</vt:lpstr>
      <vt:lpstr>Santander Text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Artur Araújo de Brito</dc:creator>
  <cp:lastModifiedBy>Maria Inês Caldeira Santos</cp:lastModifiedBy>
  <cp:revision>91</cp:revision>
  <dcterms:created xsi:type="dcterms:W3CDTF">2023-10-12T17:34:12Z</dcterms:created>
  <dcterms:modified xsi:type="dcterms:W3CDTF">2025-10-14T14:49:04Z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2023-10-12T17:34:27Z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e76b7b35-e195-44cc-bb18-145313a9b0f0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0x010100AA0874B5E92DDC43AEE9A598BB9F45F7</vt:lpwstr>
  </property>
  <property fmtid="{D5CDD505-2E9C-101B-9397-08002B2CF9AE}" pid="10" name="MediaServiceImageTags">
    <vt:lpwstr/>
  </property>
  <property fmtid="{D5CDD505-2E9C-101B-9397-08002B2CF9AE}" pid="11" name="Estado">
    <vt:lpwstr>9;#Active|5fac735a-6c3d-4db3-a5ea-62b32a9e77ff</vt:lpwstr>
  </property>
</Properties>
</file>