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29"/>
  </p:notesMasterIdLst>
  <p:sldIdLst>
    <p:sldId id="1786" r:id="rId22"/>
    <p:sldId id="258" r:id="rId23"/>
    <p:sldId id="1924" r:id="rId24"/>
    <p:sldId id="3152" r:id="rId25"/>
    <p:sldId id="3151" r:id="rId26"/>
    <p:sldId id="3129" r:id="rId27"/>
    <p:sldId id="266" r:id="rId28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003E51"/>
    <a:srgbClr val="C00000"/>
    <a:srgbClr val="FFDF79"/>
    <a:srgbClr val="005F7C"/>
    <a:srgbClr val="707070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30" autoAdjust="0"/>
  </p:normalViewPr>
  <p:slideViewPr>
    <p:cSldViewPr snapToGrid="0">
      <p:cViewPr varScale="1">
        <p:scale>
          <a:sx n="62" d="100"/>
          <a:sy n="62" d="100"/>
        </p:scale>
        <p:origin x="804" y="36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#1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>
                <a:latin typeface="Arial" panose="020B0604020202020204" pitchFamily="34" charset="0"/>
              </a:rPr>
              <a:t>3</a:t>
            </a:r>
            <a:r>
              <a:rPr lang="pt-PT" dirty="0" smtClean="0">
                <a:latin typeface="Arial" panose="020B0604020202020204" pitchFamily="34" charset="0"/>
              </a:rPr>
              <a:t>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abril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13:00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3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abril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Caguerelho</a:t>
            </a:r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0" cy="4894860"/>
            <a:chOff x="617282" y="1264393"/>
            <a:chExt cx="3600000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0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833960"/>
                <a:ext cx="2952000" cy="3123879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Realização de reunião para alinhamento de calendário de entregas de informação de adjudicados;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Realização de reunião para alinhamento de calendário de entregas de informação de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emissões financiadas e alinhamento da estrutura da tabela de informação;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Instalação de ODBC;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da especificação de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o cálculo de emissões financiadas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definição da tabela de parametrização de universo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Local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sz="1200" dirty="0">
                  <a:solidFill>
                    <a:srgbClr val="707070"/>
                  </a:solidFill>
                  <a:latin typeface="Muli Light" panose="00000400000000000000" pitchFamily="2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845291"/>
            <a:ext cx="3343948" cy="14927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informação de emissões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84719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872674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2666287"/>
            <a:ext cx="9796496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3" y="2466924"/>
            <a:ext cx="9806942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3860460"/>
            <a:ext cx="9796496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3661096"/>
            <a:ext cx="982122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014369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To Be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41088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410888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410889" y="2507461"/>
            <a:ext cx="4140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7707464" y="3932010"/>
            <a:ext cx="15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7707464" y="3691207"/>
            <a:ext cx="2556000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410888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410888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371551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9255464" y="4131446"/>
            <a:ext cx="79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9255464" y="4330882"/>
            <a:ext cx="216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469987" y="4530318"/>
            <a:ext cx="576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6700472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6756431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327725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383684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028610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102569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730900" y="1916015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7166338" y="1916015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408956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595875" y="1916015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881413" y="1916015"/>
            <a:ext cx="9612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e Organização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577165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11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 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705888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4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abril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 11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abril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705888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705888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705888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705888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66188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da definição da tabela de parametrização de universo Local.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6188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20977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metodológica do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cálculo de emissões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20977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97798"/>
            <a:ext cx="1381306" cy="163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661881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2265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977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32265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das bases granulares.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32265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32265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85806" y="3341218"/>
            <a:ext cx="649525" cy="27468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210363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66827" y="2218287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661881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B2EC0B2B90E8438FD7BC14926F993E" ma:contentTypeVersion="3" ma:contentTypeDescription="Criar um novo documento." ma:contentTypeScope="" ma:versionID="3b9189e12f11176f5cfcf680d227dc59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a19afc087ef3c4e00df32303148ef8c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CDF69C-4843-427A-893A-FC0034C155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572bdb13-c576-4166-8827-65186753b8b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525</Words>
  <Application>Microsoft Office PowerPoint</Application>
  <PresentationFormat>Custom</PresentationFormat>
  <Paragraphs>129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7</vt:i4>
      </vt:variant>
    </vt:vector>
  </HeadingPairs>
  <TitlesOfParts>
    <vt:vector size="36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19</cp:revision>
  <dcterms:created xsi:type="dcterms:W3CDTF">2018-12-07T14:01:11Z</dcterms:created>
  <dcterms:modified xsi:type="dcterms:W3CDTF">2025-04-03T09:49:37Z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