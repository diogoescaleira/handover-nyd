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2"/>
  </p:notesMasterIdLst>
  <p:sldIdLst>
    <p:sldId id="1786" r:id="rId22"/>
    <p:sldId id="258" r:id="rId23"/>
    <p:sldId id="1924" r:id="rId24"/>
    <p:sldId id="3152" r:id="rId25"/>
    <p:sldId id="3157" r:id="rId26"/>
    <p:sldId id="3153" r:id="rId27"/>
    <p:sldId id="3158" r:id="rId28"/>
    <p:sldId id="3151" r:id="rId29"/>
    <p:sldId id="3129" r:id="rId30"/>
    <p:sldId id="266" r:id="rId31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13" name="Ana Rita Geraldo de Caguerelho" initials="ARGdC" lastIdx="6" clrIdx="12">
    <p:extLst>
      <p:ext uri="{19B8F6BF-5375-455C-9EA6-DF929625EA0E}">
        <p15:presenceInfo xmlns:p15="http://schemas.microsoft.com/office/powerpoint/2012/main" userId="S-1-5-21-478741036-1442749419-1446792091-251329" providerId="AD"/>
      </p:ext>
    </p:extLst>
  </p:cmAuthor>
  <p:cmAuthor id="14" name="Henrique Crespo Rodrigues Antunes Correia" initials="HCRAC" lastIdx="3" clrIdx="13">
    <p:extLst>
      <p:ext uri="{19B8F6BF-5375-455C-9EA6-DF929625EA0E}">
        <p15:presenceInfo xmlns:p15="http://schemas.microsoft.com/office/powerpoint/2012/main" userId="S-1-5-21-478741036-1442749419-1446792091-246923" providerId="AD"/>
      </p:ext>
    </p:extLst>
  </p:cmAuthor>
  <p:cmAuthor id="15" name="Diogo Alexandre Escaleira" initials="DAE" lastIdx="6" clrIdx="14">
    <p:extLst>
      <p:ext uri="{19B8F6BF-5375-455C-9EA6-DF929625EA0E}">
        <p15:presenceInfo xmlns:p15="http://schemas.microsoft.com/office/powerpoint/2012/main" userId="S-1-5-21-478741036-1442749419-1446792091-2511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070"/>
    <a:srgbClr val="8BCD44"/>
    <a:srgbClr val="003E51"/>
    <a:srgbClr val="C00000"/>
    <a:srgbClr val="FFDF79"/>
    <a:srgbClr val="005F7C"/>
    <a:srgbClr val="5F5F5F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5012" autoAdjust="0"/>
  </p:normalViewPr>
  <p:slideViewPr>
    <p:cSldViewPr snapToGrid="0">
      <p:cViewPr varScale="1">
        <p:scale>
          <a:sx n="108" d="100"/>
          <a:sy n="108" d="100"/>
        </p:scale>
        <p:origin x="84" y="68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21" Type="http://schemas.openxmlformats.org/officeDocument/2006/relationships/slideMaster" Target="slideMasters/slideMaster18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1458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20156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Relationship Id="rId4" Type="http://schemas.microsoft.com/office/2018/10/relationships/comments" Target="NUL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#3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23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abril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3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12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13:00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23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abril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287068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99611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Henrique Correia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0" cy="4894860"/>
            <a:chOff x="617282" y="1264393"/>
            <a:chExt cx="3600000" cy="48948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0" cy="4511227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2000" cy="2702518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Conclusão da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especificação de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requisitos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o cálculo de emissões financiadas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Reunião para alinhamento da parametrização do universo local na tabela AG801;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do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de bases granulares e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do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continuação das alterações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forma a incorporar as bases estruturais no processo de geração do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Satélite 79.</a:t>
                </a: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4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22006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adjudicados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PT" sz="12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informação de emissões financiadas.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Universo -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ag801_param_satel_univ</a:t>
            </a: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2666287"/>
            <a:ext cx="9796496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3" y="2466924"/>
            <a:ext cx="9806942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3860460"/>
            <a:ext cx="9796496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3661096"/>
            <a:ext cx="982122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014369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41088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410888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410889" y="2507461"/>
            <a:ext cx="4140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7707464" y="3932010"/>
            <a:ext cx="15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7707464" y="3691207"/>
            <a:ext cx="2556000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585171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1" name="Diamond 230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410888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410888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371551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5732621" y="4131446"/>
            <a:ext cx="219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5732621" y="4330882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6280094" y="4530318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6875732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6931691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327725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383684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028610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102569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730900" y="1916015"/>
            <a:ext cx="142430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7166338" y="1916015"/>
            <a:ext cx="1418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408956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595875" y="1916015"/>
            <a:ext cx="1274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147348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881413" y="1916015"/>
            <a:ext cx="9612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(1|4)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projeto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215151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6941538" y="4327613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7378944" y="4527049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8720472" y="4533847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855454" y="4525141"/>
            <a:ext cx="43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8720472" y="4127627"/>
            <a:ext cx="540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855454" y="4127627"/>
            <a:ext cx="432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(2|4)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1" name="Rectangle 25">
            <a:extLst>
              <a:ext uri="{FF2B5EF4-FFF2-40B4-BE49-F238E27FC236}">
                <a16:creationId xmlns:a16="http://schemas.microsoft.com/office/drawing/2014/main" id="{EED8F888-5BB1-7A74-405E-028D6B44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921731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junho</a:t>
            </a:r>
          </a:p>
        </p:txBody>
      </p:sp>
      <p:sp>
        <p:nvSpPr>
          <p:cNvPr id="92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1297065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lvl="0" defTabSz="914400" eaLnBrk="0">
              <a:lnSpc>
                <a:spcPct val="110000"/>
              </a:lnSpc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de </a:t>
            </a: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entrega</a:t>
            </a:r>
            <a:r>
              <a:rPr lang="pt-PT" sz="1200" kern="12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3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493998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94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349464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endParaRPr kumimoji="0" lang="pt-PT" sz="1050" b="1" i="0" u="none" strike="noStrike" kern="0" cap="none" spc="0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638532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9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521079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102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5783067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 de junho</a:t>
            </a:r>
            <a:endParaRPr lang="pt-PT" sz="1050" b="1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Rectangle 23">
            <a:extLst>
              <a:ext uri="{FF2B5EF4-FFF2-40B4-BE49-F238E27FC236}">
                <a16:creationId xmlns:a16="http://schemas.microsoft.com/office/drawing/2014/main" id="{967FFCDF-AA55-4D26-46C6-FCE66F3F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921890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297065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noProof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Templates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49412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34965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(STE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8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63859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5210830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>
              <a:defRPr/>
            </a:pP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6,7,8,9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5783067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1" name="Rectangle 23">
            <a:extLst>
              <a:ext uri="{FF2B5EF4-FFF2-40B4-BE49-F238E27FC236}">
                <a16:creationId xmlns:a16="http://schemas.microsoft.com/office/drawing/2014/main" id="{173AA177-39BE-3E30-B0FC-9DC2BACF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921890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12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297065"/>
            <a:ext cx="291084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</p:txBody>
      </p:sp>
      <p:sp>
        <p:nvSpPr>
          <p:cNvPr id="113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494125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349655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15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638595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5210830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5783067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20" name="Rectangle 25">
            <a:extLst>
              <a:ext uri="{FF2B5EF4-FFF2-40B4-BE49-F238E27FC236}">
                <a16:creationId xmlns:a16="http://schemas.microsoft.com/office/drawing/2014/main" id="{D0CD9559-3785-A61B-8BAF-856DACB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921667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1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297287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Data final prevista </a:t>
            </a:r>
            <a:r>
              <a:rPr lang="pt-PT" sz="1200" b="1" i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input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49390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34943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63837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5210607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5782844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30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777420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(STE)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1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777420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777197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3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4506" y="1777197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  <a:endParaRPr kumimoji="0" lang="pt-PT" sz="1050" b="1" i="0" u="none" strike="noStrike" kern="0" cap="none" spc="0" normalizeH="0" baseline="0" noProof="0" dirty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066265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39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066360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0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066360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066137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4641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4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5526" y="4458686"/>
            <a:ext cx="9779535" cy="266087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(3|4)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Plano de projeto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42430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839313" y="1922112"/>
            <a:ext cx="1418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268850" y="1922112"/>
            <a:ext cx="1274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554387" y="1922112"/>
            <a:ext cx="127439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2" y="3001691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2" y="3216332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6272868" y="3735744"/>
            <a:ext cx="3811847" cy="140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70" name="Group 169"/>
          <p:cNvGrpSpPr/>
          <p:nvPr/>
        </p:nvGrpSpPr>
        <p:grpSpPr>
          <a:xfrm>
            <a:off x="5897464" y="1578609"/>
            <a:ext cx="648000" cy="3146164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" name="Diamond 63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5861958" y="227069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27070" y="451157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0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6875732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6931691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327725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383684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341030" y="454436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14989" y="456070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74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79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77" name="Diamond 76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8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81" name="Diamond 80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13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(4|4)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1" name="Rectangle 25">
            <a:extLst>
              <a:ext uri="{FF2B5EF4-FFF2-40B4-BE49-F238E27FC236}">
                <a16:creationId xmlns:a16="http://schemas.microsoft.com/office/drawing/2014/main" id="{EED8F888-5BB1-7A74-405E-028D6B44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831811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92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1651024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lvl="0" defTabSz="914400" eaLnBrk="0">
              <a:lnSpc>
                <a:spcPct val="110000"/>
              </a:lnSpc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de </a:t>
            </a: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entrega</a:t>
            </a:r>
            <a:r>
              <a:rPr lang="pt-PT" sz="1200" kern="12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3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39891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  <a:endParaRPr lang="pt-PT" sz="1050" b="1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264703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9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966025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junho</a:t>
            </a:r>
          </a:p>
        </p:txBody>
      </p:sp>
      <p:sp>
        <p:nvSpPr>
          <p:cNvPr id="103" name="Rectangle 23">
            <a:extLst>
              <a:ext uri="{FF2B5EF4-FFF2-40B4-BE49-F238E27FC236}">
                <a16:creationId xmlns:a16="http://schemas.microsoft.com/office/drawing/2014/main" id="{967FFCDF-AA55-4D26-46C6-FCE66F3F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832772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651024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noProof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Templates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400126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93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265418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83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967478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1" name="Rectangle 23">
            <a:extLst>
              <a:ext uri="{FF2B5EF4-FFF2-40B4-BE49-F238E27FC236}">
                <a16:creationId xmlns:a16="http://schemas.microsoft.com/office/drawing/2014/main" id="{173AA177-39BE-3E30-B0FC-9DC2BACF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831962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12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651024"/>
            <a:ext cx="291084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</p:txBody>
      </p:sp>
      <p:sp>
        <p:nvSpPr>
          <p:cNvPr id="113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399046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264878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15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966130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25">
            <a:extLst>
              <a:ext uri="{FF2B5EF4-FFF2-40B4-BE49-F238E27FC236}">
                <a16:creationId xmlns:a16="http://schemas.microsoft.com/office/drawing/2014/main" id="{D0CD9559-3785-A61B-8BAF-856DACB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831943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1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651246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Data final prevista </a:t>
            </a:r>
            <a:r>
              <a:rPr lang="pt-PT" sz="1200" b="1" i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input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399095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26479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966247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698064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80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1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6977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697639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3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4506" y="2697595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130710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79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1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130710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130487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4506" y="2130487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</a:t>
            </a:r>
            <a:r>
              <a: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48859697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lang="pt-PT" sz="12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 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705888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18 de abril a 24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de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abril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705888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705888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705888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705888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66188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STE2.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66188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209779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das bases granulares.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209779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97798"/>
            <a:ext cx="1381306" cy="163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661881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22656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9779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51302" y="322656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65535" y="322656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14080" y="3226562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5806" y="3341218"/>
            <a:ext cx="649525" cy="27468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210363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6827" y="2218287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14080" y="2661881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27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4348895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alterações dos códigos existentes de forma a incorporar as bases estruturais no processo de geração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restantes satélites agregados.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4348895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378481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conceitos e alterações dos códigos existentes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 a incorporar as bases estruturais no processo de geração do satélite 79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378481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3784812"/>
            <a:ext cx="1381306" cy="1068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4348895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 smtClean="0">
                <a:solidFill>
                  <a:srgbClr val="003E51"/>
                </a:solidFill>
                <a:cs typeface="Arial" panose="020B0604020202020204" pitchFamily="34" charset="0"/>
              </a:rPr>
              <a:t>5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78481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4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3790645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6827" y="3905301"/>
            <a:ext cx="649525" cy="274689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8614080" y="4348895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B2EC0B2B90E8438FD7BC14926F993E" ma:contentTypeVersion="3" ma:contentTypeDescription="Criar um novo documento." ma:contentTypeScope="" ma:versionID="3b9189e12f11176f5cfcf680d227dc59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a19afc087ef3c4e00df32303148ef8c8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3277D9-8D10-4CA6-8A09-1C4D05FB1A2A}">
  <ds:schemaRefs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572bdb13-c576-4166-8827-65186753b8b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5E1F33E-9EB5-47E3-AD3F-8066451AF2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bdb13-c576-4166-8827-65186753b8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665</TotalTime>
  <Words>946</Words>
  <Application>Microsoft Office PowerPoint</Application>
  <PresentationFormat>Custom</PresentationFormat>
  <Paragraphs>242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10</vt:i4>
      </vt:variant>
    </vt:vector>
  </HeadingPairs>
  <TitlesOfParts>
    <vt:vector size="39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Ana Rita Geraldo de Caguerelho</cp:lastModifiedBy>
  <cp:revision>54</cp:revision>
  <dcterms:created xsi:type="dcterms:W3CDTF">2018-12-07T14:01:11Z</dcterms:created>
  <dcterms:modified xsi:type="dcterms:W3CDTF">2025-04-23T15:30:36Z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