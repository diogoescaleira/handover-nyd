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0"/>
  </p:notesMasterIdLst>
  <p:sldIdLst>
    <p:sldId id="1786" r:id="rId22"/>
    <p:sldId id="258" r:id="rId23"/>
    <p:sldId id="1924" r:id="rId24"/>
    <p:sldId id="3152" r:id="rId25"/>
    <p:sldId id="3153" r:id="rId26"/>
    <p:sldId id="3151" r:id="rId27"/>
    <p:sldId id="3129" r:id="rId28"/>
    <p:sldId id="266" r:id="rId29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003E51"/>
    <a:srgbClr val="C00000"/>
    <a:srgbClr val="FFDF79"/>
    <a:srgbClr val="005F7C"/>
    <a:srgbClr val="707070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30" autoAdjust="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#2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10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abril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abril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Henrique Correia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2000" cy="3370883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especificação de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requisitos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o cálculo de emissões financiadas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Reunião para alinhamento da conclusão de inclusão do universo de adjudicados;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apping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de bases granulares e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Realização de reunião para definição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 tabela de parametrização de universo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Local.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Inicio de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alterações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forma a incorporar as bases estruturais no processo de geração do satélite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79.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Realização de reuniões de alinhamento de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timings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entregas de IT.</a:t>
                </a:r>
                <a:endParaRPr lang="pt-PT" sz="1200" dirty="0">
                  <a:solidFill>
                    <a:srgbClr val="707070"/>
                  </a:solidFill>
                  <a:latin typeface="Muli Light" panose="00000400000000000000" pitchFamily="2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2006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adjudicados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PT" sz="12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informação de emissões financiadas.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2666287"/>
            <a:ext cx="9796496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3" y="2466924"/>
            <a:ext cx="9806942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046009" y="3860460"/>
            <a:ext cx="9796496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3661096"/>
            <a:ext cx="982122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014372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014369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014371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14370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To Be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41088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410888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410889" y="2507461"/>
            <a:ext cx="4140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7707464" y="3932010"/>
            <a:ext cx="15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7707464" y="3691207"/>
            <a:ext cx="2556000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585171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1" name="Diamond 230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410888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410888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371551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9255464" y="4131446"/>
            <a:ext cx="79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9255464" y="4330882"/>
            <a:ext cx="216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469987" y="4530318"/>
            <a:ext cx="576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6875732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6931691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327725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383684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028610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102569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730900" y="1916015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7166338" y="1916015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408956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595875" y="1916015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147348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881413" y="1916015"/>
            <a:ext cx="9612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e Organização (1|2)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899554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e Organização (2|2)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&amp; Gestão de projeto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42430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839313" y="1922112"/>
            <a:ext cx="1418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268850" y="1922112"/>
            <a:ext cx="127440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2" y="3001691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2" y="3216332"/>
            <a:ext cx="3109221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9767641" y="3735744"/>
            <a:ext cx="31707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150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155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56" name="Diamond 155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153" name="Diamond 152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154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5899554" y="1578609"/>
            <a:ext cx="648000" cy="2898656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17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 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705888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11 de abril a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17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abril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705888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705888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705888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705888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66188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reunião de discussão relativa à definição da tabela de parametrização de universo Local.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6188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20977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Término da especificação metodológica do cálculo de emissões financiadas.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20977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97798"/>
            <a:ext cx="1381306" cy="16327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661881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2265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977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32265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das bases granulares.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32265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32265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85806" y="3341218"/>
            <a:ext cx="649525" cy="27468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210363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66827" y="2218287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661881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434889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alterações dos códigos existentes de forma a incorporar as bases estruturais no processo de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restantes satélites agregados.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348895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78481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conceitos e alterações dos códigos existentes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 a incorporar as bases estruturais no processo de geração do satélite 79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78481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784812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434889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8481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3790645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66827" y="3905301"/>
            <a:ext cx="649525" cy="274689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8614080" y="4348895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3" ma:contentTypeDescription="Create a new document." ma:contentTypeScope="" ma:versionID="e65a530e0ace798461accd7d31aa03a4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93c969891b4ec9d48a1cd8748ac20e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035F72-4BE9-449F-BFF3-73FC989963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3277D9-8D10-4CA6-8A09-1C4D05FB1A2A}">
  <ds:schemaRefs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572bdb13-c576-4166-8827-65186753b8b5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786</Words>
  <Application>Microsoft Office PowerPoint</Application>
  <PresentationFormat>Custom</PresentationFormat>
  <Paragraphs>171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8</vt:i4>
      </vt:variant>
    </vt:vector>
  </HeadingPairs>
  <TitlesOfParts>
    <vt:vector size="37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Diogo Alexandre Escaleira</cp:lastModifiedBy>
  <cp:revision>32</cp:revision>
  <dcterms:created xsi:type="dcterms:W3CDTF">2018-12-07T14:01:11Z</dcterms:created>
  <dcterms:modified xsi:type="dcterms:W3CDTF">2025-04-10T10:01:24Z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