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5012" autoAdjust="0"/>
  </p:normalViewPr>
  <p:slideViewPr>
    <p:cSldViewPr snapToGrid="0">
      <p:cViewPr>
        <p:scale>
          <a:sx n="100" d="100"/>
          <a:sy n="100" d="100"/>
        </p:scale>
        <p:origin x="1090" y="221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#4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08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maio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3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14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:30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15:30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08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maio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Henrique Correia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2000" cy="3545239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Reunião para alinhamento da parametrização do universo local na tabela AG801;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início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Validações finais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relativo ao processo de geração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EBA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Validações finais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relativo ao processo de geração dos satélite 79;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início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satélite 80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1677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732621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732621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280094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659068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715027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036893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092852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1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752299" y="1916015"/>
            <a:ext cx="156874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332178" y="1916015"/>
            <a:ext cx="153809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31522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6941538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378944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54403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007057" y="1922112"/>
            <a:ext cx="153619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6217504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noProof="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maio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89038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08 de maio a 15 de maio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89038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89038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89038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89038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2824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Continução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STE2.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2824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277545"/>
            <a:ext cx="1381306" cy="1073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2824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84717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284717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284717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284717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5806" y="296183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28249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9695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alterações 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satélite 80.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9695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4054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conceitos e alterações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a incorporar as bases estruturais no 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4054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405429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9695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40542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4112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3525918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3969512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452776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 &amp; Satélites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45277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509244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6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45277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Testes à informação disponibilizada relativa 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missões 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5277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614080" y="4527762"/>
            <a:ext cx="1175222" cy="504000"/>
            <a:chOff x="8614080" y="2661881"/>
            <a:chExt cx="1175222" cy="504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51302" y="50950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informação disponibilizada relativa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móveis Adjudicados (</a:t>
            </a:r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Totta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Urbe + Stock adjudicados próprios.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71965" y="50950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8620510" y="5095029"/>
            <a:ext cx="1175222" cy="504000"/>
            <a:chOff x="8614080" y="2661881"/>
            <a:chExt cx="1175222" cy="504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3" ma:contentTypeDescription="Create a new document." ma:contentTypeScope="" ma:versionID="e65a530e0ace798461accd7d31aa03a4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93c969891b4ec9d48a1cd8748ac20e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42537BA-ED99-4FA5-9E75-F97DE8A5B384}"/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572bdb13-c576-4166-8827-65186753b8b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</TotalTime>
  <Words>942</Words>
  <Application>Microsoft Office PowerPoint</Application>
  <PresentationFormat>Custom</PresentationFormat>
  <Paragraphs>213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João Ricardo Galhardo Almeida Costa</cp:lastModifiedBy>
  <cp:revision>63</cp:revision>
  <dcterms:created xsi:type="dcterms:W3CDTF">2018-12-07T14:01:11Z</dcterms:created>
  <dcterms:modified xsi:type="dcterms:W3CDTF">2025-05-08T15:33:57Z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