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2"/>
  </p:notesMasterIdLst>
  <p:sldIdLst>
    <p:sldId id="1786" r:id="rId22"/>
    <p:sldId id="258" r:id="rId23"/>
    <p:sldId id="1924" r:id="rId24"/>
    <p:sldId id="3152" r:id="rId25"/>
    <p:sldId id="3155" r:id="rId26"/>
    <p:sldId id="3153" r:id="rId27"/>
    <p:sldId id="3156" r:id="rId28"/>
    <p:sldId id="3151" r:id="rId29"/>
    <p:sldId id="3129" r:id="rId30"/>
    <p:sldId id="266" r:id="rId31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5012" autoAdjust="0"/>
  </p:normalViewPr>
  <p:slideViewPr>
    <p:cSldViewPr snapToGrid="0">
      <p:cViewPr varScale="1">
        <p:scale>
          <a:sx n="82" d="100"/>
          <a:sy n="82" d="100"/>
        </p:scale>
        <p:origin x="82" y="72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4-22T18:35:54.534" idx="5">
    <p:pos x="1802" y="3997"/>
    <p:text>Atualizar para data que vamos enviar e idem no slide seguinte</p:text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4-15T11:40:33.055" idx="3">
    <p:pos x="6480" y="2850"/>
    <p:text>Vê se concordas com esta proposta de modo a termos paralelos com Dez24 ao longo de todo o exercício de simulaçao e depois correção quando estivermos na parte de odbc</p:text>
    <p:extLst>
      <p:ext uri="{C676402C-5697-4E1C-873F-D02D1690AC5C}">
        <p15:threadingInfo xmlns:p15="http://schemas.microsoft.com/office/powerpoint/2012/main" timeZoneBias="-60"/>
      </p:ext>
    </p:extLst>
  </p:cm>
  <p:cm authorId="14" dt="2025-04-16T09:06:59.855" idx="3">
    <p:pos x="6480" y="2986"/>
    <p:text>Aplicável aos sat agg</p:text>
    <p:extLst>
      <p:ext uri="{C676402C-5697-4E1C-873F-D02D1690AC5C}">
        <p15:threadingInfo xmlns:p15="http://schemas.microsoft.com/office/powerpoint/2012/main" timeZoneBias="-60">
          <p15:parentCm authorId="13" idx="3"/>
        </p15:threadingInfo>
      </p:ext>
    </p:extLst>
  </p:cm>
  <p:cm authorId="15" dt="2025-04-23T12:02:16.052" idx="1">
    <p:pos x="6480" y="3122"/>
    <p:text>Sim, concordo</p:text>
    <p:extLst>
      <p:ext uri="{C676402C-5697-4E1C-873F-D02D1690AC5C}">
        <p15:threadingInfo xmlns:p15="http://schemas.microsoft.com/office/powerpoint/2012/main" timeZoneBias="-60">
          <p15:parentCm authorId="13" idx="3"/>
        </p15:threadingInfo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4-22T18:39:03.454" idx="6">
    <p:pos x="6858" y="3891"/>
    <p:text>Valida o que achas deste pressuposto</p:text>
    <p:extLst mod="1">
      <p:ext uri="{C676402C-5697-4E1C-873F-D02D1690AC5C}">
        <p15:threadingInfo xmlns:p15="http://schemas.microsoft.com/office/powerpoint/2012/main" timeZoneBias="-60"/>
      </p:ext>
    </p:extLst>
  </p:cm>
  <p:cm authorId="15" dt="2025-04-23T12:02:29.007" idx="2">
    <p:pos x="6858" y="4027"/>
    <p:text>sim, de acordo</p:text>
    <p:extLst>
      <p:ext uri="{C676402C-5697-4E1C-873F-D02D1690AC5C}">
        <p15:threadingInfo xmlns:p15="http://schemas.microsoft.com/office/powerpoint/2012/main" timeZoneBias="-60">
          <p15:parentCm authorId="13" idx="6"/>
        </p15:threadingInfo>
      </p:ext>
    </p:extLst>
  </p:cm>
  <p:cm authorId="15" dt="2025-04-23T12:05:16.602" idx="3">
    <p:pos x="6858" y="4163"/>
    <p:text>nao falta o tem4?</p:text>
    <p:extLst>
      <p:ext uri="{C676402C-5697-4E1C-873F-D02D1690AC5C}">
        <p15:threadingInfo xmlns:p15="http://schemas.microsoft.com/office/powerpoint/2012/main" timeZoneBias="-60">
          <p15:parentCm authorId="13" idx="6"/>
        </p15:threadingInfo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4-15T11:37:40.276" idx="1">
    <p:pos x="1419" y="2346"/>
    <p:text>Ajustar a timeline dos paralelos</p:text>
    <p:extLst>
      <p:ext uri="{C676402C-5697-4E1C-873F-D02D1690AC5C}">
        <p15:threadingInfo xmlns:p15="http://schemas.microsoft.com/office/powerpoint/2012/main" timeZoneBias="-60"/>
      </p:ext>
    </p:extLst>
  </p:cm>
  <p:cm authorId="14" dt="2025-04-16T08:40:39.890" idx="1">
    <p:pos x="1419" y="2482"/>
    <p:text>done</p:text>
    <p:extLst>
      <p:ext uri="{C676402C-5697-4E1C-873F-D02D1690AC5C}">
        <p15:threadingInfo xmlns:p15="http://schemas.microsoft.com/office/powerpoint/2012/main" timeZoneBias="-60">
          <p15:parentCm authorId="13" idx="1"/>
        </p15:threadingInfo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5" dt="2025-04-23T12:05:20.419" idx="4">
    <p:pos x="10" y="10"/>
    <p:text>Nao falta o sat 79 ?</p:text>
    <p:extLst>
      <p:ext uri="{C676402C-5697-4E1C-873F-D02D1690AC5C}">
        <p15:threadingInfo xmlns:p15="http://schemas.microsoft.com/office/powerpoint/2012/main" timeZoneBias="-60"/>
      </p:ext>
    </p:extLst>
  </p:cm>
  <p:cm authorId="15" dt="2025-04-23T14:32:00.718" idx="5">
    <p:pos x="10" y="146"/>
    <p:text>meter o 79 com 8Maio</p:text>
    <p:extLst>
      <p:ext uri="{C676402C-5697-4E1C-873F-D02D1690AC5C}">
        <p15:threadingInfo xmlns:p15="http://schemas.microsoft.com/office/powerpoint/2012/main" timeZoneBias="-60">
          <p15:parentCm authorId="15" idx="4"/>
        </p15:threadingInfo>
      </p:ext>
    </p:extLst>
  </p:cm>
  <p:cm authorId="15" dt="2025-04-23T14:32:12.921" idx="6">
    <p:pos x="10" y="282"/>
    <p:text>alterei mais datas</p:text>
    <p:extLst>
      <p:ext uri="{C676402C-5697-4E1C-873F-D02D1690AC5C}">
        <p15:threadingInfo xmlns:p15="http://schemas.microsoft.com/office/powerpoint/2012/main" timeZoneBias="-60">
          <p15:parentCm authorId="15" idx="4"/>
        </p15:threadingInfo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4-15T11:38:58.662" idx="2">
    <p:pos x="1170" y="2613"/>
    <p:text>Atualizar</p:text>
    <p:extLst>
      <p:ext uri="{C676402C-5697-4E1C-873F-D02D1690AC5C}">
        <p15:threadingInfo xmlns:p15="http://schemas.microsoft.com/office/powerpoint/2012/main" timeZoneBias="-60"/>
      </p:ext>
    </p:extLst>
  </p:cm>
  <p:cm authorId="14" dt="2025-04-16T08:43:19.560" idx="2">
    <p:pos x="1170" y="2749"/>
    <p:text>Sem alterações</p:text>
    <p:extLst>
      <p:ext uri="{C676402C-5697-4E1C-873F-D02D1690AC5C}">
        <p15:threadingInfo xmlns:p15="http://schemas.microsoft.com/office/powerpoint/2012/main" timeZoneBias="-60">
          <p15:parentCm authorId="13" idx="2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82550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73506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5" Type="http://schemas.openxmlformats.org/officeDocument/2006/relationships/comments" Target="../comments/comment3.xml"/><Relationship Id="rId4" Type="http://schemas.microsoft.com/office/2018/10/relationships/comments" Target="NUL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comments" Target="../comments/comment6.xml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#3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23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abril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3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23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abril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Henrique Correia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2000" cy="2702518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Conclusão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especificação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 cálculo de emissões financiadas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Reunião para alinhamento da parametrização do universo local na tabela AG011;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de bases granulares e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continuação das alterações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forma a incorporar as bases estruturais no processo de geração do satélite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79.</a:t>
                </a: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2006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informação de emissões financiadas.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15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732621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732621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280094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6875732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6931691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327725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383684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0" y="1916015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7166338" y="1916015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595875" y="1916015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215151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6941538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378944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junho</a:t>
            </a:r>
          </a:p>
        </p:txBody>
      </p:sp>
      <p:sp>
        <p:nvSpPr>
          <p:cNvPr id="92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lvl="0" defTabSz="914400" eaLnBrk="0">
              <a:lnSpc>
                <a:spcPct val="110000"/>
              </a:lnSpc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</a:t>
            </a: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entrega</a:t>
            </a:r>
            <a:r>
              <a:rPr lang="pt-PT" sz="1200" kern="1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de maio</a:t>
            </a:r>
          </a:p>
        </p:txBody>
      </p:sp>
      <p:sp>
        <p:nvSpPr>
          <p:cNvPr id="94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102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de junho</a:t>
            </a:r>
            <a:endParaRPr lang="pt-PT" sz="1050" b="1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(STE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8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defRPr/>
            </a:pP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6,7,8,9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2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13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20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1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0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(STE)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1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506" y="2131156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005817" y="6177719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2471037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839313" y="1922112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268850" y="1922112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2" y="3001691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2" y="3216332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5897464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687573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693169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32772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38368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(4|4)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2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lvl="0" defTabSz="914400" eaLnBrk="0">
              <a:lnSpc>
                <a:spcPct val="110000"/>
              </a:lnSpc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</a:t>
            </a: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entrega</a:t>
            </a:r>
            <a:r>
              <a:rPr lang="pt-PT" sz="1200" kern="1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endParaRPr lang="pt-PT" sz="1050" b="1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junho</a:t>
            </a:r>
          </a:p>
        </p:txBody>
      </p:sp>
      <p:sp>
        <p:nvSpPr>
          <p:cNvPr id="103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93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2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13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1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80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1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506" y="2131156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005817" y="6177719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572848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 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705888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18 de abril a 24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abril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705888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705888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705888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705888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66188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STE2.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6188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20977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das bases granulares.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20977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97798"/>
            <a:ext cx="1381306" cy="163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661881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2265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977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32265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32265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32265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5806" y="3341218"/>
            <a:ext cx="649525" cy="27468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210363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2218287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661881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434889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alterações dos códigos existentes de forma a incorporar as bases estruturais no processo de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restantes satélites agregados.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348895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78481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conceitos e alterações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a incorporar as bases estruturais no processo de geração do satélite 79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78481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784812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434889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8481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3790645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3905301"/>
            <a:ext cx="649525" cy="274689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8614080" y="4348895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3" ma:contentTypeDescription="Create a new document." ma:contentTypeScope="" ma:versionID="e65a530e0ace798461accd7d31aa03a4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93c969891b4ec9d48a1cd8748ac20e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3277D9-8D10-4CA6-8A09-1C4D05FB1A2A}">
  <ds:schemaRefs>
    <ds:schemaRef ds:uri="http://schemas.microsoft.com/office/2006/documentManagement/types"/>
    <ds:schemaRef ds:uri="http://purl.org/dc/dcmitype/"/>
    <ds:schemaRef ds:uri="572bdb13-c576-4166-8827-65186753b8b5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F1554C2-9DF7-4E83-AF20-C7CD2A8179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</TotalTime>
  <Words>932</Words>
  <Application>Microsoft Office PowerPoint</Application>
  <PresentationFormat>Custom</PresentationFormat>
  <Paragraphs>234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10</vt:i4>
      </vt:variant>
    </vt:vector>
  </HeadingPairs>
  <TitlesOfParts>
    <vt:vector size="39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Diogo Alexandre Escaleira</cp:lastModifiedBy>
  <cp:revision>48</cp:revision>
  <dcterms:created xsi:type="dcterms:W3CDTF">2018-12-07T14:01:11Z</dcterms:created>
  <dcterms:modified xsi:type="dcterms:W3CDTF">2025-04-23T13:55:12Z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