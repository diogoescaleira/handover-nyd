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4094" r:id="rId5"/>
  </p:sldMasterIdLst>
  <p:notesMasterIdLst>
    <p:notesMasterId r:id="rId10"/>
  </p:notesMasterIdLst>
  <p:handoutMasterIdLst>
    <p:handoutMasterId r:id="rId11"/>
  </p:handoutMasterIdLst>
  <p:sldIdLst>
    <p:sldId id="2147377375" r:id="rId6"/>
    <p:sldId id="259" r:id="rId7"/>
    <p:sldId id="2147377584" r:id="rId8"/>
    <p:sldId id="399" r:id="rId9"/>
  </p:sldIdLst>
  <p:sldSz cx="12190413" cy="6859588"/>
  <p:notesSz cx="6858000" cy="9926638"/>
  <p:defaultTextStyle>
    <a:defPPr>
      <a:defRPr lang="es-ES"/>
    </a:defPPr>
    <a:lvl1pPr marL="0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97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216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868C"/>
    <a:srgbClr val="1AB2BB"/>
    <a:srgbClr val="99FFCC"/>
    <a:srgbClr val="FFDDDD"/>
    <a:srgbClr val="EB0000"/>
    <a:srgbClr val="DEEDF2"/>
    <a:srgbClr val="3C3C3B"/>
    <a:srgbClr val="3636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956" autoAdjust="0"/>
    <p:restoredTop sz="94660"/>
  </p:normalViewPr>
  <p:slideViewPr>
    <p:cSldViewPr snapToGrid="0">
      <p:cViewPr>
        <p:scale>
          <a:sx n="75" d="100"/>
          <a:sy n="75" d="100"/>
        </p:scale>
        <p:origin x="2472" y="738"/>
      </p:cViewPr>
      <p:guideLst>
        <p:guide orient="horz" pos="2297"/>
        <p:guide pos="3840"/>
        <p:guide orient="horz" pos="216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2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60B1AF7E-5BC2-4D30-87FE-E1B659CA154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1D35212-2950-4BB8-B0AA-EE773689934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5188B-02CB-4126-A12E-C27940239E67}" type="datetimeFigureOut">
              <a:rPr lang="es-ES" smtClean="0"/>
              <a:t>25/03/2024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6FAF009-7545-4A39-A198-6416D3420CD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B8A1D82-08B5-4B1F-860C-695167F2EE1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9428584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54CB31-C4D0-4176-AC65-C48107E4212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68674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81D6FC-8B18-4D83-81FA-5ECA9E5C1AAF}" type="datetimeFigureOut">
              <a:rPr lang="es-ES" smtClean="0"/>
              <a:t>25/03/2024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54025" y="1241425"/>
            <a:ext cx="59499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777194"/>
            <a:ext cx="548640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9428584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78D618-BBD3-4FF5-9218-0E9FEB4B2F8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46315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113b7496e9b_0_2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g113b7496e9b_0_29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113b7496e9b_0_29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tabLst/>
              <a:defRPr/>
            </a:pPr>
            <a:fld id="{00000000-1234-1234-1234-123412341234}" type="slidenum"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  <a:tabLst/>
                <a:defRPr/>
              </a:pPr>
              <a:t>4</a:t>
            </a:fld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233779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652" y="1096740"/>
            <a:ext cx="4936541" cy="1407330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pt-PT"/>
              <a:t>título do Modelo Global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535" y="2722781"/>
            <a:ext cx="4933667" cy="2437019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tx2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9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21872" y="5728728"/>
            <a:ext cx="1896345" cy="332665"/>
          </a:xfrm>
          <a:prstGeom prst="rect">
            <a:avLst/>
          </a:prstGeom>
        </p:spPr>
      </p:pic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AB9931BC-B448-4EA6-A35A-56AF5C4C24E5}"/>
              </a:ext>
            </a:extLst>
          </p:cNvPr>
          <p:cNvSpPr/>
          <p:nvPr userDrawn="1"/>
        </p:nvSpPr>
        <p:spPr>
          <a:xfrm>
            <a:off x="1" y="5231142"/>
            <a:ext cx="12195102" cy="1628456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8" tIns="45719" rIns="91438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557" y="333729"/>
            <a:ext cx="11176096" cy="419197"/>
          </a:xfrm>
        </p:spPr>
        <p:txBody>
          <a:bodyPr>
            <a:noAutofit/>
          </a:bodyPr>
          <a:lstStyle>
            <a:lvl1pPr marL="0" indent="0">
              <a:buNone/>
              <a:defRPr sz="1300">
                <a:solidFill>
                  <a:schemeClr val="tx2"/>
                </a:solidFill>
              </a:defRPr>
            </a:lvl1pPr>
            <a:lvl2pPr marL="457189" indent="0">
              <a:buNone/>
              <a:defRPr sz="1300">
                <a:solidFill>
                  <a:schemeClr val="tx2"/>
                </a:solidFill>
              </a:defRPr>
            </a:lvl2pPr>
            <a:lvl3pPr marL="914377" indent="0">
              <a:buNone/>
              <a:defRPr sz="1300">
                <a:solidFill>
                  <a:schemeClr val="tx2"/>
                </a:solidFill>
              </a:defRPr>
            </a:lvl3pPr>
            <a:lvl4pPr marL="1371566" indent="0">
              <a:buNone/>
              <a:defRPr sz="1300">
                <a:solidFill>
                  <a:schemeClr val="tx2"/>
                </a:solidFill>
              </a:defRPr>
            </a:lvl4pPr>
            <a:lvl5pPr marL="1828754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880952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9" y="62110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2544" y="6263778"/>
            <a:ext cx="1171955" cy="205590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3950534-FF56-4FD6-A098-D625BC54F0FA}"/>
              </a:ext>
            </a:extLst>
          </p:cNvPr>
          <p:cNvSpPr txBox="1"/>
          <p:nvPr userDrawn="1"/>
        </p:nvSpPr>
        <p:spPr>
          <a:xfrm>
            <a:off x="722439" y="312351"/>
            <a:ext cx="1849581" cy="297586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r>
              <a:rPr lang="es-ES" sz="1300">
                <a:solidFill>
                  <a:schemeClr val="accent1"/>
                </a:solidFill>
              </a:rPr>
              <a:t>Índice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0CC57AA0-6C3B-4C80-BF6B-C321A960A9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2533" y="1100503"/>
            <a:ext cx="10634458" cy="4907801"/>
          </a:xfrm>
        </p:spPr>
        <p:txBody>
          <a:bodyPr>
            <a:normAutofit/>
          </a:bodyPr>
          <a:lstStyle>
            <a:lvl1pPr marL="431989" indent="-395990">
              <a:buClr>
                <a:schemeClr val="accent1"/>
              </a:buClr>
              <a:buSzPct val="45000"/>
              <a:buFont typeface="+mj-lt"/>
              <a:buAutoNum type="arabicPeriod"/>
              <a:defRPr lang="es-ES" sz="4000" b="1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pt-PT"/>
              <a:t>Título de seção</a:t>
            </a:r>
          </a:p>
        </p:txBody>
      </p:sp>
    </p:spTree>
    <p:extLst>
      <p:ext uri="{BB962C8B-B14F-4D97-AF65-F5344CB8AC3E}">
        <p14:creationId xmlns:p14="http://schemas.microsoft.com/office/powerpoint/2010/main" val="3010683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de cap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424" y="626519"/>
            <a:ext cx="4385624" cy="2853398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o estilo de título do Modelo </a:t>
            </a:r>
            <a:br>
              <a:rPr lang="pt-PT"/>
            </a:br>
            <a:r>
              <a:rPr lang="pt-PT"/>
              <a:t>Global</a:t>
            </a:r>
            <a:endParaRPr lang="es-ES"/>
          </a:p>
        </p:txBody>
      </p:sp>
      <p:sp>
        <p:nvSpPr>
          <p:cNvPr id="5" name="Forma libre: forma 6">
            <a:extLst>
              <a:ext uri="{FF2B5EF4-FFF2-40B4-BE49-F238E27FC236}">
                <a16:creationId xmlns:a16="http://schemas.microsoft.com/office/drawing/2014/main" id="{14147011-41AD-4D71-ABCD-072B7EE84809}"/>
              </a:ext>
            </a:extLst>
          </p:cNvPr>
          <p:cNvSpPr/>
          <p:nvPr userDrawn="1"/>
        </p:nvSpPr>
        <p:spPr>
          <a:xfrm>
            <a:off x="8924179" y="0"/>
            <a:ext cx="3266235" cy="6859588"/>
          </a:xfrm>
          <a:custGeom>
            <a:avLst/>
            <a:gdLst>
              <a:gd name="connsiteX0" fmla="*/ 1630018 w 3266660"/>
              <a:gd name="connsiteY0" fmla="*/ 0 h 6858000"/>
              <a:gd name="connsiteX1" fmla="*/ 3266660 w 3266660"/>
              <a:gd name="connsiteY1" fmla="*/ 0 h 6858000"/>
              <a:gd name="connsiteX2" fmla="*/ 3266660 w 3266660"/>
              <a:gd name="connsiteY2" fmla="*/ 6858000 h 6858000"/>
              <a:gd name="connsiteX3" fmla="*/ 0 w 3266660"/>
              <a:gd name="connsiteY3" fmla="*/ 6858000 h 6858000"/>
              <a:gd name="connsiteX4" fmla="*/ 0 w 3266660"/>
              <a:gd name="connsiteY4" fmla="*/ 2822713 h 6858000"/>
              <a:gd name="connsiteX5" fmla="*/ 1630018 w 3266660"/>
              <a:gd name="connsiteY5" fmla="*/ 28227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6660" h="6858000">
                <a:moveTo>
                  <a:pt x="1630018" y="0"/>
                </a:moveTo>
                <a:lnTo>
                  <a:pt x="3266660" y="0"/>
                </a:lnTo>
                <a:lnTo>
                  <a:pt x="3266660" y="6858000"/>
                </a:lnTo>
                <a:lnTo>
                  <a:pt x="0" y="6858000"/>
                </a:lnTo>
                <a:lnTo>
                  <a:pt x="0" y="2822713"/>
                </a:lnTo>
                <a:lnTo>
                  <a:pt x="1630018" y="282271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8" tIns="45719" rIns="91438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CF711B63-7C0F-4649-B7F0-A207C8B6C4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4053" y="3271294"/>
            <a:ext cx="2958370" cy="2365509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700">
                <a:solidFill>
                  <a:schemeClr val="bg1"/>
                </a:solidFill>
              </a:defRPr>
            </a:lvl1pPr>
            <a:lvl2pPr>
              <a:defRPr sz="13900">
                <a:solidFill>
                  <a:schemeClr val="tx1"/>
                </a:solidFill>
              </a:defRPr>
            </a:lvl2pPr>
            <a:lvl3pPr>
              <a:defRPr sz="11500">
                <a:solidFill>
                  <a:schemeClr val="tx1"/>
                </a:solidFill>
              </a:defRPr>
            </a:lvl3pPr>
            <a:lvl4pPr>
              <a:defRPr sz="9600">
                <a:solidFill>
                  <a:schemeClr val="tx1"/>
                </a:solidFill>
              </a:defRPr>
            </a:lvl4pPr>
            <a:lvl5pPr>
              <a:defRPr sz="96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324528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150" y="1087719"/>
            <a:ext cx="5296868" cy="1606419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9" y="62110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2544" y="6263778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2" y="337187"/>
            <a:ext cx="10757334" cy="30487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 sz="1100"/>
            </a:lvl2pPr>
            <a:lvl3pPr marL="914377" indent="0">
              <a:buFontTx/>
              <a:buNone/>
              <a:defRPr sz="1100"/>
            </a:lvl3pPr>
            <a:lvl4pPr marL="1371566" indent="0">
              <a:buFontTx/>
              <a:buNone/>
              <a:defRPr sz="1100"/>
            </a:lvl4pPr>
            <a:lvl5pPr marL="1828754" indent="0">
              <a:buFontTx/>
              <a:buNone/>
              <a:defRPr sz="11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0933" y="3094289"/>
            <a:ext cx="5308085" cy="308411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147" y="1087718"/>
            <a:ext cx="5080343" cy="509068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4291901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158" y="1087718"/>
            <a:ext cx="10757333" cy="1823433"/>
          </a:xfrm>
        </p:spPr>
        <p:txBody>
          <a:bodyPr anchor="t">
            <a:no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9" y="62110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2544" y="6263778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2" y="337187"/>
            <a:ext cx="10757334" cy="30487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 sz="1100"/>
            </a:lvl2pPr>
            <a:lvl3pPr marL="914377" indent="0">
              <a:buFontTx/>
              <a:buNone/>
              <a:defRPr sz="1100"/>
            </a:lvl3pPr>
            <a:lvl4pPr marL="1371566" indent="0">
              <a:buFontTx/>
              <a:buNone/>
              <a:defRPr sz="1100"/>
            </a:lvl4pPr>
            <a:lvl5pPr marL="1828754" indent="0">
              <a:buFontTx/>
              <a:buNone/>
              <a:defRPr sz="11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0940" y="3094289"/>
            <a:ext cx="10757333" cy="3084115"/>
          </a:xfrm>
        </p:spPr>
        <p:txBody>
          <a:bodyPr numCol="2" spcCol="719982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956698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876" y="1110027"/>
            <a:ext cx="3800624" cy="5051859"/>
          </a:xfrm>
        </p:spPr>
        <p:txBody>
          <a:bodyPr anchor="t">
            <a:noAutofit/>
          </a:bodyPr>
          <a:lstStyle>
            <a:lvl1pPr>
              <a:defRPr sz="25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pt-PT"/>
              <a:t>Editar os estilos </a:t>
            </a:r>
            <a:br>
              <a:rPr lang="pt-PT"/>
            </a:br>
            <a:r>
              <a:rPr lang="pt-PT"/>
              <a:t>de texto do Modelo Global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9" y="62110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2544" y="6263778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2" y="337187"/>
            <a:ext cx="10757334" cy="30487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 sz="1100"/>
            </a:lvl2pPr>
            <a:lvl3pPr marL="914377" indent="0">
              <a:buFontTx/>
              <a:buNone/>
              <a:defRPr sz="1100"/>
            </a:lvl3pPr>
            <a:lvl4pPr marL="1371566" indent="0">
              <a:buFontTx/>
              <a:buNone/>
              <a:defRPr sz="1100"/>
            </a:lvl4pPr>
            <a:lvl5pPr marL="1828754" indent="0">
              <a:buFontTx/>
              <a:buNone/>
              <a:defRPr sz="11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2110" y="1126534"/>
            <a:ext cx="6696163" cy="5051860"/>
          </a:xfr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1770703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9" y="62110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2544" y="6263778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2" y="337187"/>
            <a:ext cx="10757334" cy="30487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 sz="1100"/>
            </a:lvl2pPr>
            <a:lvl3pPr marL="914377" indent="0">
              <a:buFontTx/>
              <a:buNone/>
              <a:defRPr sz="1100"/>
            </a:lvl3pPr>
            <a:lvl4pPr marL="1371566" indent="0">
              <a:buFontTx/>
              <a:buNone/>
              <a:defRPr sz="1100"/>
            </a:lvl4pPr>
            <a:lvl5pPr marL="1828754" indent="0">
              <a:buFontTx/>
              <a:buNone/>
              <a:defRPr sz="11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151" y="1087711"/>
            <a:ext cx="3910892" cy="1183406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</a:t>
            </a:r>
            <a:endParaRPr lang="es-ES"/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0943" y="2517761"/>
            <a:ext cx="3910892" cy="366064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796810" y="1087699"/>
            <a:ext cx="6682681" cy="5124049"/>
          </a:xfrm>
        </p:spPr>
        <p:txBody>
          <a:bodyPr>
            <a:normAutofit/>
          </a:bodyPr>
          <a:lstStyle>
            <a:lvl1pPr marL="0" indent="0" algn="ctr">
              <a:buNone/>
              <a:defRPr lang="es-E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MX" err="1"/>
              <a:t>Insira</a:t>
            </a:r>
            <a:r>
              <a:rPr lang="es-MX"/>
              <a:t> </a:t>
            </a:r>
            <a:r>
              <a:rPr lang="es-MX" err="1"/>
              <a:t>aqui</a:t>
            </a:r>
            <a:r>
              <a:rPr lang="es-MX"/>
              <a:t> </a:t>
            </a:r>
            <a:r>
              <a:rPr lang="es-MX" err="1"/>
              <a:t>seu</a:t>
            </a:r>
            <a:r>
              <a:rPr lang="es-MX"/>
              <a:t> gráfico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57120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9" y="62110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2544" y="6263778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2" y="337187"/>
            <a:ext cx="10757334" cy="30487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 sz="1100"/>
            </a:lvl2pPr>
            <a:lvl3pPr marL="914377" indent="0">
              <a:buFontTx/>
              <a:buNone/>
              <a:defRPr sz="1100"/>
            </a:lvl3pPr>
            <a:lvl4pPr marL="1371566" indent="0">
              <a:buFontTx/>
              <a:buNone/>
              <a:defRPr sz="1100"/>
            </a:lvl4pPr>
            <a:lvl5pPr marL="1828754" indent="0">
              <a:buFontTx/>
              <a:buNone/>
              <a:defRPr sz="11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0943" y="1192086"/>
            <a:ext cx="3910892" cy="498631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201" y="1708172"/>
            <a:ext cx="6612105" cy="4503567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sua</a:t>
            </a:r>
            <a:r>
              <a:rPr lang="es-ES"/>
              <a:t> </a:t>
            </a:r>
            <a:r>
              <a:rPr lang="es-ES" err="1"/>
              <a:t>tabela</a:t>
            </a:r>
            <a:endParaRPr lang="es-ES"/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201" y="1192079"/>
            <a:ext cx="6586719" cy="38159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808262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9" y="62110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2544" y="6263778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2" y="337187"/>
            <a:ext cx="10757334" cy="30487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 sz="1100"/>
            </a:lvl2pPr>
            <a:lvl3pPr marL="914377" indent="0">
              <a:buFontTx/>
              <a:buNone/>
              <a:defRPr sz="1100"/>
            </a:lvl3pPr>
            <a:lvl4pPr marL="1371566" indent="0">
              <a:buFontTx/>
              <a:buNone/>
              <a:defRPr sz="1100"/>
            </a:lvl4pPr>
            <a:lvl5pPr marL="1828754" indent="0">
              <a:buFontTx/>
              <a:buNone/>
              <a:defRPr sz="11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0943" y="1192086"/>
            <a:ext cx="3910892" cy="65769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23418" y="1192086"/>
            <a:ext cx="6455897" cy="65769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711107" y="1994371"/>
            <a:ext cx="3911091" cy="3606623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5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023418" y="1994371"/>
            <a:ext cx="6471876" cy="3606623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5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AEAA6F10-C407-4622-AF96-B2605139D86B}"/>
              </a:ext>
            </a:extLst>
          </p:cNvPr>
          <p:cNvSpPr/>
          <p:nvPr userDrawn="1"/>
        </p:nvSpPr>
        <p:spPr>
          <a:xfrm>
            <a:off x="4741780" y="3685924"/>
            <a:ext cx="187126" cy="207105"/>
          </a:xfrm>
          <a:custGeom>
            <a:avLst/>
            <a:gdLst/>
            <a:ahLst/>
            <a:cxnLst/>
            <a:rect l="l" t="t" r="r" b="b"/>
            <a:pathLst>
              <a:path w="187151" h="207057">
                <a:moveTo>
                  <a:pt x="0" y="0"/>
                </a:moveTo>
                <a:lnTo>
                  <a:pt x="187151" y="80925"/>
                </a:lnTo>
                <a:lnTo>
                  <a:pt x="187151" y="125574"/>
                </a:lnTo>
                <a:lnTo>
                  <a:pt x="0" y="207057"/>
                </a:lnTo>
                <a:lnTo>
                  <a:pt x="0" y="154409"/>
                </a:lnTo>
                <a:lnTo>
                  <a:pt x="130596" y="103064"/>
                </a:lnTo>
                <a:lnTo>
                  <a:pt x="0" y="522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69925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igado - Co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 userDrawn="1"/>
        </p:nvSpPr>
        <p:spPr>
          <a:xfrm>
            <a:off x="9" y="5231142"/>
            <a:ext cx="12190413" cy="1628456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s-ES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7F54544-030A-41BD-9896-574241C718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21872" y="5728728"/>
            <a:ext cx="1896345" cy="332665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63" y="5574444"/>
            <a:ext cx="1347307" cy="455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 userDrawn="1"/>
        </p:nvGrpSpPr>
        <p:grpSpPr>
          <a:xfrm>
            <a:off x="7611578" y="5574876"/>
            <a:ext cx="578631" cy="455123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4" t="3352" r="22378" b="28229"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757"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 userDrawn="1"/>
        </p:nvSpPr>
        <p:spPr>
          <a:xfrm>
            <a:off x="719204" y="1946100"/>
            <a:ext cx="3365041" cy="1384993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r>
              <a:rPr lang="pt-PT" sz="1400">
                <a:solidFill>
                  <a:schemeClr val="tx2"/>
                </a:solidFill>
              </a:rPr>
              <a:t>A nossa missão é contribuir para o desenvolvimento das pessoas e das empresas.</a:t>
            </a:r>
          </a:p>
          <a:p>
            <a:endParaRPr lang="pt-PT" sz="1400">
              <a:solidFill>
                <a:schemeClr val="tx2"/>
              </a:solidFill>
            </a:endParaRPr>
          </a:p>
          <a:p>
            <a:r>
              <a:rPr lang="pt-PT" sz="1400">
                <a:solidFill>
                  <a:schemeClr val="tx2"/>
                </a:solidFill>
              </a:rPr>
              <a:t>A nossa cultura baseia-se no princípio</a:t>
            </a:r>
            <a:r>
              <a:rPr lang="pt-PT" sz="1400" baseline="0">
                <a:solidFill>
                  <a:schemeClr val="tx2"/>
                </a:solidFill>
              </a:rPr>
              <a:t> </a:t>
            </a:r>
            <a:r>
              <a:rPr lang="pt-PT" sz="1400">
                <a:solidFill>
                  <a:schemeClr val="tx2"/>
                </a:solidFill>
              </a:rPr>
              <a:t>de que tudo</a:t>
            </a:r>
            <a:r>
              <a:rPr lang="pt-PT" sz="1400" baseline="0">
                <a:solidFill>
                  <a:schemeClr val="tx2"/>
                </a:solidFill>
              </a:rPr>
              <a:t> o </a:t>
            </a:r>
            <a:r>
              <a:rPr lang="pt-PT" sz="1400">
                <a:solidFill>
                  <a:schemeClr val="tx2"/>
                </a:solidFill>
              </a:rPr>
              <a:t>que fazemos deve ser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 userDrawn="1"/>
        </p:nvSpPr>
        <p:spPr>
          <a:xfrm>
            <a:off x="721421" y="628348"/>
            <a:ext cx="3365041" cy="708051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r>
              <a:rPr lang="pt-PT" sz="4000" noProof="0">
                <a:solidFill>
                  <a:schemeClr val="accent1"/>
                </a:solidFill>
              </a:rPr>
              <a:t>Obrigado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 userDrawn="1"/>
        </p:nvSpPr>
        <p:spPr>
          <a:xfrm>
            <a:off x="1" y="5231142"/>
            <a:ext cx="12195102" cy="1628456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8" tIns="45719" rIns="91438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pic>
        <p:nvPicPr>
          <p:cNvPr id="14" name="Imagen 6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159" y="3459001"/>
            <a:ext cx="3046241" cy="292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639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651" y="1096745"/>
            <a:ext cx="4936541" cy="1407330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3868">
                <a:solidFill>
                  <a:schemeClr val="accent1"/>
                </a:solidFill>
              </a:defRPr>
            </a:lvl1pPr>
          </a:lstStyle>
          <a:p>
            <a:r>
              <a:rPr lang="pt-PT"/>
              <a:t>título do Modelo Global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529" y="2722773"/>
            <a:ext cx="4933667" cy="2437017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161"/>
              </a:spcAft>
              <a:buNone/>
              <a:defRPr sz="1934">
                <a:solidFill>
                  <a:schemeClr val="tx2"/>
                </a:solidFill>
              </a:defRPr>
            </a:lvl1pPr>
            <a:lvl2pPr marL="441845" indent="0" algn="ctr">
              <a:buNone/>
              <a:defRPr sz="1934"/>
            </a:lvl2pPr>
            <a:lvl3pPr marL="883689" indent="0" algn="ctr">
              <a:buNone/>
              <a:defRPr sz="1741"/>
            </a:lvl3pPr>
            <a:lvl4pPr marL="1325530" indent="0" algn="ctr">
              <a:buNone/>
              <a:defRPr sz="1547"/>
            </a:lvl4pPr>
            <a:lvl5pPr marL="1767373" indent="0" algn="ctr">
              <a:buNone/>
              <a:defRPr sz="1547"/>
            </a:lvl5pPr>
            <a:lvl6pPr marL="2209221" indent="0" algn="ctr">
              <a:buNone/>
              <a:defRPr sz="1547"/>
            </a:lvl6pPr>
            <a:lvl7pPr marL="2651063" indent="0" algn="ctr">
              <a:buNone/>
              <a:defRPr sz="1547"/>
            </a:lvl7pPr>
            <a:lvl8pPr marL="3092906" indent="0" algn="ctr">
              <a:buNone/>
              <a:defRPr sz="1547"/>
            </a:lvl8pPr>
            <a:lvl9pPr marL="3534749" indent="0" algn="ctr">
              <a:buNone/>
              <a:defRPr sz="1547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21872" y="5728730"/>
            <a:ext cx="1896345" cy="332665"/>
          </a:xfrm>
          <a:prstGeom prst="rect">
            <a:avLst/>
          </a:prstGeom>
        </p:spPr>
      </p:pic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AB9931BC-B448-4EA6-A35A-56AF5C4C24E5}"/>
              </a:ext>
            </a:extLst>
          </p:cNvPr>
          <p:cNvSpPr/>
          <p:nvPr userDrawn="1"/>
        </p:nvSpPr>
        <p:spPr>
          <a:xfrm>
            <a:off x="7" y="5231140"/>
            <a:ext cx="12195101" cy="16284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8367" tIns="44183" rIns="88367" bIns="4418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837"/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563" y="333729"/>
            <a:ext cx="11176096" cy="419197"/>
          </a:xfrm>
        </p:spPr>
        <p:txBody>
          <a:bodyPr>
            <a:noAutofit/>
          </a:bodyPr>
          <a:lstStyle>
            <a:lvl1pPr marL="0" indent="0">
              <a:buNone/>
              <a:defRPr sz="1257">
                <a:solidFill>
                  <a:schemeClr val="tx2"/>
                </a:solidFill>
              </a:defRPr>
            </a:lvl1pPr>
            <a:lvl2pPr marL="441845" indent="0">
              <a:buNone/>
              <a:defRPr sz="1257">
                <a:solidFill>
                  <a:schemeClr val="tx2"/>
                </a:solidFill>
              </a:defRPr>
            </a:lvl2pPr>
            <a:lvl3pPr marL="883689" indent="0">
              <a:buNone/>
              <a:defRPr sz="1257">
                <a:solidFill>
                  <a:schemeClr val="tx2"/>
                </a:solidFill>
              </a:defRPr>
            </a:lvl3pPr>
            <a:lvl4pPr marL="1325530" indent="0">
              <a:buNone/>
              <a:defRPr sz="1257">
                <a:solidFill>
                  <a:schemeClr val="tx2"/>
                </a:solidFill>
              </a:defRPr>
            </a:lvl4pPr>
            <a:lvl5pPr marL="1767373" indent="0">
              <a:buNone/>
              <a:defRPr sz="1257">
                <a:solidFill>
                  <a:schemeClr val="tx2"/>
                </a:solidFill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3295557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8" y="6211037"/>
            <a:ext cx="2742843" cy="365210"/>
          </a:xfrm>
        </p:spPr>
        <p:txBody>
          <a:bodyPr/>
          <a:lstStyle>
            <a:lvl1pPr>
              <a:defRPr sz="1257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2535" y="6263777"/>
            <a:ext cx="1171955" cy="205590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3950534-FF56-4FD6-A098-D625BC54F0FA}"/>
              </a:ext>
            </a:extLst>
          </p:cNvPr>
          <p:cNvSpPr txBox="1"/>
          <p:nvPr userDrawn="1"/>
        </p:nvSpPr>
        <p:spPr>
          <a:xfrm>
            <a:off x="722440" y="312345"/>
            <a:ext cx="1849580" cy="282702"/>
          </a:xfrm>
          <a:prstGeom prst="rect">
            <a:avLst/>
          </a:prstGeom>
          <a:noFill/>
        </p:spPr>
        <p:txBody>
          <a:bodyPr wrap="square" lIns="88367" tIns="44183" rIns="88367" bIns="44183" rtlCol="0">
            <a:spAutoFit/>
          </a:bodyPr>
          <a:lstStyle/>
          <a:p>
            <a:r>
              <a:rPr lang="es-ES" sz="1257">
                <a:solidFill>
                  <a:schemeClr val="accent1"/>
                </a:solidFill>
              </a:rPr>
              <a:t>Índice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0CC57AA0-6C3B-4C80-BF6B-C321A960A9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2533" y="1100496"/>
            <a:ext cx="10634459" cy="4907801"/>
          </a:xfrm>
        </p:spPr>
        <p:txBody>
          <a:bodyPr>
            <a:normAutofit/>
          </a:bodyPr>
          <a:lstStyle>
            <a:lvl1pPr marL="417489" indent="-382700">
              <a:buClr>
                <a:schemeClr val="accent1"/>
              </a:buClr>
              <a:buSzPct val="45000"/>
              <a:buFont typeface="+mj-lt"/>
              <a:buAutoNum type="arabicPeriod"/>
              <a:defRPr lang="es-ES" sz="3868" b="1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1pPr>
            <a:lvl2pPr marL="441845" indent="0">
              <a:buNone/>
              <a:defRPr/>
            </a:lvl2pPr>
          </a:lstStyle>
          <a:p>
            <a:pPr lvl="0"/>
            <a:r>
              <a:rPr lang="pt-PT"/>
              <a:t>Título de seção</a:t>
            </a:r>
          </a:p>
        </p:txBody>
      </p:sp>
    </p:spTree>
    <p:extLst>
      <p:ext uri="{BB962C8B-B14F-4D97-AF65-F5344CB8AC3E}">
        <p14:creationId xmlns:p14="http://schemas.microsoft.com/office/powerpoint/2010/main" val="3962808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de cap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424" y="626519"/>
            <a:ext cx="4385624" cy="2853398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868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o estilo de título do Modelo </a:t>
            </a:r>
            <a:br>
              <a:rPr lang="pt-PT"/>
            </a:br>
            <a:r>
              <a:rPr lang="pt-PT"/>
              <a:t>Global</a:t>
            </a:r>
            <a:endParaRPr lang="es-ES"/>
          </a:p>
        </p:txBody>
      </p:sp>
      <p:sp>
        <p:nvSpPr>
          <p:cNvPr id="5" name="Forma libre: forma 6">
            <a:extLst>
              <a:ext uri="{FF2B5EF4-FFF2-40B4-BE49-F238E27FC236}">
                <a16:creationId xmlns:a16="http://schemas.microsoft.com/office/drawing/2014/main" id="{14147011-41AD-4D71-ABCD-072B7EE84809}"/>
              </a:ext>
            </a:extLst>
          </p:cNvPr>
          <p:cNvSpPr/>
          <p:nvPr userDrawn="1"/>
        </p:nvSpPr>
        <p:spPr>
          <a:xfrm>
            <a:off x="8924181" y="0"/>
            <a:ext cx="3266235" cy="6859588"/>
          </a:xfrm>
          <a:custGeom>
            <a:avLst/>
            <a:gdLst>
              <a:gd name="connsiteX0" fmla="*/ 1630018 w 3266660"/>
              <a:gd name="connsiteY0" fmla="*/ 0 h 6858000"/>
              <a:gd name="connsiteX1" fmla="*/ 3266660 w 3266660"/>
              <a:gd name="connsiteY1" fmla="*/ 0 h 6858000"/>
              <a:gd name="connsiteX2" fmla="*/ 3266660 w 3266660"/>
              <a:gd name="connsiteY2" fmla="*/ 6858000 h 6858000"/>
              <a:gd name="connsiteX3" fmla="*/ 0 w 3266660"/>
              <a:gd name="connsiteY3" fmla="*/ 6858000 h 6858000"/>
              <a:gd name="connsiteX4" fmla="*/ 0 w 3266660"/>
              <a:gd name="connsiteY4" fmla="*/ 2822713 h 6858000"/>
              <a:gd name="connsiteX5" fmla="*/ 1630018 w 3266660"/>
              <a:gd name="connsiteY5" fmla="*/ 28227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6660" h="6858000">
                <a:moveTo>
                  <a:pt x="1630018" y="0"/>
                </a:moveTo>
                <a:lnTo>
                  <a:pt x="3266660" y="0"/>
                </a:lnTo>
                <a:lnTo>
                  <a:pt x="3266660" y="6858000"/>
                </a:lnTo>
                <a:lnTo>
                  <a:pt x="0" y="6858000"/>
                </a:lnTo>
                <a:lnTo>
                  <a:pt x="0" y="2822713"/>
                </a:lnTo>
                <a:lnTo>
                  <a:pt x="1630018" y="282271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8367" tIns="44183" rIns="88367" bIns="4418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837"/>
          </a:p>
        </p:txBody>
      </p:sp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CF711B63-7C0F-4649-B7F0-A207C8B6C4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4053" y="3271291"/>
            <a:ext cx="2958370" cy="2365509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054">
                <a:solidFill>
                  <a:schemeClr val="bg1"/>
                </a:solidFill>
              </a:defRPr>
            </a:lvl1pPr>
            <a:lvl2pPr>
              <a:defRPr sz="13346">
                <a:solidFill>
                  <a:schemeClr val="tx1"/>
                </a:solidFill>
              </a:defRPr>
            </a:lvl2pPr>
            <a:lvl3pPr>
              <a:defRPr sz="11122">
                <a:solidFill>
                  <a:schemeClr val="tx1"/>
                </a:solidFill>
              </a:defRPr>
            </a:lvl3pPr>
            <a:lvl4pPr>
              <a:defRPr sz="9284">
                <a:solidFill>
                  <a:schemeClr val="tx1"/>
                </a:solidFill>
              </a:defRPr>
            </a:lvl4pPr>
            <a:lvl5pPr>
              <a:defRPr sz="9284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3221274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151" y="1087717"/>
            <a:ext cx="5296867" cy="1606419"/>
          </a:xfrm>
        </p:spPr>
        <p:txBody>
          <a:bodyPr anchor="t">
            <a:normAutofit/>
          </a:bodyPr>
          <a:lstStyle>
            <a:lvl1pPr>
              <a:defRPr sz="3482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8" y="6211037"/>
            <a:ext cx="2742843" cy="365210"/>
          </a:xfrm>
        </p:spPr>
        <p:txBody>
          <a:bodyPr/>
          <a:lstStyle>
            <a:lvl1pPr>
              <a:defRPr sz="1257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2535" y="6263777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6" y="337178"/>
            <a:ext cx="10757335" cy="30487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257">
                <a:solidFill>
                  <a:schemeClr val="accent1"/>
                </a:solidFill>
              </a:defRPr>
            </a:lvl1pPr>
            <a:lvl2pPr marL="441845" indent="0">
              <a:buFontTx/>
              <a:buNone/>
              <a:defRPr sz="1064"/>
            </a:lvl2pPr>
            <a:lvl3pPr marL="883689" indent="0">
              <a:buFontTx/>
              <a:buNone/>
              <a:defRPr sz="1064"/>
            </a:lvl3pPr>
            <a:lvl4pPr marL="1325530" indent="0">
              <a:buFontTx/>
              <a:buNone/>
              <a:defRPr sz="870"/>
            </a:lvl4pPr>
            <a:lvl5pPr marL="1767373" indent="0">
              <a:buFontTx/>
              <a:buNone/>
              <a:defRPr sz="87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0932" y="3094281"/>
            <a:ext cx="5308085" cy="308411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128"/>
              </a:spcAft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41845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83689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25530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67373" indent="0">
              <a:buFontTx/>
              <a:buNone/>
              <a:defRPr lang="es-ES" sz="116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138" y="1087710"/>
            <a:ext cx="5080343" cy="509068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128"/>
              </a:spcAft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41845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83689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25530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67373" indent="0">
              <a:buFontTx/>
              <a:buNone/>
              <a:defRPr lang="es-ES" sz="116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501838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149" y="1087709"/>
            <a:ext cx="10757333" cy="1823433"/>
          </a:xfrm>
        </p:spPr>
        <p:txBody>
          <a:bodyPr anchor="t">
            <a:noAutofit/>
          </a:bodyPr>
          <a:lstStyle>
            <a:lvl1pPr>
              <a:defRPr sz="3482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8" y="6211037"/>
            <a:ext cx="2742843" cy="365210"/>
          </a:xfrm>
        </p:spPr>
        <p:txBody>
          <a:bodyPr/>
          <a:lstStyle>
            <a:lvl1pPr>
              <a:defRPr sz="1257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2535" y="6263777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6" y="337178"/>
            <a:ext cx="10757335" cy="30487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257">
                <a:solidFill>
                  <a:schemeClr val="accent1"/>
                </a:solidFill>
              </a:defRPr>
            </a:lvl1pPr>
            <a:lvl2pPr marL="441845" indent="0">
              <a:buFontTx/>
              <a:buNone/>
              <a:defRPr sz="1064"/>
            </a:lvl2pPr>
            <a:lvl3pPr marL="883689" indent="0">
              <a:buFontTx/>
              <a:buNone/>
              <a:defRPr sz="1064"/>
            </a:lvl3pPr>
            <a:lvl4pPr marL="1325530" indent="0">
              <a:buFontTx/>
              <a:buNone/>
              <a:defRPr sz="870"/>
            </a:lvl4pPr>
            <a:lvl5pPr marL="1767373" indent="0">
              <a:buFontTx/>
              <a:buNone/>
              <a:defRPr sz="87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0936" y="3094281"/>
            <a:ext cx="10757333" cy="3084115"/>
          </a:xfrm>
        </p:spPr>
        <p:txBody>
          <a:bodyPr numCol="2" spcCol="719487">
            <a:noAutofit/>
          </a:bodyPr>
          <a:lstStyle>
            <a:lvl1pPr marL="0" indent="0">
              <a:spcBef>
                <a:spcPts val="0"/>
              </a:spcBef>
              <a:spcAft>
                <a:spcPts val="2128"/>
              </a:spcAft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41845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83689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25530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67373" indent="0">
              <a:buFontTx/>
              <a:buNone/>
              <a:defRPr lang="es-ES" sz="116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227673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883" y="1110017"/>
            <a:ext cx="3800624" cy="5051859"/>
          </a:xfrm>
        </p:spPr>
        <p:txBody>
          <a:bodyPr anchor="t">
            <a:noAutofit/>
          </a:bodyPr>
          <a:lstStyle>
            <a:lvl1pPr>
              <a:defRPr sz="2514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pt-PT"/>
              <a:t>Editar os estilos </a:t>
            </a:r>
            <a:br>
              <a:rPr lang="pt-PT"/>
            </a:br>
            <a:r>
              <a:rPr lang="pt-PT"/>
              <a:t>de texto do Modelo Global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8" y="6211037"/>
            <a:ext cx="2742843" cy="365210"/>
          </a:xfrm>
        </p:spPr>
        <p:txBody>
          <a:bodyPr/>
          <a:lstStyle>
            <a:lvl1pPr>
              <a:defRPr sz="1257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2535" y="6263777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6" y="337178"/>
            <a:ext cx="10757335" cy="30487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257">
                <a:solidFill>
                  <a:schemeClr val="accent1"/>
                </a:solidFill>
              </a:defRPr>
            </a:lvl1pPr>
            <a:lvl2pPr marL="441845" indent="0">
              <a:buFontTx/>
              <a:buNone/>
              <a:defRPr sz="1064"/>
            </a:lvl2pPr>
            <a:lvl3pPr marL="883689" indent="0">
              <a:buFontTx/>
              <a:buNone/>
              <a:defRPr sz="1064"/>
            </a:lvl3pPr>
            <a:lvl4pPr marL="1325530" indent="0">
              <a:buFontTx/>
              <a:buNone/>
              <a:defRPr sz="870"/>
            </a:lvl4pPr>
            <a:lvl5pPr marL="1767373" indent="0">
              <a:buFontTx/>
              <a:buNone/>
              <a:defRPr sz="87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2104" y="1126533"/>
            <a:ext cx="6696163" cy="5051861"/>
          </a:xfr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2128"/>
              </a:spcAft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41845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83689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25530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67373" indent="0">
              <a:buFontTx/>
              <a:buNone/>
              <a:defRPr lang="es-ES" sz="116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588293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8" y="6211037"/>
            <a:ext cx="2742843" cy="365210"/>
          </a:xfrm>
        </p:spPr>
        <p:txBody>
          <a:bodyPr/>
          <a:lstStyle>
            <a:lvl1pPr>
              <a:defRPr sz="1257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2535" y="6263777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6" y="337178"/>
            <a:ext cx="10757335" cy="30487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257">
                <a:solidFill>
                  <a:schemeClr val="accent1"/>
                </a:solidFill>
              </a:defRPr>
            </a:lvl1pPr>
            <a:lvl2pPr marL="441845" indent="0">
              <a:buFontTx/>
              <a:buNone/>
              <a:defRPr sz="1064"/>
            </a:lvl2pPr>
            <a:lvl3pPr marL="883689" indent="0">
              <a:buFontTx/>
              <a:buNone/>
              <a:defRPr sz="1064"/>
            </a:lvl3pPr>
            <a:lvl4pPr marL="1325530" indent="0">
              <a:buFontTx/>
              <a:buNone/>
              <a:defRPr sz="870"/>
            </a:lvl4pPr>
            <a:lvl5pPr marL="1767373" indent="0">
              <a:buFontTx/>
              <a:buNone/>
              <a:defRPr sz="87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156" y="1087717"/>
            <a:ext cx="3910892" cy="1183406"/>
          </a:xfrm>
        </p:spPr>
        <p:txBody>
          <a:bodyPr anchor="t">
            <a:normAutofit/>
          </a:bodyPr>
          <a:lstStyle>
            <a:lvl1pPr>
              <a:defRPr sz="3482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</a:t>
            </a:r>
            <a:endParaRPr lang="es-ES"/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0940" y="2517752"/>
            <a:ext cx="3910892" cy="366064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128"/>
              </a:spcAft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41845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83689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25530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67373" indent="0">
              <a:buFontTx/>
              <a:buNone/>
              <a:defRPr lang="es-ES" sz="116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796807" y="1087690"/>
            <a:ext cx="6682681" cy="5124048"/>
          </a:xfrm>
        </p:spPr>
        <p:txBody>
          <a:bodyPr>
            <a:normAutofit/>
          </a:bodyPr>
          <a:lstStyle>
            <a:lvl1pPr marL="0" indent="0" algn="ctr">
              <a:buNone/>
              <a:defRPr lang="es-ES" sz="1161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MX" err="1"/>
              <a:t>Insira</a:t>
            </a:r>
            <a:r>
              <a:rPr lang="es-MX"/>
              <a:t> </a:t>
            </a:r>
            <a:r>
              <a:rPr lang="es-MX" err="1"/>
              <a:t>aqui</a:t>
            </a:r>
            <a:r>
              <a:rPr lang="es-MX"/>
              <a:t> </a:t>
            </a:r>
            <a:r>
              <a:rPr lang="es-MX" err="1"/>
              <a:t>seu</a:t>
            </a:r>
            <a:r>
              <a:rPr lang="es-MX"/>
              <a:t> gráfico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79372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8" y="6211037"/>
            <a:ext cx="2742843" cy="365210"/>
          </a:xfrm>
        </p:spPr>
        <p:txBody>
          <a:bodyPr/>
          <a:lstStyle>
            <a:lvl1pPr>
              <a:defRPr sz="1257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2535" y="6263777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6" y="337178"/>
            <a:ext cx="10757335" cy="30487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257">
                <a:solidFill>
                  <a:schemeClr val="accent1"/>
                </a:solidFill>
              </a:defRPr>
            </a:lvl1pPr>
            <a:lvl2pPr marL="441845" indent="0">
              <a:buFontTx/>
              <a:buNone/>
              <a:defRPr sz="1064"/>
            </a:lvl2pPr>
            <a:lvl3pPr marL="883689" indent="0">
              <a:buFontTx/>
              <a:buNone/>
              <a:defRPr sz="1064"/>
            </a:lvl3pPr>
            <a:lvl4pPr marL="1325530" indent="0">
              <a:buFontTx/>
              <a:buNone/>
              <a:defRPr sz="870"/>
            </a:lvl4pPr>
            <a:lvl5pPr marL="1767373" indent="0">
              <a:buFontTx/>
              <a:buNone/>
              <a:defRPr sz="87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0940" y="1192077"/>
            <a:ext cx="3910892" cy="498631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128"/>
              </a:spcAft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41845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83689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25530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67373" indent="0">
              <a:buFontTx/>
              <a:buNone/>
              <a:defRPr lang="es-ES" sz="116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202" y="1708178"/>
            <a:ext cx="6612104" cy="4503566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sua</a:t>
            </a:r>
            <a:r>
              <a:rPr lang="es-ES"/>
              <a:t> </a:t>
            </a:r>
            <a:r>
              <a:rPr lang="es-ES" err="1"/>
              <a:t>tabela</a:t>
            </a:r>
            <a:endParaRPr lang="es-ES"/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201" y="1192078"/>
            <a:ext cx="6586719" cy="38159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128"/>
              </a:spcAft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41845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83689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25530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67373" indent="0">
              <a:buFontTx/>
              <a:buNone/>
              <a:defRPr lang="es-ES" sz="116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992646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8" y="6211037"/>
            <a:ext cx="2742843" cy="365210"/>
          </a:xfrm>
        </p:spPr>
        <p:txBody>
          <a:bodyPr/>
          <a:lstStyle>
            <a:lvl1pPr>
              <a:defRPr sz="1257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2535" y="6263777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6" y="337178"/>
            <a:ext cx="10757335" cy="30487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257">
                <a:solidFill>
                  <a:schemeClr val="accent1"/>
                </a:solidFill>
              </a:defRPr>
            </a:lvl1pPr>
            <a:lvl2pPr marL="441845" indent="0">
              <a:buFontTx/>
              <a:buNone/>
              <a:defRPr sz="1064"/>
            </a:lvl2pPr>
            <a:lvl3pPr marL="883689" indent="0">
              <a:buFontTx/>
              <a:buNone/>
              <a:defRPr sz="1064"/>
            </a:lvl3pPr>
            <a:lvl4pPr marL="1325530" indent="0">
              <a:buFontTx/>
              <a:buNone/>
              <a:defRPr sz="870"/>
            </a:lvl4pPr>
            <a:lvl5pPr marL="1767373" indent="0">
              <a:buFontTx/>
              <a:buNone/>
              <a:defRPr sz="87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0940" y="1192081"/>
            <a:ext cx="3910892" cy="65769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128"/>
              </a:spcAft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41845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83689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25530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67373" indent="0">
              <a:buFontTx/>
              <a:buNone/>
              <a:defRPr lang="es-ES" sz="116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23415" y="1192081"/>
            <a:ext cx="6455897" cy="65769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128"/>
              </a:spcAft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41845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83689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25530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67373" indent="0">
              <a:buFontTx/>
              <a:buNone/>
              <a:defRPr lang="es-ES" sz="116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711107" y="1994362"/>
            <a:ext cx="3911091" cy="3606623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257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023415" y="1994362"/>
            <a:ext cx="6471876" cy="3606623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257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AEAA6F10-C407-4622-AF96-B2605139D86B}"/>
              </a:ext>
            </a:extLst>
          </p:cNvPr>
          <p:cNvSpPr/>
          <p:nvPr userDrawn="1"/>
        </p:nvSpPr>
        <p:spPr>
          <a:xfrm>
            <a:off x="4741785" y="3685922"/>
            <a:ext cx="187127" cy="207105"/>
          </a:xfrm>
          <a:custGeom>
            <a:avLst/>
            <a:gdLst/>
            <a:ahLst/>
            <a:cxnLst/>
            <a:rect l="l" t="t" r="r" b="b"/>
            <a:pathLst>
              <a:path w="187151" h="207057">
                <a:moveTo>
                  <a:pt x="0" y="0"/>
                </a:moveTo>
                <a:lnTo>
                  <a:pt x="187151" y="80925"/>
                </a:lnTo>
                <a:lnTo>
                  <a:pt x="187151" y="125574"/>
                </a:lnTo>
                <a:lnTo>
                  <a:pt x="0" y="207057"/>
                </a:lnTo>
                <a:lnTo>
                  <a:pt x="0" y="154409"/>
                </a:lnTo>
                <a:lnTo>
                  <a:pt x="130596" y="103064"/>
                </a:lnTo>
                <a:lnTo>
                  <a:pt x="0" y="522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367" tIns="44183" rIns="88367" bIns="44183" rtlCol="0" anchor="ctr"/>
          <a:lstStyle/>
          <a:p>
            <a:pPr algn="ctr"/>
            <a:endParaRPr lang="es-ES" sz="1837"/>
          </a:p>
        </p:txBody>
      </p:sp>
    </p:spTree>
    <p:extLst>
      <p:ext uri="{BB962C8B-B14F-4D97-AF65-F5344CB8AC3E}">
        <p14:creationId xmlns:p14="http://schemas.microsoft.com/office/powerpoint/2010/main" val="1228316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igado - Co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 userDrawn="1"/>
        </p:nvSpPr>
        <p:spPr>
          <a:xfrm>
            <a:off x="0" y="5231140"/>
            <a:ext cx="12190413" cy="1628455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367" tIns="44183" rIns="88367" bIns="44183" rtlCol="0" anchor="ctr"/>
          <a:lstStyle/>
          <a:p>
            <a:pPr algn="ctr"/>
            <a:endParaRPr lang="es-ES" sz="1837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7F54544-030A-41BD-9896-574241C718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21872" y="5728730"/>
            <a:ext cx="1896345" cy="332665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63" y="5574435"/>
            <a:ext cx="1347308" cy="455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 userDrawn="1"/>
        </p:nvGrpSpPr>
        <p:grpSpPr>
          <a:xfrm>
            <a:off x="7611570" y="5574867"/>
            <a:ext cx="578632" cy="455123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4" t="3352" r="22378" b="28229"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757"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 userDrawn="1"/>
        </p:nvSpPr>
        <p:spPr>
          <a:xfrm>
            <a:off x="719195" y="1946103"/>
            <a:ext cx="3365041" cy="1250066"/>
          </a:xfrm>
          <a:prstGeom prst="rect">
            <a:avLst/>
          </a:prstGeom>
          <a:noFill/>
        </p:spPr>
        <p:txBody>
          <a:bodyPr wrap="square" lIns="88367" tIns="44183" rIns="88367" bIns="44183" rtlCol="0">
            <a:spAutoFit/>
          </a:bodyPr>
          <a:lstStyle/>
          <a:p>
            <a:r>
              <a:rPr lang="pt-PT" sz="1257">
                <a:solidFill>
                  <a:schemeClr val="tx2"/>
                </a:solidFill>
              </a:rPr>
              <a:t>A nossa missão é contribuir para o desenvolvimento das pessoas e das empresas.</a:t>
            </a:r>
          </a:p>
          <a:p>
            <a:endParaRPr lang="pt-PT" sz="1257">
              <a:solidFill>
                <a:schemeClr val="tx2"/>
              </a:solidFill>
            </a:endParaRPr>
          </a:p>
          <a:p>
            <a:r>
              <a:rPr lang="pt-PT" sz="1257">
                <a:solidFill>
                  <a:schemeClr val="tx2"/>
                </a:solidFill>
              </a:rPr>
              <a:t>A nossa cultura baseia-se no princípio</a:t>
            </a:r>
            <a:r>
              <a:rPr lang="pt-PT" sz="1257" baseline="0">
                <a:solidFill>
                  <a:schemeClr val="tx2"/>
                </a:solidFill>
              </a:rPr>
              <a:t> </a:t>
            </a:r>
            <a:r>
              <a:rPr lang="pt-PT" sz="1257">
                <a:solidFill>
                  <a:schemeClr val="tx2"/>
                </a:solidFill>
              </a:rPr>
              <a:t>de que tudo</a:t>
            </a:r>
            <a:r>
              <a:rPr lang="pt-PT" sz="1257" baseline="0">
                <a:solidFill>
                  <a:schemeClr val="tx2"/>
                </a:solidFill>
              </a:rPr>
              <a:t> o </a:t>
            </a:r>
            <a:r>
              <a:rPr lang="pt-PT" sz="1257">
                <a:solidFill>
                  <a:schemeClr val="tx2"/>
                </a:solidFill>
              </a:rPr>
              <a:t>que fazemos deve ser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 userDrawn="1"/>
        </p:nvSpPr>
        <p:spPr>
          <a:xfrm>
            <a:off x="721418" y="628338"/>
            <a:ext cx="3365041" cy="684457"/>
          </a:xfrm>
          <a:prstGeom prst="rect">
            <a:avLst/>
          </a:prstGeom>
          <a:noFill/>
        </p:spPr>
        <p:txBody>
          <a:bodyPr wrap="square" lIns="88367" tIns="44183" rIns="88367" bIns="44183" rtlCol="0">
            <a:spAutoFit/>
          </a:bodyPr>
          <a:lstStyle/>
          <a:p>
            <a:r>
              <a:rPr lang="es-ES" sz="3868" err="1">
                <a:solidFill>
                  <a:schemeClr val="accent1"/>
                </a:solidFill>
              </a:rPr>
              <a:t>Obrigado</a:t>
            </a:r>
            <a:r>
              <a:rPr lang="es-ES" sz="3868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 userDrawn="1"/>
        </p:nvSpPr>
        <p:spPr>
          <a:xfrm>
            <a:off x="7" y="5231140"/>
            <a:ext cx="12195101" cy="16284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8367" tIns="44183" rIns="88367" bIns="4418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837"/>
          </a:p>
        </p:txBody>
      </p:sp>
      <p:pic>
        <p:nvPicPr>
          <p:cNvPr id="13" name="Picture 2" descr="G:\Com_MarketingCorp\Pastas\Mudança de Imagem\2018\Logos\Simples Próximo Justo\FA_Simples Próximo Justo_RGB\JPG\FA_SANTANDER_Simples Próximo Justo_POS_RGB.jpg"/>
          <p:cNvPicPr>
            <a:picLocks noChangeAspect="1" noChangeArrowheads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7" t="30228" r="7698" b="19124"/>
          <a:stretch/>
        </p:blipFill>
        <p:spPr bwMode="auto">
          <a:xfrm>
            <a:off x="730924" y="3423933"/>
            <a:ext cx="2785550" cy="40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5987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texto a dos columnas">
  <p:cSld name="Interior texto a dos columna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629918" y="1512351"/>
            <a:ext cx="5399297" cy="3982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42158" lvl="0" indent="-319336" algn="l">
              <a:lnSpc>
                <a:spcPct val="90000"/>
              </a:lnSpc>
              <a:spcBef>
                <a:spcPts val="967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  <a:defRPr sz="1547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884316" lvl="1" indent="-319336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  <a:defRPr sz="1547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26474" lvl="2" indent="-319336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  <a:defRPr sz="1547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768632" lvl="3" indent="-319336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  <a:defRPr sz="1547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10791" lvl="4" indent="-319336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  <a:defRPr sz="1547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652949" lvl="5" indent="-331619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095107" lvl="6" indent="-331619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537265" lvl="7" indent="-331619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979423" lvl="8" indent="-331619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body" idx="2"/>
          </p:nvPr>
        </p:nvSpPr>
        <p:spPr>
          <a:xfrm>
            <a:off x="622719" y="284466"/>
            <a:ext cx="10978571" cy="518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42158" lvl="0" indent="-221079" algn="l">
              <a:lnSpc>
                <a:spcPct val="90000"/>
              </a:lnSpc>
              <a:spcBef>
                <a:spcPts val="967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sz="3095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884316" lvl="1" indent="-331619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26474" lvl="2" indent="-331619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768632" lvl="3" indent="-331619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10791" lvl="4" indent="-331619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652949" lvl="5" indent="-331619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095107" lvl="6" indent="-331619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537265" lvl="7" indent="-331619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979423" lvl="8" indent="-331619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3"/>
          </p:nvPr>
        </p:nvSpPr>
        <p:spPr>
          <a:xfrm>
            <a:off x="622719" y="864200"/>
            <a:ext cx="10978571" cy="370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42158" lvl="0" indent="-221079" algn="l">
              <a:lnSpc>
                <a:spcPct val="90000"/>
              </a:lnSpc>
              <a:spcBef>
                <a:spcPts val="967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None/>
              <a:defRPr sz="1741" i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884316" lvl="1" indent="-221079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741" i="1">
                <a:latin typeface="Arial"/>
                <a:ea typeface="Arial"/>
                <a:cs typeface="Arial"/>
                <a:sym typeface="Arial"/>
              </a:defRPr>
            </a:lvl2pPr>
            <a:lvl3pPr marL="1326474" lvl="2" indent="-221079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741" i="1">
                <a:latin typeface="Arial"/>
                <a:ea typeface="Arial"/>
                <a:cs typeface="Arial"/>
                <a:sym typeface="Arial"/>
              </a:defRPr>
            </a:lvl3pPr>
            <a:lvl4pPr marL="1768632" lvl="3" indent="-221079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741" i="1">
                <a:latin typeface="Arial"/>
                <a:ea typeface="Arial"/>
                <a:cs typeface="Arial"/>
                <a:sym typeface="Arial"/>
              </a:defRPr>
            </a:lvl4pPr>
            <a:lvl5pPr marL="2210791" lvl="4" indent="-221079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741" i="1">
                <a:latin typeface="Arial"/>
                <a:ea typeface="Arial"/>
                <a:cs typeface="Arial"/>
                <a:sym typeface="Arial"/>
              </a:defRPr>
            </a:lvl5pPr>
            <a:lvl6pPr marL="2652949" lvl="5" indent="-331619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095107" lvl="6" indent="-331619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537265" lvl="7" indent="-331619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979423" lvl="8" indent="-331619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body" idx="4"/>
          </p:nvPr>
        </p:nvSpPr>
        <p:spPr>
          <a:xfrm>
            <a:off x="6201993" y="1512351"/>
            <a:ext cx="5399297" cy="3982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42158" lvl="0" indent="-319336" algn="l">
              <a:lnSpc>
                <a:spcPct val="90000"/>
              </a:lnSpc>
              <a:spcBef>
                <a:spcPts val="967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  <a:defRPr sz="1547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884316" lvl="1" indent="-319336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  <a:defRPr sz="1547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26474" lvl="2" indent="-319336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  <a:defRPr sz="1547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768632" lvl="3" indent="-319336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  <a:defRPr sz="1547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10791" lvl="4" indent="-319336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  <a:defRPr sz="1547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652949" lvl="5" indent="-331619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095107" lvl="6" indent="-331619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537265" lvl="7" indent="-331619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979423" lvl="8" indent="-331619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7" name="Google Shape;27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25023" y="6535295"/>
            <a:ext cx="1070438" cy="187781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3"/>
          <p:cNvSpPr txBox="1">
            <a:spLocks noGrp="1"/>
          </p:cNvSpPr>
          <p:nvPr>
            <p:ph type="sldNum" idx="12"/>
          </p:nvPr>
        </p:nvSpPr>
        <p:spPr>
          <a:xfrm>
            <a:off x="9343778" y="6439639"/>
            <a:ext cx="2742843" cy="36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57" b="0" i="0" u="none" strike="noStrike" cap="none">
                <a:solidFill>
                  <a:srgbClr val="EB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57" b="0" i="0" u="none" strike="noStrike" cap="none">
                <a:solidFill>
                  <a:srgbClr val="EB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57" b="0" i="0" u="none" strike="noStrike" cap="none">
                <a:solidFill>
                  <a:srgbClr val="EB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57" b="0" i="0" u="none" strike="noStrike" cap="none">
                <a:solidFill>
                  <a:srgbClr val="EB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57" b="0" i="0" u="none" strike="noStrike" cap="none">
                <a:solidFill>
                  <a:srgbClr val="EB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57" b="0" i="0" u="none" strike="noStrike" cap="none">
                <a:solidFill>
                  <a:srgbClr val="EB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57" b="0" i="0" u="none" strike="noStrike" cap="none">
                <a:solidFill>
                  <a:srgbClr val="EB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57" b="0" i="0" u="none" strike="noStrike" cap="none">
                <a:solidFill>
                  <a:srgbClr val="EB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57" b="0" i="0" u="none" strike="noStrike" cap="none">
                <a:solidFill>
                  <a:srgbClr val="EB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22629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00" y="365210"/>
            <a:ext cx="10514231" cy="1325870"/>
          </a:xfrm>
          <a:prstGeom prst="rect">
            <a:avLst/>
          </a:prstGeom>
        </p:spPr>
        <p:txBody>
          <a:bodyPr vert="horz" lIns="91438" tIns="45719" rIns="91438" bIns="45719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00" y="1826047"/>
            <a:ext cx="10514231" cy="4352346"/>
          </a:xfrm>
          <a:prstGeom prst="rect">
            <a:avLst/>
          </a:prstGeom>
        </p:spPr>
        <p:txBody>
          <a:bodyPr vert="horz" lIns="91438" tIns="45719" rIns="91438" bIns="45719" rtlCol="0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9DA10A-F167-488F-8E2B-A0FE56502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100" y="6357822"/>
            <a:ext cx="2742843" cy="365210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937220-A8C8-4E71-8BA2-4260C5636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75" y="6357822"/>
            <a:ext cx="4114264" cy="365210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5E98D6-3F4E-4F5E-9BFB-DDFD9AC1E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9479" y="6357822"/>
            <a:ext cx="2742843" cy="365210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0D97B6-E32F-4D7D-B839-7C3B51F2640F}" type="slidenum">
              <a:rPr lang="es-ES" smtClean="0"/>
              <a:t>‹#›</a:t>
            </a:fld>
            <a:endParaRPr lang="es-ES"/>
          </a:p>
        </p:txBody>
      </p:sp>
      <p:sp>
        <p:nvSpPr>
          <p:cNvPr id="8" name="MSIPCMContentMarking" descr="{&quot;HashCode&quot;:-365914804,&quot;Placement&quot;:&quot;Header&quot;,&quot;Top&quot;:0.0,&quot;Left&quot;:0.0,&quot;SlideWidth&quot;:959,&quot;SlideHeight&quot;:540}">
            <a:extLst>
              <a:ext uri="{FF2B5EF4-FFF2-40B4-BE49-F238E27FC236}">
                <a16:creationId xmlns:a16="http://schemas.microsoft.com/office/drawing/2014/main" id="{4C3CA411-E46C-4918-92F8-09028ADD12C4}"/>
              </a:ext>
            </a:extLst>
          </p:cNvPr>
          <p:cNvSpPr txBox="1"/>
          <p:nvPr userDrawn="1"/>
        </p:nvSpPr>
        <p:spPr>
          <a:xfrm>
            <a:off x="0" y="0"/>
            <a:ext cx="1472482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PT" sz="1000">
                <a:solidFill>
                  <a:srgbClr val="000000"/>
                </a:solidFill>
                <a:latin typeface="Calibri" panose="020F0502020204030204" pitchFamily="34" charset="0"/>
              </a:rPr>
              <a:t>Restricted-confidential</a:t>
            </a:r>
          </a:p>
        </p:txBody>
      </p:sp>
    </p:spTree>
    <p:extLst>
      <p:ext uri="{BB962C8B-B14F-4D97-AF65-F5344CB8AC3E}">
        <p14:creationId xmlns:p14="http://schemas.microsoft.com/office/powerpoint/2010/main" val="380468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91" y="365210"/>
            <a:ext cx="10514231" cy="1325869"/>
          </a:xfrm>
          <a:prstGeom prst="rect">
            <a:avLst/>
          </a:prstGeom>
        </p:spPr>
        <p:txBody>
          <a:bodyPr vert="horz" lIns="91373" tIns="45686" rIns="91373" bIns="45686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091" y="1826047"/>
            <a:ext cx="10514231" cy="4352346"/>
          </a:xfrm>
          <a:prstGeom prst="rect">
            <a:avLst/>
          </a:prstGeom>
        </p:spPr>
        <p:txBody>
          <a:bodyPr vert="horz" lIns="91373" tIns="45686" rIns="91373" bIns="45686" rtlCol="0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9DA10A-F167-488F-8E2B-A0FE56502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091" y="6357823"/>
            <a:ext cx="2742843" cy="365210"/>
          </a:xfrm>
          <a:prstGeom prst="rect">
            <a:avLst/>
          </a:prstGeom>
        </p:spPr>
        <p:txBody>
          <a:bodyPr vert="horz" lIns="91373" tIns="45686" rIns="91373" bIns="45686" rtlCol="0" anchor="ctr"/>
          <a:lstStyle>
            <a:lvl1pPr algn="l">
              <a:defRPr sz="116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937220-A8C8-4E71-8BA2-4260C5636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75" y="6357823"/>
            <a:ext cx="4114264" cy="365210"/>
          </a:xfrm>
          <a:prstGeom prst="rect">
            <a:avLst/>
          </a:prstGeom>
        </p:spPr>
        <p:txBody>
          <a:bodyPr vert="horz" lIns="91373" tIns="45686" rIns="91373" bIns="45686" rtlCol="0" anchor="ctr"/>
          <a:lstStyle>
            <a:lvl1pPr algn="ctr">
              <a:defRPr sz="116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5E98D6-3F4E-4F5E-9BFB-DDFD9AC1E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9479" y="6357823"/>
            <a:ext cx="2742843" cy="365210"/>
          </a:xfrm>
          <a:prstGeom prst="rect">
            <a:avLst/>
          </a:prstGeom>
        </p:spPr>
        <p:txBody>
          <a:bodyPr vert="horz" lIns="91373" tIns="45686" rIns="91373" bIns="45686" rtlCol="0" anchor="ctr"/>
          <a:lstStyle>
            <a:lvl1pPr algn="r">
              <a:defRPr sz="116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0D97B6-E32F-4D7D-B839-7C3B51F2640F}" type="slidenum">
              <a:rPr lang="es-ES" smtClean="0"/>
              <a:t>‹#›</a:t>
            </a:fld>
            <a:endParaRPr lang="es-ES"/>
          </a:p>
        </p:txBody>
      </p:sp>
      <p:sp>
        <p:nvSpPr>
          <p:cNvPr id="7" name="MSIPCMContentMarking" descr="{&quot;HashCode&quot;:-365914804,&quot;Placement&quot;:&quot;Header&quot;,&quot;Top&quot;:0.0,&quot;Left&quot;:0.0,&quot;SlideWidth&quot;:959,&quot;SlideHeight&quot;:540}"/>
          <p:cNvSpPr txBox="1"/>
          <p:nvPr userDrawn="1"/>
        </p:nvSpPr>
        <p:spPr>
          <a:xfrm>
            <a:off x="0" y="0"/>
            <a:ext cx="1472482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PT" sz="1000">
                <a:solidFill>
                  <a:srgbClr val="000000"/>
                </a:solidFill>
                <a:latin typeface="Calibri" panose="020F0502020204030204" pitchFamily="34" charset="0"/>
              </a:rPr>
              <a:t>Restricted-confidential</a:t>
            </a:r>
          </a:p>
        </p:txBody>
      </p:sp>
    </p:spTree>
    <p:extLst>
      <p:ext uri="{BB962C8B-B14F-4D97-AF65-F5344CB8AC3E}">
        <p14:creationId xmlns:p14="http://schemas.microsoft.com/office/powerpoint/2010/main" val="1732328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5" r:id="rId1"/>
    <p:sldLayoutId id="2147484096" r:id="rId2"/>
    <p:sldLayoutId id="2147484097" r:id="rId3"/>
    <p:sldLayoutId id="2147484098" r:id="rId4"/>
    <p:sldLayoutId id="2147484099" r:id="rId5"/>
    <p:sldLayoutId id="2147484100" r:id="rId6"/>
    <p:sldLayoutId id="2147484101" r:id="rId7"/>
    <p:sldLayoutId id="2147484102" r:id="rId8"/>
    <p:sldLayoutId id="2147484103" r:id="rId9"/>
    <p:sldLayoutId id="2147484104" r:id="rId10"/>
    <p:sldLayoutId id="2147484105" r:id="rId11"/>
  </p:sldLayoutIdLst>
  <p:hf hdr="0" ftr="0" dt="0"/>
  <p:txStyles>
    <p:titleStyle>
      <a:lvl1pPr algn="l" defTabSz="883689" rtl="0" eaLnBrk="1" latinLnBrk="0" hangingPunct="1">
        <a:lnSpc>
          <a:spcPct val="90000"/>
        </a:lnSpc>
        <a:spcBef>
          <a:spcPct val="0"/>
        </a:spcBef>
        <a:buNone/>
        <a:defRPr sz="435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0922" indent="-220922" algn="l" defTabSz="883689" rtl="0" eaLnBrk="1" latinLnBrk="0" hangingPunct="1">
        <a:lnSpc>
          <a:spcPct val="90000"/>
        </a:lnSpc>
        <a:spcBef>
          <a:spcPts val="967"/>
        </a:spcBef>
        <a:buFont typeface="Arial" panose="020B0604020202020204" pitchFamily="34" charset="0"/>
        <a:buChar char="•"/>
        <a:defRPr sz="2708" kern="1200">
          <a:solidFill>
            <a:schemeClr val="tx1"/>
          </a:solidFill>
          <a:latin typeface="+mn-lt"/>
          <a:ea typeface="+mn-ea"/>
          <a:cs typeface="+mn-cs"/>
        </a:defRPr>
      </a:lvl1pPr>
      <a:lvl2pPr marL="662766" indent="-220922" algn="l" defTabSz="883689" rtl="0" eaLnBrk="1" latinLnBrk="0" hangingPunct="1">
        <a:lnSpc>
          <a:spcPct val="90000"/>
        </a:lnSpc>
        <a:spcBef>
          <a:spcPts val="483"/>
        </a:spcBef>
        <a:buFont typeface="Arial" panose="020B0604020202020204" pitchFamily="34" charset="0"/>
        <a:buChar char="•"/>
        <a:defRPr sz="2321" kern="1200">
          <a:solidFill>
            <a:schemeClr val="tx1"/>
          </a:solidFill>
          <a:latin typeface="+mn-lt"/>
          <a:ea typeface="+mn-ea"/>
          <a:cs typeface="+mn-cs"/>
        </a:defRPr>
      </a:lvl2pPr>
      <a:lvl3pPr marL="1104611" indent="-220922" algn="l" defTabSz="883689" rtl="0" eaLnBrk="1" latinLnBrk="0" hangingPunct="1">
        <a:lnSpc>
          <a:spcPct val="90000"/>
        </a:lnSpc>
        <a:spcBef>
          <a:spcPts val="483"/>
        </a:spcBef>
        <a:buFont typeface="Arial" panose="020B0604020202020204" pitchFamily="34" charset="0"/>
        <a:buChar char="•"/>
        <a:defRPr sz="1934" kern="1200">
          <a:solidFill>
            <a:schemeClr val="tx1"/>
          </a:solidFill>
          <a:latin typeface="+mn-lt"/>
          <a:ea typeface="+mn-ea"/>
          <a:cs typeface="+mn-cs"/>
        </a:defRPr>
      </a:lvl3pPr>
      <a:lvl4pPr marL="1546452" indent="-220922" algn="l" defTabSz="883689" rtl="0" eaLnBrk="1" latinLnBrk="0" hangingPunct="1">
        <a:lnSpc>
          <a:spcPct val="90000"/>
        </a:lnSpc>
        <a:spcBef>
          <a:spcPts val="483"/>
        </a:spcBef>
        <a:buFont typeface="Arial" panose="020B0604020202020204" pitchFamily="34" charset="0"/>
        <a:buChar char="•"/>
        <a:defRPr sz="1741" kern="1200">
          <a:solidFill>
            <a:schemeClr val="tx1"/>
          </a:solidFill>
          <a:latin typeface="+mn-lt"/>
          <a:ea typeface="+mn-ea"/>
          <a:cs typeface="+mn-cs"/>
        </a:defRPr>
      </a:lvl4pPr>
      <a:lvl5pPr marL="1988297" indent="-220922" algn="l" defTabSz="883689" rtl="0" eaLnBrk="1" latinLnBrk="0" hangingPunct="1">
        <a:lnSpc>
          <a:spcPct val="90000"/>
        </a:lnSpc>
        <a:spcBef>
          <a:spcPts val="483"/>
        </a:spcBef>
        <a:buFont typeface="Arial" panose="020B0604020202020204" pitchFamily="34" charset="0"/>
        <a:buChar char="•"/>
        <a:defRPr sz="1741" kern="1200">
          <a:solidFill>
            <a:schemeClr val="tx1"/>
          </a:solidFill>
          <a:latin typeface="+mn-lt"/>
          <a:ea typeface="+mn-ea"/>
          <a:cs typeface="+mn-cs"/>
        </a:defRPr>
      </a:lvl5pPr>
      <a:lvl6pPr marL="2430140" indent="-220922" algn="l" defTabSz="883689" rtl="0" eaLnBrk="1" latinLnBrk="0" hangingPunct="1">
        <a:lnSpc>
          <a:spcPct val="90000"/>
        </a:lnSpc>
        <a:spcBef>
          <a:spcPts val="483"/>
        </a:spcBef>
        <a:buFont typeface="Arial" panose="020B0604020202020204" pitchFamily="34" charset="0"/>
        <a:buChar char="•"/>
        <a:defRPr sz="1741" kern="1200">
          <a:solidFill>
            <a:schemeClr val="tx1"/>
          </a:solidFill>
          <a:latin typeface="+mn-lt"/>
          <a:ea typeface="+mn-ea"/>
          <a:cs typeface="+mn-cs"/>
        </a:defRPr>
      </a:lvl6pPr>
      <a:lvl7pPr marL="2871984" indent="-220922" algn="l" defTabSz="883689" rtl="0" eaLnBrk="1" latinLnBrk="0" hangingPunct="1">
        <a:lnSpc>
          <a:spcPct val="90000"/>
        </a:lnSpc>
        <a:spcBef>
          <a:spcPts val="483"/>
        </a:spcBef>
        <a:buFont typeface="Arial" panose="020B0604020202020204" pitchFamily="34" charset="0"/>
        <a:buChar char="•"/>
        <a:defRPr sz="1741" kern="1200">
          <a:solidFill>
            <a:schemeClr val="tx1"/>
          </a:solidFill>
          <a:latin typeface="+mn-lt"/>
          <a:ea typeface="+mn-ea"/>
          <a:cs typeface="+mn-cs"/>
        </a:defRPr>
      </a:lvl7pPr>
      <a:lvl8pPr marL="3313829" indent="-220922" algn="l" defTabSz="883689" rtl="0" eaLnBrk="1" latinLnBrk="0" hangingPunct="1">
        <a:lnSpc>
          <a:spcPct val="90000"/>
        </a:lnSpc>
        <a:spcBef>
          <a:spcPts val="483"/>
        </a:spcBef>
        <a:buFont typeface="Arial" panose="020B0604020202020204" pitchFamily="34" charset="0"/>
        <a:buChar char="•"/>
        <a:defRPr sz="1741" kern="1200">
          <a:solidFill>
            <a:schemeClr val="tx1"/>
          </a:solidFill>
          <a:latin typeface="+mn-lt"/>
          <a:ea typeface="+mn-ea"/>
          <a:cs typeface="+mn-cs"/>
        </a:defRPr>
      </a:lvl8pPr>
      <a:lvl9pPr marL="3755673" indent="-220922" algn="l" defTabSz="883689" rtl="0" eaLnBrk="1" latinLnBrk="0" hangingPunct="1">
        <a:lnSpc>
          <a:spcPct val="90000"/>
        </a:lnSpc>
        <a:spcBef>
          <a:spcPts val="483"/>
        </a:spcBef>
        <a:buFont typeface="Arial" panose="020B0604020202020204" pitchFamily="34" charset="0"/>
        <a:buChar char="•"/>
        <a:defRPr sz="17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883689" rtl="0" eaLnBrk="1" latinLnBrk="0" hangingPunct="1">
        <a:defRPr sz="1741" kern="1200">
          <a:solidFill>
            <a:schemeClr val="tx1"/>
          </a:solidFill>
          <a:latin typeface="+mn-lt"/>
          <a:ea typeface="+mn-ea"/>
          <a:cs typeface="+mn-cs"/>
        </a:defRPr>
      </a:lvl1pPr>
      <a:lvl2pPr marL="441845" algn="l" defTabSz="883689" rtl="0" eaLnBrk="1" latinLnBrk="0" hangingPunct="1">
        <a:defRPr sz="1741" kern="1200">
          <a:solidFill>
            <a:schemeClr val="tx1"/>
          </a:solidFill>
          <a:latin typeface="+mn-lt"/>
          <a:ea typeface="+mn-ea"/>
          <a:cs typeface="+mn-cs"/>
        </a:defRPr>
      </a:lvl2pPr>
      <a:lvl3pPr marL="883689" algn="l" defTabSz="883689" rtl="0" eaLnBrk="1" latinLnBrk="0" hangingPunct="1">
        <a:defRPr sz="1741" kern="1200">
          <a:solidFill>
            <a:schemeClr val="tx1"/>
          </a:solidFill>
          <a:latin typeface="+mn-lt"/>
          <a:ea typeface="+mn-ea"/>
          <a:cs typeface="+mn-cs"/>
        </a:defRPr>
      </a:lvl3pPr>
      <a:lvl4pPr marL="1325530" algn="l" defTabSz="883689" rtl="0" eaLnBrk="1" latinLnBrk="0" hangingPunct="1">
        <a:defRPr sz="1741" kern="1200">
          <a:solidFill>
            <a:schemeClr val="tx1"/>
          </a:solidFill>
          <a:latin typeface="+mn-lt"/>
          <a:ea typeface="+mn-ea"/>
          <a:cs typeface="+mn-cs"/>
        </a:defRPr>
      </a:lvl4pPr>
      <a:lvl5pPr marL="1767373" algn="l" defTabSz="883689" rtl="0" eaLnBrk="1" latinLnBrk="0" hangingPunct="1">
        <a:defRPr sz="1741" kern="1200">
          <a:solidFill>
            <a:schemeClr val="tx1"/>
          </a:solidFill>
          <a:latin typeface="+mn-lt"/>
          <a:ea typeface="+mn-ea"/>
          <a:cs typeface="+mn-cs"/>
        </a:defRPr>
      </a:lvl5pPr>
      <a:lvl6pPr marL="2209221" algn="l" defTabSz="883689" rtl="0" eaLnBrk="1" latinLnBrk="0" hangingPunct="1">
        <a:defRPr sz="1741" kern="1200">
          <a:solidFill>
            <a:schemeClr val="tx1"/>
          </a:solidFill>
          <a:latin typeface="+mn-lt"/>
          <a:ea typeface="+mn-ea"/>
          <a:cs typeface="+mn-cs"/>
        </a:defRPr>
      </a:lvl6pPr>
      <a:lvl7pPr marL="2651063" algn="l" defTabSz="883689" rtl="0" eaLnBrk="1" latinLnBrk="0" hangingPunct="1">
        <a:defRPr sz="1741" kern="1200">
          <a:solidFill>
            <a:schemeClr val="tx1"/>
          </a:solidFill>
          <a:latin typeface="+mn-lt"/>
          <a:ea typeface="+mn-ea"/>
          <a:cs typeface="+mn-cs"/>
        </a:defRPr>
      </a:lvl7pPr>
      <a:lvl8pPr marL="3092906" algn="l" defTabSz="883689" rtl="0" eaLnBrk="1" latinLnBrk="0" hangingPunct="1">
        <a:defRPr sz="1741" kern="1200">
          <a:solidFill>
            <a:schemeClr val="tx1"/>
          </a:solidFill>
          <a:latin typeface="+mn-lt"/>
          <a:ea typeface="+mn-ea"/>
          <a:cs typeface="+mn-cs"/>
        </a:defRPr>
      </a:lvl8pPr>
      <a:lvl9pPr marL="3534749" algn="l" defTabSz="883689" rtl="0" eaLnBrk="1" latinLnBrk="0" hangingPunct="1">
        <a:defRPr sz="17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i="1" dirty="0" err="1" smtClean="0"/>
              <a:t>Report</a:t>
            </a:r>
            <a:r>
              <a:rPr lang="pt-PT" i="1" dirty="0" smtClean="0"/>
              <a:t> </a:t>
            </a:r>
            <a:r>
              <a:rPr lang="pt-PT" i="1" dirty="0" err="1" smtClean="0"/>
              <a:t>Valuation</a:t>
            </a:r>
            <a:endParaRPr lang="pt-PT" i="1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/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698861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C5A6910C-A85B-4E78-920A-D86C8E059C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1934" dirty="0"/>
              <a:t>1. </a:t>
            </a:r>
            <a:r>
              <a:rPr lang="es-ES" sz="1934" dirty="0" err="1" smtClean="0"/>
              <a:t>Enquadramento</a:t>
            </a:r>
            <a:endParaRPr lang="es-ES" sz="1934" dirty="0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B41703F7-02B2-429B-8F4E-1DA655A99A6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87403" y="936403"/>
            <a:ext cx="10653115" cy="5793581"/>
          </a:xfrm>
        </p:spPr>
        <p:txBody>
          <a:bodyPr>
            <a:noAutofit/>
          </a:bodyPr>
          <a:lstStyle/>
          <a:p>
            <a:pPr marL="442158" lvl="1" algn="just">
              <a:spcBef>
                <a:spcPts val="580"/>
              </a:spcBef>
              <a:spcAft>
                <a:spcPts val="580"/>
              </a:spcAft>
            </a:pPr>
            <a:r>
              <a:rPr lang="pt-BR" sz="1547" dirty="0" smtClean="0">
                <a:latin typeface="Calibri" panose="020F0502020204030204" pitchFamily="34" charset="0"/>
                <a:ea typeface="Times New Roman" panose="02020603050405020304" pitchFamily="18" charset="0"/>
              </a:rPr>
              <a:t>O </a:t>
            </a:r>
            <a:r>
              <a:rPr lang="pt-BR" sz="1547" i="1" dirty="0" smtClean="0">
                <a:latin typeface="Calibri" panose="020F0502020204030204" pitchFamily="34" charset="0"/>
                <a:ea typeface="Times New Roman" panose="02020603050405020304" pitchFamily="18" charset="0"/>
              </a:rPr>
              <a:t>Report </a:t>
            </a:r>
            <a:r>
              <a:rPr lang="pt-BR" sz="1547" i="1" dirty="0">
                <a:latin typeface="Calibri" panose="020F0502020204030204" pitchFamily="34" charset="0"/>
                <a:ea typeface="Times New Roman" panose="02020603050405020304" pitchFamily="18" charset="0"/>
              </a:rPr>
              <a:t>Valuation</a:t>
            </a:r>
            <a:r>
              <a:rPr lang="pt-BR" sz="1547" dirty="0"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pt-BR" sz="1547" dirty="0" smtClean="0">
                <a:latin typeface="Calibri" panose="020F0502020204030204" pitchFamily="34" charset="0"/>
                <a:ea typeface="Times New Roman" panose="02020603050405020304" pitchFamily="18" charset="0"/>
              </a:rPr>
              <a:t>foi solicitado pelo </a:t>
            </a:r>
            <a:r>
              <a:rPr lang="pt-BR" sz="1547" i="1" dirty="0" smtClean="0">
                <a:latin typeface="Calibri" panose="020F0502020204030204" pitchFamily="34" charset="0"/>
                <a:ea typeface="Times New Roman" panose="02020603050405020304" pitchFamily="18" charset="0"/>
              </a:rPr>
              <a:t>Single Resolution Board </a:t>
            </a:r>
            <a:r>
              <a:rPr lang="pt-BR" sz="1547" dirty="0" smtClean="0">
                <a:latin typeface="Calibri" panose="020F0502020204030204" pitchFamily="34" charset="0"/>
                <a:ea typeface="Times New Roman" panose="02020603050405020304" pitchFamily="18" charset="0"/>
              </a:rPr>
              <a:t>(Autoridade </a:t>
            </a:r>
            <a:r>
              <a:rPr lang="pt-BR" sz="1547" dirty="0">
                <a:latin typeface="Calibri" panose="020F0502020204030204" pitchFamily="34" charset="0"/>
                <a:ea typeface="Times New Roman" panose="02020603050405020304" pitchFamily="18" charset="0"/>
              </a:rPr>
              <a:t>de </a:t>
            </a:r>
            <a:r>
              <a:rPr lang="pt-BR" sz="1547" dirty="0" smtClean="0">
                <a:latin typeface="Calibri" panose="020F0502020204030204" pitchFamily="34" charset="0"/>
                <a:ea typeface="Times New Roman" panose="02020603050405020304" pitchFamily="18" charset="0"/>
              </a:rPr>
              <a:t>Resolução </a:t>
            </a:r>
            <a:r>
              <a:rPr lang="pt-BR" sz="1547" dirty="0">
                <a:latin typeface="Calibri" panose="020F0502020204030204" pitchFamily="34" charset="0"/>
                <a:ea typeface="Times New Roman" panose="02020603050405020304" pitchFamily="18" charset="0"/>
              </a:rPr>
              <a:t>da União Bancária </a:t>
            </a:r>
            <a:r>
              <a:rPr lang="pt-BR" sz="1547" dirty="0" smtClean="0">
                <a:latin typeface="Calibri" panose="020F0502020204030204" pitchFamily="34" charset="0"/>
                <a:ea typeface="Times New Roman" panose="02020603050405020304" pitchFamily="18" charset="0"/>
              </a:rPr>
              <a:t>Europeia) e tem como propósito realizar uma avaliação </a:t>
            </a:r>
            <a:r>
              <a:rPr lang="pt-BR" sz="1547" dirty="0">
                <a:latin typeface="Calibri" panose="020F0502020204030204" pitchFamily="34" charset="0"/>
                <a:ea typeface="Times New Roman" panose="02020603050405020304" pitchFamily="18" charset="0"/>
              </a:rPr>
              <a:t>robusta do Ativo do </a:t>
            </a:r>
            <a:r>
              <a:rPr lang="pt-BR" sz="1547" dirty="0" smtClean="0">
                <a:latin typeface="Calibri" panose="020F0502020204030204" pitchFamily="34" charset="0"/>
                <a:ea typeface="Times New Roman" panose="02020603050405020304" pitchFamily="18" charset="0"/>
              </a:rPr>
              <a:t>Banco. </a:t>
            </a:r>
          </a:p>
          <a:p>
            <a:pPr marL="727908" lvl="1" indent="-285750" algn="just">
              <a:spcBef>
                <a:spcPts val="580"/>
              </a:spcBef>
              <a:spcAft>
                <a:spcPts val="580"/>
              </a:spcAft>
              <a:buFont typeface="Arial" panose="020B0604020202020204" pitchFamily="34" charset="0"/>
              <a:buChar char="•"/>
            </a:pPr>
            <a:r>
              <a:rPr lang="pt-BR" sz="1547" u="sng" dirty="0" smtClean="0">
                <a:latin typeface="Calibri" panose="020F0502020204030204" pitchFamily="34" charset="0"/>
                <a:ea typeface="Times New Roman" panose="02020603050405020304" pitchFamily="18" charset="0"/>
              </a:rPr>
              <a:t>Responsabilidade</a:t>
            </a:r>
            <a:r>
              <a:rPr lang="pt-BR" sz="1547" dirty="0">
                <a:latin typeface="Calibri" panose="020F0502020204030204" pitchFamily="34" charset="0"/>
                <a:ea typeface="Times New Roman" panose="02020603050405020304" pitchFamily="18" charset="0"/>
              </a:rPr>
              <a:t>: Área de Gestão Financeira e de </a:t>
            </a:r>
            <a:r>
              <a:rPr lang="pt-BR" sz="1547" dirty="0" smtClean="0">
                <a:latin typeface="Calibri" panose="020F0502020204030204" pitchFamily="34" charset="0"/>
                <a:ea typeface="Times New Roman" panose="02020603050405020304" pitchFamily="18" charset="0"/>
              </a:rPr>
              <a:t>Capital</a:t>
            </a:r>
          </a:p>
          <a:p>
            <a:pPr marL="718507" lvl="1" indent="-276349" algn="just">
              <a:spcBef>
                <a:spcPts val="580"/>
              </a:spcBef>
              <a:spcAft>
                <a:spcPts val="580"/>
              </a:spcAft>
              <a:buFont typeface="Arial" panose="020B0604020202020204" pitchFamily="34" charset="0"/>
              <a:buChar char="•"/>
            </a:pPr>
            <a:r>
              <a:rPr lang="pt-BR" sz="1547" u="sng" dirty="0" smtClean="0">
                <a:latin typeface="Calibri" panose="020F0502020204030204" pitchFamily="34" charset="0"/>
                <a:ea typeface="Times New Roman" panose="02020603050405020304" pitchFamily="18" charset="0"/>
              </a:rPr>
              <a:t>Frequência</a:t>
            </a:r>
            <a:r>
              <a:rPr lang="pt-BR" sz="1547" dirty="0" smtClean="0">
                <a:latin typeface="Calibri" panose="020F0502020204030204" pitchFamily="34" charset="0"/>
                <a:ea typeface="Times New Roman" panose="02020603050405020304" pitchFamily="18" charset="0"/>
              </a:rPr>
              <a:t>: Não existe frequência de </a:t>
            </a:r>
            <a:r>
              <a:rPr lang="pt-BR" sz="1547" i="1" dirty="0" smtClean="0">
                <a:latin typeface="Calibri" panose="020F0502020204030204" pitchFamily="34" charset="0"/>
                <a:ea typeface="Times New Roman" panose="02020603050405020304" pitchFamily="18" charset="0"/>
              </a:rPr>
              <a:t>report</a:t>
            </a:r>
            <a:r>
              <a:rPr lang="pt-BR" sz="1547" dirty="0" smtClean="0">
                <a:latin typeface="Calibri" panose="020F0502020204030204" pitchFamily="34" charset="0"/>
                <a:ea typeface="Times New Roman" panose="02020603050405020304" pitchFamily="18" charset="0"/>
              </a:rPr>
              <a:t> definida, contudo, deverá estar disponível quando for solicitado </a:t>
            </a:r>
          </a:p>
          <a:p>
            <a:pPr marL="718507" lvl="1" indent="-276349" algn="just">
              <a:spcBef>
                <a:spcPts val="580"/>
              </a:spcBef>
              <a:spcAft>
                <a:spcPts val="580"/>
              </a:spcAft>
              <a:buFont typeface="Arial" panose="020B0604020202020204" pitchFamily="34" charset="0"/>
              <a:buChar char="•"/>
            </a:pPr>
            <a:r>
              <a:rPr lang="pt-BR" sz="1547" u="sng" dirty="0" smtClean="0">
                <a:latin typeface="Calibri" panose="020F0502020204030204" pitchFamily="34" charset="0"/>
                <a:ea typeface="Times New Roman" panose="02020603050405020304" pitchFamily="18" charset="0"/>
              </a:rPr>
              <a:t>Envio</a:t>
            </a:r>
            <a:r>
              <a:rPr lang="pt-BR" sz="1547" dirty="0" smtClean="0">
                <a:latin typeface="Calibri" panose="020F0502020204030204" pitchFamily="34" charset="0"/>
                <a:ea typeface="Times New Roman" panose="02020603050405020304" pitchFamily="18" charset="0"/>
              </a:rPr>
              <a:t>: Deverá </a:t>
            </a:r>
            <a:r>
              <a:rPr lang="pt-BR" sz="1547" dirty="0">
                <a:latin typeface="Calibri" panose="020F0502020204030204" pitchFamily="34" charset="0"/>
                <a:ea typeface="Times New Roman" panose="02020603050405020304" pitchFamily="18" charset="0"/>
              </a:rPr>
              <a:t>ser </a:t>
            </a:r>
            <a:r>
              <a:rPr lang="pt-BR" sz="1547" dirty="0" smtClean="0">
                <a:latin typeface="Calibri" panose="020F0502020204030204" pitchFamily="34" charset="0"/>
                <a:ea typeface="Times New Roman" panose="02020603050405020304" pitchFamily="18" charset="0"/>
              </a:rPr>
              <a:t>enviado </a:t>
            </a:r>
            <a:r>
              <a:rPr lang="pt-BR" sz="1547" dirty="0">
                <a:latin typeface="Calibri" panose="020F0502020204030204" pitchFamily="34" charset="0"/>
                <a:ea typeface="Times New Roman" panose="02020603050405020304" pitchFamily="18" charset="0"/>
              </a:rPr>
              <a:t>à </a:t>
            </a:r>
            <a:r>
              <a:rPr lang="pt-BR" sz="1547" dirty="0" smtClean="0">
                <a:latin typeface="Calibri" panose="020F0502020204030204" pitchFamily="34" charset="0"/>
                <a:ea typeface="Times New Roman" panose="02020603050405020304" pitchFamily="18" charset="0"/>
              </a:rPr>
              <a:t>Corporação, </a:t>
            </a:r>
            <a:r>
              <a:rPr lang="pt-BR" sz="1547" dirty="0">
                <a:latin typeface="Calibri" panose="020F0502020204030204" pitchFamily="34" charset="0"/>
                <a:ea typeface="Times New Roman" panose="02020603050405020304" pitchFamily="18" charset="0"/>
              </a:rPr>
              <a:t>que por sua vez </a:t>
            </a:r>
            <a:r>
              <a:rPr lang="pt-BR" sz="1547" dirty="0" smtClean="0">
                <a:latin typeface="Calibri" panose="020F0502020204030204" pitchFamily="34" charset="0"/>
                <a:ea typeface="Times New Roman" panose="02020603050405020304" pitchFamily="18" charset="0"/>
              </a:rPr>
              <a:t>o </a:t>
            </a:r>
            <a:r>
              <a:rPr lang="pt-BR" sz="1547" dirty="0">
                <a:latin typeface="Calibri" panose="020F0502020204030204" pitchFamily="34" charset="0"/>
                <a:ea typeface="Times New Roman" panose="02020603050405020304" pitchFamily="18" charset="0"/>
              </a:rPr>
              <a:t>enviará ao </a:t>
            </a:r>
            <a:r>
              <a:rPr lang="pt-BR" sz="1547" i="1" dirty="0">
                <a:latin typeface="Calibri" panose="020F0502020204030204" pitchFamily="34" charset="0"/>
                <a:ea typeface="Times New Roman" panose="02020603050405020304" pitchFamily="18" charset="0"/>
              </a:rPr>
              <a:t>Single Resolution </a:t>
            </a:r>
            <a:r>
              <a:rPr lang="pt-BR" sz="1547" i="1" dirty="0" smtClean="0">
                <a:latin typeface="Calibri" panose="020F0502020204030204" pitchFamily="34" charset="0"/>
                <a:ea typeface="Times New Roman" panose="02020603050405020304" pitchFamily="18" charset="0"/>
              </a:rPr>
              <a:t>Board</a:t>
            </a:r>
          </a:p>
          <a:p>
            <a:pPr marL="718507" lvl="1" indent="-276349" algn="just">
              <a:spcBef>
                <a:spcPts val="580"/>
              </a:spcBef>
              <a:spcAft>
                <a:spcPts val="580"/>
              </a:spcAft>
              <a:buFont typeface="Arial" panose="020B0604020202020204" pitchFamily="34" charset="0"/>
              <a:buChar char="•"/>
            </a:pPr>
            <a:r>
              <a:rPr lang="pt-BR" sz="1547" u="sng" dirty="0">
                <a:latin typeface="Calibri" panose="020F0502020204030204" pitchFamily="34" charset="0"/>
                <a:ea typeface="Times New Roman" panose="02020603050405020304" pitchFamily="18" charset="0"/>
              </a:rPr>
              <a:t>Universo</a:t>
            </a:r>
            <a:r>
              <a:rPr lang="pt-BR" sz="1547" dirty="0">
                <a:latin typeface="Calibri" panose="020F0502020204030204" pitchFamily="34" charset="0"/>
                <a:ea typeface="Times New Roman" panose="02020603050405020304" pitchFamily="18" charset="0"/>
              </a:rPr>
              <a:t>: 20 ficheiros CSV (308 campos no total</a:t>
            </a:r>
            <a:r>
              <a:rPr lang="pt-BR" sz="1547" dirty="0" smtClean="0">
                <a:latin typeface="Calibri" panose="020F0502020204030204" pitchFamily="34" charset="0"/>
                <a:ea typeface="Times New Roman" panose="02020603050405020304" pitchFamily="18" charset="0"/>
              </a:rPr>
              <a:t>)</a:t>
            </a:r>
            <a:endParaRPr lang="pt-BR" sz="1547" dirty="0"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718507" lvl="1" indent="-276349" algn="just">
              <a:spcBef>
                <a:spcPts val="580"/>
              </a:spcBef>
              <a:spcAft>
                <a:spcPts val="580"/>
              </a:spcAft>
              <a:buFont typeface="Arial" panose="020B0604020202020204" pitchFamily="34" charset="0"/>
              <a:buChar char="•"/>
            </a:pPr>
            <a:endParaRPr lang="pt-BR" sz="1547" dirty="0">
              <a:latin typeface="Calibri" panose="020F0502020204030204" pitchFamily="34" charset="0"/>
              <a:ea typeface="Times New Roman" panose="02020603050405020304" pitchFamily="18" charset="0"/>
            </a:endParaRP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2D2C8747-16CC-46F7-8AC4-664E9B00C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836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0D97B6-E32F-4D7D-B839-7C3B51F2640F}" type="slidenum">
              <a:rPr kumimoji="0" lang="es-ES" sz="1257" b="0" i="0" u="none" strike="noStrike" kern="1200" cap="none" spc="0" normalizeH="0" baseline="0" noProof="0">
                <a:ln>
                  <a:noFill/>
                </a:ln>
                <a:solidFill>
                  <a:srgbClr val="EB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8836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s-ES" sz="1257" b="0" i="0" u="none" strike="noStrike" kern="1200" cap="none" spc="0" normalizeH="0" baseline="0" noProof="0">
              <a:ln>
                <a:noFill/>
              </a:ln>
              <a:solidFill>
                <a:srgbClr val="EB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7038740"/>
              </p:ext>
            </p:extLst>
          </p:nvPr>
        </p:nvGraphicFramePr>
        <p:xfrm>
          <a:off x="1691639" y="2890237"/>
          <a:ext cx="9776630" cy="3247648"/>
        </p:xfrm>
        <a:graphic>
          <a:graphicData uri="http://schemas.openxmlformats.org/drawingml/2006/table">
            <a:tbl>
              <a:tblPr/>
              <a:tblGrid>
                <a:gridCol w="2261497">
                  <a:extLst>
                    <a:ext uri="{9D8B030D-6E8A-4147-A177-3AD203B41FA5}">
                      <a16:colId xmlns:a16="http://schemas.microsoft.com/office/drawing/2014/main" val="3920668561"/>
                    </a:ext>
                  </a:extLst>
                </a:gridCol>
                <a:gridCol w="2612841">
                  <a:extLst>
                    <a:ext uri="{9D8B030D-6E8A-4147-A177-3AD203B41FA5}">
                      <a16:colId xmlns:a16="http://schemas.microsoft.com/office/drawing/2014/main" val="1443770872"/>
                    </a:ext>
                  </a:extLst>
                </a:gridCol>
                <a:gridCol w="3754079">
                  <a:extLst>
                    <a:ext uri="{9D8B030D-6E8A-4147-A177-3AD203B41FA5}">
                      <a16:colId xmlns:a16="http://schemas.microsoft.com/office/drawing/2014/main" val="2874237066"/>
                    </a:ext>
                  </a:extLst>
                </a:gridCol>
                <a:gridCol w="1148213">
                  <a:extLst>
                    <a:ext uri="{9D8B030D-6E8A-4147-A177-3AD203B41FA5}">
                      <a16:colId xmlns:a16="http://schemas.microsoft.com/office/drawing/2014/main" val="907307770"/>
                    </a:ext>
                  </a:extLst>
                </a:gridCol>
              </a:tblGrid>
              <a:tr h="160539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Módulo</a:t>
                      </a:r>
                      <a:r>
                        <a:rPr 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Submódulo</a:t>
                      </a:r>
                      <a:endParaRPr lang="en-US" sz="900" b="1" i="0" u="none" strike="noStrike" dirty="0">
                        <a:solidFill>
                          <a:srgbClr val="FFFFFF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Nome do Ficheiro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# </a:t>
                      </a:r>
                      <a:r>
                        <a:rPr lang="en-US" sz="9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Campos</a:t>
                      </a:r>
                      <a:endParaRPr lang="en-US" sz="900" b="1" i="0" u="none" strike="noStrike" dirty="0">
                        <a:solidFill>
                          <a:srgbClr val="FFFFFF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2361849"/>
                  </a:ext>
                </a:extLst>
              </a:tr>
              <a:tr h="147241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Exposures to legal persons</a:t>
                      </a:r>
                    </a:p>
                  </a:txBody>
                  <a:tcPr marL="7605" marR="7605" marT="7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Instruments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XXXXX_YYYYMMDD_01_01_leg_instr.csv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7100793"/>
                  </a:ext>
                </a:extLst>
              </a:tr>
              <a:tr h="14724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Counterparties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XXXXX_YYYYMMDD_01_02_leg_count.csv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1419835"/>
                  </a:ext>
                </a:extLst>
              </a:tr>
              <a:tr h="14724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Protections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XXXXX_YYYYMMDD_01_03_leg_prot.csv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010540"/>
                  </a:ext>
                </a:extLst>
              </a:tr>
              <a:tr h="13376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Instrument-Counterparty relation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XXXXX_YYYYMMDD_01_04_leg_instr_count.csv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4066329"/>
                  </a:ext>
                </a:extLst>
              </a:tr>
              <a:tr h="14724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Instrument-Protection relation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XXXXX_YYYYMMDD_01_05_leg_instr_prot.csv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2756959"/>
                  </a:ext>
                </a:extLst>
              </a:tr>
              <a:tr h="147241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Exposures to natural persons</a:t>
                      </a:r>
                    </a:p>
                  </a:txBody>
                  <a:tcPr marL="7605" marR="7605" marT="7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Instruments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XXXXX_YYYYMMDD_02_01_nat_instr.csv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53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6173688"/>
                  </a:ext>
                </a:extLst>
              </a:tr>
              <a:tr h="14724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Counterparties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XXXXX_YYYYMMDD_02_02_nat_count.csv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9196929"/>
                  </a:ext>
                </a:extLst>
              </a:tr>
              <a:tr h="14724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Protections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XXXXX_YYYYMMDD_02_03_nat_prot.csv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17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6268675"/>
                  </a:ext>
                </a:extLst>
              </a:tr>
              <a:tr h="13376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Instrument-Counterparty relation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XXXXX_YYYYMMDD_02_04_nat_instr_count.csv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0710298"/>
                  </a:ext>
                </a:extLst>
              </a:tr>
              <a:tr h="14724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Instrument-Protection relation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XXXXX_YYYYMMDD_02_05_nat_instr_prot.csv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1453398"/>
                  </a:ext>
                </a:extLst>
              </a:tr>
              <a:tr h="147241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Off-balance sheet exposures</a:t>
                      </a:r>
                    </a:p>
                  </a:txBody>
                  <a:tcPr marL="7605" marR="7605" marT="7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Instruments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XXXXX_YYYYMMDD_03_01_off_instr.csv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27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3609322"/>
                  </a:ext>
                </a:extLst>
              </a:tr>
              <a:tr h="14724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Counterparties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XXXXX_YYYYMMDD_03_02_off_count.csv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30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7383558"/>
                  </a:ext>
                </a:extLst>
              </a:tr>
              <a:tr h="14724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Protections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XXXXX_YYYYMMDD_03_03_off_prot.csv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17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1882"/>
                  </a:ext>
                </a:extLst>
              </a:tr>
              <a:tr h="14724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Instrument-Counterparty relation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XXXXX_YYYYMMDD_03_04_off_instr_count.csv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4689007"/>
                  </a:ext>
                </a:extLst>
              </a:tr>
              <a:tr h="14724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Instrument-Protection relation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XXXXX_YYYYMMDD_03_05_off_instr_prot.csv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1061315"/>
                  </a:ext>
                </a:extLst>
              </a:tr>
              <a:tr h="147241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Derivatives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XXXXX_YYYYMMDD_04_01_derivatives.csv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29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0574157"/>
                  </a:ext>
                </a:extLst>
              </a:tr>
              <a:tr h="147241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Debt securities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XXXXX_YYYYMMDD_05_01_debtsecurities.csv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40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345935"/>
                  </a:ext>
                </a:extLst>
              </a:tr>
              <a:tr h="147241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Equity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XXXXX_YYYYMMDD_06_01_equity.csv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18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1632458"/>
                  </a:ext>
                </a:extLst>
              </a:tr>
              <a:tr h="147241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DTAs/DTCs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XXXXX_YYYYMMDD_07_01_dtasdtcs.csv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17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0346993"/>
                  </a:ext>
                </a:extLst>
              </a:tr>
              <a:tr h="147241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Intangible assets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XXXXX_YYYYMMDD_08_01_intangible.csv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13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1901010"/>
                  </a:ext>
                </a:extLst>
              </a:tr>
              <a:tr h="147241"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05" marR="7605" marT="760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05" marR="7605" marT="760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Total</a:t>
                      </a:r>
                    </a:p>
                  </a:txBody>
                  <a:tcPr marL="7605" marR="7605" marT="760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308</a:t>
                      </a:r>
                    </a:p>
                  </a:txBody>
                  <a:tcPr marL="7605" marR="7605" marT="760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9515462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887403" y="5971806"/>
            <a:ext cx="11843776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42158" lvl="1" algn="just">
              <a:spcBef>
                <a:spcPts val="580"/>
              </a:spcBef>
              <a:spcAft>
                <a:spcPts val="580"/>
              </a:spcAft>
            </a:pPr>
            <a:r>
              <a:rPr lang="pt-BR" sz="1300" dirty="0" smtClean="0">
                <a:solidFill>
                  <a:schemeClr val="tx2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Nota: Existe uma Recomendação de Auditoria Interna para este </a:t>
            </a:r>
            <a:r>
              <a:rPr lang="pt-BR" sz="1300" i="1" dirty="0" smtClean="0">
                <a:solidFill>
                  <a:schemeClr val="tx2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Report</a:t>
            </a:r>
            <a:r>
              <a:rPr lang="pt-BR" sz="1300" dirty="0" smtClean="0">
                <a:solidFill>
                  <a:schemeClr val="tx2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. </a:t>
            </a:r>
            <a:endParaRPr lang="pt-BR" sz="1300" dirty="0">
              <a:solidFill>
                <a:schemeClr val="tx2"/>
              </a:solidFill>
              <a:latin typeface="Calibri" panose="020F0502020204030204" pitchFamily="34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1985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C5A6910C-A85B-4E78-920A-D86C8E059C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1934" dirty="0"/>
              <a:t>2</a:t>
            </a:r>
            <a:r>
              <a:rPr lang="es-ES" sz="1934" dirty="0" smtClean="0"/>
              <a:t>. </a:t>
            </a:r>
            <a:r>
              <a:rPr lang="es-ES" sz="1934" dirty="0" err="1"/>
              <a:t>Arquitetura</a:t>
            </a:r>
            <a:r>
              <a:rPr lang="es-ES" sz="1934" dirty="0"/>
              <a:t> </a:t>
            </a:r>
            <a:r>
              <a:rPr lang="es-ES" sz="1934" dirty="0" smtClean="0"/>
              <a:t>TO-BE</a:t>
            </a:r>
            <a:endParaRPr lang="es-ES" sz="1934" dirty="0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B41703F7-02B2-429B-8F4E-1DA655A99A6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87403" y="936403"/>
            <a:ext cx="10653115" cy="4980279"/>
          </a:xfrm>
        </p:spPr>
        <p:txBody>
          <a:bodyPr>
            <a:noAutofit/>
          </a:bodyPr>
          <a:lstStyle/>
          <a:p>
            <a:pPr marL="442158" lvl="1" algn="just">
              <a:spcBef>
                <a:spcPts val="580"/>
              </a:spcBef>
              <a:spcAft>
                <a:spcPts val="580"/>
              </a:spcAft>
            </a:pPr>
            <a:r>
              <a:rPr lang="pt-BR" sz="1547" dirty="0" smtClean="0">
                <a:latin typeface="Calibri" panose="020F0502020204030204" pitchFamily="34" charset="0"/>
                <a:ea typeface="Times New Roman" panose="02020603050405020304" pitchFamily="18" charset="0"/>
              </a:rPr>
              <a:t>A </a:t>
            </a:r>
            <a:r>
              <a:rPr lang="pt-BR" sz="1547" dirty="0">
                <a:latin typeface="Calibri" panose="020F0502020204030204" pitchFamily="34" charset="0"/>
                <a:ea typeface="Times New Roman" panose="02020603050405020304" pitchFamily="18" charset="0"/>
              </a:rPr>
              <a:t>produção </a:t>
            </a:r>
            <a:r>
              <a:rPr lang="pt-BR" sz="1547" dirty="0" smtClean="0">
                <a:latin typeface="Calibri" panose="020F0502020204030204" pitchFamily="34" charset="0"/>
                <a:ea typeface="Times New Roman" panose="02020603050405020304" pitchFamily="18" charset="0"/>
              </a:rPr>
              <a:t>deste </a:t>
            </a:r>
            <a:r>
              <a:rPr lang="pt-BR" sz="1547" i="1" dirty="0">
                <a:latin typeface="Calibri" panose="020F0502020204030204" pitchFamily="34" charset="0"/>
                <a:ea typeface="Times New Roman" panose="02020603050405020304" pitchFamily="18" charset="0"/>
              </a:rPr>
              <a:t>R</a:t>
            </a:r>
            <a:r>
              <a:rPr lang="pt-BR" sz="1547" i="1" dirty="0" smtClean="0">
                <a:latin typeface="Calibri" panose="020F0502020204030204" pitchFamily="34" charset="0"/>
                <a:ea typeface="Times New Roman" panose="02020603050405020304" pitchFamily="18" charset="0"/>
              </a:rPr>
              <a:t>eport</a:t>
            </a:r>
            <a:r>
              <a:rPr lang="pt-BR" sz="1547" dirty="0" smtClean="0"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pt-BR" sz="1547" dirty="0">
                <a:latin typeface="Calibri" panose="020F0502020204030204" pitchFamily="34" charset="0"/>
                <a:ea typeface="Times New Roman" panose="02020603050405020304" pitchFamily="18" charset="0"/>
              </a:rPr>
              <a:t>será efetuada via motor </a:t>
            </a:r>
            <a:r>
              <a:rPr lang="pt-BR" sz="1547" i="1" dirty="0">
                <a:latin typeface="Calibri" panose="020F0502020204030204" pitchFamily="34" charset="0"/>
                <a:ea typeface="Times New Roman" panose="02020603050405020304" pitchFamily="18" charset="0"/>
              </a:rPr>
              <a:t>Loan Tape </a:t>
            </a:r>
            <a:r>
              <a:rPr lang="pt-BR" sz="1547" dirty="0">
                <a:latin typeface="Calibri" panose="020F0502020204030204" pitchFamily="34" charset="0"/>
                <a:ea typeface="Times New Roman" panose="02020603050405020304" pitchFamily="18" charset="0"/>
              </a:rPr>
              <a:t>aproveitando assim o mesmo para gerar </a:t>
            </a:r>
            <a:r>
              <a:rPr lang="pt-BR" sz="1547" dirty="0" smtClean="0">
                <a:latin typeface="Calibri" panose="020F0502020204030204" pitchFamily="34" charset="0"/>
                <a:ea typeface="Times New Roman" panose="02020603050405020304" pitchFamily="18" charset="0"/>
              </a:rPr>
              <a:t>este novo âmbito/caso </a:t>
            </a:r>
            <a:r>
              <a:rPr lang="pt-BR" sz="1547" dirty="0">
                <a:latin typeface="Calibri" panose="020F0502020204030204" pitchFamily="34" charset="0"/>
                <a:ea typeface="Times New Roman" panose="02020603050405020304" pitchFamily="18" charset="0"/>
              </a:rPr>
              <a:t>de uso, garantido a coerência/consistência dos dados. </a:t>
            </a:r>
            <a:r>
              <a:rPr lang="pt-BR" sz="1547" dirty="0" smtClean="0">
                <a:latin typeface="Calibri" panose="020F0502020204030204" pitchFamily="34" charset="0"/>
                <a:ea typeface="Times New Roman" panose="02020603050405020304" pitchFamily="18" charset="0"/>
              </a:rPr>
              <a:t>Atualmente o motor </a:t>
            </a:r>
            <a:r>
              <a:rPr lang="pt-BR" sz="1547" i="1" dirty="0">
                <a:latin typeface="Calibri" panose="020F0502020204030204" pitchFamily="34" charset="0"/>
                <a:ea typeface="Times New Roman" panose="02020603050405020304" pitchFamily="18" charset="0"/>
              </a:rPr>
              <a:t>Loan Tape</a:t>
            </a:r>
            <a:r>
              <a:rPr lang="pt-BR" sz="1547" dirty="0"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pt-BR" sz="1547" dirty="0" smtClean="0">
                <a:latin typeface="Calibri" panose="020F0502020204030204" pitchFamily="34" charset="0"/>
                <a:ea typeface="Times New Roman" panose="02020603050405020304" pitchFamily="18" charset="0"/>
              </a:rPr>
              <a:t>já serve os casos </a:t>
            </a:r>
            <a:r>
              <a:rPr lang="pt-BR" sz="1547" dirty="0">
                <a:latin typeface="Calibri" panose="020F0502020204030204" pitchFamily="34" charset="0"/>
                <a:ea typeface="Times New Roman" panose="02020603050405020304" pitchFamily="18" charset="0"/>
              </a:rPr>
              <a:t>de </a:t>
            </a:r>
            <a:r>
              <a:rPr lang="pt-BR" sz="1547" dirty="0" smtClean="0">
                <a:latin typeface="Calibri" panose="020F0502020204030204" pitchFamily="34" charset="0"/>
                <a:ea typeface="Times New Roman" panose="02020603050405020304" pitchFamily="18" charset="0"/>
              </a:rPr>
              <a:t>uso </a:t>
            </a:r>
            <a:r>
              <a:rPr lang="pt-BR" sz="1547" i="1" dirty="0" smtClean="0">
                <a:latin typeface="Calibri" panose="020F0502020204030204" pitchFamily="34" charset="0"/>
                <a:ea typeface="Times New Roman" panose="02020603050405020304" pitchFamily="18" charset="0"/>
              </a:rPr>
              <a:t>Loan </a:t>
            </a:r>
            <a:r>
              <a:rPr lang="pt-BR" sz="1547" i="1" dirty="0">
                <a:latin typeface="Calibri" panose="020F0502020204030204" pitchFamily="34" charset="0"/>
                <a:ea typeface="Times New Roman" panose="02020603050405020304" pitchFamily="18" charset="0"/>
              </a:rPr>
              <a:t>Tape </a:t>
            </a:r>
            <a:r>
              <a:rPr lang="pt-BR" sz="1547" dirty="0" smtClean="0">
                <a:latin typeface="Calibri" panose="020F0502020204030204" pitchFamily="34" charset="0"/>
                <a:ea typeface="Times New Roman" panose="02020603050405020304" pitchFamily="18" charset="0"/>
              </a:rPr>
              <a:t>Estrutural, </a:t>
            </a:r>
            <a:r>
              <a:rPr lang="pt-BR" sz="1547" i="1" dirty="0" smtClean="0">
                <a:latin typeface="Calibri" panose="020F0502020204030204" pitchFamily="34" charset="0"/>
                <a:ea typeface="Times New Roman" panose="02020603050405020304" pitchFamily="18" charset="0"/>
              </a:rPr>
              <a:t>Green </a:t>
            </a:r>
            <a:r>
              <a:rPr lang="pt-BR" sz="1547" i="1" dirty="0">
                <a:latin typeface="Calibri" panose="020F0502020204030204" pitchFamily="34" charset="0"/>
                <a:ea typeface="Times New Roman" panose="02020603050405020304" pitchFamily="18" charset="0"/>
              </a:rPr>
              <a:t>Dashboard</a:t>
            </a:r>
            <a:r>
              <a:rPr lang="pt-BR" sz="1547" dirty="0">
                <a:latin typeface="Calibri" panose="020F0502020204030204" pitchFamily="34" charset="0"/>
                <a:ea typeface="Times New Roman" panose="02020603050405020304" pitchFamily="18" charset="0"/>
              </a:rPr>
              <a:t> e</a:t>
            </a:r>
            <a:r>
              <a:rPr lang="pt-BR" sz="1547" dirty="0" smtClean="0">
                <a:latin typeface="Calibri" panose="020F0502020204030204" pitchFamily="34" charset="0"/>
                <a:ea typeface="Times New Roman" panose="02020603050405020304" pitchFamily="18" charset="0"/>
              </a:rPr>
              <a:t> Pilar </a:t>
            </a:r>
            <a:r>
              <a:rPr lang="pt-BR" sz="1547" dirty="0" smtClean="0">
                <a:latin typeface="Calibri" panose="020F0502020204030204" pitchFamily="34" charset="0"/>
                <a:ea typeface="Times New Roman" panose="02020603050405020304" pitchFamily="18" charset="0"/>
              </a:rPr>
              <a:t>III, </a:t>
            </a:r>
            <a:r>
              <a:rPr lang="pt-BR" sz="1547" dirty="0">
                <a:latin typeface="Calibri" panose="020F0502020204030204" pitchFamily="34" charset="0"/>
                <a:ea typeface="Times New Roman" panose="02020603050405020304" pitchFamily="18" charset="0"/>
              </a:rPr>
              <a:t>n</a:t>
            </a:r>
            <a:r>
              <a:rPr lang="pt-BR" sz="1547" dirty="0" smtClean="0">
                <a:latin typeface="Calibri" panose="020F0502020204030204" pitchFamily="34" charset="0"/>
                <a:ea typeface="Times New Roman" panose="02020603050405020304" pitchFamily="18" charset="0"/>
              </a:rPr>
              <a:t>o entanto, </a:t>
            </a:r>
            <a:r>
              <a:rPr lang="pt-BR" sz="1547" dirty="0" smtClean="0">
                <a:latin typeface="Calibri" panose="020F0502020204030204" pitchFamily="34" charset="0"/>
                <a:ea typeface="Times New Roman" panose="02020603050405020304" pitchFamily="18" charset="0"/>
              </a:rPr>
              <a:t>será necessário adicionar novos campos  e novas parametrizações de forma a responder a este novo âmbito/caso </a:t>
            </a:r>
            <a:r>
              <a:rPr lang="pt-BR" sz="1547" dirty="0">
                <a:latin typeface="Calibri" panose="020F0502020204030204" pitchFamily="34" charset="0"/>
                <a:ea typeface="Times New Roman" panose="02020603050405020304" pitchFamily="18" charset="0"/>
              </a:rPr>
              <a:t>de </a:t>
            </a:r>
            <a:r>
              <a:rPr lang="pt-BR" sz="1547" dirty="0" smtClean="0">
                <a:latin typeface="Calibri" panose="020F0502020204030204" pitchFamily="34" charset="0"/>
                <a:ea typeface="Times New Roman" panose="02020603050405020304" pitchFamily="18" charset="0"/>
              </a:rPr>
              <a:t>uso.</a:t>
            </a:r>
          </a:p>
          <a:p>
            <a:pPr marL="442158" lvl="1" algn="just">
              <a:spcBef>
                <a:spcPts val="580"/>
              </a:spcBef>
              <a:spcAft>
                <a:spcPts val="580"/>
              </a:spcAft>
            </a:pPr>
            <a:endParaRPr lang="pt-BR" sz="1547" dirty="0"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442158" lvl="1" algn="just">
              <a:spcBef>
                <a:spcPts val="580"/>
              </a:spcBef>
              <a:spcAft>
                <a:spcPts val="580"/>
              </a:spcAft>
            </a:pPr>
            <a:endParaRPr lang="pt-BR" sz="1547" dirty="0" smtClean="0"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718507" lvl="1" indent="-276349" algn="just">
              <a:spcBef>
                <a:spcPts val="580"/>
              </a:spcBef>
              <a:spcAft>
                <a:spcPts val="580"/>
              </a:spcAft>
              <a:buFont typeface="Arial" panose="020B0604020202020204" pitchFamily="34" charset="0"/>
              <a:buChar char="•"/>
            </a:pPr>
            <a:endParaRPr lang="pt-PT" sz="1547" dirty="0" smtClean="0">
              <a:latin typeface="Calibri" panose="020F0502020204030204" pitchFamily="34" charset="0"/>
              <a:ea typeface="Times New Roman" panose="02020603050405020304" pitchFamily="18" charset="0"/>
            </a:endParaRP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2D2C8747-16CC-46F7-8AC4-664E9B00C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836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0D97B6-E32F-4D7D-B839-7C3B51F2640F}" type="slidenum">
              <a:rPr kumimoji="0" lang="es-ES" sz="1257" b="0" i="0" u="none" strike="noStrike" kern="1200" cap="none" spc="0" normalizeH="0" baseline="0" noProof="0">
                <a:ln>
                  <a:noFill/>
                </a:ln>
                <a:solidFill>
                  <a:srgbClr val="EB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8836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s-ES" sz="1257" b="0" i="0" u="none" strike="noStrike" kern="1200" cap="none" spc="0" normalizeH="0" baseline="0" noProof="0" dirty="0">
              <a:ln>
                <a:noFill/>
              </a:ln>
              <a:solidFill>
                <a:srgbClr val="EB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7" name="Rectángulo 68"/>
          <p:cNvSpPr/>
          <p:nvPr/>
        </p:nvSpPr>
        <p:spPr>
          <a:xfrm>
            <a:off x="1166474" y="2237441"/>
            <a:ext cx="1729305" cy="366903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0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Headline" panose="020B0504020201020104" pitchFamily="34" charset="0"/>
              <a:ea typeface="+mn-ea"/>
              <a:cs typeface="+mn-cs"/>
            </a:endParaRPr>
          </a:p>
        </p:txBody>
      </p:sp>
      <p:sp>
        <p:nvSpPr>
          <p:cNvPr id="148" name="Rectángulo 302"/>
          <p:cNvSpPr/>
          <p:nvPr/>
        </p:nvSpPr>
        <p:spPr>
          <a:xfrm>
            <a:off x="3589157" y="3103500"/>
            <a:ext cx="5882908" cy="2798353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9" name="Rectángulo 305"/>
          <p:cNvSpPr/>
          <p:nvPr/>
        </p:nvSpPr>
        <p:spPr>
          <a:xfrm>
            <a:off x="3589156" y="2094602"/>
            <a:ext cx="7165158" cy="216000"/>
          </a:xfrm>
          <a:prstGeom prst="rect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Repositórios e Motores de SI</a:t>
            </a:r>
          </a:p>
        </p:txBody>
      </p:sp>
      <p:sp>
        <p:nvSpPr>
          <p:cNvPr id="150" name="Rectángulo 69"/>
          <p:cNvSpPr/>
          <p:nvPr/>
        </p:nvSpPr>
        <p:spPr>
          <a:xfrm>
            <a:off x="1202474" y="2094602"/>
            <a:ext cx="1682025" cy="216000"/>
          </a:xfrm>
          <a:prstGeom prst="rect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0" cap="none" spc="0" normalizeH="0" baseline="0" noProof="0" dirty="0" err="1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</a:rPr>
              <a:t>Aplicações</a:t>
            </a:r>
            <a:r>
              <a:rPr kumimoji="0" lang="en-GB" sz="10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+mn-cs"/>
              </a:rPr>
              <a:t> </a:t>
            </a:r>
            <a:r>
              <a:rPr kumimoji="0" lang="en-GB" sz="1000" b="1" i="0" u="none" strike="noStrike" kern="0" cap="none" spc="0" normalizeH="0" baseline="0" noProof="0" dirty="0" err="1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+mn-cs"/>
              </a:rPr>
              <a:t>Locais</a:t>
            </a:r>
            <a:endParaRPr kumimoji="0" lang="en-GB" sz="10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Headline" panose="020B0504020201020104" pitchFamily="34" charset="0"/>
              <a:ea typeface="+mn-ea"/>
              <a:cs typeface="+mn-cs"/>
            </a:endParaRPr>
          </a:p>
        </p:txBody>
      </p:sp>
      <p:sp>
        <p:nvSpPr>
          <p:cNvPr id="151" name="Rectangle 18"/>
          <p:cNvSpPr>
            <a:spLocks noChangeArrowheads="1"/>
          </p:cNvSpPr>
          <p:nvPr/>
        </p:nvSpPr>
        <p:spPr bwMode="auto">
          <a:xfrm>
            <a:off x="1354069" y="4139833"/>
            <a:ext cx="1363192" cy="1800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altLang="pt-PT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+mn-cs"/>
              </a:rPr>
              <a:t>Empréstimos</a:t>
            </a:r>
          </a:p>
        </p:txBody>
      </p:sp>
      <p:sp>
        <p:nvSpPr>
          <p:cNvPr id="152" name="Rectangle 32"/>
          <p:cNvSpPr>
            <a:spLocks noChangeArrowheads="1"/>
          </p:cNvSpPr>
          <p:nvPr/>
        </p:nvSpPr>
        <p:spPr bwMode="auto">
          <a:xfrm>
            <a:off x="1354069" y="2658469"/>
            <a:ext cx="1363192" cy="1800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pt-PT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+mn-cs"/>
              </a:rPr>
              <a:t>Riscos</a:t>
            </a:r>
          </a:p>
        </p:txBody>
      </p:sp>
      <p:sp>
        <p:nvSpPr>
          <p:cNvPr id="153" name="Rectangle 30"/>
          <p:cNvSpPr>
            <a:spLocks noChangeArrowheads="1"/>
          </p:cNvSpPr>
          <p:nvPr/>
        </p:nvSpPr>
        <p:spPr bwMode="auto">
          <a:xfrm>
            <a:off x="1354069" y="4880515"/>
            <a:ext cx="1363192" cy="1800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altLang="pt-PT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+mn-cs"/>
              </a:rPr>
              <a:t>BDP</a:t>
            </a:r>
          </a:p>
        </p:txBody>
      </p:sp>
      <p:sp>
        <p:nvSpPr>
          <p:cNvPr id="154" name="Rectangle 18"/>
          <p:cNvSpPr>
            <a:spLocks noChangeArrowheads="1"/>
          </p:cNvSpPr>
          <p:nvPr/>
        </p:nvSpPr>
        <p:spPr bwMode="auto">
          <a:xfrm>
            <a:off x="1354069" y="3646045"/>
            <a:ext cx="1363192" cy="1800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pt-PT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+mn-cs"/>
              </a:rPr>
              <a:t>Contencioso</a:t>
            </a:r>
          </a:p>
        </p:txBody>
      </p:sp>
      <p:sp>
        <p:nvSpPr>
          <p:cNvPr id="155" name="Rectangle 30">
            <a:extLst>
              <a:ext uri="{FF2B5EF4-FFF2-40B4-BE49-F238E27FC236}">
                <a16:creationId xmlns:a16="http://schemas.microsoft.com/office/drawing/2014/main" id="{14EFBA94-FC78-49EB-A4AF-BA9FC608C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4069" y="3152257"/>
            <a:ext cx="1363192" cy="1800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altLang="pt-PT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+mn-cs"/>
              </a:rPr>
              <a:t>Empréstimos</a:t>
            </a:r>
          </a:p>
        </p:txBody>
      </p:sp>
      <p:sp>
        <p:nvSpPr>
          <p:cNvPr id="156" name="Rectangle 30">
            <a:extLst>
              <a:ext uri="{FF2B5EF4-FFF2-40B4-BE49-F238E27FC236}">
                <a16:creationId xmlns:a16="http://schemas.microsoft.com/office/drawing/2014/main" id="{677869A8-986F-4D44-A6FC-F1C6CE9DB3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4069" y="4386727"/>
            <a:ext cx="1363192" cy="1800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altLang="pt-PT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+mn-cs"/>
              </a:rPr>
              <a:t>Contabilidade</a:t>
            </a:r>
          </a:p>
        </p:txBody>
      </p:sp>
      <p:sp>
        <p:nvSpPr>
          <p:cNvPr id="157" name="Rectangle 32">
            <a:extLst>
              <a:ext uri="{FF2B5EF4-FFF2-40B4-BE49-F238E27FC236}">
                <a16:creationId xmlns:a16="http://schemas.microsoft.com/office/drawing/2014/main" id="{0C2E659E-B60D-4106-8DA8-791A90E668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4069" y="2905363"/>
            <a:ext cx="1363192" cy="1800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pt-PT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+mn-cs"/>
              </a:rPr>
              <a:t>MUG</a:t>
            </a:r>
          </a:p>
        </p:txBody>
      </p:sp>
      <p:sp>
        <p:nvSpPr>
          <p:cNvPr id="158" name="Rectangle 32">
            <a:extLst>
              <a:ext uri="{FF2B5EF4-FFF2-40B4-BE49-F238E27FC236}">
                <a16:creationId xmlns:a16="http://schemas.microsoft.com/office/drawing/2014/main" id="{A1B0947F-D6DD-43A8-A34D-42F678EE52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4069" y="2411575"/>
            <a:ext cx="1363192" cy="1800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pt-PT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+mn-cs"/>
              </a:rPr>
              <a:t>Finrep</a:t>
            </a:r>
          </a:p>
        </p:txBody>
      </p:sp>
      <p:sp>
        <p:nvSpPr>
          <p:cNvPr id="159" name="Rectangle 18">
            <a:extLst>
              <a:ext uri="{FF2B5EF4-FFF2-40B4-BE49-F238E27FC236}">
                <a16:creationId xmlns:a16="http://schemas.microsoft.com/office/drawing/2014/main" id="{CF6ECD96-2963-4F6B-9547-F4ECB6D31B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4069" y="3892939"/>
            <a:ext cx="1363192" cy="1800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pt-PT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+mn-cs"/>
              </a:rPr>
              <a:t>Capital</a:t>
            </a:r>
          </a:p>
        </p:txBody>
      </p:sp>
      <p:sp>
        <p:nvSpPr>
          <p:cNvPr id="160" name="Rectangle 30">
            <a:extLst>
              <a:ext uri="{FF2B5EF4-FFF2-40B4-BE49-F238E27FC236}">
                <a16:creationId xmlns:a16="http://schemas.microsoft.com/office/drawing/2014/main" id="{14EFBA94-FC78-49EB-A4AF-BA9FC608C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2971" y="3399151"/>
            <a:ext cx="1363192" cy="1800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altLang="pt-PT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+mn-cs"/>
              </a:rPr>
              <a:t>Imparidade</a:t>
            </a:r>
          </a:p>
        </p:txBody>
      </p:sp>
      <p:sp>
        <p:nvSpPr>
          <p:cNvPr id="161" name="Rectangle 30">
            <a:extLst>
              <a:ext uri="{FF2B5EF4-FFF2-40B4-BE49-F238E27FC236}">
                <a16:creationId xmlns:a16="http://schemas.microsoft.com/office/drawing/2014/main" id="{677869A8-986F-4D44-A6FC-F1C6CE9DB3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9766" y="4633621"/>
            <a:ext cx="1363192" cy="1800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altLang="pt-PT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+mn-cs"/>
              </a:rPr>
              <a:t>Títulos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91CDA135-DCE9-4423-9C48-D0BC8EB548FB}"/>
              </a:ext>
            </a:extLst>
          </p:cNvPr>
          <p:cNvSpPr txBox="1"/>
          <p:nvPr/>
        </p:nvSpPr>
        <p:spPr>
          <a:xfrm>
            <a:off x="3580079" y="5692956"/>
            <a:ext cx="211194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pt-PT" sz="1000" b="1" i="1" dirty="0" smtClean="0">
                <a:solidFill>
                  <a:prstClr val="black"/>
                </a:solidFill>
                <a:latin typeface="Santander Text" panose="020B0504020201020104" pitchFamily="34" charset="0"/>
              </a:rPr>
              <a:t>Data </a:t>
            </a:r>
            <a:r>
              <a:rPr lang="pt-PT" sz="1000" b="1" i="1" dirty="0" err="1" smtClean="0">
                <a:solidFill>
                  <a:prstClr val="black"/>
                </a:solidFill>
                <a:latin typeface="Santander Text" panose="020B0504020201020104" pitchFamily="34" charset="0"/>
              </a:rPr>
              <a:t>Lake</a:t>
            </a:r>
            <a:r>
              <a:rPr lang="pt-PT" sz="1000" b="1" i="1" dirty="0" smtClean="0">
                <a:solidFill>
                  <a:prstClr val="black"/>
                </a:solidFill>
                <a:latin typeface="Santander Text" panose="020B0504020201020104" pitchFamily="34" charset="0"/>
              </a:rPr>
              <a:t> – </a:t>
            </a:r>
            <a:r>
              <a:rPr lang="pt-PT" sz="1000" b="1" i="1" dirty="0" err="1" smtClean="0">
                <a:solidFill>
                  <a:prstClr val="black"/>
                </a:solidFill>
                <a:latin typeface="Santander Text" panose="020B0504020201020104" pitchFamily="34" charset="0"/>
              </a:rPr>
              <a:t>Loan</a:t>
            </a:r>
            <a:r>
              <a:rPr lang="pt-PT" sz="1000" b="1" i="1" dirty="0" smtClean="0">
                <a:solidFill>
                  <a:prstClr val="black"/>
                </a:solidFill>
                <a:latin typeface="Santander Text" panose="020B0504020201020104" pitchFamily="34" charset="0"/>
              </a:rPr>
              <a:t> Tape</a:t>
            </a:r>
            <a:endParaRPr lang="pt-PT" sz="1000" b="1" i="1" dirty="0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sp>
        <p:nvSpPr>
          <p:cNvPr id="163" name="Rectangle 30"/>
          <p:cNvSpPr>
            <a:spLocks noChangeArrowheads="1"/>
          </p:cNvSpPr>
          <p:nvPr/>
        </p:nvSpPr>
        <p:spPr bwMode="auto">
          <a:xfrm>
            <a:off x="1359766" y="5127409"/>
            <a:ext cx="1363192" cy="1800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altLang="pt-PT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+mn-cs"/>
              </a:rPr>
              <a:t>ALM</a:t>
            </a:r>
          </a:p>
        </p:txBody>
      </p:sp>
      <p:sp>
        <p:nvSpPr>
          <p:cNvPr id="164" name="Rectangle 30"/>
          <p:cNvSpPr>
            <a:spLocks noChangeArrowheads="1"/>
          </p:cNvSpPr>
          <p:nvPr/>
        </p:nvSpPr>
        <p:spPr bwMode="auto">
          <a:xfrm>
            <a:off x="1359766" y="5374303"/>
            <a:ext cx="1363192" cy="1800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altLang="pt-PT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+mn-cs"/>
              </a:rPr>
              <a:t>MIS</a:t>
            </a:r>
          </a:p>
        </p:txBody>
      </p:sp>
      <p:sp>
        <p:nvSpPr>
          <p:cNvPr id="165" name="Rectangle 30"/>
          <p:cNvSpPr>
            <a:spLocks noChangeArrowheads="1"/>
          </p:cNvSpPr>
          <p:nvPr/>
        </p:nvSpPr>
        <p:spPr bwMode="auto">
          <a:xfrm>
            <a:off x="1359766" y="5621200"/>
            <a:ext cx="1363192" cy="1800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altLang="pt-PT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+mn-cs"/>
              </a:rPr>
              <a:t>…</a:t>
            </a:r>
          </a:p>
        </p:txBody>
      </p:sp>
      <p:grpSp>
        <p:nvGrpSpPr>
          <p:cNvPr id="166" name="Group 165"/>
          <p:cNvGrpSpPr/>
          <p:nvPr/>
        </p:nvGrpSpPr>
        <p:grpSpPr>
          <a:xfrm>
            <a:off x="6514847" y="2462094"/>
            <a:ext cx="729047" cy="553048"/>
            <a:chOff x="2988362" y="1267823"/>
            <a:chExt cx="737727" cy="564878"/>
          </a:xfrm>
        </p:grpSpPr>
        <p:pic>
          <p:nvPicPr>
            <p:cNvPr id="167" name="Picture 14" descr="Simple computer screen icon computer #AD , #Affiliate, #sponsored, #computer,  #screen, #icon, #Simple | Camera illustration, Screen icon, Computer logo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61211" y="1267823"/>
              <a:ext cx="564878" cy="5648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8" name="Picture 16" descr="User shape - Free people icons"/>
            <p:cNvPicPr>
              <a:picLocks noChangeAspect="1" noChangeArrowheads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88362" y="1471582"/>
              <a:ext cx="345698" cy="3456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69" name="CuadroTexto 86"/>
          <p:cNvSpPr txBox="1"/>
          <p:nvPr/>
        </p:nvSpPr>
        <p:spPr>
          <a:xfrm>
            <a:off x="6294596" y="2309961"/>
            <a:ext cx="1262685" cy="288791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 defTabSz="914400"/>
            <a:r>
              <a:rPr lang="es-ES" sz="1000" b="1" i="1" dirty="0" smtClean="0">
                <a:solidFill>
                  <a:prstClr val="black"/>
                </a:solidFill>
                <a:latin typeface="Santander Text" panose="020B0504020201020104" pitchFamily="34" charset="0"/>
              </a:rPr>
              <a:t>Front Datalake </a:t>
            </a:r>
            <a:r>
              <a:rPr lang="es-ES" sz="1000" b="1" i="1" dirty="0" err="1" smtClean="0">
                <a:solidFill>
                  <a:prstClr val="black"/>
                </a:solidFill>
                <a:latin typeface="Santander Text" panose="020B0504020201020104" pitchFamily="34" charset="0"/>
              </a:rPr>
              <a:t>Hub</a:t>
            </a:r>
            <a:endParaRPr lang="es-ES" sz="1000" b="1" i="1" dirty="0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48CAED7A-A528-4152-B5B5-C4B98F66A0C8}"/>
              </a:ext>
            </a:extLst>
          </p:cNvPr>
          <p:cNvGrpSpPr/>
          <p:nvPr/>
        </p:nvGrpSpPr>
        <p:grpSpPr>
          <a:xfrm>
            <a:off x="4159827" y="2832259"/>
            <a:ext cx="982327" cy="240407"/>
            <a:chOff x="3608497" y="4223067"/>
            <a:chExt cx="952559" cy="323062"/>
          </a:xfrm>
        </p:grpSpPr>
        <p:sp>
          <p:nvSpPr>
            <p:cNvPr id="171" name="Fluxograma: multidocumentos 215">
              <a:extLst>
                <a:ext uri="{FF2B5EF4-FFF2-40B4-BE49-F238E27FC236}">
                  <a16:creationId xmlns:a16="http://schemas.microsoft.com/office/drawing/2014/main" id="{55D81000-F466-483E-AF13-600FF3A37032}"/>
                </a:ext>
              </a:extLst>
            </p:cNvPr>
            <p:cNvSpPr/>
            <p:nvPr/>
          </p:nvSpPr>
          <p:spPr>
            <a:xfrm>
              <a:off x="3608497" y="4223067"/>
              <a:ext cx="814813" cy="323062"/>
            </a:xfrm>
            <a:prstGeom prst="flowChartMultidocument">
              <a:avLst/>
            </a:prstGeom>
            <a:solidFill>
              <a:sysClr val="window" lastClr="FFFFFF"/>
            </a:solidFill>
            <a:ln w="31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0" rIns="36000" bIns="0"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800" b="0" i="0" u="none" strike="noStrike" kern="0" cap="none" spc="0" normalizeH="0" baseline="30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2" name="CaixaDeTexto 167">
              <a:extLst>
                <a:ext uri="{FF2B5EF4-FFF2-40B4-BE49-F238E27FC236}">
                  <a16:creationId xmlns:a16="http://schemas.microsoft.com/office/drawing/2014/main" id="{748ACA4D-EFBB-4C32-AFBC-9EC9A4B63BDE}"/>
                </a:ext>
              </a:extLst>
            </p:cNvPr>
            <p:cNvSpPr txBox="1"/>
            <p:nvPr/>
          </p:nvSpPr>
          <p:spPr>
            <a:xfrm>
              <a:off x="3613291" y="4247645"/>
              <a:ext cx="947765" cy="2895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800" b="0" i="1" u="none" strike="noStrike" kern="0" cap="none" spc="0" normalizeH="0" baseline="0" noProof="0" dirty="0" smtClean="0">
                  <a:ln>
                    <a:noFill/>
                  </a:ln>
                  <a:solidFill>
                    <a:srgbClr val="E7E6E6">
                      <a:lumMod val="25000"/>
                    </a:srgbClr>
                  </a:solidFill>
                  <a:effectLst/>
                  <a:uLnTx/>
                  <a:uFillTx/>
                  <a:latin typeface="Santander Text" panose="020B0504020201020104" pitchFamily="34" charset="0"/>
                </a:rPr>
                <a:t>Input</a:t>
              </a:r>
              <a:r>
                <a:rPr kumimoji="0" lang="pt-PT" sz="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E7E6E6">
                      <a:lumMod val="25000"/>
                    </a:srgbClr>
                  </a:solidFill>
                  <a:effectLst/>
                  <a:uLnTx/>
                  <a:uFillTx/>
                  <a:latin typeface="Santander Text" panose="020B0504020201020104" pitchFamily="34" charset="0"/>
                </a:rPr>
                <a:t> Manual</a:t>
              </a:r>
            </a:p>
          </p:txBody>
        </p:sp>
      </p:grpSp>
      <p:cxnSp>
        <p:nvCxnSpPr>
          <p:cNvPr id="173" name="Conector angular 217">
            <a:extLst>
              <a:ext uri="{FF2B5EF4-FFF2-40B4-BE49-F238E27FC236}">
                <a16:creationId xmlns:a16="http://schemas.microsoft.com/office/drawing/2014/main" id="{104FF1AD-6C79-410F-877A-A8EED90DF68C}"/>
              </a:ext>
            </a:extLst>
          </p:cNvPr>
          <p:cNvCxnSpPr>
            <a:cxnSpLocks/>
            <a:stCxn id="171" idx="2"/>
          </p:cNvCxnSpPr>
          <p:nvPr/>
        </p:nvCxnSpPr>
        <p:spPr>
          <a:xfrm rot="16200000" flipH="1">
            <a:off x="4293689" y="3291408"/>
            <a:ext cx="457679" cy="1986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70AD47">
                <a:lumMod val="40000"/>
                <a:lumOff val="60000"/>
              </a:srgb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74" name="Elbow Connector 173"/>
          <p:cNvCxnSpPr>
            <a:endCxn id="172" idx="0"/>
          </p:cNvCxnSpPr>
          <p:nvPr/>
        </p:nvCxnSpPr>
        <p:spPr>
          <a:xfrm rot="10800000" flipV="1">
            <a:off x="4653463" y="2717593"/>
            <a:ext cx="1861384" cy="132956"/>
          </a:xfrm>
          <a:prstGeom prst="bentConnector2">
            <a:avLst/>
          </a:prstGeom>
          <a:noFill/>
          <a:ln w="9525" cap="flat" cmpd="sng" algn="ctr">
            <a:solidFill>
              <a:srgbClr val="70AD47">
                <a:lumMod val="40000"/>
                <a:lumOff val="60000"/>
              </a:srgbClr>
            </a:solidFill>
            <a:prstDash val="solid"/>
            <a:miter lim="800000"/>
            <a:tailEnd type="triangle"/>
          </a:ln>
          <a:effectLst/>
        </p:spPr>
      </p:cxnSp>
      <p:pic>
        <p:nvPicPr>
          <p:cNvPr id="175" name="Picture 25" descr="database table&quot; Icon - Download for free – Iconduck"/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7945" y="3566417"/>
            <a:ext cx="409005" cy="409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6" name="CuadroTexto 86"/>
          <p:cNvSpPr txBox="1"/>
          <p:nvPr/>
        </p:nvSpPr>
        <p:spPr>
          <a:xfrm>
            <a:off x="3926454" y="3929621"/>
            <a:ext cx="1262685" cy="288791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 defTabSz="914400"/>
            <a:r>
              <a:rPr lang="es-ES" sz="900" b="1" dirty="0" smtClean="0">
                <a:solidFill>
                  <a:prstClr val="black"/>
                </a:solidFill>
                <a:latin typeface="Santander Text" panose="020B0504020201020104" pitchFamily="34" charset="0"/>
              </a:rPr>
              <a:t>Parametrizações</a:t>
            </a:r>
            <a:endParaRPr lang="es-ES" sz="900" b="1" dirty="0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grpSp>
        <p:nvGrpSpPr>
          <p:cNvPr id="177" name="Grupo 83">
            <a:extLst>
              <a:ext uri="{FF2B5EF4-FFF2-40B4-BE49-F238E27FC236}">
                <a16:creationId xmlns:a16="http://schemas.microsoft.com/office/drawing/2014/main" id="{DA7F669B-1774-4125-9922-8107A6911262}"/>
              </a:ext>
            </a:extLst>
          </p:cNvPr>
          <p:cNvGrpSpPr/>
          <p:nvPr/>
        </p:nvGrpSpPr>
        <p:grpSpPr>
          <a:xfrm>
            <a:off x="5421113" y="4640757"/>
            <a:ext cx="372432" cy="404986"/>
            <a:chOff x="8038758" y="3835908"/>
            <a:chExt cx="1282700" cy="1173653"/>
          </a:xfrm>
          <a:solidFill>
            <a:srgbClr val="FFC000"/>
          </a:solidFill>
        </p:grpSpPr>
        <p:sp>
          <p:nvSpPr>
            <p:cNvPr id="178" name="Disco magnético 89">
              <a:extLst>
                <a:ext uri="{FF2B5EF4-FFF2-40B4-BE49-F238E27FC236}">
                  <a16:creationId xmlns:a16="http://schemas.microsoft.com/office/drawing/2014/main" id="{8B9BAC6E-9E5D-4251-8CC2-278BAAAA04D3}"/>
                </a:ext>
              </a:extLst>
            </p:cNvPr>
            <p:cNvSpPr/>
            <p:nvPr/>
          </p:nvSpPr>
          <p:spPr>
            <a:xfrm>
              <a:off x="8038758" y="4560176"/>
              <a:ext cx="1282700" cy="449385"/>
            </a:xfrm>
            <a:prstGeom prst="flowChartMagneticDisk">
              <a:avLst/>
            </a:prstGeom>
            <a:grpFill/>
            <a:ln w="12700" cap="flat" cmpd="sng" algn="ctr">
              <a:solidFill>
                <a:srgbClr val="70AD47">
                  <a:lumMod val="20000"/>
                  <a:lumOff val="8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9" name="Disco magnético 91">
              <a:extLst>
                <a:ext uri="{FF2B5EF4-FFF2-40B4-BE49-F238E27FC236}">
                  <a16:creationId xmlns:a16="http://schemas.microsoft.com/office/drawing/2014/main" id="{07023724-C232-4DCE-B2AD-572B51780A59}"/>
                </a:ext>
              </a:extLst>
            </p:cNvPr>
            <p:cNvSpPr/>
            <p:nvPr/>
          </p:nvSpPr>
          <p:spPr>
            <a:xfrm>
              <a:off x="8038758" y="4198042"/>
              <a:ext cx="1282700" cy="449385"/>
            </a:xfrm>
            <a:prstGeom prst="flowChartMagneticDisk">
              <a:avLst/>
            </a:prstGeom>
            <a:grpFill/>
            <a:ln w="12700" cap="flat" cmpd="sng" algn="ctr">
              <a:solidFill>
                <a:srgbClr val="70AD47">
                  <a:lumMod val="20000"/>
                  <a:lumOff val="8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0" name="Disco magnético 92">
              <a:extLst>
                <a:ext uri="{FF2B5EF4-FFF2-40B4-BE49-F238E27FC236}">
                  <a16:creationId xmlns:a16="http://schemas.microsoft.com/office/drawing/2014/main" id="{BCF97D6A-1EB0-49D3-A831-DC139A5D34ED}"/>
                </a:ext>
              </a:extLst>
            </p:cNvPr>
            <p:cNvSpPr/>
            <p:nvPr/>
          </p:nvSpPr>
          <p:spPr>
            <a:xfrm>
              <a:off x="8038758" y="3835908"/>
              <a:ext cx="1282700" cy="449385"/>
            </a:xfrm>
            <a:prstGeom prst="flowChartMagneticDisk">
              <a:avLst/>
            </a:prstGeom>
            <a:grpFill/>
            <a:ln w="12700" cap="flat" cmpd="sng" algn="ctr">
              <a:solidFill>
                <a:srgbClr val="70AD47">
                  <a:lumMod val="20000"/>
                  <a:lumOff val="8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81" name="CuadroTexto 86"/>
          <p:cNvSpPr txBox="1"/>
          <p:nvPr/>
        </p:nvSpPr>
        <p:spPr>
          <a:xfrm>
            <a:off x="5000103" y="5033856"/>
            <a:ext cx="1262685" cy="288791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 defTabSz="914400"/>
            <a:r>
              <a:rPr lang="es-ES" sz="900" b="1" dirty="0" smtClean="0">
                <a:solidFill>
                  <a:prstClr val="black"/>
                </a:solidFill>
                <a:latin typeface="Santander Text" panose="020B0504020201020104" pitchFamily="34" charset="0"/>
              </a:rPr>
              <a:t>Universo</a:t>
            </a:r>
            <a:endParaRPr lang="es-ES" sz="900" b="1" dirty="0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cxnSp>
        <p:nvCxnSpPr>
          <p:cNvPr id="182" name="Elbow Connector 181"/>
          <p:cNvCxnSpPr>
            <a:stCxn id="158" idx="3"/>
            <a:endCxn id="179" idx="2"/>
          </p:cNvCxnSpPr>
          <p:nvPr/>
        </p:nvCxnSpPr>
        <p:spPr>
          <a:xfrm>
            <a:off x="2717261" y="2501575"/>
            <a:ext cx="2703852" cy="2341676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83" name="Elbow Connector 182"/>
          <p:cNvCxnSpPr>
            <a:stCxn id="175" idx="2"/>
            <a:endCxn id="179" idx="2"/>
          </p:cNvCxnSpPr>
          <p:nvPr/>
        </p:nvCxnSpPr>
        <p:spPr>
          <a:xfrm rot="16200000" flipH="1">
            <a:off x="4537866" y="3960003"/>
            <a:ext cx="867829" cy="898665"/>
          </a:xfrm>
          <a:prstGeom prst="bentConnector2">
            <a:avLst/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  <a:tailEnd type="triangle"/>
          </a:ln>
          <a:effectLst/>
        </p:spPr>
      </p:cxnSp>
      <p:pic>
        <p:nvPicPr>
          <p:cNvPr id="184" name="Picture 25" descr="database table&quot; Icon - Download for free – Iconduck"/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5662" y="3538095"/>
            <a:ext cx="370567" cy="370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85" name="Group 184"/>
          <p:cNvGrpSpPr/>
          <p:nvPr/>
        </p:nvGrpSpPr>
        <p:grpSpPr>
          <a:xfrm>
            <a:off x="6210095" y="3223800"/>
            <a:ext cx="2268887" cy="2503429"/>
            <a:chOff x="6210095" y="2525811"/>
            <a:chExt cx="2091549" cy="2660071"/>
          </a:xfrm>
        </p:grpSpPr>
        <p:sp>
          <p:nvSpPr>
            <p:cNvPr id="186" name="Rectángulo 302">
              <a:extLst>
                <a:ext uri="{FF2B5EF4-FFF2-40B4-BE49-F238E27FC236}">
                  <a16:creationId xmlns:a16="http://schemas.microsoft.com/office/drawing/2014/main" id="{8A9B3DBE-ACE6-4B81-ADD9-223668AAC958}"/>
                </a:ext>
              </a:extLst>
            </p:cNvPr>
            <p:cNvSpPr/>
            <p:nvPr/>
          </p:nvSpPr>
          <p:spPr>
            <a:xfrm>
              <a:off x="6363579" y="2721799"/>
              <a:ext cx="1938065" cy="2464083"/>
            </a:xfrm>
            <a:prstGeom prst="rect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87" name="Grupo 83">
              <a:extLst>
                <a:ext uri="{FF2B5EF4-FFF2-40B4-BE49-F238E27FC236}">
                  <a16:creationId xmlns:a16="http://schemas.microsoft.com/office/drawing/2014/main" id="{DA7F669B-1774-4125-9922-8107A6911262}"/>
                </a:ext>
              </a:extLst>
            </p:cNvPr>
            <p:cNvGrpSpPr/>
            <p:nvPr/>
          </p:nvGrpSpPr>
          <p:grpSpPr>
            <a:xfrm>
              <a:off x="6210095" y="2525811"/>
              <a:ext cx="343570" cy="355091"/>
              <a:chOff x="8038758" y="3835908"/>
              <a:chExt cx="1282700" cy="1173653"/>
            </a:xfrm>
            <a:solidFill>
              <a:srgbClr val="FFC000"/>
            </a:solidFill>
          </p:grpSpPr>
          <p:sp>
            <p:nvSpPr>
              <p:cNvPr id="188" name="Disco magnético 89">
                <a:extLst>
                  <a:ext uri="{FF2B5EF4-FFF2-40B4-BE49-F238E27FC236}">
                    <a16:creationId xmlns:a16="http://schemas.microsoft.com/office/drawing/2014/main" id="{8B9BAC6E-9E5D-4251-8CC2-278BAAAA04D3}"/>
                  </a:ext>
                </a:extLst>
              </p:cNvPr>
              <p:cNvSpPr/>
              <p:nvPr/>
            </p:nvSpPr>
            <p:spPr>
              <a:xfrm>
                <a:off x="8038758" y="4560176"/>
                <a:ext cx="1282700" cy="449385"/>
              </a:xfrm>
              <a:prstGeom prst="flowChartMagneticDisk">
                <a:avLst/>
              </a:prstGeom>
              <a:grpFill/>
              <a:ln w="12700" cap="flat" cmpd="sng" algn="ctr">
                <a:solidFill>
                  <a:srgbClr val="70AD47">
                    <a:lumMod val="20000"/>
                    <a:lumOff val="8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9" name="Disco magnético 91">
                <a:extLst>
                  <a:ext uri="{FF2B5EF4-FFF2-40B4-BE49-F238E27FC236}">
                    <a16:creationId xmlns:a16="http://schemas.microsoft.com/office/drawing/2014/main" id="{07023724-C232-4DCE-B2AD-572B51780A59}"/>
                  </a:ext>
                </a:extLst>
              </p:cNvPr>
              <p:cNvSpPr/>
              <p:nvPr/>
            </p:nvSpPr>
            <p:spPr>
              <a:xfrm>
                <a:off x="8038758" y="4198042"/>
                <a:ext cx="1282700" cy="449385"/>
              </a:xfrm>
              <a:prstGeom prst="flowChartMagneticDisk">
                <a:avLst/>
              </a:prstGeom>
              <a:grpFill/>
              <a:ln w="12700" cap="flat" cmpd="sng" algn="ctr">
                <a:solidFill>
                  <a:srgbClr val="70AD47">
                    <a:lumMod val="20000"/>
                    <a:lumOff val="8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0" name="Disco magnético 92">
                <a:extLst>
                  <a:ext uri="{FF2B5EF4-FFF2-40B4-BE49-F238E27FC236}">
                    <a16:creationId xmlns:a16="http://schemas.microsoft.com/office/drawing/2014/main" id="{BCF97D6A-1EB0-49D3-A831-DC139A5D34ED}"/>
                  </a:ext>
                </a:extLst>
              </p:cNvPr>
              <p:cNvSpPr/>
              <p:nvPr/>
            </p:nvSpPr>
            <p:spPr>
              <a:xfrm>
                <a:off x="8038758" y="3835908"/>
                <a:ext cx="1282700" cy="449385"/>
              </a:xfrm>
              <a:prstGeom prst="flowChartMagneticDisk">
                <a:avLst/>
              </a:prstGeom>
              <a:grpFill/>
              <a:ln w="12700" cap="flat" cmpd="sng" algn="ctr">
                <a:solidFill>
                  <a:srgbClr val="70AD47">
                    <a:lumMod val="20000"/>
                    <a:lumOff val="8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191" name="CuadroTexto 86"/>
          <p:cNvSpPr txBox="1"/>
          <p:nvPr/>
        </p:nvSpPr>
        <p:spPr>
          <a:xfrm>
            <a:off x="6225132" y="3872379"/>
            <a:ext cx="1262685" cy="288791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 defTabSz="914400"/>
            <a:r>
              <a:rPr lang="es-ES" sz="900" b="1" dirty="0" smtClean="0">
                <a:solidFill>
                  <a:prstClr val="black"/>
                </a:solidFill>
                <a:latin typeface="Santander Text" panose="020B0504020201020104" pitchFamily="34" charset="0"/>
              </a:rPr>
              <a:t>lt002_instrument</a:t>
            </a:r>
            <a:endParaRPr lang="es-ES" sz="900" b="1" dirty="0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sp>
        <p:nvSpPr>
          <p:cNvPr id="192" name="CuadroTexto 86"/>
          <p:cNvSpPr txBox="1"/>
          <p:nvPr/>
        </p:nvSpPr>
        <p:spPr>
          <a:xfrm>
            <a:off x="6234191" y="4615814"/>
            <a:ext cx="1262685" cy="288791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 defTabSz="914400"/>
            <a:r>
              <a:rPr lang="es-ES" sz="900" b="1" dirty="0" smtClean="0">
                <a:solidFill>
                  <a:prstClr val="black"/>
                </a:solidFill>
                <a:latin typeface="Santander Text" panose="020B0504020201020104" pitchFamily="34" charset="0"/>
              </a:rPr>
              <a:t>lt003_entity</a:t>
            </a:r>
            <a:endParaRPr lang="es-ES" sz="900" b="1" dirty="0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sp>
        <p:nvSpPr>
          <p:cNvPr id="193" name="CuadroTexto 86"/>
          <p:cNvSpPr txBox="1"/>
          <p:nvPr/>
        </p:nvSpPr>
        <p:spPr>
          <a:xfrm>
            <a:off x="6234192" y="5388710"/>
            <a:ext cx="1262685" cy="288791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 defTabSz="914400"/>
            <a:r>
              <a:rPr lang="es-ES" sz="900" b="1" dirty="0">
                <a:solidFill>
                  <a:prstClr val="black"/>
                </a:solidFill>
                <a:latin typeface="Santander Text" panose="020B0504020201020104" pitchFamily="34" charset="0"/>
              </a:rPr>
              <a:t>lt004_protection</a:t>
            </a:r>
          </a:p>
        </p:txBody>
      </p:sp>
      <p:sp>
        <p:nvSpPr>
          <p:cNvPr id="194" name="CuadroTexto 86"/>
          <p:cNvSpPr txBox="1"/>
          <p:nvPr/>
        </p:nvSpPr>
        <p:spPr>
          <a:xfrm>
            <a:off x="7272507" y="5043747"/>
            <a:ext cx="1262685" cy="288791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 defTabSz="914400"/>
            <a:r>
              <a:rPr lang="es-ES" sz="900" b="1" dirty="0">
                <a:solidFill>
                  <a:prstClr val="black"/>
                </a:solidFill>
                <a:latin typeface="Santander Text" panose="020B0504020201020104" pitchFamily="34" charset="0"/>
              </a:rPr>
              <a:t>lt006_instr_prot</a:t>
            </a:r>
          </a:p>
        </p:txBody>
      </p:sp>
      <p:sp>
        <p:nvSpPr>
          <p:cNvPr id="195" name="CuadroTexto 86"/>
          <p:cNvSpPr txBox="1"/>
          <p:nvPr/>
        </p:nvSpPr>
        <p:spPr>
          <a:xfrm>
            <a:off x="7268084" y="4197079"/>
            <a:ext cx="1262685" cy="288791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 defTabSz="914400"/>
            <a:r>
              <a:rPr lang="es-ES" sz="900" b="1" dirty="0">
                <a:solidFill>
                  <a:prstClr val="black"/>
                </a:solidFill>
                <a:latin typeface="Santander Text" panose="020B0504020201020104" pitchFamily="34" charset="0"/>
              </a:rPr>
              <a:t>lt005_instr_ent</a:t>
            </a:r>
          </a:p>
        </p:txBody>
      </p:sp>
      <p:pic>
        <p:nvPicPr>
          <p:cNvPr id="196" name="Picture 25" descr="database table&quot; Icon - Download for free – Iconduck"/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5662" y="4267531"/>
            <a:ext cx="370567" cy="370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7" name="Picture 25" descr="database table&quot; Icon - Download for free – Iconduck"/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5662" y="5037250"/>
            <a:ext cx="370567" cy="370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8" name="Picture 25" descr="database table&quot; Icon - Download for free – Iconduck"/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9162" y="4707354"/>
            <a:ext cx="370567" cy="370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9" name="Picture 25" descr="database table&quot; Icon - Download for free – Iconduck"/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4142" y="3807528"/>
            <a:ext cx="370567" cy="370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0" name="CuadroTexto 86"/>
          <p:cNvSpPr txBox="1"/>
          <p:nvPr/>
        </p:nvSpPr>
        <p:spPr>
          <a:xfrm>
            <a:off x="5783045" y="3020434"/>
            <a:ext cx="1262685" cy="288791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 defTabSz="914400"/>
            <a:r>
              <a:rPr lang="es-ES" sz="900" b="1" dirty="0" smtClean="0">
                <a:solidFill>
                  <a:prstClr val="black"/>
                </a:solidFill>
                <a:latin typeface="Santander Text" panose="020B0504020201020104" pitchFamily="34" charset="0"/>
              </a:rPr>
              <a:t>Output</a:t>
            </a:r>
            <a:endParaRPr lang="es-ES" sz="900" b="1" dirty="0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cxnSp>
        <p:nvCxnSpPr>
          <p:cNvPr id="201" name="Elbow Connector 200"/>
          <p:cNvCxnSpPr>
            <a:stCxn id="179" idx="4"/>
          </p:cNvCxnSpPr>
          <p:nvPr/>
        </p:nvCxnSpPr>
        <p:spPr>
          <a:xfrm flipV="1">
            <a:off x="5793545" y="4840640"/>
            <a:ext cx="602899" cy="2611"/>
          </a:xfrm>
          <a:prstGeom prst="bentConnector3">
            <a:avLst/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02" name="Straight Arrow Connector 201"/>
          <p:cNvCxnSpPr/>
          <p:nvPr/>
        </p:nvCxnSpPr>
        <p:spPr>
          <a:xfrm flipV="1">
            <a:off x="2904858" y="5404889"/>
            <a:ext cx="3471735" cy="5587"/>
          </a:xfrm>
          <a:prstGeom prst="straightConnector1">
            <a:avLst/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03" name="Elbow Connector 202"/>
          <p:cNvCxnSpPr>
            <a:stCxn id="167" idx="2"/>
            <a:endCxn id="180" idx="0"/>
          </p:cNvCxnSpPr>
          <p:nvPr/>
        </p:nvCxnSpPr>
        <p:spPr>
          <a:xfrm rot="5400000">
            <a:off x="5447402" y="3175070"/>
            <a:ext cx="1677304" cy="1357449"/>
          </a:xfrm>
          <a:prstGeom prst="bentConnector3">
            <a:avLst>
              <a:gd name="adj1" fmla="val 3661"/>
            </a:avLst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  <a:tailEnd type="triangle"/>
          </a:ln>
          <a:effectLst/>
        </p:spPr>
      </p:cxnSp>
      <p:pic>
        <p:nvPicPr>
          <p:cNvPr id="204" name="Picture 31" descr="process&quot; Icon - Download for free – Iconduck"/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7969" y="3545172"/>
            <a:ext cx="258719" cy="258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" name="Picture 31" descr="process&quot; Icon - Download for free – Iconduck"/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5637" y="4868878"/>
            <a:ext cx="258719" cy="258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6" name="Elbow Connector 205"/>
          <p:cNvCxnSpPr>
            <a:stCxn id="167" idx="3"/>
            <a:endCxn id="205" idx="0"/>
          </p:cNvCxnSpPr>
          <p:nvPr/>
        </p:nvCxnSpPr>
        <p:spPr>
          <a:xfrm>
            <a:off x="7243894" y="2738618"/>
            <a:ext cx="1781103" cy="2130260"/>
          </a:xfrm>
          <a:prstGeom prst="bentConnector2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grpSp>
        <p:nvGrpSpPr>
          <p:cNvPr id="207" name="Group 206"/>
          <p:cNvGrpSpPr/>
          <p:nvPr/>
        </p:nvGrpSpPr>
        <p:grpSpPr>
          <a:xfrm>
            <a:off x="10022913" y="4321985"/>
            <a:ext cx="1288224" cy="1197598"/>
            <a:chOff x="10072503" y="3823289"/>
            <a:chExt cx="1288224" cy="1197598"/>
          </a:xfrm>
        </p:grpSpPr>
        <p:grpSp>
          <p:nvGrpSpPr>
            <p:cNvPr id="208" name="Group 207"/>
            <p:cNvGrpSpPr/>
            <p:nvPr/>
          </p:nvGrpSpPr>
          <p:grpSpPr>
            <a:xfrm>
              <a:off x="10072503" y="3823289"/>
              <a:ext cx="1288224" cy="1197598"/>
              <a:chOff x="9692355" y="3184592"/>
              <a:chExt cx="1358030" cy="1232799"/>
            </a:xfrm>
          </p:grpSpPr>
          <p:sp>
            <p:nvSpPr>
              <p:cNvPr id="210" name="Rectángulo 302">
                <a:extLst>
                  <a:ext uri="{FF2B5EF4-FFF2-40B4-BE49-F238E27FC236}">
                    <a16:creationId xmlns:a16="http://schemas.microsoft.com/office/drawing/2014/main" id="{8A9B3DBE-ACE6-4B81-ADD9-223668AAC958}"/>
                  </a:ext>
                </a:extLst>
              </p:cNvPr>
              <p:cNvSpPr/>
              <p:nvPr/>
            </p:nvSpPr>
            <p:spPr>
              <a:xfrm>
                <a:off x="9815143" y="3348487"/>
                <a:ext cx="1235242" cy="1068904"/>
              </a:xfrm>
              <a:prstGeom prst="rect">
                <a:avLst/>
              </a:prstGeom>
              <a:noFill/>
              <a:ln w="12700" cap="flat" cmpd="sng" algn="ctr">
                <a:solidFill>
                  <a:sysClr val="window" lastClr="FFFFFF">
                    <a:lumMod val="85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pic>
            <p:nvPicPr>
              <p:cNvPr id="211" name="Picture 210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692355" y="3184592"/>
                <a:ext cx="283429" cy="192090"/>
              </a:xfrm>
              <a:prstGeom prst="rect">
                <a:avLst/>
              </a:prstGeom>
            </p:spPr>
          </p:pic>
        </p:grpSp>
        <p:pic>
          <p:nvPicPr>
            <p:cNvPr id="209" name="Picture 36" descr="File - Free files and folders icons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67761" y="4272995"/>
              <a:ext cx="442633" cy="4426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212" name="Straight Arrow Connector 211"/>
          <p:cNvCxnSpPr>
            <a:endCxn id="210" idx="1"/>
          </p:cNvCxnSpPr>
          <p:nvPr/>
        </p:nvCxnSpPr>
        <p:spPr>
          <a:xfrm flipV="1">
            <a:off x="9227541" y="5000392"/>
            <a:ext cx="911848" cy="10932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13" name="Straight Arrow Connector 212"/>
          <p:cNvCxnSpPr>
            <a:endCxn id="205" idx="1"/>
          </p:cNvCxnSpPr>
          <p:nvPr/>
        </p:nvCxnSpPr>
        <p:spPr>
          <a:xfrm>
            <a:off x="8494717" y="4998238"/>
            <a:ext cx="400920" cy="0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14" name="TextBox 213"/>
          <p:cNvSpPr txBox="1"/>
          <p:nvPr/>
        </p:nvSpPr>
        <p:spPr>
          <a:xfrm>
            <a:off x="9478527" y="5724567"/>
            <a:ext cx="206155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pt-PT" sz="1000" dirty="0" smtClean="0">
                <a:solidFill>
                  <a:prstClr val="black"/>
                </a:solidFill>
                <a:latin typeface="Calibri" panose="020F0502020204030204"/>
              </a:rPr>
              <a:t>Legenda:</a:t>
            </a:r>
            <a:endParaRPr lang="pt-PT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15" name="Straight Connector 214"/>
          <p:cNvCxnSpPr/>
          <p:nvPr/>
        </p:nvCxnSpPr>
        <p:spPr>
          <a:xfrm>
            <a:off x="9741380" y="5964596"/>
            <a:ext cx="383765" cy="0"/>
          </a:xfrm>
          <a:prstGeom prst="line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16" name="Straight Connector 215"/>
          <p:cNvCxnSpPr/>
          <p:nvPr/>
        </p:nvCxnSpPr>
        <p:spPr>
          <a:xfrm>
            <a:off x="9741380" y="6099960"/>
            <a:ext cx="383765" cy="0"/>
          </a:xfrm>
          <a:prstGeom prst="line">
            <a:avLst/>
          </a:prstGeom>
          <a:noFill/>
          <a:ln w="6350" cap="flat" cmpd="sng" algn="ctr">
            <a:solidFill>
              <a:srgbClr val="70AD47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17" name="Straight Connector 216"/>
          <p:cNvCxnSpPr/>
          <p:nvPr/>
        </p:nvCxnSpPr>
        <p:spPr>
          <a:xfrm>
            <a:off x="9741380" y="6237812"/>
            <a:ext cx="383765" cy="0"/>
          </a:xfrm>
          <a:prstGeom prst="line">
            <a:avLst/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  <a:tailEnd type="triangle"/>
          </a:ln>
          <a:effectLst/>
        </p:spPr>
      </p:cxnSp>
      <p:sp>
        <p:nvSpPr>
          <p:cNvPr id="218" name="TextBox 217"/>
          <p:cNvSpPr txBox="1"/>
          <p:nvPr/>
        </p:nvSpPr>
        <p:spPr>
          <a:xfrm>
            <a:off x="10146286" y="5849180"/>
            <a:ext cx="20615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pt-PT" sz="900" dirty="0" smtClean="0">
                <a:solidFill>
                  <a:prstClr val="black"/>
                </a:solidFill>
                <a:latin typeface="Calibri" panose="020F0502020204030204"/>
              </a:rPr>
              <a:t>Extrações</a:t>
            </a:r>
            <a:endParaRPr lang="pt-PT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9" name="TextBox 218"/>
          <p:cNvSpPr txBox="1"/>
          <p:nvPr/>
        </p:nvSpPr>
        <p:spPr>
          <a:xfrm>
            <a:off x="10146286" y="5990656"/>
            <a:ext cx="20615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pt-PT" sz="900" dirty="0" smtClean="0">
                <a:solidFill>
                  <a:prstClr val="black"/>
                </a:solidFill>
                <a:latin typeface="Calibri" panose="020F0502020204030204"/>
              </a:rPr>
              <a:t>Atualização Parametrizações</a:t>
            </a:r>
            <a:endParaRPr lang="pt-PT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0" name="TextBox 219"/>
          <p:cNvSpPr txBox="1"/>
          <p:nvPr/>
        </p:nvSpPr>
        <p:spPr>
          <a:xfrm>
            <a:off x="10143099" y="6122396"/>
            <a:ext cx="20615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pt-PT" sz="900" dirty="0" smtClean="0">
                <a:solidFill>
                  <a:prstClr val="black"/>
                </a:solidFill>
                <a:latin typeface="Calibri" panose="020F0502020204030204"/>
              </a:rPr>
              <a:t>Execução do motor</a:t>
            </a:r>
            <a:endParaRPr lang="pt-PT" sz="10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496813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" grpId="0" animBg="1"/>
      <p:bldP spid="149" grpId="0" animBg="1"/>
      <p:bldP spid="169" grpId="0"/>
      <p:bldP spid="176" grpId="0"/>
      <p:bldP spid="181" grpId="0"/>
      <p:bldP spid="191" grpId="0"/>
      <p:bldP spid="192" grpId="0"/>
      <p:bldP spid="193" grpId="0"/>
      <p:bldP spid="194" grpId="0"/>
      <p:bldP spid="195" grpId="0"/>
      <p:bldP spid="20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Group 3">
            <a:extLst>
              <a:ext uri="{FF2B5EF4-FFF2-40B4-BE49-F238E27FC236}">
                <a16:creationId xmlns:a16="http://schemas.microsoft.com/office/drawing/2014/main" id="{77D0F5B5-9F31-E4AE-3271-9C61E6DE5B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6083378"/>
              </p:ext>
            </p:extLst>
          </p:nvPr>
        </p:nvGraphicFramePr>
        <p:xfrm>
          <a:off x="4327808" y="1144033"/>
          <a:ext cx="3630300" cy="3139577"/>
        </p:xfrm>
        <a:graphic>
          <a:graphicData uri="http://schemas.openxmlformats.org/drawingml/2006/table">
            <a:tbl>
              <a:tblPr/>
              <a:tblGrid>
                <a:gridCol w="7260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60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60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260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26060">
                  <a:extLst>
                    <a:ext uri="{9D8B030D-6E8A-4147-A177-3AD203B41FA5}">
                      <a16:colId xmlns:a16="http://schemas.microsoft.com/office/drawing/2014/main" val="3392812642"/>
                    </a:ext>
                  </a:extLst>
                </a:gridCol>
              </a:tblGrid>
              <a:tr h="212444">
                <a:tc>
                  <a:txBody>
                    <a:bodyPr/>
                    <a:lstStyle/>
                    <a:p>
                      <a:pPr marL="0" marR="0" lvl="0" indent="0" algn="ctr" defTabSz="7620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  <a:cs typeface="Arial" pitchFamily="34" charset="0"/>
                        </a:rPr>
                        <a:t>1Q 2024</a:t>
                      </a:r>
                    </a:p>
                  </a:txBody>
                  <a:tcPr marL="40132" marR="40132" marT="40132" marB="40132" horzOverflow="overflow">
                    <a:lnL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94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620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  <a:cs typeface="Arial" pitchFamily="34" charset="0"/>
                        </a:rPr>
                        <a:t>2Q 2024</a:t>
                      </a:r>
                    </a:p>
                  </a:txBody>
                  <a:tcPr marL="40132" marR="40132" marT="40132" marB="40132" horzOverflow="overflow">
                    <a:lnL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94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620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  <a:cs typeface="Arial" pitchFamily="34" charset="0"/>
                        </a:rPr>
                        <a:t>3Q 2024</a:t>
                      </a:r>
                    </a:p>
                  </a:txBody>
                  <a:tcPr marL="40132" marR="40132" marT="40132" marB="40132" horzOverflow="overflow">
                    <a:lnL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94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620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  <a:cs typeface="Arial" pitchFamily="34" charset="0"/>
                        </a:rPr>
                        <a:t>4Q 2024</a:t>
                      </a:r>
                    </a:p>
                  </a:txBody>
                  <a:tcPr marL="40132" marR="40132" marT="40132" marB="40132" horzOverflow="overflow">
                    <a:lnL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94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620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  <a:cs typeface="Arial" pitchFamily="34" charset="0"/>
                        </a:rPr>
                        <a:t>1Q 2025</a:t>
                      </a:r>
                    </a:p>
                  </a:txBody>
                  <a:tcPr marL="40132" marR="40132" marT="40132" marB="40132" horzOverflow="overflow">
                    <a:lnL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94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91673">
                <a:tc>
                  <a:txBody>
                    <a:bodyPr/>
                    <a:lstStyle/>
                    <a:p>
                      <a:pPr marL="179388" marR="0" lvl="0" indent="-179388" algn="l" defTabSz="7620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???"/>
                        <a:tabLst/>
                      </a:pPr>
                      <a:endParaRPr kumimoji="0" 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40132" marR="40132" marT="40132" marB="40132" horzOverflow="overflow">
                    <a:lnL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9388" marR="0" lvl="0" indent="-179388" algn="l" defTabSz="7620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???"/>
                        <a:tabLst/>
                      </a:pPr>
                      <a:endParaRPr kumimoji="0" 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40132" marR="40132" marT="40132" marB="40132" horzOverflow="overflow">
                    <a:lnL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9388" marR="0" lvl="0" indent="-179388" algn="l" defTabSz="7620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???"/>
                        <a:tabLst/>
                      </a:pPr>
                      <a:endParaRPr kumimoji="0" 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40132" marR="40132" marT="40132" marB="40132" horzOverflow="overflow">
                    <a:lnL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9388" marR="0" lvl="0" indent="-179388" algn="l" defTabSz="7620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???"/>
                        <a:tabLst/>
                      </a:pPr>
                      <a:endParaRPr kumimoji="0" 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40132" marR="40132" marT="40132" marB="40132" horzOverflow="overflow">
                    <a:lnL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9388" marR="0" lvl="0" indent="-179388" algn="l" defTabSz="7620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???"/>
                        <a:tabLst/>
                      </a:pPr>
                      <a:endParaRPr kumimoji="0" 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40132" marR="40132" marT="40132" marB="40132" horzOverflow="overflow">
                    <a:lnL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Group 3">
            <a:extLst>
              <a:ext uri="{FF2B5EF4-FFF2-40B4-BE49-F238E27FC236}">
                <a16:creationId xmlns:a16="http://schemas.microsoft.com/office/drawing/2014/main" id="{E2ED798E-A717-C7B4-45DA-3E08355F08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5435351"/>
              </p:ext>
            </p:extLst>
          </p:nvPr>
        </p:nvGraphicFramePr>
        <p:xfrm>
          <a:off x="1031727" y="1144033"/>
          <a:ext cx="3296899" cy="3139307"/>
        </p:xfrm>
        <a:graphic>
          <a:graphicData uri="http://schemas.openxmlformats.org/drawingml/2006/table">
            <a:tbl>
              <a:tblPr/>
              <a:tblGrid>
                <a:gridCol w="32968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2444">
                <a:tc>
                  <a:txBody>
                    <a:bodyPr/>
                    <a:lstStyle/>
                    <a:p>
                      <a:pPr marL="0" marR="0" lvl="0" indent="0" algn="ctr" defTabSz="7620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  <a:cs typeface="Arial" pitchFamily="34" charset="0"/>
                        </a:rPr>
                        <a:t>Atividades</a:t>
                      </a:r>
                      <a:endParaRPr kumimoji="0" 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  <a:cs typeface="Arial" pitchFamily="34" charset="0"/>
                      </a:endParaRPr>
                    </a:p>
                  </a:txBody>
                  <a:tcPr marL="40132" marR="40132" marT="40132" marB="40132" horzOverflow="overflow">
                    <a:lnL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91403">
                <a:tc>
                  <a:txBody>
                    <a:bodyPr/>
                    <a:lstStyle/>
                    <a:p>
                      <a:pPr marL="171450" lvl="1" indent="-171450">
                        <a:spcBef>
                          <a:spcPts val="55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pt-BR" sz="1000" b="1" dirty="0" smtClean="0">
                          <a:solidFill>
                            <a:prstClr val="black"/>
                          </a:solidFill>
                          <a:latin typeface="Santander Text" panose="020B0504020201020104" pitchFamily="34" charset="0"/>
                        </a:rPr>
                        <a:t>Análise Funcional</a:t>
                      </a:r>
                      <a:r>
                        <a:rPr lang="pt-BR" sz="1000" b="1" baseline="0" dirty="0" smtClean="0">
                          <a:solidFill>
                            <a:prstClr val="black"/>
                          </a:solidFill>
                          <a:latin typeface="Santander Text" panose="020B0504020201020104" pitchFamily="34" charset="0"/>
                        </a:rPr>
                        <a:t> (Mapeamento dos campos, DDR)</a:t>
                      </a:r>
                      <a:endParaRPr lang="pt-BR" sz="1000" b="1" dirty="0" smtClean="0">
                        <a:solidFill>
                          <a:prstClr val="black"/>
                        </a:solidFill>
                        <a:latin typeface="Santander Text" panose="020B0504020201020104" pitchFamily="34" charset="0"/>
                      </a:endParaRPr>
                    </a:p>
                    <a:p>
                      <a:pPr marL="171450" lvl="1" indent="-171450">
                        <a:spcBef>
                          <a:spcPts val="550"/>
                        </a:spcBef>
                        <a:buFont typeface="Arial" panose="020B0604020202020204" pitchFamily="34" charset="0"/>
                        <a:buChar char="•"/>
                      </a:pPr>
                      <a:endParaRPr lang="pt-PT" sz="1000" b="1" dirty="0" smtClean="0">
                        <a:solidFill>
                          <a:prstClr val="black"/>
                        </a:solidFill>
                        <a:latin typeface="Santander Text" panose="020B0504020201020104" pitchFamily="34" charset="0"/>
                      </a:endParaRPr>
                    </a:p>
                    <a:p>
                      <a:pPr marL="171450" lvl="1" indent="-171450">
                        <a:spcBef>
                          <a:spcPts val="550"/>
                        </a:spcBef>
                        <a:buFont typeface="Arial" panose="020B0604020202020204" pitchFamily="34" charset="0"/>
                        <a:buChar char="•"/>
                      </a:pPr>
                      <a:endParaRPr lang="pt-PT" sz="1000" b="1" dirty="0" smtClean="0">
                        <a:solidFill>
                          <a:prstClr val="black"/>
                        </a:solidFill>
                        <a:latin typeface="Santander Text" panose="020B0504020201020104" pitchFamily="34" charset="0"/>
                      </a:endParaRPr>
                    </a:p>
                    <a:p>
                      <a:pPr marL="171450" lvl="1" indent="-171450">
                        <a:spcBef>
                          <a:spcPts val="55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000" b="1" dirty="0" err="1" smtClean="0">
                          <a:solidFill>
                            <a:prstClr val="black"/>
                          </a:solidFill>
                          <a:latin typeface="Santander Text" panose="020B0504020201020104" pitchFamily="34" charset="0"/>
                        </a:rPr>
                        <a:t>Desenvolvimento</a:t>
                      </a:r>
                      <a:endParaRPr lang="en-US" sz="1000" b="1" dirty="0">
                        <a:solidFill>
                          <a:prstClr val="black"/>
                        </a:solidFill>
                        <a:latin typeface="Santander Text" panose="020B0504020201020104" pitchFamily="34" charset="0"/>
                      </a:endParaRPr>
                    </a:p>
                    <a:p>
                      <a:pPr marL="171450" lvl="1" indent="-171450">
                        <a:spcBef>
                          <a:spcPts val="550"/>
                        </a:spcBef>
                        <a:buFont typeface="Arial" panose="020B0604020202020204" pitchFamily="34" charset="0"/>
                        <a:buChar char="•"/>
                      </a:pPr>
                      <a:endParaRPr lang="pt-PT" sz="1000" b="1" dirty="0" smtClean="0">
                        <a:solidFill>
                          <a:prstClr val="black"/>
                        </a:solidFill>
                        <a:latin typeface="Santander Text" panose="020B0504020201020104" pitchFamily="34" charset="0"/>
                      </a:endParaRPr>
                    </a:p>
                    <a:p>
                      <a:pPr marL="171450" lvl="1" indent="-171450">
                        <a:spcBef>
                          <a:spcPts val="550"/>
                        </a:spcBef>
                        <a:buFont typeface="Arial" panose="020B0604020202020204" pitchFamily="34" charset="0"/>
                        <a:buChar char="•"/>
                      </a:pPr>
                      <a:endParaRPr lang="en-US" sz="1000" b="1" dirty="0" smtClean="0">
                        <a:solidFill>
                          <a:prstClr val="black"/>
                        </a:solidFill>
                        <a:latin typeface="Santander Text" panose="020B0504020201020104" pitchFamily="34" charset="0"/>
                      </a:endParaRPr>
                    </a:p>
                    <a:p>
                      <a:pPr marL="171450" lvl="1" indent="-171450">
                        <a:spcBef>
                          <a:spcPts val="55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000" b="1" dirty="0" smtClean="0">
                          <a:solidFill>
                            <a:prstClr val="black"/>
                          </a:solidFill>
                          <a:latin typeface="Santander Text" panose="020B0504020201020104" pitchFamily="34" charset="0"/>
                        </a:rPr>
                        <a:t>Testes</a:t>
                      </a:r>
                      <a:endParaRPr lang="en-US" sz="1000" b="1" dirty="0">
                        <a:solidFill>
                          <a:prstClr val="black"/>
                        </a:solidFill>
                        <a:latin typeface="Santander Text" panose="020B0504020201020104" pitchFamily="34" charset="0"/>
                      </a:endParaRPr>
                    </a:p>
                    <a:p>
                      <a:pPr marL="171450" lvl="1" indent="-171450">
                        <a:spcBef>
                          <a:spcPts val="550"/>
                        </a:spcBef>
                        <a:buFont typeface="Arial" panose="020B0604020202020204" pitchFamily="34" charset="0"/>
                        <a:buChar char="•"/>
                      </a:pPr>
                      <a:endParaRPr lang="en-US" sz="1000" b="1" dirty="0">
                        <a:solidFill>
                          <a:prstClr val="black"/>
                        </a:solidFill>
                        <a:latin typeface="Santander Text" panose="020B0504020201020104" pitchFamily="34" charset="0"/>
                      </a:endParaRPr>
                    </a:p>
                    <a:p>
                      <a:pPr marL="171450" lvl="1" indent="-171450">
                        <a:spcBef>
                          <a:spcPts val="550"/>
                        </a:spcBef>
                        <a:buFont typeface="Arial" panose="020B0604020202020204" pitchFamily="34" charset="0"/>
                        <a:buChar char="•"/>
                      </a:pPr>
                      <a:endParaRPr lang="en-US" sz="1000" b="1" dirty="0" smtClean="0">
                        <a:solidFill>
                          <a:prstClr val="black"/>
                        </a:solidFill>
                        <a:latin typeface="Santander Text" panose="020B0504020201020104" pitchFamily="34" charset="0"/>
                      </a:endParaRPr>
                    </a:p>
                    <a:p>
                      <a:pPr marL="171450" lvl="1" indent="-171450">
                        <a:spcBef>
                          <a:spcPts val="55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pt-BR" sz="1000" b="1" dirty="0" smtClean="0">
                          <a:solidFill>
                            <a:prstClr val="black"/>
                          </a:solidFill>
                          <a:latin typeface="Santander Text" panose="020B0504020201020104" pitchFamily="34" charset="0"/>
                        </a:rPr>
                        <a:t>Definição/Implementação</a:t>
                      </a:r>
                      <a:r>
                        <a:rPr lang="pt-BR" sz="1000" b="1" baseline="0" dirty="0" smtClean="0">
                          <a:solidFill>
                            <a:prstClr val="black"/>
                          </a:solidFill>
                          <a:latin typeface="Santander Text" panose="020B0504020201020104" pitchFamily="34" charset="0"/>
                        </a:rPr>
                        <a:t> de </a:t>
                      </a:r>
                      <a:r>
                        <a:rPr lang="pt-BR" sz="1000" b="1" dirty="0" smtClean="0">
                          <a:solidFill>
                            <a:prstClr val="black"/>
                          </a:solidFill>
                          <a:latin typeface="Santander Text" panose="020B0504020201020104" pitchFamily="34" charset="0"/>
                        </a:rPr>
                        <a:t>Controlos</a:t>
                      </a:r>
                      <a:endParaRPr lang="en-US" sz="1000" b="1" dirty="0">
                        <a:solidFill>
                          <a:prstClr val="black"/>
                        </a:solidFill>
                        <a:latin typeface="Santander Text" panose="020B0504020201020104" pitchFamily="34" charset="0"/>
                      </a:endParaRPr>
                    </a:p>
                    <a:p>
                      <a:pPr marL="171450" lvl="1" indent="-171450">
                        <a:spcBef>
                          <a:spcPts val="530"/>
                        </a:spcBef>
                        <a:buFont typeface="Arial" panose="020B0604020202020204" pitchFamily="34" charset="0"/>
                        <a:buChar char="•"/>
                      </a:pPr>
                      <a:endParaRPr lang="en-US" sz="1000" b="1" dirty="0">
                        <a:solidFill>
                          <a:prstClr val="black"/>
                        </a:solidFill>
                        <a:latin typeface="Santander Text" panose="020B0504020201020104" pitchFamily="34" charset="0"/>
                      </a:endParaRPr>
                    </a:p>
                  </a:txBody>
                  <a:tcPr marL="40132" marR="40132" marT="40132" marB="40132" horzOverflow="overflow">
                    <a:lnL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9" name="Google Shape;139;p14"/>
          <p:cNvSpPr txBox="1">
            <a:spLocks noGrp="1"/>
          </p:cNvSpPr>
          <p:nvPr>
            <p:ph type="sldNum" idx="12"/>
          </p:nvPr>
        </p:nvSpPr>
        <p:spPr>
          <a:xfrm>
            <a:off x="9237306" y="6339939"/>
            <a:ext cx="2652947" cy="35308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88417" tIns="44196" rIns="88417" bIns="44196" rtlCol="0" anchor="ctr" anchorCtr="0">
            <a:noAutofit/>
          </a:bodyPr>
          <a:lstStyle/>
          <a:p>
            <a:pPr marL="0" marR="0" lvl="0" indent="0" algn="r" defTabSz="8843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fld id="{00000000-1234-1234-1234-123412341234}" type="slidenum">
              <a:rPr kumimoji="0" lang="es-ES" sz="1257" b="0" i="0" u="none" strike="noStrike" kern="1200" cap="none" spc="0" normalizeH="0" baseline="0" noProof="0">
                <a:ln>
                  <a:noFill/>
                </a:ln>
                <a:solidFill>
                  <a:srgbClr val="EB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88431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t>4</a:t>
            </a:fld>
            <a:endParaRPr kumimoji="0" sz="1257" b="0" i="0" u="none" strike="noStrike" kern="1200" cap="none" spc="0" normalizeH="0" baseline="0" noProof="0">
              <a:ln>
                <a:noFill/>
              </a:ln>
              <a:solidFill>
                <a:srgbClr val="EB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Google Shape;144;p14">
            <a:extLst>
              <a:ext uri="{FF2B5EF4-FFF2-40B4-BE49-F238E27FC236}">
                <a16:creationId xmlns:a16="http://schemas.microsoft.com/office/drawing/2014/main" id="{FC1EC8AE-4C14-3DE0-A8B1-08DA977CD8B1}"/>
              </a:ext>
            </a:extLst>
          </p:cNvPr>
          <p:cNvSpPr txBox="1"/>
          <p:nvPr/>
        </p:nvSpPr>
        <p:spPr>
          <a:xfrm>
            <a:off x="889117" y="337712"/>
            <a:ext cx="7255856" cy="357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417" tIns="44196" rIns="88417" bIns="44196" anchor="t" anchorCtr="0">
            <a:spAutoFit/>
          </a:bodyPr>
          <a:lstStyle/>
          <a:p>
            <a:pPr marL="0" marR="0" lvl="0" indent="0" algn="l" defTabSz="884316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934" b="0" i="0" u="none" strike="noStrike" kern="1200" cap="none" spc="0" normalizeH="0" baseline="0" noProof="0" dirty="0">
                <a:ln>
                  <a:noFill/>
                </a:ln>
                <a:solidFill>
                  <a:srgbClr val="EB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5. </a:t>
            </a:r>
            <a:r>
              <a:rPr kumimoji="0" lang="es-ES" sz="1934" b="0" i="0" u="none" strike="noStrike" kern="1200" cap="none" spc="0" normalizeH="0" baseline="0" noProof="0" dirty="0" err="1">
                <a:ln>
                  <a:noFill/>
                </a:ln>
                <a:solidFill>
                  <a:srgbClr val="EB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Calendário</a:t>
            </a:r>
            <a:r>
              <a:rPr kumimoji="0" lang="es-ES" sz="1934" b="0" i="0" u="none" strike="noStrike" kern="1200" cap="none" spc="0" normalizeH="0" baseline="0" noProof="0" dirty="0">
                <a:ln>
                  <a:noFill/>
                </a:ln>
                <a:solidFill>
                  <a:srgbClr val="EB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indicativo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25CA0108-8520-4B6A-B42A-E39931F952FE}"/>
              </a:ext>
            </a:extLst>
          </p:cNvPr>
          <p:cNvCxnSpPr>
            <a:cxnSpLocks/>
          </p:cNvCxnSpPr>
          <p:nvPr/>
        </p:nvCxnSpPr>
        <p:spPr>
          <a:xfrm>
            <a:off x="5904288" y="1072950"/>
            <a:ext cx="0" cy="5744570"/>
          </a:xfrm>
          <a:prstGeom prst="line">
            <a:avLst/>
          </a:prstGeom>
          <a:solidFill>
            <a:srgbClr val="4F94B0"/>
          </a:solidFill>
          <a:ln w="6350" cap="flat" cmpd="sng" algn="ctr">
            <a:noFill/>
            <a:prstDash val="solid"/>
            <a:miter lim="800000"/>
          </a:ln>
          <a:effectLst/>
        </p:spPr>
      </p:cxnSp>
      <p:sp>
        <p:nvSpPr>
          <p:cNvPr id="8" name="Rectángulo 111">
            <a:extLst>
              <a:ext uri="{FF2B5EF4-FFF2-40B4-BE49-F238E27FC236}">
                <a16:creationId xmlns:a16="http://schemas.microsoft.com/office/drawing/2014/main" id="{161A4B43-328E-15C3-8BAD-41880F12218F}"/>
              </a:ext>
            </a:extLst>
          </p:cNvPr>
          <p:cNvSpPr/>
          <p:nvPr/>
        </p:nvSpPr>
        <p:spPr>
          <a:xfrm>
            <a:off x="4829181" y="1487984"/>
            <a:ext cx="720000" cy="104136"/>
          </a:xfrm>
          <a:prstGeom prst="rect">
            <a:avLst/>
          </a:prstGeom>
          <a:solidFill>
            <a:srgbClr val="4F94B0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884316" eaLnBrk="0" fontAlgn="base" hangingPunct="0">
              <a:spcBef>
                <a:spcPct val="0"/>
              </a:spcBef>
              <a:spcAft>
                <a:spcPct val="0"/>
              </a:spcAft>
            </a:pPr>
            <a:endParaRPr lang="es-ES" sz="1741" kern="0">
              <a:solidFill>
                <a:prstClr val="white"/>
              </a:solidFill>
              <a:latin typeface="Santander Text" panose="020B0504020201020104" pitchFamily="34" charset="0"/>
              <a:cs typeface="Calibri" panose="020F0502020204030204" pitchFamily="34" charset="0"/>
            </a:endParaRPr>
          </a:p>
        </p:txBody>
      </p:sp>
      <p:sp>
        <p:nvSpPr>
          <p:cNvPr id="9" name="Rombo 44">
            <a:extLst>
              <a:ext uri="{FF2B5EF4-FFF2-40B4-BE49-F238E27FC236}">
                <a16:creationId xmlns:a16="http://schemas.microsoft.com/office/drawing/2014/main" id="{2C85603B-B3B5-13A1-6EB8-5472DB466424}"/>
              </a:ext>
            </a:extLst>
          </p:cNvPr>
          <p:cNvSpPr/>
          <p:nvPr/>
        </p:nvSpPr>
        <p:spPr>
          <a:xfrm>
            <a:off x="4782776" y="1448583"/>
            <a:ext cx="104447" cy="174078"/>
          </a:xfrm>
          <a:prstGeom prst="diamond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70C0"/>
            </a:solidFill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88431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sz="1741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sp>
        <p:nvSpPr>
          <p:cNvPr id="10" name="Rombo 44">
            <a:extLst>
              <a:ext uri="{FF2B5EF4-FFF2-40B4-BE49-F238E27FC236}">
                <a16:creationId xmlns:a16="http://schemas.microsoft.com/office/drawing/2014/main" id="{3179F618-DFFB-61D8-6869-7643021D4D4C}"/>
              </a:ext>
            </a:extLst>
          </p:cNvPr>
          <p:cNvSpPr/>
          <p:nvPr/>
        </p:nvSpPr>
        <p:spPr>
          <a:xfrm>
            <a:off x="5487197" y="1448583"/>
            <a:ext cx="104447" cy="174078"/>
          </a:xfrm>
          <a:prstGeom prst="diamond">
            <a:avLst/>
          </a:prstGeom>
          <a:solidFill>
            <a:srgbClr val="92D050"/>
          </a:solidFill>
          <a:ln>
            <a:solidFill>
              <a:srgbClr val="00B050"/>
            </a:solidFill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88431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sz="1741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sp>
        <p:nvSpPr>
          <p:cNvPr id="16" name="Rectángulo 111">
            <a:extLst>
              <a:ext uri="{FF2B5EF4-FFF2-40B4-BE49-F238E27FC236}">
                <a16:creationId xmlns:a16="http://schemas.microsoft.com/office/drawing/2014/main" id="{64749451-83EE-637F-BF45-3E56E4C89B61}"/>
              </a:ext>
            </a:extLst>
          </p:cNvPr>
          <p:cNvSpPr/>
          <p:nvPr/>
        </p:nvSpPr>
        <p:spPr>
          <a:xfrm>
            <a:off x="5539662" y="2159321"/>
            <a:ext cx="951498" cy="87039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88431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sz="1741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43" name="Rombo 44">
            <a:extLst>
              <a:ext uri="{FF2B5EF4-FFF2-40B4-BE49-F238E27FC236}">
                <a16:creationId xmlns:a16="http://schemas.microsoft.com/office/drawing/2014/main" id="{2EFBFC9B-E836-26A0-4496-77E8BDD9AAC2}"/>
              </a:ext>
            </a:extLst>
          </p:cNvPr>
          <p:cNvSpPr/>
          <p:nvPr/>
        </p:nvSpPr>
        <p:spPr>
          <a:xfrm>
            <a:off x="6451612" y="2116249"/>
            <a:ext cx="104447" cy="174078"/>
          </a:xfrm>
          <a:prstGeom prst="diamond">
            <a:avLst/>
          </a:prstGeom>
          <a:solidFill>
            <a:srgbClr val="92D050"/>
          </a:solidFill>
          <a:ln>
            <a:solidFill>
              <a:srgbClr val="00B050"/>
            </a:solidFill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88431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sz="1741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sp>
        <p:nvSpPr>
          <p:cNvPr id="52" name="Rectangle 57">
            <a:extLst>
              <a:ext uri="{FF2B5EF4-FFF2-40B4-BE49-F238E27FC236}">
                <a16:creationId xmlns:a16="http://schemas.microsoft.com/office/drawing/2014/main" id="{6FD458DF-3F01-762D-F0C7-41DC062529EE}"/>
              </a:ext>
            </a:extLst>
          </p:cNvPr>
          <p:cNvSpPr/>
          <p:nvPr/>
        </p:nvSpPr>
        <p:spPr>
          <a:xfrm>
            <a:off x="343473" y="578676"/>
            <a:ext cx="679109" cy="5305739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pPr marL="0" marR="0" lvl="0" indent="0" algn="l" defTabSz="884316" rtl="0" eaLnBrk="1" fontAlgn="auto" latinLnBrk="0" hangingPunct="1">
              <a:lnSpc>
                <a:spcPct val="100000"/>
              </a:lnSpc>
              <a:spcBef>
                <a:spcPts val="5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67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sp>
        <p:nvSpPr>
          <p:cNvPr id="61" name="Rombo 44">
            <a:extLst>
              <a:ext uri="{FF2B5EF4-FFF2-40B4-BE49-F238E27FC236}">
                <a16:creationId xmlns:a16="http://schemas.microsoft.com/office/drawing/2014/main" id="{80250042-7F4A-4A0C-016C-0CCD5CCAC3B3}"/>
              </a:ext>
            </a:extLst>
          </p:cNvPr>
          <p:cNvSpPr/>
          <p:nvPr/>
        </p:nvSpPr>
        <p:spPr>
          <a:xfrm>
            <a:off x="7855895" y="6075653"/>
            <a:ext cx="104447" cy="174078"/>
          </a:xfrm>
          <a:prstGeom prst="diamond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70C0"/>
            </a:solidFill>
          </a:ln>
          <a:effectLst/>
        </p:spPr>
        <p:txBody>
          <a:bodyPr rtlCol="0" anchor="ctr"/>
          <a:lstStyle/>
          <a:p>
            <a:pPr marL="0" marR="0" lvl="0" indent="0" algn="ctr" defTabSz="88431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sz="1741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sp>
        <p:nvSpPr>
          <p:cNvPr id="62" name="TextBox 245">
            <a:extLst>
              <a:ext uri="{FF2B5EF4-FFF2-40B4-BE49-F238E27FC236}">
                <a16:creationId xmlns:a16="http://schemas.microsoft.com/office/drawing/2014/main" id="{76A7400C-228D-794A-4C26-68B6C8FE01EE}"/>
              </a:ext>
            </a:extLst>
          </p:cNvPr>
          <p:cNvSpPr txBox="1"/>
          <p:nvPr/>
        </p:nvSpPr>
        <p:spPr>
          <a:xfrm>
            <a:off x="7900093" y="6072551"/>
            <a:ext cx="1001020" cy="211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8843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74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Calibri" panose="020F0502020204030204" pitchFamily="34" charset="0"/>
              </a:rPr>
              <a:t>Forecast Start day</a:t>
            </a:r>
          </a:p>
        </p:txBody>
      </p:sp>
      <p:sp>
        <p:nvSpPr>
          <p:cNvPr id="63" name="TextBox 247">
            <a:extLst>
              <a:ext uri="{FF2B5EF4-FFF2-40B4-BE49-F238E27FC236}">
                <a16:creationId xmlns:a16="http://schemas.microsoft.com/office/drawing/2014/main" id="{F6F56E85-562D-764A-FA2A-5F5CD870B801}"/>
              </a:ext>
            </a:extLst>
          </p:cNvPr>
          <p:cNvSpPr txBox="1"/>
          <p:nvPr/>
        </p:nvSpPr>
        <p:spPr>
          <a:xfrm>
            <a:off x="8902332" y="6058514"/>
            <a:ext cx="1085315" cy="211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8843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74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Calibri" panose="020F0502020204030204" pitchFamily="34" charset="0"/>
              </a:rPr>
              <a:t>Forecast End day</a:t>
            </a:r>
          </a:p>
        </p:txBody>
      </p:sp>
      <p:sp>
        <p:nvSpPr>
          <p:cNvPr id="128" name="Rombo 209">
            <a:extLst>
              <a:ext uri="{FF2B5EF4-FFF2-40B4-BE49-F238E27FC236}">
                <a16:creationId xmlns:a16="http://schemas.microsoft.com/office/drawing/2014/main" id="{A4911074-8108-268C-7414-74A981A1C1E6}"/>
              </a:ext>
            </a:extLst>
          </p:cNvPr>
          <p:cNvSpPr/>
          <p:nvPr/>
        </p:nvSpPr>
        <p:spPr>
          <a:xfrm>
            <a:off x="9785947" y="6075653"/>
            <a:ext cx="104447" cy="174078"/>
          </a:xfrm>
          <a:prstGeom prst="diamond">
            <a:avLst/>
          </a:prstGeom>
          <a:solidFill>
            <a:srgbClr val="FF0000"/>
          </a:solidFill>
          <a:ln>
            <a:solidFill>
              <a:srgbClr val="FF0000"/>
            </a:solidFill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88431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sz="1741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sp>
        <p:nvSpPr>
          <p:cNvPr id="129" name="TextBox 249">
            <a:extLst>
              <a:ext uri="{FF2B5EF4-FFF2-40B4-BE49-F238E27FC236}">
                <a16:creationId xmlns:a16="http://schemas.microsoft.com/office/drawing/2014/main" id="{C0C8793F-6B7E-315B-CCC8-AF8A1C032567}"/>
              </a:ext>
            </a:extLst>
          </p:cNvPr>
          <p:cNvSpPr txBox="1"/>
          <p:nvPr/>
        </p:nvSpPr>
        <p:spPr>
          <a:xfrm>
            <a:off x="9888689" y="6058514"/>
            <a:ext cx="663237" cy="211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8843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74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Calibri" panose="020F0502020204030204" pitchFamily="34" charset="0"/>
              </a:rPr>
              <a:t>Delay</a:t>
            </a:r>
          </a:p>
        </p:txBody>
      </p:sp>
      <p:sp>
        <p:nvSpPr>
          <p:cNvPr id="130" name="Rombo 209">
            <a:extLst>
              <a:ext uri="{FF2B5EF4-FFF2-40B4-BE49-F238E27FC236}">
                <a16:creationId xmlns:a16="http://schemas.microsoft.com/office/drawing/2014/main" id="{5400F001-6C78-F223-C4DE-DCD58E9B6FEE}"/>
              </a:ext>
            </a:extLst>
          </p:cNvPr>
          <p:cNvSpPr/>
          <p:nvPr/>
        </p:nvSpPr>
        <p:spPr>
          <a:xfrm>
            <a:off x="8796355" y="6075653"/>
            <a:ext cx="104447" cy="174078"/>
          </a:xfrm>
          <a:prstGeom prst="diamond">
            <a:avLst/>
          </a:prstGeom>
          <a:solidFill>
            <a:srgbClr val="92D050"/>
          </a:solidFill>
          <a:ln>
            <a:solidFill>
              <a:srgbClr val="00B050"/>
            </a:solidFill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88431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sz="1741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sp>
        <p:nvSpPr>
          <p:cNvPr id="133" name="Rombo 209">
            <a:extLst>
              <a:ext uri="{FF2B5EF4-FFF2-40B4-BE49-F238E27FC236}">
                <a16:creationId xmlns:a16="http://schemas.microsoft.com/office/drawing/2014/main" id="{258AA636-D956-3C8D-AE0E-0A7C4BA8708E}"/>
              </a:ext>
            </a:extLst>
          </p:cNvPr>
          <p:cNvSpPr/>
          <p:nvPr/>
        </p:nvSpPr>
        <p:spPr>
          <a:xfrm>
            <a:off x="10304333" y="6075653"/>
            <a:ext cx="104447" cy="174078"/>
          </a:xfrm>
          <a:prstGeom prst="diamond">
            <a:avLst/>
          </a:prstGeom>
          <a:solidFill>
            <a:srgbClr val="0070C0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88431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sz="1741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sp>
        <p:nvSpPr>
          <p:cNvPr id="134" name="TextBox 249">
            <a:extLst>
              <a:ext uri="{FF2B5EF4-FFF2-40B4-BE49-F238E27FC236}">
                <a16:creationId xmlns:a16="http://schemas.microsoft.com/office/drawing/2014/main" id="{F05DEB8F-E866-ED9B-F493-A3F929C2F165}"/>
              </a:ext>
            </a:extLst>
          </p:cNvPr>
          <p:cNvSpPr txBox="1"/>
          <p:nvPr/>
        </p:nvSpPr>
        <p:spPr>
          <a:xfrm>
            <a:off x="10407075" y="6058514"/>
            <a:ext cx="663237" cy="211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8843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74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Calibri" panose="020F0502020204030204" pitchFamily="34" charset="0"/>
              </a:rPr>
              <a:t>Completed</a:t>
            </a:r>
          </a:p>
        </p:txBody>
      </p:sp>
      <p:sp>
        <p:nvSpPr>
          <p:cNvPr id="135" name="Rectángulo 111">
            <a:extLst>
              <a:ext uri="{FF2B5EF4-FFF2-40B4-BE49-F238E27FC236}">
                <a16:creationId xmlns:a16="http://schemas.microsoft.com/office/drawing/2014/main" id="{BE1AB838-C366-D258-F979-100B2002C3B1}"/>
              </a:ext>
            </a:extLst>
          </p:cNvPr>
          <p:cNvSpPr/>
          <p:nvPr/>
        </p:nvSpPr>
        <p:spPr>
          <a:xfrm>
            <a:off x="11044913" y="6095481"/>
            <a:ext cx="278525" cy="104447"/>
          </a:xfrm>
          <a:prstGeom prst="rect">
            <a:avLst/>
          </a:prstGeom>
          <a:solidFill>
            <a:srgbClr val="4F94B0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88431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sz="1741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36" name="TextBox 249">
            <a:extLst>
              <a:ext uri="{FF2B5EF4-FFF2-40B4-BE49-F238E27FC236}">
                <a16:creationId xmlns:a16="http://schemas.microsoft.com/office/drawing/2014/main" id="{72350598-9BCB-11EC-9D2E-2169EC7BF58B}"/>
              </a:ext>
            </a:extLst>
          </p:cNvPr>
          <p:cNvSpPr txBox="1"/>
          <p:nvPr/>
        </p:nvSpPr>
        <p:spPr>
          <a:xfrm>
            <a:off x="11327407" y="6058514"/>
            <a:ext cx="663237" cy="211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8843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74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Calibri" panose="020F0502020204030204" pitchFamily="34" charset="0"/>
              </a:rPr>
              <a:t>WIP</a:t>
            </a:r>
          </a:p>
        </p:txBody>
      </p:sp>
      <p:sp>
        <p:nvSpPr>
          <p:cNvPr id="2" name="Rombo 44">
            <a:extLst>
              <a:ext uri="{FF2B5EF4-FFF2-40B4-BE49-F238E27FC236}">
                <a16:creationId xmlns:a16="http://schemas.microsoft.com/office/drawing/2014/main" id="{6362E75D-D319-9E47-D002-914F16B9ECEC}"/>
              </a:ext>
            </a:extLst>
          </p:cNvPr>
          <p:cNvSpPr/>
          <p:nvPr/>
        </p:nvSpPr>
        <p:spPr>
          <a:xfrm>
            <a:off x="5487197" y="2116249"/>
            <a:ext cx="104447" cy="174078"/>
          </a:xfrm>
          <a:prstGeom prst="diamond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70C0"/>
            </a:solidFill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88431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sz="1741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A45B611-9651-0E84-B4F2-241C493CBBA7}"/>
              </a:ext>
            </a:extLst>
          </p:cNvPr>
          <p:cNvSpPr txBox="1"/>
          <p:nvPr/>
        </p:nvSpPr>
        <p:spPr>
          <a:xfrm>
            <a:off x="5320376" y="1586022"/>
            <a:ext cx="44924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883689">
              <a:buClr>
                <a:srgbClr val="000000"/>
              </a:buClr>
              <a:defRPr/>
            </a:pPr>
            <a:r>
              <a:rPr lang="en-GB" sz="800" kern="0" dirty="0" smtClean="0">
                <a:solidFill>
                  <a:srgbClr val="FFFFFF">
                    <a:lumMod val="50000"/>
                  </a:srgbClr>
                </a:solidFill>
                <a:latin typeface="Santander Text" panose="020B0504020201020104" pitchFamily="34" charset="0"/>
                <a:cs typeface="Arial"/>
                <a:sym typeface="Arial"/>
              </a:rPr>
              <a:t>31/05</a:t>
            </a:r>
            <a:endParaRPr kumimoji="0" lang="en-GB" sz="8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A45B611-9651-0E84-B4F2-241C493CBBA7}"/>
              </a:ext>
            </a:extLst>
          </p:cNvPr>
          <p:cNvSpPr txBox="1"/>
          <p:nvPr/>
        </p:nvSpPr>
        <p:spPr>
          <a:xfrm>
            <a:off x="6270836" y="2271592"/>
            <a:ext cx="46235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883689">
              <a:buClr>
                <a:srgbClr val="000000"/>
              </a:buClr>
              <a:defRPr/>
            </a:pPr>
            <a:r>
              <a:rPr lang="en-GB" sz="800" kern="0" dirty="0" smtClean="0">
                <a:solidFill>
                  <a:srgbClr val="FFFFFF">
                    <a:lumMod val="50000"/>
                  </a:srgbClr>
                </a:solidFill>
                <a:latin typeface="Santander Text" panose="020B0504020201020104" pitchFamily="34" charset="0"/>
                <a:cs typeface="Arial"/>
                <a:sym typeface="Arial"/>
              </a:rPr>
              <a:t>30/09</a:t>
            </a:r>
            <a:endParaRPr kumimoji="0" lang="en-GB" sz="8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50" name="Rectángulo 111">
            <a:extLst>
              <a:ext uri="{FF2B5EF4-FFF2-40B4-BE49-F238E27FC236}">
                <a16:creationId xmlns:a16="http://schemas.microsoft.com/office/drawing/2014/main" id="{64749451-83EE-637F-BF45-3E56E4C89B61}"/>
              </a:ext>
            </a:extLst>
          </p:cNvPr>
          <p:cNvSpPr/>
          <p:nvPr/>
        </p:nvSpPr>
        <p:spPr>
          <a:xfrm>
            <a:off x="6505878" y="2833430"/>
            <a:ext cx="504000" cy="87039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88431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sz="1741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51" name="Rombo 44">
            <a:extLst>
              <a:ext uri="{FF2B5EF4-FFF2-40B4-BE49-F238E27FC236}">
                <a16:creationId xmlns:a16="http://schemas.microsoft.com/office/drawing/2014/main" id="{2EFBFC9B-E836-26A0-4496-77E8BDD9AAC2}"/>
              </a:ext>
            </a:extLst>
          </p:cNvPr>
          <p:cNvSpPr/>
          <p:nvPr/>
        </p:nvSpPr>
        <p:spPr>
          <a:xfrm>
            <a:off x="6930148" y="2790358"/>
            <a:ext cx="104447" cy="174078"/>
          </a:xfrm>
          <a:prstGeom prst="diamond">
            <a:avLst/>
          </a:prstGeom>
          <a:solidFill>
            <a:srgbClr val="92D050"/>
          </a:solidFill>
          <a:ln>
            <a:solidFill>
              <a:srgbClr val="00B050"/>
            </a:solidFill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88431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sz="1741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sp>
        <p:nvSpPr>
          <p:cNvPr id="53" name="Rombo 44">
            <a:extLst>
              <a:ext uri="{FF2B5EF4-FFF2-40B4-BE49-F238E27FC236}">
                <a16:creationId xmlns:a16="http://schemas.microsoft.com/office/drawing/2014/main" id="{6362E75D-D319-9E47-D002-914F16B9ECEC}"/>
              </a:ext>
            </a:extLst>
          </p:cNvPr>
          <p:cNvSpPr/>
          <p:nvPr/>
        </p:nvSpPr>
        <p:spPr>
          <a:xfrm>
            <a:off x="6453413" y="2790358"/>
            <a:ext cx="104447" cy="174078"/>
          </a:xfrm>
          <a:prstGeom prst="diamond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70C0"/>
            </a:solidFill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88431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sz="1741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A45B611-9651-0E84-B4F2-241C493CBBA7}"/>
              </a:ext>
            </a:extLst>
          </p:cNvPr>
          <p:cNvSpPr txBox="1"/>
          <p:nvPr/>
        </p:nvSpPr>
        <p:spPr>
          <a:xfrm>
            <a:off x="6794151" y="2931365"/>
            <a:ext cx="48809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883689">
              <a:buClr>
                <a:srgbClr val="000000"/>
              </a:buClr>
              <a:defRPr/>
            </a:pPr>
            <a:r>
              <a:rPr lang="en-GB" sz="800" kern="0" dirty="0" smtClean="0">
                <a:solidFill>
                  <a:srgbClr val="FFFFFF">
                    <a:lumMod val="50000"/>
                  </a:srgbClr>
                </a:solidFill>
                <a:latin typeface="Santander Text" panose="020B0504020201020104" pitchFamily="34" charset="0"/>
                <a:cs typeface="Arial"/>
                <a:sym typeface="Arial"/>
              </a:rPr>
              <a:t>30/11</a:t>
            </a:r>
            <a:endParaRPr kumimoji="0" lang="en-GB" sz="8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30" name="Rectángulo 111">
            <a:extLst>
              <a:ext uri="{FF2B5EF4-FFF2-40B4-BE49-F238E27FC236}">
                <a16:creationId xmlns:a16="http://schemas.microsoft.com/office/drawing/2014/main" id="{64749451-83EE-637F-BF45-3E56E4C89B61}"/>
              </a:ext>
            </a:extLst>
          </p:cNvPr>
          <p:cNvSpPr/>
          <p:nvPr/>
        </p:nvSpPr>
        <p:spPr>
          <a:xfrm>
            <a:off x="6984033" y="3537652"/>
            <a:ext cx="252000" cy="87039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88431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sz="1741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1" name="Rombo 44">
            <a:extLst>
              <a:ext uri="{FF2B5EF4-FFF2-40B4-BE49-F238E27FC236}">
                <a16:creationId xmlns:a16="http://schemas.microsoft.com/office/drawing/2014/main" id="{2EFBFC9B-E836-26A0-4496-77E8BDD9AAC2}"/>
              </a:ext>
            </a:extLst>
          </p:cNvPr>
          <p:cNvSpPr/>
          <p:nvPr/>
        </p:nvSpPr>
        <p:spPr>
          <a:xfrm>
            <a:off x="7179701" y="3494580"/>
            <a:ext cx="104447" cy="174078"/>
          </a:xfrm>
          <a:prstGeom prst="diamond">
            <a:avLst/>
          </a:prstGeom>
          <a:solidFill>
            <a:srgbClr val="92D050"/>
          </a:solidFill>
          <a:ln>
            <a:solidFill>
              <a:srgbClr val="00B050"/>
            </a:solidFill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88431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sz="1741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sp>
        <p:nvSpPr>
          <p:cNvPr id="32" name="Rombo 44">
            <a:extLst>
              <a:ext uri="{FF2B5EF4-FFF2-40B4-BE49-F238E27FC236}">
                <a16:creationId xmlns:a16="http://schemas.microsoft.com/office/drawing/2014/main" id="{6362E75D-D319-9E47-D002-914F16B9ECEC}"/>
              </a:ext>
            </a:extLst>
          </p:cNvPr>
          <p:cNvSpPr/>
          <p:nvPr/>
        </p:nvSpPr>
        <p:spPr>
          <a:xfrm>
            <a:off x="6930148" y="3494580"/>
            <a:ext cx="104447" cy="174078"/>
          </a:xfrm>
          <a:prstGeom prst="diamond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70C0"/>
            </a:solidFill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88431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sz="1741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A45B611-9651-0E84-B4F2-241C493CBBA7}"/>
              </a:ext>
            </a:extLst>
          </p:cNvPr>
          <p:cNvSpPr txBox="1"/>
          <p:nvPr/>
        </p:nvSpPr>
        <p:spPr>
          <a:xfrm>
            <a:off x="7022330" y="3678166"/>
            <a:ext cx="46813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883689">
              <a:buClr>
                <a:srgbClr val="000000"/>
              </a:buClr>
              <a:defRPr/>
            </a:pPr>
            <a:r>
              <a:rPr lang="en-GB" sz="800" kern="0" dirty="0" smtClean="0">
                <a:solidFill>
                  <a:srgbClr val="FFFFFF">
                    <a:lumMod val="50000"/>
                  </a:srgbClr>
                </a:solidFill>
                <a:latin typeface="Santander Text" panose="020B0504020201020104" pitchFamily="34" charset="0"/>
                <a:cs typeface="Arial"/>
                <a:sym typeface="Arial"/>
              </a:rPr>
              <a:t>30/12</a:t>
            </a:r>
            <a:endParaRPr kumimoji="0" lang="en-GB" sz="8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A45B611-9651-0E84-B4F2-241C493CBBA7}"/>
              </a:ext>
            </a:extLst>
          </p:cNvPr>
          <p:cNvSpPr txBox="1"/>
          <p:nvPr/>
        </p:nvSpPr>
        <p:spPr>
          <a:xfrm>
            <a:off x="4623964" y="1586022"/>
            <a:ext cx="48936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883689">
              <a:buClr>
                <a:srgbClr val="000000"/>
              </a:buClr>
              <a:defRPr/>
            </a:pPr>
            <a:r>
              <a:rPr lang="en-GB" sz="800" kern="0" dirty="0" smtClean="0">
                <a:solidFill>
                  <a:srgbClr val="FFFFFF">
                    <a:lumMod val="50000"/>
                  </a:srgbClr>
                </a:solidFill>
                <a:latin typeface="Santander Text" panose="020B0504020201020104" pitchFamily="34" charset="0"/>
                <a:cs typeface="Arial"/>
                <a:sym typeface="Arial"/>
              </a:rPr>
              <a:t>01/03</a:t>
            </a:r>
            <a:endParaRPr kumimoji="0" lang="en-GB" sz="8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A45B611-9651-0E84-B4F2-241C493CBBA7}"/>
              </a:ext>
            </a:extLst>
          </p:cNvPr>
          <p:cNvSpPr txBox="1"/>
          <p:nvPr/>
        </p:nvSpPr>
        <p:spPr>
          <a:xfrm>
            <a:off x="5305449" y="2271592"/>
            <a:ext cx="48936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883689">
              <a:buClr>
                <a:srgbClr val="000000"/>
              </a:buClr>
              <a:defRPr/>
            </a:pPr>
            <a:r>
              <a:rPr lang="en-GB" sz="800" kern="0" dirty="0" smtClean="0">
                <a:solidFill>
                  <a:srgbClr val="FFFFFF">
                    <a:lumMod val="50000"/>
                  </a:srgbClr>
                </a:solidFill>
                <a:latin typeface="Santander Text" panose="020B0504020201020104" pitchFamily="34" charset="0"/>
                <a:cs typeface="Arial"/>
                <a:sym typeface="Arial"/>
              </a:rPr>
              <a:t>01/06</a:t>
            </a:r>
            <a:endParaRPr kumimoji="0" lang="en-GB" sz="8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A45B611-9651-0E84-B4F2-241C493CBBA7}"/>
              </a:ext>
            </a:extLst>
          </p:cNvPr>
          <p:cNvSpPr txBox="1"/>
          <p:nvPr/>
        </p:nvSpPr>
        <p:spPr>
          <a:xfrm>
            <a:off x="6304544" y="2931365"/>
            <a:ext cx="46235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883689">
              <a:buClr>
                <a:srgbClr val="000000"/>
              </a:buClr>
              <a:defRPr/>
            </a:pPr>
            <a:r>
              <a:rPr lang="en-GB" sz="800" kern="0" dirty="0" smtClean="0">
                <a:solidFill>
                  <a:srgbClr val="FFFFFF">
                    <a:lumMod val="50000"/>
                  </a:srgbClr>
                </a:solidFill>
                <a:latin typeface="Santander Text" panose="020B0504020201020104" pitchFamily="34" charset="0"/>
                <a:cs typeface="Arial"/>
                <a:sym typeface="Arial"/>
              </a:rPr>
              <a:t>01/10</a:t>
            </a:r>
            <a:endParaRPr kumimoji="0" lang="en-GB" sz="8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94690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Personalizado 3">
      <a:dk1>
        <a:sysClr val="windowText" lastClr="000000"/>
      </a:dk1>
      <a:lt1>
        <a:sysClr val="window" lastClr="FFFFFF"/>
      </a:lt1>
      <a:dk2>
        <a:srgbClr val="6E7678"/>
      </a:dk2>
      <a:lt2>
        <a:srgbClr val="E7E6E6"/>
      </a:lt2>
      <a:accent1>
        <a:srgbClr val="EB0000"/>
      </a:accent1>
      <a:accent2>
        <a:srgbClr val="DEEDF1"/>
      </a:accent2>
      <a:accent3>
        <a:srgbClr val="9D3566"/>
      </a:accent3>
      <a:accent4>
        <a:srgbClr val="62B967"/>
      </a:accent4>
      <a:accent5>
        <a:srgbClr val="1AB2BB"/>
      </a:accent5>
      <a:accent6>
        <a:srgbClr val="FFCB32"/>
      </a:accent6>
      <a:hlink>
        <a:srgbClr val="3265FF"/>
      </a:hlink>
      <a:folHlink>
        <a:srgbClr val="954F72"/>
      </a:folHlink>
    </a:clrScheme>
    <a:fontScheme name="Personalizado 6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e Office">
  <a:themeElements>
    <a:clrScheme name="Personalizado 3">
      <a:dk1>
        <a:sysClr val="windowText" lastClr="000000"/>
      </a:dk1>
      <a:lt1>
        <a:sysClr val="window" lastClr="FFFFFF"/>
      </a:lt1>
      <a:dk2>
        <a:srgbClr val="6E7678"/>
      </a:dk2>
      <a:lt2>
        <a:srgbClr val="E7E6E6"/>
      </a:lt2>
      <a:accent1>
        <a:srgbClr val="EB0000"/>
      </a:accent1>
      <a:accent2>
        <a:srgbClr val="DEEDF1"/>
      </a:accent2>
      <a:accent3>
        <a:srgbClr val="9D3566"/>
      </a:accent3>
      <a:accent4>
        <a:srgbClr val="62B967"/>
      </a:accent4>
      <a:accent5>
        <a:srgbClr val="1AB2BB"/>
      </a:accent5>
      <a:accent6>
        <a:srgbClr val="FFCB32"/>
      </a:accent6>
      <a:hlink>
        <a:srgbClr val="3265FF"/>
      </a:hlink>
      <a:folHlink>
        <a:srgbClr val="954F72"/>
      </a:folHlink>
    </a:clrScheme>
    <a:fontScheme name="Personalizado 6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09d3dac3-f296-4107-b579-4b1e37be6169" xsi:nil="true"/>
    <lcf76f155ced4ddcb4097134ff3c332f xmlns="5ad20f8b-9281-4829-a9aa-2b5a878ba2cc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B6B9A5E792D2446B8986FAE34BEC557" ma:contentTypeVersion="12" ma:contentTypeDescription="Criar um novo documento." ma:contentTypeScope="" ma:versionID="a7a7c7330211281f7243a22470ce2e53">
  <xsd:schema xmlns:xsd="http://www.w3.org/2001/XMLSchema" xmlns:xs="http://www.w3.org/2001/XMLSchema" xmlns:p="http://schemas.microsoft.com/office/2006/metadata/properties" xmlns:ns1="http://schemas.microsoft.com/sharepoint/v3" xmlns:ns2="5ad20f8b-9281-4829-a9aa-2b5a878ba2cc" xmlns:ns3="09d3dac3-f296-4107-b579-4b1e37be6169" targetNamespace="http://schemas.microsoft.com/office/2006/metadata/properties" ma:root="true" ma:fieldsID="0c28e91176c9b4921ea9a3bbad06dd6c" ns1:_="" ns2:_="" ns3:_="">
    <xsd:import namespace="http://schemas.microsoft.com/sharepoint/v3"/>
    <xsd:import namespace="5ad20f8b-9281-4829-a9aa-2b5a878ba2cc"/>
    <xsd:import namespace="09d3dac3-f296-4107-b579-4b1e37be616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1:_ip_UnifiedCompliancePolicyProperties" minOccurs="0"/>
                <xsd:element ref="ns1:_ip_UnifiedCompliancePolicyUIActio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1" nillable="true" ma:displayName="Propriedades da Política de Conformidade Unificada" ma:hidden="true" ma:internalName="_ip_UnifiedCompliancePolicyProperties">
      <xsd:simpleType>
        <xsd:restriction base="dms:Note"/>
      </xsd:simpleType>
    </xsd:element>
    <xsd:element name="_ip_UnifiedCompliancePolicyUIAction" ma:index="12" nillable="true" ma:displayName="Ação de IU da Política de Conformidade Unificada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d20f8b-9281-4829-a9aa-2b5a878ba2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Etiquetas de Imagem" ma:readOnly="false" ma:fieldId="{5cf76f15-5ced-4ddc-b409-7134ff3c332f}" ma:taxonomyMulti="true" ma:sspId="e471ada5-31db-43fa-8830-84ca9293ff4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d3dac3-f296-4107-b579-4b1e37be6169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2f43633d-4f01-4e5f-8ed6-670c29f8108f}" ma:internalName="TaxCatchAll" ma:showField="CatchAllData" ma:web="09d3dac3-f296-4107-b579-4b1e37be616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B10D050-DF1B-4E4D-81F1-0DA827DFFA3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110BE0F-158A-4048-94DA-080A6D67F648}">
  <ds:schemaRefs>
    <ds:schemaRef ds:uri="http://purl.org/dc/elements/1.1/"/>
    <ds:schemaRef ds:uri="http://schemas.microsoft.com/office/2006/metadata/properties"/>
    <ds:schemaRef ds:uri="http://schemas.microsoft.com/sharepoint/v3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purl.org/dc/dcmitype/"/>
    <ds:schemaRef ds:uri="09d3dac3-f296-4107-b579-4b1e37be6169"/>
    <ds:schemaRef ds:uri="5ad20f8b-9281-4829-a9aa-2b5a878ba2cc"/>
  </ds:schemaRefs>
</ds:datastoreItem>
</file>

<file path=customXml/itemProps3.xml><?xml version="1.0" encoding="utf-8"?>
<ds:datastoreItem xmlns:ds="http://schemas.openxmlformats.org/officeDocument/2006/customXml" ds:itemID="{F51D37D8-ADBF-4FC8-905B-036BE3E7A0B8}"/>
</file>

<file path=docProps/app.xml><?xml version="1.0" encoding="utf-8"?>
<Properties xmlns="http://schemas.openxmlformats.org/officeDocument/2006/extended-properties" xmlns:vt="http://schemas.openxmlformats.org/officeDocument/2006/docPropsVTypes">
  <TotalTime>436</TotalTime>
  <Words>368</Words>
  <Application>Microsoft Office PowerPoint</Application>
  <PresentationFormat>Custom</PresentationFormat>
  <Paragraphs>150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Calibri</vt:lpstr>
      <vt:lpstr>Santander Headline</vt:lpstr>
      <vt:lpstr>Santander Text</vt:lpstr>
      <vt:lpstr>Times New Roman</vt:lpstr>
      <vt:lpstr>Tema de Office</vt:lpstr>
      <vt:lpstr>1_Tema de Office</vt:lpstr>
      <vt:lpstr>Report Valuation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Power Point SANTANDER</dc:title>
  <dc:creator>Presentalia (info@presentalia.com)</dc:creator>
  <cp:lastModifiedBy>Luís Filipe da Silva Pragosa</cp:lastModifiedBy>
  <cp:revision>34</cp:revision>
  <cp:lastPrinted>2020-02-14T10:49:34Z</cp:lastPrinted>
  <dcterms:created xsi:type="dcterms:W3CDTF">2018-03-19T11:10:43Z</dcterms:created>
  <dcterms:modified xsi:type="dcterms:W3CDTF">2024-03-25T16:33:52Z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0x0101000B6B9A5E792D2446B8986FAE34BEC557</vt:lpwstr>
  </property>
  <property fmtid="{D5CDD505-2E9C-101B-9397-08002B2CF9AE}" pid="3" name="MediaServiceImageTags">
    <vt:lpwstr/>
  </property>
  <property fmtid="{D5CDD505-2E9C-101B-9397-08002B2CF9AE}" pid="4" name="MSIP_Label_c28a54a4-093b-4fbd-aebd-593e22a43ea3_Enabled">
    <vt:lpwstr>true</vt:lpwstr>
  </property>
  <property fmtid="{D5CDD505-2E9C-101B-9397-08002B2CF9AE}" pid="5" name="MSIP_Label_c28a54a4-093b-4fbd-aebd-593e22a43ea3_SetDate">
    <vt:lpwstr>2023-06-28T18:41:32Z</vt:lpwstr>
  </property>
  <property fmtid="{D5CDD505-2E9C-101B-9397-08002B2CF9AE}" pid="6" name="MSIP_Label_c28a54a4-093b-4fbd-aebd-593e22a43ea3_Method">
    <vt:lpwstr>Privileged</vt:lpwstr>
  </property>
  <property fmtid="{D5CDD505-2E9C-101B-9397-08002B2CF9AE}" pid="7" name="MSIP_Label_c28a54a4-093b-4fbd-aebd-593e22a43ea3_Name">
    <vt:lpwstr>Restricted-confidential</vt:lpwstr>
  </property>
  <property fmtid="{D5CDD505-2E9C-101B-9397-08002B2CF9AE}" pid="8" name="MSIP_Label_c28a54a4-093b-4fbd-aebd-593e22a43ea3_SiteId">
    <vt:lpwstr>35595a02-4d6d-44ac-99e1-f9ab4cd872db</vt:lpwstr>
  </property>
  <property fmtid="{D5CDD505-2E9C-101B-9397-08002B2CF9AE}" pid="9" name="MSIP_Label_c28a54a4-093b-4fbd-aebd-593e22a43ea3_ActionId">
    <vt:lpwstr>42f206b2-c692-4cb8-aa10-e52fc96ae511</vt:lpwstr>
  </property>
  <property fmtid="{D5CDD505-2E9C-101B-9397-08002B2CF9AE}" pid="10" name="MSIP_Label_c28a54a4-093b-4fbd-aebd-593e22a43ea3_ContentBits">
    <vt:lpwstr>1</vt:lpwstr>
  </property>
</Properties>
</file>