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ebp" ContentType="image/webp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slideLayouts/slideLayout11.xml" ContentType="application/vnd.openxmlformats-officedocument.presentationml.slideLayout+xml"/>
  <Override PartName="/ppt/theme/theme6.xml" ContentType="application/vnd.openxmlformats-officedocument.theme+xml"/>
  <Override PartName="/ppt/slideLayouts/slideLayout12.xml" ContentType="application/vnd.openxmlformats-officedocument.presentationml.slideLayout+xml"/>
  <Override PartName="/ppt/theme/theme7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8.xml" ContentType="application/vnd.openxmlformats-officedocument.theme+xml"/>
  <Override PartName="/ppt/slideLayouts/slideLayout19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theme/themeOverride6.xml" ContentType="application/vnd.openxmlformats-officedocument.themeOverrid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8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10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1.xml" ContentType="application/vnd.openxmlformats-officedocument.drawingml.chart+xml"/>
  <Override PartName="/ppt/theme/themeOverride7.xml" ContentType="application/vnd.openxmlformats-officedocument.themeOverride+xml"/>
  <Override PartName="/ppt/charts/chart12.xml" ContentType="application/vnd.openxmlformats-officedocument.drawingml.chart+xml"/>
  <Override PartName="/ppt/theme/themeOverride8.xml" ContentType="application/vnd.openxmlformats-officedocument.themeOverride+xml"/>
  <Override PartName="/ppt/charts/chart13.xml" ContentType="application/vnd.openxmlformats-officedocument.drawingml.chart+xml"/>
  <Override PartName="/ppt/theme/themeOverride9.xml" ContentType="application/vnd.openxmlformats-officedocument.themeOverride+xml"/>
  <Override PartName="/ppt/charts/chart14.xml" ContentType="application/vnd.openxmlformats-officedocument.drawingml.chart+xml"/>
  <Override PartName="/ppt/theme/themeOverride10.xml" ContentType="application/vnd.openxmlformats-officedocument.themeOverr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714" r:id="rId8"/>
    <p:sldMasterId id="2147483672" r:id="rId9"/>
    <p:sldMasterId id="2147483674" r:id="rId10"/>
    <p:sldMasterId id="2147483719" r:id="rId11"/>
    <p:sldMasterId id="2147483731" r:id="rId12"/>
  </p:sldMasterIdLst>
  <p:notesMasterIdLst>
    <p:notesMasterId r:id="rId57"/>
  </p:notesMasterIdLst>
  <p:sldIdLst>
    <p:sldId id="256" r:id="rId13"/>
    <p:sldId id="2147480644" r:id="rId14"/>
    <p:sldId id="2147480601" r:id="rId15"/>
    <p:sldId id="2086" r:id="rId16"/>
    <p:sldId id="2147480649" r:id="rId17"/>
    <p:sldId id="1916" r:id="rId18"/>
    <p:sldId id="2147480705" r:id="rId19"/>
    <p:sldId id="2147480608" r:id="rId20"/>
    <p:sldId id="2147480632" r:id="rId21"/>
    <p:sldId id="2147480660" r:id="rId22"/>
    <p:sldId id="2147480672" r:id="rId23"/>
    <p:sldId id="2147480704" r:id="rId24"/>
    <p:sldId id="2147480674" r:id="rId25"/>
    <p:sldId id="2147480675" r:id="rId26"/>
    <p:sldId id="2147480708" r:id="rId27"/>
    <p:sldId id="2147480677" r:id="rId28"/>
    <p:sldId id="2147480679" r:id="rId29"/>
    <p:sldId id="2147480693" r:id="rId30"/>
    <p:sldId id="2147480667" r:id="rId31"/>
    <p:sldId id="2147480706" r:id="rId32"/>
    <p:sldId id="2147480600" r:id="rId33"/>
    <p:sldId id="2147480716" r:id="rId34"/>
    <p:sldId id="2147480662" r:id="rId35"/>
    <p:sldId id="2147480707" r:id="rId36"/>
    <p:sldId id="2147480709" r:id="rId37"/>
    <p:sldId id="2147480645" r:id="rId38"/>
    <p:sldId id="2147480650" r:id="rId39"/>
    <p:sldId id="2147480678" r:id="rId40"/>
    <p:sldId id="2147480680" r:id="rId41"/>
    <p:sldId id="2147480681" r:id="rId42"/>
    <p:sldId id="2147480646" r:id="rId43"/>
    <p:sldId id="2147480627" r:id="rId44"/>
    <p:sldId id="2147480710" r:id="rId45"/>
    <p:sldId id="2147480711" r:id="rId46"/>
    <p:sldId id="2147480712" r:id="rId47"/>
    <p:sldId id="2147480713" r:id="rId48"/>
    <p:sldId id="2147480671" r:id="rId49"/>
    <p:sldId id="2147480683" r:id="rId50"/>
    <p:sldId id="2147480691" r:id="rId51"/>
    <p:sldId id="2147480701" r:id="rId52"/>
    <p:sldId id="2147480714" r:id="rId53"/>
    <p:sldId id="2147480715" r:id="rId54"/>
    <p:sldId id="2147480717" r:id="rId55"/>
    <p:sldId id="1866" r:id="rId56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92" userDrawn="1">
          <p15:clr>
            <a:srgbClr val="A4A3A4"/>
          </p15:clr>
        </p15:guide>
        <p15:guide id="3" pos="728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C512F23-ECF9-FC74-E8C5-723516114F99}" name="Escaleira, Diogo Alexandre" initials="DE" userId="S::descaleira@neyond.pt::72fb12db-bc92-4c43-9b41-3ac15f1f989a" providerId="AD"/>
  <p188:author id="{F05F4351-4DEA-F3D4-C20B-E98F46D2B431}" name="Beno, Guilherme" initials="JB" userId="S::jbeno@neyond.pt::e06e10c8-5ec7-4c86-8b45-43003a290c96" providerId="AD"/>
  <p188:author id="{636B5556-3D72-E2F0-6E87-C9E5E1972C66}" name="Ahmad, Nadia Genebra" initials="ANG" userId="S::nahmad@neyond.pt::2eef2cf0-e606-4076-8505-6d6658fa1c4a" providerId="AD"/>
  <p188:author id="{C2999469-A153-5595-F2E2-2A4AC5150B28}" name="Correia, Andre Guilherme" initials="AC" userId="S::andcorreia@neyond.pt::7335ff0c-324e-4055-ab48-bd67a9e6dead" providerId="AD"/>
  <p188:author id="{44B2048D-5C18-4B91-B955-1679C26855BB}" name="Caguerelho, Ana Rita" initials="AC" userId="S::acaguerelho@neyond.pt::7b95d777-22bb-4b12-8360-afcdb5cf1abd" providerId="AD"/>
  <p188:author id="{CA811FA9-5862-93D8-F5D5-56ED83AC8E33}" name="Amaro, Sandra" initials="AS" userId="S::samaro@neyond.pt::6bedbfcc-5e0a-4e18-b9b0-c8ab328504b9" providerId="AD"/>
  <p188:author id="{77FB27BA-7DEB-83CD-6B51-FF941D4B2020}" name="Almeida, Luis Alexandre" initials="ALA" userId="S::lualmeida@neyond.pt::5df86c4b-e2b3-489b-9c00-1eef9e703c19" providerId="AD"/>
  <p188:author id="{6DC05CBA-2895-20DA-C20B-07DC48541C05}" name="Godinho, Luis" initials="GL" userId="S::lgodinho@neyond.pt::73da12d6-0d4b-484b-8b4c-3d031c51bbca" providerId="AD"/>
  <p188:author id="{4B33A3E4-8906-6F30-9846-470E97C725C1}" name="Nunes, Marta Rafaela" initials="MN" userId="S::martnunes@neyond.pt::64e258cc-da3c-4cb9-a36b-1ce753c6c460" providerId="AD"/>
  <p188:author id="{6C70D6F7-E882-8E70-FE42-FF06AD81861A}" name="Fernandes, Helder Filipe" initials="HF" userId="S::hefernandes@neyond.pt::16c6f568-f8ac-49a4-9e4b-3f11f521824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meida, Luis Alexandre" initials="ALA" lastIdx="6" clrIdx="0">
    <p:extLst>
      <p:ext uri="{19B8F6BF-5375-455C-9EA6-DF929625EA0E}">
        <p15:presenceInfo xmlns:p15="http://schemas.microsoft.com/office/powerpoint/2012/main" userId="S::lualmeida@epimetheus.pt::5df86c4b-e2b3-489b-9c00-1eef9e703c19" providerId="AD"/>
      </p:ext>
    </p:extLst>
  </p:cmAuthor>
  <p:cmAuthor id="2" name="Amaro, Sandra" initials="AS" lastIdx="28" clrIdx="1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3" name="Godinho, Luis" initials="GL" lastIdx="16" clrIdx="2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4" name="Amaro, Sandra" initials="AS [2]" lastIdx="2" clrIdx="3">
    <p:extLst>
      <p:ext uri="{19B8F6BF-5375-455C-9EA6-DF929625EA0E}">
        <p15:presenceInfo xmlns:p15="http://schemas.microsoft.com/office/powerpoint/2012/main" userId="S::samaro@neyond.pt::6bedbfcc-5e0a-4e18-b9b0-c8ab328504b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F7C"/>
    <a:srgbClr val="000000"/>
    <a:srgbClr val="003E51"/>
    <a:srgbClr val="D4F5FF"/>
    <a:srgbClr val="53CEFF"/>
    <a:srgbClr val="ABE7FF"/>
    <a:srgbClr val="009FDF"/>
    <a:srgbClr val="F2F2F2"/>
    <a:srgbClr val="7F7F7F"/>
    <a:srgbClr val="007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2DA6A9-229C-4BC6-AE9E-19261653D787}" v="6" dt="2026-01-20T18:19:37.635"/>
    <p1510:client id="{2FD6319A-0D3A-41FF-99E2-4A2BAB39BC99}" v="16459" dt="2026-01-20T16:51:35.470"/>
    <p1510:client id="{3F7B5036-B13E-4197-A749-DDDD951983A2}" v="26" dt="2026-01-21T11:21:43.065"/>
    <p1510:client id="{510F852F-641B-4019-BD23-0472592BBC9C}" v="17190" dt="2026-01-20T17:32:27.820"/>
    <p1510:client id="{6B48BF93-8A21-4454-9E76-51C803080845}" v="8" dt="2026-01-20T12:14:01.975"/>
    <p1510:client id="{72B1F661-3166-46DD-8F27-FEC5AE60ECB7}" v="12661" dt="2026-01-20T12:57:17.361"/>
    <p1510:client id="{E733B37A-3620-4D84-9B70-13F33697367C}" v="5" dt="2026-01-20T18:41:06.01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528"/>
        <p:guide pos="392"/>
        <p:guide pos="7287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4.xml"/><Relationship Id="rId21" Type="http://schemas.openxmlformats.org/officeDocument/2006/relationships/slide" Target="slides/slide9.xml"/><Relationship Id="rId34" Type="http://schemas.openxmlformats.org/officeDocument/2006/relationships/slide" Target="slides/slide22.xml"/><Relationship Id="rId42" Type="http://schemas.openxmlformats.org/officeDocument/2006/relationships/slide" Target="slides/slide30.xml"/><Relationship Id="rId47" Type="http://schemas.openxmlformats.org/officeDocument/2006/relationships/slide" Target="slides/slide35.xml"/><Relationship Id="rId50" Type="http://schemas.openxmlformats.org/officeDocument/2006/relationships/slide" Target="slides/slide38.xml"/><Relationship Id="rId55" Type="http://schemas.openxmlformats.org/officeDocument/2006/relationships/slide" Target="slides/slide43.xml"/><Relationship Id="rId63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9" Type="http://schemas.openxmlformats.org/officeDocument/2006/relationships/slide" Target="slides/slide17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40" Type="http://schemas.openxmlformats.org/officeDocument/2006/relationships/slide" Target="slides/slide28.xml"/><Relationship Id="rId45" Type="http://schemas.openxmlformats.org/officeDocument/2006/relationships/slide" Target="slides/slide33.xml"/><Relationship Id="rId53" Type="http://schemas.openxmlformats.org/officeDocument/2006/relationships/slide" Target="slides/slide41.xml"/><Relationship Id="rId58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61" Type="http://schemas.openxmlformats.org/officeDocument/2006/relationships/theme" Target="theme/theme1.xml"/><Relationship Id="rId19" Type="http://schemas.openxmlformats.org/officeDocument/2006/relationships/slide" Target="slides/slide7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openxmlformats.org/officeDocument/2006/relationships/slide" Target="slides/slide31.xml"/><Relationship Id="rId48" Type="http://schemas.openxmlformats.org/officeDocument/2006/relationships/slide" Target="slides/slide36.xml"/><Relationship Id="rId56" Type="http://schemas.openxmlformats.org/officeDocument/2006/relationships/slide" Target="slides/slide44.xml"/><Relationship Id="rId64" Type="http://schemas.microsoft.com/office/2015/10/relationships/revisionInfo" Target="revisionInfo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39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46" Type="http://schemas.openxmlformats.org/officeDocument/2006/relationships/slide" Target="slides/slide34.xml"/><Relationship Id="rId59" Type="http://schemas.openxmlformats.org/officeDocument/2006/relationships/presProps" Target="presProps.xml"/><Relationship Id="rId20" Type="http://schemas.openxmlformats.org/officeDocument/2006/relationships/slide" Target="slides/slide8.xml"/><Relationship Id="rId41" Type="http://schemas.openxmlformats.org/officeDocument/2006/relationships/slide" Target="slides/slide29.xml"/><Relationship Id="rId54" Type="http://schemas.openxmlformats.org/officeDocument/2006/relationships/slide" Target="slides/slide42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49" Type="http://schemas.openxmlformats.org/officeDocument/2006/relationships/slide" Target="slides/slide37.xml"/><Relationship Id="rId57" Type="http://schemas.openxmlformats.org/officeDocument/2006/relationships/notesMaster" Target="notesMasters/notesMaster1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9.xml"/><Relationship Id="rId44" Type="http://schemas.openxmlformats.org/officeDocument/2006/relationships/slide" Target="slides/slide32.xml"/><Relationship Id="rId52" Type="http://schemas.openxmlformats.org/officeDocument/2006/relationships/slide" Target="slides/slide40.xml"/><Relationship Id="rId60" Type="http://schemas.openxmlformats.org/officeDocument/2006/relationships/viewProps" Target="viewProps.xml"/><Relationship Id="rId65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39" Type="http://schemas.openxmlformats.org/officeDocument/2006/relationships/slide" Target="slides/slide2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es, Helder Filipe" userId="16c6f568-f8ac-49a4-9e4b-3f11f521824e" providerId="ADAL" clId="{A1CE511C-A8CB-4803-A8AC-D53B1FBD2F14}"/>
    <pc:docChg chg="undo redo custSel addSld delSld modSld sldOrd">
      <pc:chgData name="Fernandes, Helder Filipe" userId="16c6f568-f8ac-49a4-9e4b-3f11f521824e" providerId="ADAL" clId="{A1CE511C-A8CB-4803-A8AC-D53B1FBD2F14}" dt="2026-01-20T12:57:17.361" v="26305" actId="255"/>
      <pc:docMkLst>
        <pc:docMk/>
      </pc:docMkLst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855580657" sldId="256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55580657" sldId="256"/>
            <ac:spMk id="2" creationId="{93C000A3-A263-4D79-A553-037722D3F2C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55580657" sldId="256"/>
            <ac:spMk id="3" creationId="{589BA500-778A-41B0-A062-8A11E44145C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55580657" sldId="256"/>
            <ac:spMk id="4" creationId="{B7A138B7-010B-4261-B134-DFBC17016A9D}"/>
          </ac:spMkLst>
        </pc:spChg>
      </pc:sldChg>
      <pc:sldChg chg="addSp delSp modSp mod">
        <pc:chgData name="Fernandes, Helder Filipe" userId="16c6f568-f8ac-49a4-9e4b-3f11f521824e" providerId="ADAL" clId="{A1CE511C-A8CB-4803-A8AC-D53B1FBD2F14}" dt="2026-01-20T12:43:21.027" v="25970" actId="478"/>
        <pc:sldMkLst>
          <pc:docMk/>
          <pc:sldMk cId="1910780210" sldId="1916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2" creationId="{9CA47561-536B-B8A8-3916-C55AA8BBF36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3" creationId="{4698EFDE-2438-CE42-5FBE-163881B32270}"/>
          </ac:spMkLst>
        </pc:spChg>
        <pc:spChg chg="del mod">
          <ac:chgData name="Fernandes, Helder Filipe" userId="16c6f568-f8ac-49a4-9e4b-3f11f521824e" providerId="ADAL" clId="{A1CE511C-A8CB-4803-A8AC-D53B1FBD2F14}" dt="2026-01-20T12:43:21.027" v="25970" actId="478"/>
          <ac:spMkLst>
            <pc:docMk/>
            <pc:sldMk cId="1910780210" sldId="1916"/>
            <ac:spMk id="4" creationId="{52A73FC1-6271-CDC9-CF13-1385F86618A5}"/>
          </ac:spMkLst>
        </pc:spChg>
        <pc:spChg chg="add mod">
          <ac:chgData name="Fernandes, Helder Filipe" userId="16c6f568-f8ac-49a4-9e4b-3f11f521824e" providerId="ADAL" clId="{A1CE511C-A8CB-4803-A8AC-D53B1FBD2F14}" dt="2026-01-20T12:43:11.763" v="25969" actId="20577"/>
          <ac:spMkLst>
            <pc:docMk/>
            <pc:sldMk cId="1910780210" sldId="1916"/>
            <ac:spMk id="5" creationId="{92D7F13D-DC59-4CA3-729E-9928CB21C9F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8" creationId="{C945EE3D-C26E-4AD1-958C-5A22D5DB174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17" creationId="{2E999AAD-2F03-4FE9-AD54-89E493F9EFD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19" creationId="{84F1F8BA-1403-4E04-970F-574B7F0BFEB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20" creationId="{05915320-5F80-4E29-99AD-E5D9C5856B93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37" creationId="{7BEE0F22-0A1C-49BA-88C2-7739133F23D8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41" creationId="{B9BEBCA2-3036-4DD4-A74A-89494E47E79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44" creationId="{9EE21243-0132-4FD6-8119-31650860993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65" creationId="{916081D7-028E-F756-9071-C07F3975F6BE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1086649321" sldId="2086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2" creationId="{04E5A9F2-F005-4812-A92A-50A2D79422B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3" creationId="{3E5D765C-774B-4EE7-8C6D-AE64B09A9B6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4" creationId="{E72AAD87-4B68-97B4-8FE5-A4AB8447C59E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37" creationId="{7B031AA7-08B1-FD9D-C6FF-1612178E5DC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51" creationId="{0D886603-F9D0-F022-E968-741CB1F694D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55" creationId="{C891DD3F-A709-F745-42D3-2B13482A4E8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56" creationId="{237E9B23-A78E-0E3C-5D81-3FA065912A08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65" creationId="{04269AAA-F461-BC76-10DE-3FED81F388F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66" creationId="{353E7772-F3B5-4C17-8990-02BDBB5CBE90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67" creationId="{369FF7FC-3FE3-1A9A-1D70-F6C89B3368D9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131821357" sldId="2147480600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1821357" sldId="2147480600"/>
            <ac:spMk id="11" creationId="{A1926D0B-B258-4959-169D-8F042B96AEA2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1139067995" sldId="2147480601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139067995" sldId="2147480601"/>
            <ac:spMk id="8" creationId="{7F1781EE-D3D7-1539-FFCC-1422866E6678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139067995" sldId="2147480601"/>
            <ac:spMk id="11" creationId="{AB5116F3-5A39-3843-B719-E3694C0DF53D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4290607108" sldId="2147480608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290607108" sldId="2147480608"/>
            <ac:spMk id="6" creationId="{F31EA8FE-869F-82C6-37ED-176A504553B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290607108" sldId="2147480608"/>
            <ac:spMk id="11" creationId="{E59CABB3-B30B-8D77-A7D2-1664FAAED96B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3845398109" sldId="2147480627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845398109" sldId="2147480627"/>
            <ac:spMk id="3" creationId="{F0DF32EC-126E-CB42-184B-B425CCCC957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845398109" sldId="2147480627"/>
            <ac:spMk id="8" creationId="{8633C8B4-398C-F0E4-6E29-3EDD2449257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845398109" sldId="2147480627"/>
            <ac:spMk id="37" creationId="{F731016F-CD66-5673-669A-5284A7C9FE11}"/>
          </ac:spMkLst>
        </pc:spChg>
      </pc:sldChg>
      <pc:sldChg chg="addSp delSp modSp mod ord modCm">
        <pc:chgData name="Fernandes, Helder Filipe" userId="16c6f568-f8ac-49a4-9e4b-3f11f521824e" providerId="ADAL" clId="{A1CE511C-A8CB-4803-A8AC-D53B1FBD2F14}" dt="2026-01-20T12:16:22.840" v="25539" actId="20577"/>
        <pc:sldMkLst>
          <pc:docMk/>
          <pc:sldMk cId="557686764" sldId="2147480632"/>
        </pc:sldMkLst>
        <pc:spChg chg="mod">
          <ac:chgData name="Fernandes, Helder Filipe" userId="16c6f568-f8ac-49a4-9e4b-3f11f521824e" providerId="ADAL" clId="{A1CE511C-A8CB-4803-A8AC-D53B1FBD2F14}" dt="2026-01-20T12:15:49.970" v="25505" actId="20577"/>
          <ac:spMkLst>
            <pc:docMk/>
            <pc:sldMk cId="557686764" sldId="2147480632"/>
            <ac:spMk id="2" creationId="{03E81A50-8F1E-CFA6-5A6E-CE370E0CA58B}"/>
          </ac:spMkLst>
        </pc:spChg>
        <pc:spChg chg="mod">
          <ac:chgData name="Fernandes, Helder Filipe" userId="16c6f568-f8ac-49a4-9e4b-3f11f521824e" providerId="ADAL" clId="{A1CE511C-A8CB-4803-A8AC-D53B1FBD2F14}" dt="2026-01-20T12:16:22.840" v="25539" actId="20577"/>
          <ac:spMkLst>
            <pc:docMk/>
            <pc:sldMk cId="557686764" sldId="2147480632"/>
            <ac:spMk id="3" creationId="{C8BEB83C-42DE-A528-188D-B6E0A4483DD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6" creationId="{E3A0D053-E177-C1EC-2B6D-DF59848AA9A4}"/>
          </ac:spMkLst>
        </pc:spChg>
        <pc:spChg chg="mod">
          <ac:chgData name="Fernandes, Helder Filipe" userId="16c6f568-f8ac-49a4-9e4b-3f11f521824e" providerId="ADAL" clId="{A1CE511C-A8CB-4803-A8AC-D53B1FBD2F14}" dt="2026-01-15T15:51:50.749" v="1395" actId="20577"/>
          <ac:spMkLst>
            <pc:docMk/>
            <pc:sldMk cId="557686764" sldId="2147480632"/>
            <ac:spMk id="7" creationId="{6B9A2AB0-B48A-CCD5-6C37-2E82FA2FC16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10" creationId="{02C6B3F5-0FA0-549F-9D28-65DA587401B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16" creationId="{5D2E3B2E-D643-0283-9EFC-C65A6630178B}"/>
          </ac:spMkLst>
        </pc:spChg>
        <pc:spChg chg="mod">
          <ac:chgData name="Fernandes, Helder Filipe" userId="16c6f568-f8ac-49a4-9e4b-3f11f521824e" providerId="ADAL" clId="{A1CE511C-A8CB-4803-A8AC-D53B1FBD2F14}" dt="2026-01-15T15:49:30.692" v="1381" actId="20577"/>
          <ac:spMkLst>
            <pc:docMk/>
            <pc:sldMk cId="557686764" sldId="2147480632"/>
            <ac:spMk id="18" creationId="{B2E06155-C44B-73F9-55CC-A3D93E4BED3A}"/>
          </ac:spMkLst>
        </pc:spChg>
        <pc:spChg chg="mod">
          <ac:chgData name="Fernandes, Helder Filipe" userId="16c6f568-f8ac-49a4-9e4b-3f11f521824e" providerId="ADAL" clId="{A1CE511C-A8CB-4803-A8AC-D53B1FBD2F14}" dt="2026-01-15T15:54:09.596" v="1436" actId="947"/>
          <ac:spMkLst>
            <pc:docMk/>
            <pc:sldMk cId="557686764" sldId="2147480632"/>
            <ac:spMk id="19" creationId="{EFF2877F-AF55-518D-12D2-0FC51BC5829D}"/>
          </ac:spMkLst>
        </pc:spChg>
        <pc:spChg chg="mod">
          <ac:chgData name="Fernandes, Helder Filipe" userId="16c6f568-f8ac-49a4-9e4b-3f11f521824e" providerId="ADAL" clId="{A1CE511C-A8CB-4803-A8AC-D53B1FBD2F14}" dt="2026-01-15T15:47:23.118" v="1347" actId="20577"/>
          <ac:spMkLst>
            <pc:docMk/>
            <pc:sldMk cId="557686764" sldId="2147480632"/>
            <ac:spMk id="21" creationId="{72ED1C30-77D8-06F7-A5DD-27F9010CB405}"/>
          </ac:spMkLst>
        </pc:spChg>
        <pc:spChg chg="mod">
          <ac:chgData name="Fernandes, Helder Filipe" userId="16c6f568-f8ac-49a4-9e4b-3f11f521824e" providerId="ADAL" clId="{A1CE511C-A8CB-4803-A8AC-D53B1FBD2F14}" dt="2026-01-15T15:54:19.988" v="1439" actId="20577"/>
          <ac:spMkLst>
            <pc:docMk/>
            <pc:sldMk cId="557686764" sldId="2147480632"/>
            <ac:spMk id="22" creationId="{DB0C764E-7E60-651E-B60C-D41366123320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24" creationId="{7578B4DB-5D0F-3689-469B-58C931533D10}"/>
          </ac:spMkLst>
        </pc:spChg>
        <pc:spChg chg="mod">
          <ac:chgData name="Fernandes, Helder Filipe" userId="16c6f568-f8ac-49a4-9e4b-3f11f521824e" providerId="ADAL" clId="{A1CE511C-A8CB-4803-A8AC-D53B1FBD2F14}" dt="2026-01-15T15:51:02.095" v="1382" actId="20577"/>
          <ac:spMkLst>
            <pc:docMk/>
            <pc:sldMk cId="557686764" sldId="2147480632"/>
            <ac:spMk id="25" creationId="{0DE349D1-4AD2-0579-F05B-D758F0934E63}"/>
          </ac:spMkLst>
        </pc:spChg>
        <pc:spChg chg="add mod ord">
          <ac:chgData name="Fernandes, Helder Filipe" userId="16c6f568-f8ac-49a4-9e4b-3f11f521824e" providerId="ADAL" clId="{A1CE511C-A8CB-4803-A8AC-D53B1FBD2F14}" dt="2026-01-15T15:57:35.219" v="1489" actId="14100"/>
          <ac:spMkLst>
            <pc:docMk/>
            <pc:sldMk cId="557686764" sldId="2147480632"/>
            <ac:spMk id="26" creationId="{5D63F70A-CDA4-5D62-FB9F-EAD64F5CDAA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28" creationId="{98DF98E4-A940-BCD0-0E83-596B3FBEDCE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29" creationId="{97C0DB60-AF73-CB43-A080-23CB143FEAF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30" creationId="{503EF1CA-86D4-1CB2-2995-BF3D42D03101}"/>
          </ac:spMkLst>
        </pc:spChg>
        <pc:spChg chg="add 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32" creationId="{A9368512-C7D0-E8D9-706F-B71A8C083842}"/>
          </ac:spMkLst>
        </pc:spChg>
        <pc:spChg chg="add mod">
          <ac:chgData name="Fernandes, Helder Filipe" userId="16c6f568-f8ac-49a4-9e4b-3f11f521824e" providerId="ADAL" clId="{A1CE511C-A8CB-4803-A8AC-D53B1FBD2F14}" dt="2026-01-19T15:52:22.579" v="14660" actId="947"/>
          <ac:spMkLst>
            <pc:docMk/>
            <pc:sldMk cId="557686764" sldId="2147480632"/>
            <ac:spMk id="36" creationId="{38020960-A5EE-7069-D5DF-867971028148}"/>
          </ac:spMkLst>
        </pc:spChg>
        <pc:spChg chg="add mod">
          <ac:chgData name="Fernandes, Helder Filipe" userId="16c6f568-f8ac-49a4-9e4b-3f11f521824e" providerId="ADAL" clId="{A1CE511C-A8CB-4803-A8AC-D53B1FBD2F14}" dt="2026-01-19T16:15:55.925" v="14982" actId="20577"/>
          <ac:spMkLst>
            <pc:docMk/>
            <pc:sldMk cId="557686764" sldId="2147480632"/>
            <ac:spMk id="40" creationId="{FAE960D0-DB51-048F-0C1C-B1351A2C872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186" creationId="{5F800CDF-1D16-8C17-3311-E1EBE8EA1826}"/>
          </ac:spMkLst>
        </pc:spChg>
        <pc:grpChg chg="mod">
          <ac:chgData name="Fernandes, Helder Filipe" userId="16c6f568-f8ac-49a4-9e4b-3f11f521824e" providerId="ADAL" clId="{A1CE511C-A8CB-4803-A8AC-D53B1FBD2F14}" dt="2026-01-15T15:54:43.896" v="1449" actId="465"/>
          <ac:grpSpMkLst>
            <pc:docMk/>
            <pc:sldMk cId="557686764" sldId="2147480632"/>
            <ac:grpSpMk id="5" creationId="{AF3A8B6C-B5B5-DD6D-D23B-E431EB98B2AE}"/>
          </ac:grpSpMkLst>
        </pc:grpChg>
        <pc:grpChg chg="mod">
          <ac:chgData name="Fernandes, Helder Filipe" userId="16c6f568-f8ac-49a4-9e4b-3f11f521824e" providerId="ADAL" clId="{A1CE511C-A8CB-4803-A8AC-D53B1FBD2F14}" dt="2026-01-15T15:54:43.896" v="1449" actId="465"/>
          <ac:grpSpMkLst>
            <pc:docMk/>
            <pc:sldMk cId="557686764" sldId="2147480632"/>
            <ac:grpSpMk id="8" creationId="{34F49662-D780-6F47-87A9-1C7075691A04}"/>
          </ac:grpSpMkLst>
        </pc:grpChg>
        <pc:grpChg chg="mod">
          <ac:chgData name="Fernandes, Helder Filipe" userId="16c6f568-f8ac-49a4-9e4b-3f11f521824e" providerId="ADAL" clId="{A1CE511C-A8CB-4803-A8AC-D53B1FBD2F14}" dt="2026-01-15T15:54:43.896" v="1449" actId="465"/>
          <ac:grpSpMkLst>
            <pc:docMk/>
            <pc:sldMk cId="557686764" sldId="2147480632"/>
            <ac:grpSpMk id="17" creationId="{E2006E16-9E52-B710-AB52-A02CB5AF9343}"/>
          </ac:grpSpMkLst>
        </pc:grpChg>
        <pc:grpChg chg="mod">
          <ac:chgData name="Fernandes, Helder Filipe" userId="16c6f568-f8ac-49a4-9e4b-3f11f521824e" providerId="ADAL" clId="{A1CE511C-A8CB-4803-A8AC-D53B1FBD2F14}" dt="2026-01-15T15:54:31.033" v="1448" actId="1036"/>
          <ac:grpSpMkLst>
            <pc:docMk/>
            <pc:sldMk cId="557686764" sldId="2147480632"/>
            <ac:grpSpMk id="20" creationId="{0F9AF4C2-2E37-89AD-E2A4-97FDF26FD458}"/>
          </ac:grpSpMkLst>
        </pc:grpChg>
        <pc:grpChg chg="mod">
          <ac:chgData name="Fernandes, Helder Filipe" userId="16c6f568-f8ac-49a4-9e4b-3f11f521824e" providerId="ADAL" clId="{A1CE511C-A8CB-4803-A8AC-D53B1FBD2F14}" dt="2026-01-15T15:48:31.632" v="1354" actId="14100"/>
          <ac:grpSpMkLst>
            <pc:docMk/>
            <pc:sldMk cId="557686764" sldId="2147480632"/>
            <ac:grpSpMk id="23" creationId="{D8BFE78E-3D6A-63AE-4391-0888C43AA27A}"/>
          </ac:grpSpMkLst>
        </pc:grpChg>
        <pc:grpChg chg="add mod">
          <ac:chgData name="Fernandes, Helder Filipe" userId="16c6f568-f8ac-49a4-9e4b-3f11f521824e" providerId="ADAL" clId="{A1CE511C-A8CB-4803-A8AC-D53B1FBD2F14}" dt="2026-01-15T16:07:45.614" v="1714" actId="1036"/>
          <ac:grpSpMkLst>
            <pc:docMk/>
            <pc:sldMk cId="557686764" sldId="2147480632"/>
            <ac:grpSpMk id="27" creationId="{24E797B1-192B-51DE-CC5D-14BEB6191CA7}"/>
          </ac:grpSpMkLst>
        </pc:grpChg>
        <pc:picChg chg="mod">
          <ac:chgData name="Fernandes, Helder Filipe" userId="16c6f568-f8ac-49a4-9e4b-3f11f521824e" providerId="ADAL" clId="{A1CE511C-A8CB-4803-A8AC-D53B1FBD2F14}" dt="2026-01-15T15:42:32.568" v="1129"/>
          <ac:picMkLst>
            <pc:docMk/>
            <pc:sldMk cId="557686764" sldId="2147480632"/>
            <ac:picMk id="31" creationId="{EB1153C4-79A6-91D6-6529-5F4A1E2CC15D}"/>
          </ac:picMkLst>
        </pc:picChg>
        <pc:cxnChg chg="mod ord">
          <ac:chgData name="Fernandes, Helder Filipe" userId="16c6f568-f8ac-49a4-9e4b-3f11f521824e" providerId="ADAL" clId="{A1CE511C-A8CB-4803-A8AC-D53B1FBD2F14}" dt="2026-01-15T15:58:59.796" v="1512" actId="1037"/>
          <ac:cxnSpMkLst>
            <pc:docMk/>
            <pc:sldMk cId="557686764" sldId="2147480632"/>
            <ac:cxnSpMk id="9" creationId="{2ECCBF5B-E36F-AD06-5466-1F8985999E7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ernandes, Helder Filipe" userId="16c6f568-f8ac-49a4-9e4b-3f11f521824e" providerId="ADAL" clId="{A1CE511C-A8CB-4803-A8AC-D53B1FBD2F14}" dt="2026-01-19T15:52:14.031" v="14659" actId="20577"/>
              <pc2:cmMkLst xmlns:pc2="http://schemas.microsoft.com/office/powerpoint/2019/9/main/command">
                <pc:docMk/>
                <pc:sldMk cId="557686764" sldId="2147480632"/>
                <pc2:cmMk id="{3562E11A-5190-4BC7-A40F-FAD2DB52FBDB}"/>
              </pc2:cmMkLst>
            </pc226:cmChg>
          </p:ext>
        </pc:extLst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3143105698" sldId="2147480644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2" creationId="{86310B94-8DEF-66FF-4427-ABFE07E63A40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3" creationId="{CE7ECC52-3F87-D57D-0EFB-E9EB6A015C8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4" creationId="{B247AB08-A3C6-4B81-0536-BF70FABA54A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6" creationId="{1092297D-CAC3-B686-A600-0555B3F8108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8" creationId="{239F9490-22A4-46CA-C38F-6C25AFA647E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9" creationId="{F42A9C04-11FA-DD7D-E3B7-2994801A667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10" creationId="{25CA4AF6-2D09-6E24-50A8-C03DD73815E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14" creationId="{0B930947-D288-9C01-96A0-1375C78C803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15" creationId="{4E41CFAB-F75E-AC10-AE2A-E85519F0E563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4147707186" sldId="2147480645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147707186" sldId="2147480645"/>
            <ac:spMk id="11" creationId="{A81767D1-B4CD-5225-E10A-5E7477781EF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147707186" sldId="2147480645"/>
            <ac:spMk id="15" creationId="{4AC95815-76C5-FEE3-294B-D53AA370928C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409785379" sldId="2147480646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09785379" sldId="2147480646"/>
            <ac:spMk id="11" creationId="{63200AD2-D855-C0AA-1116-9D5AB20DEF73}"/>
          </ac:spMkLst>
        </pc:spChg>
      </pc:sldChg>
      <pc:sldChg chg="addSp modSp mod modCm">
        <pc:chgData name="Fernandes, Helder Filipe" userId="16c6f568-f8ac-49a4-9e4b-3f11f521824e" providerId="ADAL" clId="{A1CE511C-A8CB-4803-A8AC-D53B1FBD2F14}" dt="2026-01-20T12:42:15.580" v="25964" actId="20577"/>
        <pc:sldMkLst>
          <pc:docMk/>
          <pc:sldMk cId="2241719590" sldId="2147480649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2" creationId="{AAAF9484-D8A2-938C-F26D-A13D4E940C43}"/>
          </ac:spMkLst>
        </pc:spChg>
        <pc:spChg chg="add mod">
          <ac:chgData name="Fernandes, Helder Filipe" userId="16c6f568-f8ac-49a4-9e4b-3f11f521824e" providerId="ADAL" clId="{A1CE511C-A8CB-4803-A8AC-D53B1FBD2F14}" dt="2026-01-20T12:42:15.580" v="25964" actId="20577"/>
          <ac:spMkLst>
            <pc:docMk/>
            <pc:sldMk cId="2241719590" sldId="2147480649"/>
            <ac:spMk id="3" creationId="{7949E308-DF1A-6FAF-E6BD-8654F4CC1BD3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8" creationId="{4CE5DF1C-6742-0BCD-A331-F09B0EEB6E0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13" creationId="{6F10875F-E1AE-4416-ABDA-0B79B522CD9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14" creationId="{3E16865D-C2A5-631C-C864-151A892BEF2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53" creationId="{A2AC7861-A52F-B362-BBA1-C5B2D6B7C896}"/>
          </ac:spMkLst>
        </pc:spChg>
        <pc:spChg chg="mod">
          <ac:chgData name="Fernandes, Helder Filipe" userId="16c6f568-f8ac-49a4-9e4b-3f11f521824e" providerId="ADAL" clId="{A1CE511C-A8CB-4803-A8AC-D53B1FBD2F14}" dt="2026-01-19T22:59:10.660" v="24089" actId="20577"/>
          <ac:spMkLst>
            <pc:docMk/>
            <pc:sldMk cId="2241719590" sldId="2147480649"/>
            <ac:spMk id="54" creationId="{665601E9-5E15-8606-2580-29A05350B45D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77" creationId="{AFDA0D78-E378-6A3B-BA78-1D7F5D07991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79" creationId="{01A1BC84-6438-2EAF-B67A-19C62EFEE39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80" creationId="{39E19011-1E68-EA1A-12E5-3C20C4F038D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82" creationId="{303FBB23-9E1A-FF72-4FA5-B68621BBF03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ernandes, Helder Filipe" userId="16c6f568-f8ac-49a4-9e4b-3f11f521824e" providerId="ADAL" clId="{A1CE511C-A8CB-4803-A8AC-D53B1FBD2F14}" dt="2026-01-19T22:59:10.660" v="24089" actId="20577"/>
              <pc2:cmMkLst xmlns:pc2="http://schemas.microsoft.com/office/powerpoint/2019/9/main/command">
                <pc:docMk/>
                <pc:sldMk cId="2241719590" sldId="2147480649"/>
                <pc2:cmMk id="{7A2B311E-2E65-4B0C-AB02-480BAC132DCD}"/>
              </pc2:cmMkLst>
            </pc226:cmChg>
          </p:ext>
        </pc:extLst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363473388" sldId="2147480650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5" creationId="{968D78E5-A6B3-8DD9-0DB9-168C91056C3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6" creationId="{701E32E2-78C8-E649-5734-22C3F7EF7C1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7" creationId="{27D93769-DBDA-AA4F-2543-397418F2932D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12" creationId="{700E9D0E-C1D9-1D38-ECC5-2F434F7E239E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13" creationId="{E3922D34-5B88-DCB4-055C-AAC7DE1EE850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18" creationId="{7737ABC8-7A25-93CD-3783-21BD06B602E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29" creationId="{F05756DA-F79E-F7AF-995B-872A239EC143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30" creationId="{3F331C78-EF54-25CC-EF49-A4214045CA7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31" creationId="{1CEE1AC3-2982-698D-4254-28D7FF5514F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34" creationId="{35DAC8EC-5175-2514-63C7-042BF1E33015}"/>
          </ac:spMkLst>
        </pc:spChg>
      </pc:sldChg>
      <pc:sldChg chg="addSp delSp modSp add mod ord modCm">
        <pc:chgData name="Fernandes, Helder Filipe" userId="16c6f568-f8ac-49a4-9e4b-3f11f521824e" providerId="ADAL" clId="{A1CE511C-A8CB-4803-A8AC-D53B1FBD2F14}" dt="2026-01-20T12:39:36.292" v="25952" actId="20577"/>
        <pc:sldMkLst>
          <pc:docMk/>
          <pc:sldMk cId="1530307141" sldId="2147480660"/>
        </pc:sldMkLst>
        <pc:spChg chg="mod">
          <ac:chgData name="Fernandes, Helder Filipe" userId="16c6f568-f8ac-49a4-9e4b-3f11f521824e" providerId="ADAL" clId="{A1CE511C-A8CB-4803-A8AC-D53B1FBD2F14}" dt="2026-01-20T12:16:12.179" v="25538" actId="20577"/>
          <ac:spMkLst>
            <pc:docMk/>
            <pc:sldMk cId="1530307141" sldId="2147480660"/>
            <ac:spMk id="2" creationId="{CBB14680-A7CC-050B-C5DD-FB26A2B2D939}"/>
          </ac:spMkLst>
        </pc:spChg>
        <pc:spChg chg="add del 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3" creationId="{1319185A-BFC0-31F8-8403-6AA03972D04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7" creationId="{4A9A146A-D664-B548-7A99-C3992BE5888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10" creationId="{123F03EF-B845-51D5-DE3F-EA6D125E773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11" creationId="{DE498241-7090-9A2F-33C7-52EF238A591E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12" creationId="{2C4DCB4D-44CE-A98E-207B-22AA492E5A73}"/>
          </ac:spMkLst>
        </pc:spChg>
        <pc:spChg chg="mod">
          <ac:chgData name="Fernandes, Helder Filipe" userId="16c6f568-f8ac-49a4-9e4b-3f11f521824e" providerId="ADAL" clId="{A1CE511C-A8CB-4803-A8AC-D53B1FBD2F14}" dt="2026-01-15T15:59:28.259" v="1514"/>
          <ac:spMkLst>
            <pc:docMk/>
            <pc:sldMk cId="1530307141" sldId="2147480660"/>
            <ac:spMk id="13" creationId="{675039D7-AF28-8932-8CFB-6E1808D2D393}"/>
          </ac:spMkLst>
        </pc:spChg>
        <pc:spChg chg="add del mod">
          <ac:chgData name="Fernandes, Helder Filipe" userId="16c6f568-f8ac-49a4-9e4b-3f11f521824e" providerId="ADAL" clId="{A1CE511C-A8CB-4803-A8AC-D53B1FBD2F14}" dt="2026-01-19T16:16:28.339" v="14985" actId="478"/>
          <ac:spMkLst>
            <pc:docMk/>
            <pc:sldMk cId="1530307141" sldId="2147480660"/>
            <ac:spMk id="15" creationId="{67181416-2324-F6CA-5218-195288D790CD}"/>
          </ac:spMkLst>
        </pc:spChg>
        <pc:spChg chg="mod">
          <ac:chgData name="Fernandes, Helder Filipe" userId="16c6f568-f8ac-49a4-9e4b-3f11f521824e" providerId="ADAL" clId="{A1CE511C-A8CB-4803-A8AC-D53B1FBD2F14}" dt="2026-01-15T16:02:59.805" v="1565" actId="20577"/>
          <ac:spMkLst>
            <pc:docMk/>
            <pc:sldMk cId="1530307141" sldId="2147480660"/>
            <ac:spMk id="16" creationId="{4DDEFF81-58B5-2C88-1B93-9A1A24FC062C}"/>
          </ac:spMkLst>
        </pc:spChg>
        <pc:spChg chg="mod">
          <ac:chgData name="Fernandes, Helder Filipe" userId="16c6f568-f8ac-49a4-9e4b-3f11f521824e" providerId="ADAL" clId="{A1CE511C-A8CB-4803-A8AC-D53B1FBD2F14}" dt="2026-01-15T16:03:08.532" v="1570" actId="20577"/>
          <ac:spMkLst>
            <pc:docMk/>
            <pc:sldMk cId="1530307141" sldId="2147480660"/>
            <ac:spMk id="19" creationId="{B649CC75-29BF-76D9-1C07-B93CA04FD11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21" creationId="{3082D1F9-C64D-AE7B-8690-1DDBC63EEC6E}"/>
          </ac:spMkLst>
        </pc:spChg>
        <pc:spChg chg="mod">
          <ac:chgData name="Fernandes, Helder Filipe" userId="16c6f568-f8ac-49a4-9e4b-3f11f521824e" providerId="ADAL" clId="{A1CE511C-A8CB-4803-A8AC-D53B1FBD2F14}" dt="2026-01-15T16:03:15.797" v="1573" actId="20577"/>
          <ac:spMkLst>
            <pc:docMk/>
            <pc:sldMk cId="1530307141" sldId="2147480660"/>
            <ac:spMk id="22" creationId="{29284FAC-8C75-2A09-38AB-1A611612239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24" creationId="{F981253D-2D93-3D17-C21C-D490B245234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25" creationId="{479F75A7-B842-085D-1D6F-13A45C0E3523}"/>
          </ac:spMkLst>
        </pc:spChg>
        <pc:spChg chg="add del mod">
          <ac:chgData name="Fernandes, Helder Filipe" userId="16c6f568-f8ac-49a4-9e4b-3f11f521824e" providerId="ADAL" clId="{A1CE511C-A8CB-4803-A8AC-D53B1FBD2F14}" dt="2026-01-19T16:16:26.164" v="14984" actId="478"/>
          <ac:spMkLst>
            <pc:docMk/>
            <pc:sldMk cId="1530307141" sldId="2147480660"/>
            <ac:spMk id="27" creationId="{2A92785A-5284-EECE-DEA2-CE40C3C55904}"/>
          </ac:spMkLst>
        </pc:spChg>
        <pc:spChg chg="add mod">
          <ac:chgData name="Fernandes, Helder Filipe" userId="16c6f568-f8ac-49a4-9e4b-3f11f521824e" providerId="ADAL" clId="{A1CE511C-A8CB-4803-A8AC-D53B1FBD2F14}" dt="2026-01-20T12:39:36.292" v="25952" actId="20577"/>
          <ac:spMkLst>
            <pc:docMk/>
            <pc:sldMk cId="1530307141" sldId="2147480660"/>
            <ac:spMk id="28" creationId="{C264197F-75C5-4800-15F4-C34E0FAAF88F}"/>
          </ac:spMkLst>
        </pc:spChg>
        <pc:spChg chg="add del mod">
          <ac:chgData name="Fernandes, Helder Filipe" userId="16c6f568-f8ac-49a4-9e4b-3f11f521824e" providerId="ADAL" clId="{A1CE511C-A8CB-4803-A8AC-D53B1FBD2F14}" dt="2026-01-16T16:45:18.777" v="11998" actId="20577"/>
          <ac:spMkLst>
            <pc:docMk/>
            <pc:sldMk cId="1530307141" sldId="2147480660"/>
            <ac:spMk id="38" creationId="{98CBADB2-4D87-3226-8A41-75C699EB89E6}"/>
          </ac:spMkLst>
        </pc:spChg>
        <pc:spChg chg="add mod">
          <ac:chgData name="Fernandes, Helder Filipe" userId="16c6f568-f8ac-49a4-9e4b-3f11f521824e" providerId="ADAL" clId="{A1CE511C-A8CB-4803-A8AC-D53B1FBD2F14}" dt="2026-01-19T18:37:06.740" v="21022" actId="114"/>
          <ac:spMkLst>
            <pc:docMk/>
            <pc:sldMk cId="1530307141" sldId="2147480660"/>
            <ac:spMk id="45" creationId="{C45E03E9-0519-7962-E4D5-C91B42C15C9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211" creationId="{D138DFAB-B84F-2164-0959-1E5D7D13F22A}"/>
          </ac:spMkLst>
        </pc:spChg>
        <pc:grpChg chg="add mod ord">
          <ac:chgData name="Fernandes, Helder Filipe" userId="16c6f568-f8ac-49a4-9e4b-3f11f521824e" providerId="ADAL" clId="{A1CE511C-A8CB-4803-A8AC-D53B1FBD2F14}" dt="2026-01-15T16:08:41.474" v="1786" actId="552"/>
          <ac:grpSpMkLst>
            <pc:docMk/>
            <pc:sldMk cId="1530307141" sldId="2147480660"/>
            <ac:grpSpMk id="4" creationId="{A32F20E6-E572-0ED0-7692-5075D09C0514}"/>
          </ac:grpSpMkLst>
        </pc:grpChg>
        <pc:picChg chg="mod">
          <ac:chgData name="Fernandes, Helder Filipe" userId="16c6f568-f8ac-49a4-9e4b-3f11f521824e" providerId="ADAL" clId="{A1CE511C-A8CB-4803-A8AC-D53B1FBD2F14}" dt="2026-01-15T15:59:28.259" v="1514"/>
          <ac:picMkLst>
            <pc:docMk/>
            <pc:sldMk cId="1530307141" sldId="2147480660"/>
            <ac:picMk id="14" creationId="{5BA14B25-592B-1063-D27E-0BBD48B5ADAF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ernandes, Helder Filipe" userId="16c6f568-f8ac-49a4-9e4b-3f11f521824e" providerId="ADAL" clId="{A1CE511C-A8CB-4803-A8AC-D53B1FBD2F14}" dt="2026-01-20T12:16:12.179" v="25538" actId="20577"/>
              <pc2:cmMkLst xmlns:pc2="http://schemas.microsoft.com/office/powerpoint/2019/9/main/command">
                <pc:docMk/>
                <pc:sldMk cId="1530307141" sldId="2147480660"/>
                <pc2:cmMk id="{088274DB-B46E-4B59-8960-87F6AE80D196}"/>
              </pc2:cmMkLst>
            </pc226:cmChg>
          </p:ext>
        </pc:extLst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2446388990" sldId="2147480662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446388990" sldId="2147480662"/>
            <ac:spMk id="2" creationId="{350467F1-F6EE-32A8-B6F5-4E51191C8B4E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446388990" sldId="2147480662"/>
            <ac:spMk id="26" creationId="{DC130913-A8EF-536F-0598-3F2CDE5E89F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446388990" sldId="2147480662"/>
            <ac:spMk id="32" creationId="{A325C398-D4E8-A542-75B6-609D831DA32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446388990" sldId="2147480662"/>
            <ac:spMk id="34" creationId="{3782EA6F-EDB6-8773-54E9-30EC08CE033E}"/>
          </ac:spMkLst>
        </pc:spChg>
      </pc:sldChg>
      <pc:sldChg chg="modSp mod">
        <pc:chgData name="Fernandes, Helder Filipe" userId="16c6f568-f8ac-49a4-9e4b-3f11f521824e" providerId="ADAL" clId="{A1CE511C-A8CB-4803-A8AC-D53B1FBD2F14}" dt="2026-01-20T12:19:03.957" v="25648" actId="20577"/>
        <pc:sldMkLst>
          <pc:docMk/>
          <pc:sldMk cId="1847974879" sldId="2147480667"/>
        </pc:sldMkLst>
        <pc:spChg chg="mod">
          <ac:chgData name="Fernandes, Helder Filipe" userId="16c6f568-f8ac-49a4-9e4b-3f11f521824e" providerId="ADAL" clId="{A1CE511C-A8CB-4803-A8AC-D53B1FBD2F14}" dt="2026-01-20T12:19:03.957" v="25648" actId="20577"/>
          <ac:spMkLst>
            <pc:docMk/>
            <pc:sldMk cId="1847974879" sldId="2147480667"/>
            <ac:spMk id="2" creationId="{07CA1229-4C1D-A009-2860-CE21F3E763F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3" creationId="{A9015C2E-9816-2259-E678-09578B994DE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20" creationId="{53214AC8-B36F-D960-4127-3C030E4FF80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22" creationId="{E8C3C1E5-0BB2-9BC7-9067-3D903B6ECFF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23" creationId="{108CF8AA-B2CD-98AA-34A8-373C5147B4C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28" creationId="{790D88D3-38EA-B643-CC98-1AB41B6F1500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32" creationId="{D5CA088A-2B7A-8090-F0AE-5941424B6DFF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137" creationId="{EAE732E9-D2B1-B20C-53AE-AE067FEDD05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211" creationId="{530F9B08-F153-3E58-0267-DDA694473530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3689053290" sldId="2147480671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89053290" sldId="2147480671"/>
            <ac:spMk id="3" creationId="{40E91148-46C2-14EA-B42C-06D76364B56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89053290" sldId="2147480671"/>
            <ac:spMk id="33" creationId="{B3AADC52-D250-F53E-A9DD-86DE8035AFA9}"/>
          </ac:spMkLst>
        </pc:spChg>
        <pc:graphicFrameChg chg="modGraphic">
          <ac:chgData name="Fernandes, Helder Filipe" userId="16c6f568-f8ac-49a4-9e4b-3f11f521824e" providerId="ADAL" clId="{A1CE511C-A8CB-4803-A8AC-D53B1FBD2F14}" dt="2026-01-16T18:27:00.102" v="13993" actId="790"/>
          <ac:graphicFrameMkLst>
            <pc:docMk/>
            <pc:sldMk cId="3689053290" sldId="2147480671"/>
            <ac:graphicFrameMk id="2" creationId="{E7DB6A42-91C7-B916-0AB2-E073AD6942F0}"/>
          </ac:graphicFrameMkLst>
        </pc:graphicFrameChg>
      </pc:sldChg>
      <pc:sldChg chg="addSp delSp modSp add mod ord">
        <pc:chgData name="Fernandes, Helder Filipe" userId="16c6f568-f8ac-49a4-9e4b-3f11f521824e" providerId="ADAL" clId="{A1CE511C-A8CB-4803-A8AC-D53B1FBD2F14}" dt="2026-01-20T12:40:14.687" v="25954" actId="20577"/>
        <pc:sldMkLst>
          <pc:docMk/>
          <pc:sldMk cId="806156684" sldId="2147480672"/>
        </pc:sldMkLst>
        <pc:spChg chg="mod">
          <ac:chgData name="Fernandes, Helder Filipe" userId="16c6f568-f8ac-49a4-9e4b-3f11f521824e" providerId="ADAL" clId="{A1CE511C-A8CB-4803-A8AC-D53B1FBD2F14}" dt="2026-01-15T21:42:29.303" v="6929" actId="947"/>
          <ac:spMkLst>
            <pc:docMk/>
            <pc:sldMk cId="806156684" sldId="2147480672"/>
            <ac:spMk id="10" creationId="{8F1E395F-A6C5-93A8-F775-87F207E0FA7D}"/>
          </ac:spMkLst>
        </pc:spChg>
        <pc:spChg chg="mod">
          <ac:chgData name="Fernandes, Helder Filipe" userId="16c6f568-f8ac-49a4-9e4b-3f11f521824e" providerId="ADAL" clId="{A1CE511C-A8CB-4803-A8AC-D53B1FBD2F14}" dt="2026-01-16T17:45:13.436" v="13539" actId="20577"/>
          <ac:spMkLst>
            <pc:docMk/>
            <pc:sldMk cId="806156684" sldId="2147480672"/>
            <ac:spMk id="12" creationId="{9653A9EF-EFF8-2259-BE6C-FC4BAEBEDD7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15" creationId="{7979B3EA-D742-CF6E-5DF1-B5BE7EE3CA2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16" creationId="{8CCC3C59-79B3-1C69-F503-32F337B0A62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18" creationId="{19AFF205-BB62-5522-2445-21D0384EE18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20" creationId="{F865503B-2EDD-7EEC-69B1-2D5AE5AD8AA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21" creationId="{7D3D44AC-61A2-362E-AB40-4B8A5FB4CBED}"/>
          </ac:spMkLst>
        </pc:spChg>
        <pc:spChg chg="add mod">
          <ac:chgData name="Fernandes, Helder Filipe" userId="16c6f568-f8ac-49a4-9e4b-3f11f521824e" providerId="ADAL" clId="{A1CE511C-A8CB-4803-A8AC-D53B1FBD2F14}" dt="2026-01-19T19:59:00.288" v="21657" actId="255"/>
          <ac:spMkLst>
            <pc:docMk/>
            <pc:sldMk cId="806156684" sldId="2147480672"/>
            <ac:spMk id="26" creationId="{A5DF4EC3-9615-1C34-B008-987E3ED6883B}"/>
          </ac:spMkLst>
        </pc:spChg>
        <pc:spChg chg="mod">
          <ac:chgData name="Fernandes, Helder Filipe" userId="16c6f568-f8ac-49a4-9e4b-3f11f521824e" providerId="ADAL" clId="{A1CE511C-A8CB-4803-A8AC-D53B1FBD2F14}" dt="2026-01-15T20:35:00.050" v="5297"/>
          <ac:spMkLst>
            <pc:docMk/>
            <pc:sldMk cId="806156684" sldId="2147480672"/>
            <ac:spMk id="36" creationId="{D3EE53EC-B33F-A65A-C508-D50B7327FBC0}"/>
          </ac:spMkLst>
        </pc:spChg>
        <pc:spChg chg="mod">
          <ac:chgData name="Fernandes, Helder Filipe" userId="16c6f568-f8ac-49a4-9e4b-3f11f521824e" providerId="ADAL" clId="{A1CE511C-A8CB-4803-A8AC-D53B1FBD2F14}" dt="2026-01-15T21:51:05.403" v="7216" actId="20577"/>
          <ac:spMkLst>
            <pc:docMk/>
            <pc:sldMk cId="806156684" sldId="2147480672"/>
            <ac:spMk id="39" creationId="{D22C4575-FC38-C199-BFE4-CF2D6BE91E22}"/>
          </ac:spMkLst>
        </pc:spChg>
        <pc:spChg chg="mod">
          <ac:chgData name="Fernandes, Helder Filipe" userId="16c6f568-f8ac-49a4-9e4b-3f11f521824e" providerId="ADAL" clId="{A1CE511C-A8CB-4803-A8AC-D53B1FBD2F14}" dt="2026-01-15T20:35:00.050" v="5297"/>
          <ac:spMkLst>
            <pc:docMk/>
            <pc:sldMk cId="806156684" sldId="2147480672"/>
            <ac:spMk id="40" creationId="{6F021DF2-DA70-1D9A-5F66-7782A204E4FC}"/>
          </ac:spMkLst>
        </pc:spChg>
        <pc:spChg chg="mod">
          <ac:chgData name="Fernandes, Helder Filipe" userId="16c6f568-f8ac-49a4-9e4b-3f11f521824e" providerId="ADAL" clId="{A1CE511C-A8CB-4803-A8AC-D53B1FBD2F14}" dt="2026-01-15T21:50:47.583" v="7210" actId="20577"/>
          <ac:spMkLst>
            <pc:docMk/>
            <pc:sldMk cId="806156684" sldId="2147480672"/>
            <ac:spMk id="42" creationId="{698FCDF9-E751-2AFF-CBF7-13339FA09D89}"/>
          </ac:spMkLst>
        </pc:spChg>
        <pc:spChg chg="mod">
          <ac:chgData name="Fernandes, Helder Filipe" userId="16c6f568-f8ac-49a4-9e4b-3f11f521824e" providerId="ADAL" clId="{A1CE511C-A8CB-4803-A8AC-D53B1FBD2F14}" dt="2026-01-15T21:49:24.484" v="7184" actId="20577"/>
          <ac:spMkLst>
            <pc:docMk/>
            <pc:sldMk cId="806156684" sldId="2147480672"/>
            <ac:spMk id="43" creationId="{FAFECA9C-173E-BC50-5D79-0ED28ABC1E76}"/>
          </ac:spMkLst>
        </pc:spChg>
        <pc:spChg chg="mod">
          <ac:chgData name="Fernandes, Helder Filipe" userId="16c6f568-f8ac-49a4-9e4b-3f11f521824e" providerId="ADAL" clId="{A1CE511C-A8CB-4803-A8AC-D53B1FBD2F14}" dt="2026-01-15T21:50:17.502" v="7202" actId="1038"/>
          <ac:spMkLst>
            <pc:docMk/>
            <pc:sldMk cId="806156684" sldId="2147480672"/>
            <ac:spMk id="45" creationId="{957D5F67-924E-E006-7834-F30FD7025E6B}"/>
          </ac:spMkLst>
        </pc:spChg>
        <pc:spChg chg="mod">
          <ac:chgData name="Fernandes, Helder Filipe" userId="16c6f568-f8ac-49a4-9e4b-3f11f521824e" providerId="ADAL" clId="{A1CE511C-A8CB-4803-A8AC-D53B1FBD2F14}" dt="2026-01-15T20:35:00.050" v="5297"/>
          <ac:spMkLst>
            <pc:docMk/>
            <pc:sldMk cId="806156684" sldId="2147480672"/>
            <ac:spMk id="46" creationId="{4A193402-DB23-0769-386A-BC737F5F0783}"/>
          </ac:spMkLst>
        </pc:spChg>
        <pc:spChg chg="add mod">
          <ac:chgData name="Fernandes, Helder Filipe" userId="16c6f568-f8ac-49a4-9e4b-3f11f521824e" providerId="ADAL" clId="{A1CE511C-A8CB-4803-A8AC-D53B1FBD2F14}" dt="2026-01-16T16:42:23.553" v="11798" actId="1076"/>
          <ac:spMkLst>
            <pc:docMk/>
            <pc:sldMk cId="806156684" sldId="2147480672"/>
            <ac:spMk id="49" creationId="{BE1D4D58-4688-4D38-4CD7-BC24295D5C22}"/>
          </ac:spMkLst>
        </pc:spChg>
        <pc:spChg chg="mod">
          <ac:chgData name="Fernandes, Helder Filipe" userId="16c6f568-f8ac-49a4-9e4b-3f11f521824e" providerId="ADAL" clId="{A1CE511C-A8CB-4803-A8AC-D53B1FBD2F14}" dt="2026-01-15T21:55:25.577" v="7369"/>
          <ac:spMkLst>
            <pc:docMk/>
            <pc:sldMk cId="806156684" sldId="2147480672"/>
            <ac:spMk id="60" creationId="{03CC28FA-5B64-6D67-B508-32C0AD2C7AA9}"/>
          </ac:spMkLst>
        </pc:spChg>
        <pc:spChg chg="mod">
          <ac:chgData name="Fernandes, Helder Filipe" userId="16c6f568-f8ac-49a4-9e4b-3f11f521824e" providerId="ADAL" clId="{A1CE511C-A8CB-4803-A8AC-D53B1FBD2F14}" dt="2026-01-15T21:55:25.577" v="7369"/>
          <ac:spMkLst>
            <pc:docMk/>
            <pc:sldMk cId="806156684" sldId="2147480672"/>
            <ac:spMk id="61" creationId="{B1E3DC0D-E6CC-8E2D-2262-8759C1EB4DF7}"/>
          </ac:spMkLst>
        </pc:spChg>
        <pc:spChg chg="mod">
          <ac:chgData name="Fernandes, Helder Filipe" userId="16c6f568-f8ac-49a4-9e4b-3f11f521824e" providerId="ADAL" clId="{A1CE511C-A8CB-4803-A8AC-D53B1FBD2F14}" dt="2026-01-15T21:55:25.577" v="7369"/>
          <ac:spMkLst>
            <pc:docMk/>
            <pc:sldMk cId="806156684" sldId="2147480672"/>
            <ac:spMk id="62" creationId="{43755746-0D09-DB22-F0E1-611F5474BDFB}"/>
          </ac:spMkLst>
        </pc:spChg>
        <pc:spChg chg="mod">
          <ac:chgData name="Fernandes, Helder Filipe" userId="16c6f568-f8ac-49a4-9e4b-3f11f521824e" providerId="ADAL" clId="{A1CE511C-A8CB-4803-A8AC-D53B1FBD2F14}" dt="2026-01-15T21:55:46.128" v="7371"/>
          <ac:spMkLst>
            <pc:docMk/>
            <pc:sldMk cId="806156684" sldId="2147480672"/>
            <ac:spMk id="129" creationId="{1C13AE60-180B-2B52-29FA-66E919239A9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130" creationId="{F46C6F64-5CEA-DFB1-68EA-EB956B871D3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131" creationId="{00799BAC-3289-5271-2890-08C2A8ECEEAC}"/>
          </ac:spMkLst>
        </pc:spChg>
        <pc:spChg chg="add mod">
          <ac:chgData name="Fernandes, Helder Filipe" userId="16c6f568-f8ac-49a4-9e4b-3f11f521824e" providerId="ADAL" clId="{A1CE511C-A8CB-4803-A8AC-D53B1FBD2F14}" dt="2026-01-16T16:45:43.978" v="11999" actId="20577"/>
          <ac:spMkLst>
            <pc:docMk/>
            <pc:sldMk cId="806156684" sldId="2147480672"/>
            <ac:spMk id="133" creationId="{8752B53C-24B8-AE62-D0F8-AE8CBE3F3B6E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137" creationId="{C873CA82-8EE3-DE70-A1B6-E281DE7C22DA}"/>
          </ac:spMkLst>
        </pc:spChg>
        <pc:spChg chg="add mod">
          <ac:chgData name="Fernandes, Helder Filipe" userId="16c6f568-f8ac-49a4-9e4b-3f11f521824e" providerId="ADAL" clId="{A1CE511C-A8CB-4803-A8AC-D53B1FBD2F14}" dt="2026-01-20T12:16:37.654" v="25555" actId="20577"/>
          <ac:spMkLst>
            <pc:docMk/>
            <pc:sldMk cId="806156684" sldId="2147480672"/>
            <ac:spMk id="140" creationId="{DC535E96-10BD-C3E0-FE75-A1E5592D04AC}"/>
          </ac:spMkLst>
        </pc:spChg>
        <pc:spChg chg="add mod">
          <ac:chgData name="Fernandes, Helder Filipe" userId="16c6f568-f8ac-49a4-9e4b-3f11f521824e" providerId="ADAL" clId="{A1CE511C-A8CB-4803-A8AC-D53B1FBD2F14}" dt="2026-01-20T12:16:57.661" v="25556"/>
          <ac:spMkLst>
            <pc:docMk/>
            <pc:sldMk cId="806156684" sldId="2147480672"/>
            <ac:spMk id="141" creationId="{F1FC8CB3-FCEE-177B-17A4-8E83D9EEA68B}"/>
          </ac:spMkLst>
        </pc:spChg>
        <pc:spChg chg="add mod">
          <ac:chgData name="Fernandes, Helder Filipe" userId="16c6f568-f8ac-49a4-9e4b-3f11f521824e" providerId="ADAL" clId="{A1CE511C-A8CB-4803-A8AC-D53B1FBD2F14}" dt="2026-01-20T12:40:14.687" v="25954" actId="20577"/>
          <ac:spMkLst>
            <pc:docMk/>
            <pc:sldMk cId="806156684" sldId="2147480672"/>
            <ac:spMk id="142" creationId="{4B724B4C-3DEB-4CAB-B412-981357D3F3E3}"/>
          </ac:spMkLst>
        </pc:spChg>
        <pc:grpChg chg="mod">
          <ac:chgData name="Fernandes, Helder Filipe" userId="16c6f568-f8ac-49a4-9e4b-3f11f521824e" providerId="ADAL" clId="{A1CE511C-A8CB-4803-A8AC-D53B1FBD2F14}" dt="2026-01-15T21:41:11.310" v="6922" actId="1035"/>
          <ac:grpSpMkLst>
            <pc:docMk/>
            <pc:sldMk cId="806156684" sldId="2147480672"/>
            <ac:grpSpMk id="5" creationId="{C265F66C-CF33-10CB-DE9E-80CCCD0BE379}"/>
          </ac:grpSpMkLst>
        </pc:grpChg>
        <pc:grpChg chg="mod">
          <ac:chgData name="Fernandes, Helder Filipe" userId="16c6f568-f8ac-49a4-9e4b-3f11f521824e" providerId="ADAL" clId="{A1CE511C-A8CB-4803-A8AC-D53B1FBD2F14}" dt="2026-01-16T16:42:26.584" v="11800" actId="1076"/>
          <ac:grpSpMkLst>
            <pc:docMk/>
            <pc:sldMk cId="806156684" sldId="2147480672"/>
            <ac:grpSpMk id="29" creationId="{6B38F3AB-9257-C8C3-D91C-671996F02BA0}"/>
          </ac:grpSpMkLst>
        </pc:grpChg>
        <pc:grpChg chg="add mod">
          <ac:chgData name="Fernandes, Helder Filipe" userId="16c6f568-f8ac-49a4-9e4b-3f11f521824e" providerId="ADAL" clId="{A1CE511C-A8CB-4803-A8AC-D53B1FBD2F14}" dt="2026-01-15T21:56:28.247" v="7435" actId="552"/>
          <ac:grpSpMkLst>
            <pc:docMk/>
            <pc:sldMk cId="806156684" sldId="2147480672"/>
            <ac:grpSpMk id="59" creationId="{492484F3-3E9D-A1A1-16DE-6DA51FFCD13D}"/>
          </ac:grpSpMkLst>
        </pc:grpChg>
        <pc:grpChg chg="add mod">
          <ac:chgData name="Fernandes, Helder Filipe" userId="16c6f568-f8ac-49a4-9e4b-3f11f521824e" providerId="ADAL" clId="{A1CE511C-A8CB-4803-A8AC-D53B1FBD2F14}" dt="2026-01-15T21:56:56.788" v="7496" actId="1035"/>
          <ac:grpSpMkLst>
            <pc:docMk/>
            <pc:sldMk cId="806156684" sldId="2147480672"/>
            <ac:grpSpMk id="128" creationId="{BFC05216-CDB7-A500-B2DC-ABE4F1A51A8B}"/>
          </ac:grpSpMkLst>
        </pc:grpChg>
        <pc:graphicFrameChg chg="mod">
          <ac:chgData name="Fernandes, Helder Filipe" userId="16c6f568-f8ac-49a4-9e4b-3f11f521824e" providerId="ADAL" clId="{A1CE511C-A8CB-4803-A8AC-D53B1FBD2F14}" dt="2026-01-15T20:35:00.050" v="5297"/>
          <ac:graphicFrameMkLst>
            <pc:docMk/>
            <pc:sldMk cId="806156684" sldId="2147480672"/>
            <ac:graphicFrameMk id="44" creationId="{65EC1DB2-114A-866B-FC6D-B0D88D10317C}"/>
          </ac:graphicFrameMkLst>
        </pc:graphicFrameChg>
        <pc:picChg chg="mod">
          <ac:chgData name="Fernandes, Helder Filipe" userId="16c6f568-f8ac-49a4-9e4b-3f11f521824e" providerId="ADAL" clId="{A1CE511C-A8CB-4803-A8AC-D53B1FBD2F14}" dt="2026-01-15T21:55:25.577" v="7369"/>
          <ac:picMkLst>
            <pc:docMk/>
            <pc:sldMk cId="806156684" sldId="2147480672"/>
            <ac:picMk id="63" creationId="{73607A29-CBD8-88B5-BA4E-2004CD118290}"/>
          </ac:picMkLst>
        </pc:picChg>
        <pc:picChg chg="mod">
          <ac:chgData name="Fernandes, Helder Filipe" userId="16c6f568-f8ac-49a4-9e4b-3f11f521824e" providerId="ADAL" clId="{A1CE511C-A8CB-4803-A8AC-D53B1FBD2F14}" dt="2026-01-15T21:55:46.128" v="7371"/>
          <ac:picMkLst>
            <pc:docMk/>
            <pc:sldMk cId="806156684" sldId="2147480672"/>
            <ac:picMk id="132" creationId="{7048E1B3-A334-BFAA-1D6A-D3D9B8105FB0}"/>
          </ac:picMkLst>
        </pc:picChg>
      </pc:sldChg>
      <pc:sldChg chg="addSp delSp modSp add mod modCm">
        <pc:chgData name="Fernandes, Helder Filipe" userId="16c6f568-f8ac-49a4-9e4b-3f11f521824e" providerId="ADAL" clId="{A1CE511C-A8CB-4803-A8AC-D53B1FBD2F14}" dt="2026-01-19T21:07:37.353" v="24083" actId="20577"/>
        <pc:sldMkLst>
          <pc:docMk/>
          <pc:sldMk cId="122950192" sldId="2147480673"/>
        </pc:sldMkLst>
        <pc:spChg chg="mod">
          <ac:chgData name="Fernandes, Helder Filipe" userId="16c6f568-f8ac-49a4-9e4b-3f11f521824e" providerId="ADAL" clId="{A1CE511C-A8CB-4803-A8AC-D53B1FBD2F14}" dt="2026-01-19T21:07:37.353" v="24083" actId="20577"/>
          <ac:spMkLst>
            <pc:docMk/>
            <pc:sldMk cId="122950192" sldId="2147480673"/>
            <ac:spMk id="26" creationId="{0816FE79-27A3-79E6-D8B7-28DF4D336E7E}"/>
          </ac:spMkLst>
        </pc:spChg>
        <pc:spChg chg="add mod">
          <ac:chgData name="Fernandes, Helder Filipe" userId="16c6f568-f8ac-49a4-9e4b-3f11f521824e" providerId="ADAL" clId="{A1CE511C-A8CB-4803-A8AC-D53B1FBD2F14}" dt="2026-01-19T16:21:51.733" v="15006" actId="20577"/>
          <ac:spMkLst>
            <pc:docMk/>
            <pc:sldMk cId="122950192" sldId="2147480673"/>
            <ac:spMk id="27" creationId="{398C0607-8602-B399-BD29-24E86459FD1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ernandes, Helder Filipe" userId="16c6f568-f8ac-49a4-9e4b-3f11f521824e" providerId="ADAL" clId="{A1CE511C-A8CB-4803-A8AC-D53B1FBD2F14}" dt="2026-01-19T21:07:37.353" v="24083" actId="20577"/>
              <pc2:cmMkLst xmlns:pc2="http://schemas.microsoft.com/office/powerpoint/2019/9/main/command">
                <pc:docMk/>
                <pc:sldMk cId="122950192" sldId="2147480673"/>
                <pc2:cmMk id="{3436AE42-37C7-4D18-87C9-486260E25536}"/>
              </pc2:cmMkLst>
            </pc226:cmChg>
          </p:ext>
        </pc:extLst>
      </pc:sldChg>
      <pc:sldChg chg="addSp delSp modSp add mod">
        <pc:chgData name="Fernandes, Helder Filipe" userId="16c6f568-f8ac-49a4-9e4b-3f11f521824e" providerId="ADAL" clId="{A1CE511C-A8CB-4803-A8AC-D53B1FBD2F14}" dt="2026-01-20T12:18:02.006" v="25592" actId="20577"/>
        <pc:sldMkLst>
          <pc:docMk/>
          <pc:sldMk cId="792321807" sldId="2147480674"/>
        </pc:sldMkLst>
        <pc:spChg chg="add mod">
          <ac:chgData name="Fernandes, Helder Filipe" userId="16c6f568-f8ac-49a4-9e4b-3f11f521824e" providerId="ADAL" clId="{A1CE511C-A8CB-4803-A8AC-D53B1FBD2F14}" dt="2026-01-19T19:45:04.524" v="21120" actId="255"/>
          <ac:spMkLst>
            <pc:docMk/>
            <pc:sldMk cId="792321807" sldId="2147480674"/>
            <ac:spMk id="2" creationId="{9FD87827-BD5E-C8B3-ADE5-DEBB576C9904}"/>
          </ac:spMkLst>
        </pc:spChg>
        <pc:spChg chg="add del mod">
          <ac:chgData name="Fernandes, Helder Filipe" userId="16c6f568-f8ac-49a4-9e4b-3f11f521824e" providerId="ADAL" clId="{A1CE511C-A8CB-4803-A8AC-D53B1FBD2F14}" dt="2026-01-19T16:21:36.654" v="15001" actId="478"/>
          <ac:spMkLst>
            <pc:docMk/>
            <pc:sldMk cId="792321807" sldId="2147480674"/>
            <ac:spMk id="3" creationId="{98D60721-8CA1-7293-95F6-891C4D3D035A}"/>
          </ac:spMkLst>
        </pc:spChg>
        <pc:spChg chg="add mod">
          <ac:chgData name="Fernandes, Helder Filipe" userId="16c6f568-f8ac-49a4-9e4b-3f11f521824e" providerId="ADAL" clId="{A1CE511C-A8CB-4803-A8AC-D53B1FBD2F14}" dt="2026-01-16T19:44:26.331" v="14655" actId="20577"/>
          <ac:spMkLst>
            <pc:docMk/>
            <pc:sldMk cId="792321807" sldId="2147480674"/>
            <ac:spMk id="4" creationId="{61B218B0-0F85-E9C5-BA41-F0E60DC8C369}"/>
          </ac:spMkLst>
        </pc:spChg>
        <pc:spChg chg="add mod">
          <ac:chgData name="Fernandes, Helder Filipe" userId="16c6f568-f8ac-49a4-9e4b-3f11f521824e" providerId="ADAL" clId="{A1CE511C-A8CB-4803-A8AC-D53B1FBD2F14}" dt="2026-01-19T16:21:44.986" v="15005" actId="947"/>
          <ac:spMkLst>
            <pc:docMk/>
            <pc:sldMk cId="792321807" sldId="2147480674"/>
            <ac:spMk id="6" creationId="{8F195B9A-2510-917E-47EC-94BF211B3BE0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792321807" sldId="2147480674"/>
            <ac:spMk id="25" creationId="{2FFD4A25-2882-06AC-9365-F48FA20C96C4}"/>
          </ac:spMkLst>
        </pc:spChg>
        <pc:spChg chg="del mod">
          <ac:chgData name="Fernandes, Helder Filipe" userId="16c6f568-f8ac-49a4-9e4b-3f11f521824e" providerId="ADAL" clId="{A1CE511C-A8CB-4803-A8AC-D53B1FBD2F14}" dt="2026-01-19T16:20:45.111" v="14991" actId="478"/>
          <ac:spMkLst>
            <pc:docMk/>
            <pc:sldMk cId="792321807" sldId="2147480674"/>
            <ac:spMk id="27" creationId="{954AC37A-F16B-7CDE-4885-C73473BCADB7}"/>
          </ac:spMkLst>
        </pc:spChg>
        <pc:spChg chg="mod">
          <ac:chgData name="Fernandes, Helder Filipe" userId="16c6f568-f8ac-49a4-9e4b-3f11f521824e" providerId="ADAL" clId="{A1CE511C-A8CB-4803-A8AC-D53B1FBD2F14}" dt="2026-01-20T12:18:02.006" v="25592" actId="20577"/>
          <ac:spMkLst>
            <pc:docMk/>
            <pc:sldMk cId="792321807" sldId="2147480674"/>
            <ac:spMk id="37" creationId="{4F1D6A56-2CBA-BD90-5970-4F03BB3A4A76}"/>
          </ac:spMkLst>
        </pc:spChg>
        <pc:spChg chg="mod">
          <ac:chgData name="Fernandes, Helder Filipe" userId="16c6f568-f8ac-49a4-9e4b-3f11f521824e" providerId="ADAL" clId="{A1CE511C-A8CB-4803-A8AC-D53B1FBD2F14}" dt="2026-01-20T12:17:56.019" v="25582" actId="20577"/>
          <ac:spMkLst>
            <pc:docMk/>
            <pc:sldMk cId="792321807" sldId="2147480674"/>
            <ac:spMk id="47" creationId="{5D6CB2AE-CBAC-9B10-A76E-ED299BC6058F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792321807" sldId="2147480674"/>
            <ac:spMk id="137" creationId="{74C41E36-C4A8-C034-828F-665C33A3FC42}"/>
          </ac:spMkLst>
        </pc:spChg>
        <pc:graphicFrameChg chg="mod modGraphic">
          <ac:chgData name="Fernandes, Helder Filipe" userId="16c6f568-f8ac-49a4-9e4b-3f11f521824e" providerId="ADAL" clId="{A1CE511C-A8CB-4803-A8AC-D53B1FBD2F14}" dt="2026-01-20T12:01:07.793" v="25351" actId="207"/>
          <ac:graphicFrameMkLst>
            <pc:docMk/>
            <pc:sldMk cId="792321807" sldId="2147480674"/>
            <ac:graphicFrameMk id="23" creationId="{F9ECB2C9-575B-E371-4690-5BCFDB129F91}"/>
          </ac:graphicFrameMkLst>
        </pc:graphicFrameChg>
        <pc:graphicFrameChg chg="mod modGraphic">
          <ac:chgData name="Fernandes, Helder Filipe" userId="16c6f568-f8ac-49a4-9e4b-3f11f521824e" providerId="ADAL" clId="{A1CE511C-A8CB-4803-A8AC-D53B1FBD2F14}" dt="2026-01-20T12:01:12.290" v="25352" actId="207"/>
          <ac:graphicFrameMkLst>
            <pc:docMk/>
            <pc:sldMk cId="792321807" sldId="2147480674"/>
            <ac:graphicFrameMk id="24" creationId="{B5A769F2-14F1-6C8B-4544-0C61DDB4100C}"/>
          </ac:graphicFrameMkLst>
        </pc:graphicFrameChg>
      </pc:sldChg>
      <pc:sldChg chg="addSp delSp modSp add mod">
        <pc:chgData name="Fernandes, Helder Filipe" userId="16c6f568-f8ac-49a4-9e4b-3f11f521824e" providerId="ADAL" clId="{A1CE511C-A8CB-4803-A8AC-D53B1FBD2F14}" dt="2026-01-20T12:41:12.701" v="25960" actId="20577"/>
        <pc:sldMkLst>
          <pc:docMk/>
          <pc:sldMk cId="835523651" sldId="2147480675"/>
        </pc:sldMkLst>
        <pc:spChg chg="mod">
          <ac:chgData name="Fernandes, Helder Filipe" userId="16c6f568-f8ac-49a4-9e4b-3f11f521824e" providerId="ADAL" clId="{A1CE511C-A8CB-4803-A8AC-D53B1FBD2F14}" dt="2026-01-19T20:33:02.647" v="22970" actId="20577"/>
          <ac:spMkLst>
            <pc:docMk/>
            <pc:sldMk cId="835523651" sldId="2147480675"/>
            <ac:spMk id="2" creationId="{68FC3C03-B6E6-F481-CBFB-81B3689EC1CC}"/>
          </ac:spMkLst>
        </pc:spChg>
        <pc:spChg chg="mod">
          <ac:chgData name="Fernandes, Helder Filipe" userId="16c6f568-f8ac-49a4-9e4b-3f11f521824e" providerId="ADAL" clId="{A1CE511C-A8CB-4803-A8AC-D53B1FBD2F14}" dt="2026-01-20T12:18:13.519" v="25603" actId="20577"/>
          <ac:spMkLst>
            <pc:docMk/>
            <pc:sldMk cId="835523651" sldId="2147480675"/>
            <ac:spMk id="37" creationId="{309E4509-FF3F-F345-EA86-53A1524827F8}"/>
          </ac:spMkLst>
        </pc:spChg>
        <pc:spChg chg="mod">
          <ac:chgData name="Fernandes, Helder Filipe" userId="16c6f568-f8ac-49a4-9e4b-3f11f521824e" providerId="ADAL" clId="{A1CE511C-A8CB-4803-A8AC-D53B1FBD2F14}" dt="2026-01-20T12:18:08.772" v="25593" actId="20577"/>
          <ac:spMkLst>
            <pc:docMk/>
            <pc:sldMk cId="835523651" sldId="2147480675"/>
            <ac:spMk id="47" creationId="{736973D2-6D51-5150-C3DC-26F54AF21294}"/>
          </ac:spMkLst>
        </pc:spChg>
        <pc:spChg chg="add mod or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35523651" sldId="2147480675"/>
            <ac:spMk id="51" creationId="{2613F991-D576-BAB5-3BD1-FB599093BD1E}"/>
          </ac:spMkLst>
        </pc:spChg>
        <pc:spChg chg="add mod">
          <ac:chgData name="Fernandes, Helder Filipe" userId="16c6f568-f8ac-49a4-9e4b-3f11f521824e" providerId="ADAL" clId="{A1CE511C-A8CB-4803-A8AC-D53B1FBD2F14}" dt="2026-01-19T19:52:52.813" v="21462" actId="1035"/>
          <ac:spMkLst>
            <pc:docMk/>
            <pc:sldMk cId="835523651" sldId="2147480675"/>
            <ac:spMk id="54" creationId="{6A92599D-0D66-0E6F-915C-BF9338E477ED}"/>
          </ac:spMkLst>
        </pc:spChg>
        <pc:spChg chg="add mod">
          <ac:chgData name="Fernandes, Helder Filipe" userId="16c6f568-f8ac-49a4-9e4b-3f11f521824e" providerId="ADAL" clId="{A1CE511C-A8CB-4803-A8AC-D53B1FBD2F14}" dt="2026-01-19T20:01:38.716" v="21660" actId="20577"/>
          <ac:spMkLst>
            <pc:docMk/>
            <pc:sldMk cId="835523651" sldId="2147480675"/>
            <ac:spMk id="55" creationId="{18ACFEEE-1E4B-CA0C-E5BA-EE7C809D0766}"/>
          </ac:spMkLst>
        </pc:spChg>
        <pc:spChg chg="add mod">
          <ac:chgData name="Fernandes, Helder Filipe" userId="16c6f568-f8ac-49a4-9e4b-3f11f521824e" providerId="ADAL" clId="{A1CE511C-A8CB-4803-A8AC-D53B1FBD2F14}" dt="2026-01-20T12:41:12.701" v="25960" actId="20577"/>
          <ac:spMkLst>
            <pc:docMk/>
            <pc:sldMk cId="835523651" sldId="2147480675"/>
            <ac:spMk id="57" creationId="{33D3F221-0F60-EC44-DE5C-4CC0B97F4EC3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35523651" sldId="2147480675"/>
            <ac:spMk id="137" creationId="{260D79F5-CF62-2935-2F4A-37E7215A5FD1}"/>
          </ac:spMkLst>
        </pc:spChg>
        <pc:graphicFrameChg chg="add mod modGraphic">
          <ac:chgData name="Fernandes, Helder Filipe" userId="16c6f568-f8ac-49a4-9e4b-3f11f521824e" providerId="ADAL" clId="{A1CE511C-A8CB-4803-A8AC-D53B1FBD2F14}" dt="2026-01-19T19:52:52.813" v="21462" actId="1035"/>
          <ac:graphicFrameMkLst>
            <pc:docMk/>
            <pc:sldMk cId="835523651" sldId="2147480675"/>
            <ac:graphicFrameMk id="34" creationId="{76D0E47A-CE48-F07C-C6AF-BF43F952E21E}"/>
          </ac:graphicFrameMkLst>
        </pc:graphicFrameChg>
        <pc:graphicFrameChg chg="add mod modGraphic">
          <ac:chgData name="Fernandes, Helder Filipe" userId="16c6f568-f8ac-49a4-9e4b-3f11f521824e" providerId="ADAL" clId="{A1CE511C-A8CB-4803-A8AC-D53B1FBD2F14}" dt="2026-01-19T19:52:52.813" v="21462" actId="1035"/>
          <ac:graphicFrameMkLst>
            <pc:docMk/>
            <pc:sldMk cId="835523651" sldId="2147480675"/>
            <ac:graphicFrameMk id="53" creationId="{90006166-6715-931A-7CDF-302D99518F3A}"/>
          </ac:graphicFrameMkLst>
        </pc:graphicFrameChg>
      </pc:sldChg>
      <pc:sldChg chg="addSp delSp modSp add mod ord">
        <pc:chgData name="Fernandes, Helder Filipe" userId="16c6f568-f8ac-49a4-9e4b-3f11f521824e" providerId="ADAL" clId="{A1CE511C-A8CB-4803-A8AC-D53B1FBD2F14}" dt="2026-01-20T12:57:17.361" v="26305" actId="255"/>
        <pc:sldMkLst>
          <pc:docMk/>
          <pc:sldMk cId="767312937" sldId="2147480677"/>
        </pc:sldMkLst>
        <pc:spChg chg="add mod">
          <ac:chgData name="Fernandes, Helder Filipe" userId="16c6f568-f8ac-49a4-9e4b-3f11f521824e" providerId="ADAL" clId="{A1CE511C-A8CB-4803-A8AC-D53B1FBD2F14}" dt="2026-01-19T23:14:25.667" v="24092" actId="20577"/>
          <ac:spMkLst>
            <pc:docMk/>
            <pc:sldMk cId="767312937" sldId="2147480677"/>
            <ac:spMk id="6" creationId="{44A3FB04-A5DF-EF57-7141-108F7455035F}"/>
          </ac:spMkLst>
        </pc:spChg>
        <pc:spChg chg="add mod">
          <ac:chgData name="Fernandes, Helder Filipe" userId="16c6f568-f8ac-49a4-9e4b-3f11f521824e" providerId="ADAL" clId="{A1CE511C-A8CB-4803-A8AC-D53B1FBD2F14}" dt="2026-01-20T12:41:26.012" v="25961" actId="20577"/>
          <ac:spMkLst>
            <pc:docMk/>
            <pc:sldMk cId="767312937" sldId="2147480677"/>
            <ac:spMk id="7" creationId="{E299BACE-61C1-1260-6253-1DE17ED6511F}"/>
          </ac:spMkLst>
        </pc:spChg>
        <pc:spChg chg="mod">
          <ac:chgData name="Fernandes, Helder Filipe" userId="16c6f568-f8ac-49a4-9e4b-3f11f521824e" providerId="ADAL" clId="{A1CE511C-A8CB-4803-A8AC-D53B1FBD2F14}" dt="2026-01-20T12:18:22.424" v="25613" actId="20577"/>
          <ac:spMkLst>
            <pc:docMk/>
            <pc:sldMk cId="767312937" sldId="2147480677"/>
            <ac:spMk id="37" creationId="{19B6C98C-74EE-CBA8-BDEE-09760B32A27E}"/>
          </ac:spMkLst>
        </pc:spChg>
        <pc:spChg chg="mod">
          <ac:chgData name="Fernandes, Helder Filipe" userId="16c6f568-f8ac-49a4-9e4b-3f11f521824e" providerId="ADAL" clId="{A1CE511C-A8CB-4803-A8AC-D53B1FBD2F14}" dt="2026-01-16T18:40:33.267" v="14551"/>
          <ac:spMkLst>
            <pc:docMk/>
            <pc:sldMk cId="767312937" sldId="2147480677"/>
            <ac:spMk id="47" creationId="{E9F3D48D-5E10-BFA1-2ACB-AB35EEEA467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767312937" sldId="2147480677"/>
            <ac:spMk id="137" creationId="{BBF0DFFA-55E3-8D86-9013-CBACE8954B24}"/>
          </ac:spMkLst>
        </pc:spChg>
        <pc:graphicFrameChg chg="add mod modGraphic">
          <ac:chgData name="Fernandes, Helder Filipe" userId="16c6f568-f8ac-49a4-9e4b-3f11f521824e" providerId="ADAL" clId="{A1CE511C-A8CB-4803-A8AC-D53B1FBD2F14}" dt="2026-01-20T12:57:17.361" v="26305" actId="255"/>
          <ac:graphicFrameMkLst>
            <pc:docMk/>
            <pc:sldMk cId="767312937" sldId="2147480677"/>
            <ac:graphicFrameMk id="8" creationId="{07C9E04A-7128-4397-B667-6A93B40EED68}"/>
          </ac:graphicFrameMkLst>
        </pc:graphicFrame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1540546724" sldId="2147480678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2" creationId="{8BC135E4-0902-689A-6C68-213E090B2B1F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9" creationId="{2A8E9A5A-CB7A-43B3-67AC-61D406136D93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15" creationId="{9BCEDFE5-1799-A446-02F3-8F5AEE34102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21" creationId="{C9D424AB-DE9C-D99A-B411-22118524EA9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30" creationId="{1D55CE80-EAE7-08C3-2BE9-E7B342B7D53D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31" creationId="{4F31AED6-269F-7767-46F2-C7472649FE0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33" creationId="{D21FBE13-66D8-F251-D346-0BF71E9FB9F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34" creationId="{8ACA05FD-5A02-D376-C6BA-FFCFA5E149BD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41" creationId="{E73FCE37-4384-1FE2-CD08-7031F7B205B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47" creationId="{C420EEF1-FC6D-5791-C6F5-FCA22A575C66}"/>
          </ac:spMkLst>
        </pc:spChg>
      </pc:sldChg>
      <pc:sldChg chg="addSp delSp modSp add mod ord">
        <pc:chgData name="Fernandes, Helder Filipe" userId="16c6f568-f8ac-49a4-9e4b-3f11f521824e" providerId="ADAL" clId="{A1CE511C-A8CB-4803-A8AC-D53B1FBD2F14}" dt="2026-01-20T12:56:43.433" v="26302" actId="121"/>
        <pc:sldMkLst>
          <pc:docMk/>
          <pc:sldMk cId="3211028951" sldId="2147480679"/>
        </pc:sldMkLst>
        <pc:spChg chg="mod">
          <ac:chgData name="Fernandes, Helder Filipe" userId="16c6f568-f8ac-49a4-9e4b-3f11f521824e" providerId="ADAL" clId="{A1CE511C-A8CB-4803-A8AC-D53B1FBD2F14}" dt="2026-01-19T20:58:49.370" v="24055" actId="20577"/>
          <ac:spMkLst>
            <pc:docMk/>
            <pc:sldMk cId="3211028951" sldId="2147480679"/>
            <ac:spMk id="2" creationId="{BD036FC3-11AD-C1C6-964F-275BE09C2F4E}"/>
          </ac:spMkLst>
        </pc:spChg>
        <pc:spChg chg="add mod">
          <ac:chgData name="Fernandes, Helder Filipe" userId="16c6f568-f8ac-49a4-9e4b-3f11f521824e" providerId="ADAL" clId="{A1CE511C-A8CB-4803-A8AC-D53B1FBD2F14}" dt="2026-01-19T20:52:07.787" v="23902"/>
          <ac:spMkLst>
            <pc:docMk/>
            <pc:sldMk cId="3211028951" sldId="2147480679"/>
            <ac:spMk id="3" creationId="{D7ABC2BF-F218-6C9A-2BC0-04502AF95DFB}"/>
          </ac:spMkLst>
        </pc:spChg>
        <pc:spChg chg="add mod">
          <ac:chgData name="Fernandes, Helder Filipe" userId="16c6f568-f8ac-49a4-9e4b-3f11f521824e" providerId="ADAL" clId="{A1CE511C-A8CB-4803-A8AC-D53B1FBD2F14}" dt="2026-01-20T12:41:34.885" v="25962" actId="20577"/>
          <ac:spMkLst>
            <pc:docMk/>
            <pc:sldMk cId="3211028951" sldId="2147480679"/>
            <ac:spMk id="5" creationId="{7C0A24DA-3921-A4A5-0BAE-EEB504E78D43}"/>
          </ac:spMkLst>
        </pc:spChg>
        <pc:spChg chg="mod">
          <ac:chgData name="Fernandes, Helder Filipe" userId="16c6f568-f8ac-49a4-9e4b-3f11f521824e" providerId="ADAL" clId="{A1CE511C-A8CB-4803-A8AC-D53B1FBD2F14}" dt="2026-01-20T12:18:34.827" v="25623" actId="20577"/>
          <ac:spMkLst>
            <pc:docMk/>
            <pc:sldMk cId="3211028951" sldId="2147480679"/>
            <ac:spMk id="37" creationId="{A031DEAE-C772-BF1F-0640-A29BF34E580C}"/>
          </ac:spMkLst>
        </pc:spChg>
        <pc:spChg chg="mod">
          <ac:chgData name="Fernandes, Helder Filipe" userId="16c6f568-f8ac-49a4-9e4b-3f11f521824e" providerId="ADAL" clId="{A1CE511C-A8CB-4803-A8AC-D53B1FBD2F14}" dt="2026-01-16T18:40:44.680" v="14553" actId="20577"/>
          <ac:spMkLst>
            <pc:docMk/>
            <pc:sldMk cId="3211028951" sldId="2147480679"/>
            <ac:spMk id="47" creationId="{3635D7C3-53F3-DEBE-2497-9A86B004904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211028951" sldId="2147480679"/>
            <ac:spMk id="137" creationId="{0365561C-132F-CD9F-1A7E-C5991C43CC1F}"/>
          </ac:spMkLst>
        </pc:spChg>
        <pc:graphicFrameChg chg="add del mod ord">
          <ac:chgData name="Fernandes, Helder Filipe" userId="16c6f568-f8ac-49a4-9e4b-3f11f521824e" providerId="ADAL" clId="{A1CE511C-A8CB-4803-A8AC-D53B1FBD2F14}" dt="2026-01-20T12:55:33.931" v="26299" actId="478"/>
          <ac:graphicFrameMkLst>
            <pc:docMk/>
            <pc:sldMk cId="3211028951" sldId="2147480679"/>
            <ac:graphicFrameMk id="4" creationId="{E386A17D-C0E8-B2CA-732D-D1D9AFABBDEC}"/>
          </ac:graphicFrameMkLst>
        </pc:graphicFrameChg>
        <pc:graphicFrameChg chg="mod modGraphic">
          <ac:chgData name="Fernandes, Helder Filipe" userId="16c6f568-f8ac-49a4-9e4b-3f11f521824e" providerId="ADAL" clId="{A1CE511C-A8CB-4803-A8AC-D53B1FBD2F14}" dt="2026-01-20T12:56:43.433" v="26302" actId="121"/>
          <ac:graphicFrameMkLst>
            <pc:docMk/>
            <pc:sldMk cId="3211028951" sldId="2147480679"/>
            <ac:graphicFrameMk id="8" creationId="{52F58962-80A4-3B60-DEF1-ADD54B7FF121}"/>
          </ac:graphicFrameMkLst>
        </pc:graphicFrame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487039016" sldId="2147480680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7" creationId="{DB541D96-7A81-614B-8A4F-02C3CD0B059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15" creationId="{C1DA6B7E-16C3-E9FE-DA56-C8397649421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21" creationId="{7C13B3A6-7018-66B4-2B1A-B8B56AD5747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29" creationId="{A6E5F7EC-3C22-0689-F248-3904D149DF6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30" creationId="{171C0C25-E50B-F21E-1E04-E382F60665A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31" creationId="{5BBA37E3-491C-82F6-A138-FA7D522FAD9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33" creationId="{98278C4A-25DB-8ACB-1D6B-3A6D5D7CC51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34" creationId="{C5B66573-0C93-C04D-2C66-B7782E9DC4C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41" creationId="{EB2B2ED5-6976-7E52-E4B0-6717F047BF43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1342101656" sldId="2147480681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3" creationId="{57692005-1445-6578-C543-359921FC5AC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5" creationId="{847920DE-C7DC-2C88-4E10-EDB1B9294998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13" creationId="{9809B376-4E39-3566-CA6E-BC01D9FF0BDF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14" creationId="{47E2B8FC-8C29-B371-6D81-10A890E7712E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16" creationId="{531CBC10-31DB-A523-906F-11AD2AE71DA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17" creationId="{22D50BE0-9325-B6F5-1F4B-8BA7025CD28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19" creationId="{95FB6DA4-018D-3B9B-7563-768D49247CCD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21" creationId="{23C9F113-C742-B9F1-1A2D-F2A263EC739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30" creationId="{C4EAA6A4-599B-C343-32EF-B28F61FAB6A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34" creationId="{E8EB41CC-C684-841F-9848-AF7E486496EB}"/>
          </ac:spMkLst>
        </pc:spChg>
      </pc:sldChg>
      <pc:sldChg chg="addSp delSp modSp add mod ord">
        <pc:chgData name="Fernandes, Helder Filipe" userId="16c6f568-f8ac-49a4-9e4b-3f11f521824e" providerId="ADAL" clId="{A1CE511C-A8CB-4803-A8AC-D53B1FBD2F14}" dt="2026-01-20T12:13:23.499" v="25477" actId="20577"/>
        <pc:sldMkLst>
          <pc:docMk/>
          <pc:sldMk cId="1376005887" sldId="2147480683"/>
        </pc:sldMkLst>
        <pc:spChg chg="mod">
          <ac:chgData name="Fernandes, Helder Filipe" userId="16c6f568-f8ac-49a4-9e4b-3f11f521824e" providerId="ADAL" clId="{A1CE511C-A8CB-4803-A8AC-D53B1FBD2F14}" dt="2026-01-19T20:38:36.633" v="22971" actId="255"/>
          <ac:spMkLst>
            <pc:docMk/>
            <pc:sldMk cId="1376005887" sldId="2147480683"/>
            <ac:spMk id="2" creationId="{DD0D6907-7BEA-8DE0-EE5A-28CE46F7CBDE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76005887" sldId="2147480683"/>
            <ac:spMk id="4" creationId="{96F282BB-4B2D-F9B7-A50F-0E982C237D31}"/>
          </ac:spMkLst>
        </pc:spChg>
        <pc:spChg chg="mod">
          <ac:chgData name="Fernandes, Helder Filipe" userId="16c6f568-f8ac-49a4-9e4b-3f11f521824e" providerId="ADAL" clId="{A1CE511C-A8CB-4803-A8AC-D53B1FBD2F14}" dt="2026-01-20T12:13:23.499" v="25477" actId="20577"/>
          <ac:spMkLst>
            <pc:docMk/>
            <pc:sldMk cId="1376005887" sldId="2147480683"/>
            <ac:spMk id="47" creationId="{DAD19B29-0BD2-6C44-CBBE-6E9B787E17B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76005887" sldId="2147480683"/>
            <ac:spMk id="137" creationId="{32A59CB6-2742-78A3-62EF-2356E5AF1623}"/>
          </ac:spMkLst>
        </pc:spChg>
        <pc:graphicFrameChg chg="add del mod">
          <ac:chgData name="Fernandes, Helder Filipe" userId="16c6f568-f8ac-49a4-9e4b-3f11f521824e" providerId="ADAL" clId="{A1CE511C-A8CB-4803-A8AC-D53B1FBD2F14}" dt="2026-01-19T20:13:07.491" v="22224" actId="478"/>
          <ac:graphicFrameMkLst>
            <pc:docMk/>
            <pc:sldMk cId="1376005887" sldId="2147480683"/>
            <ac:graphicFrameMk id="3" creationId="{1F16EE13-FB0F-8226-5E19-3E9996B16F94}"/>
          </ac:graphicFrameMkLst>
        </pc:graphicFrameChg>
        <pc:graphicFrameChg chg="add mod modGraphic">
          <ac:chgData name="Fernandes, Helder Filipe" userId="16c6f568-f8ac-49a4-9e4b-3f11f521824e" providerId="ADAL" clId="{A1CE511C-A8CB-4803-A8AC-D53B1FBD2F14}" dt="2026-01-19T20:38:46.964" v="22986" actId="1036"/>
          <ac:graphicFrameMkLst>
            <pc:docMk/>
            <pc:sldMk cId="1376005887" sldId="2147480683"/>
            <ac:graphicFrameMk id="6" creationId="{24809E75-148C-5258-7FE3-538ECCFD8211}"/>
          </ac:graphicFrameMkLst>
        </pc:graphicFrameChg>
      </pc:sldChg>
      <pc:sldChg chg="addSp delSp modSp add del mod ord">
        <pc:chgData name="Fernandes, Helder Filipe" userId="16c6f568-f8ac-49a4-9e4b-3f11f521824e" providerId="ADAL" clId="{A1CE511C-A8CB-4803-A8AC-D53B1FBD2F14}" dt="2026-01-20T11:49:58.553" v="25229" actId="2696"/>
        <pc:sldMkLst>
          <pc:docMk/>
          <pc:sldMk cId="739621606" sldId="2147480685"/>
        </pc:sldMkLst>
        <pc:spChg chg="mod">
          <ac:chgData name="Fernandes, Helder Filipe" userId="16c6f568-f8ac-49a4-9e4b-3f11f521824e" providerId="ADAL" clId="{A1CE511C-A8CB-4803-A8AC-D53B1FBD2F14}" dt="2026-01-19T20:42:01.798" v="23173" actId="313"/>
          <ac:spMkLst>
            <pc:docMk/>
            <pc:sldMk cId="739621606" sldId="2147480685"/>
            <ac:spMk id="2" creationId="{8AB4F49E-7E68-4EB6-2491-32D9043FFFDE}"/>
          </ac:spMkLst>
        </pc:spChg>
        <pc:spChg chg="add mod">
          <ac:chgData name="Fernandes, Helder Filipe" userId="16c6f568-f8ac-49a4-9e4b-3f11f521824e" providerId="ADAL" clId="{A1CE511C-A8CB-4803-A8AC-D53B1FBD2F14}" dt="2026-01-20T11:24:50.763" v="24398" actId="20577"/>
          <ac:spMkLst>
            <pc:docMk/>
            <pc:sldMk cId="739621606" sldId="2147480685"/>
            <ac:spMk id="5" creationId="{8CCB0BA8-02AC-392C-7CB0-D5F1215823DC}"/>
          </ac:spMkLst>
        </pc:spChg>
        <pc:spChg chg="add del mod">
          <ac:chgData name="Fernandes, Helder Filipe" userId="16c6f568-f8ac-49a4-9e4b-3f11f521824e" providerId="ADAL" clId="{A1CE511C-A8CB-4803-A8AC-D53B1FBD2F14}" dt="2026-01-20T11:27:27.943" v="24404" actId="478"/>
          <ac:spMkLst>
            <pc:docMk/>
            <pc:sldMk cId="739621606" sldId="2147480685"/>
            <ac:spMk id="8" creationId="{78C5A101-0709-DAD8-82D1-702B041800E9}"/>
          </ac:spMkLst>
        </pc:spChg>
        <pc:spChg chg="add del mod">
          <ac:chgData name="Fernandes, Helder Filipe" userId="16c6f568-f8ac-49a4-9e4b-3f11f521824e" providerId="ADAL" clId="{A1CE511C-A8CB-4803-A8AC-D53B1FBD2F14}" dt="2026-01-20T11:27:34.157" v="24406" actId="478"/>
          <ac:spMkLst>
            <pc:docMk/>
            <pc:sldMk cId="739621606" sldId="2147480685"/>
            <ac:spMk id="9" creationId="{04946186-3F6E-9C0C-0DAD-C9883D3CED8A}"/>
          </ac:spMkLst>
        </pc:spChg>
        <pc:spChg chg="mod">
          <ac:chgData name="Fernandes, Helder Filipe" userId="16c6f568-f8ac-49a4-9e4b-3f11f521824e" providerId="ADAL" clId="{A1CE511C-A8CB-4803-A8AC-D53B1FBD2F14}" dt="2026-01-20T11:27:05.817" v="24401"/>
          <ac:spMkLst>
            <pc:docMk/>
            <pc:sldMk cId="739621606" sldId="2147480685"/>
            <ac:spMk id="14" creationId="{18C20AC1-C2B4-3B37-C9FB-7841F02D4502}"/>
          </ac:spMkLst>
        </pc:spChg>
        <pc:spChg chg="mod">
          <ac:chgData name="Fernandes, Helder Filipe" userId="16c6f568-f8ac-49a4-9e4b-3f11f521824e" providerId="ADAL" clId="{A1CE511C-A8CB-4803-A8AC-D53B1FBD2F14}" dt="2026-01-20T11:27:05.817" v="24401"/>
          <ac:spMkLst>
            <pc:docMk/>
            <pc:sldMk cId="739621606" sldId="2147480685"/>
            <ac:spMk id="15" creationId="{ECDCC2A8-22BB-E171-A2E6-EBB5CC35721E}"/>
          </ac:spMkLst>
        </pc:spChg>
        <pc:spChg chg="mod">
          <ac:chgData name="Fernandes, Helder Filipe" userId="16c6f568-f8ac-49a4-9e4b-3f11f521824e" providerId="ADAL" clId="{A1CE511C-A8CB-4803-A8AC-D53B1FBD2F14}" dt="2026-01-20T11:27:05.817" v="24401"/>
          <ac:spMkLst>
            <pc:docMk/>
            <pc:sldMk cId="739621606" sldId="2147480685"/>
            <ac:spMk id="17" creationId="{293D3E62-1089-151A-BBBB-A59F7FD7B8FB}"/>
          </ac:spMkLst>
        </pc:spChg>
        <pc:spChg chg="mod">
          <ac:chgData name="Fernandes, Helder Filipe" userId="16c6f568-f8ac-49a4-9e4b-3f11f521824e" providerId="ADAL" clId="{A1CE511C-A8CB-4803-A8AC-D53B1FBD2F14}" dt="2026-01-20T11:27:05.817" v="24401"/>
          <ac:spMkLst>
            <pc:docMk/>
            <pc:sldMk cId="739621606" sldId="2147480685"/>
            <ac:spMk id="18" creationId="{514537B4-9BCD-84B2-BC2B-643E299FD46C}"/>
          </ac:spMkLst>
        </pc:spChg>
        <pc:spChg chg="mod">
          <ac:chgData name="Fernandes, Helder Filipe" userId="16c6f568-f8ac-49a4-9e4b-3f11f521824e" providerId="ADAL" clId="{A1CE511C-A8CB-4803-A8AC-D53B1FBD2F14}" dt="2026-01-20T11:27:05.817" v="24401"/>
          <ac:spMkLst>
            <pc:docMk/>
            <pc:sldMk cId="739621606" sldId="2147480685"/>
            <ac:spMk id="20" creationId="{59A94FD3-226B-E00C-F6AB-C2705DB57CE4}"/>
          </ac:spMkLst>
        </pc:spChg>
        <pc:spChg chg="mod">
          <ac:chgData name="Fernandes, Helder Filipe" userId="16c6f568-f8ac-49a4-9e4b-3f11f521824e" providerId="ADAL" clId="{A1CE511C-A8CB-4803-A8AC-D53B1FBD2F14}" dt="2026-01-20T11:27:05.817" v="24401"/>
          <ac:spMkLst>
            <pc:docMk/>
            <pc:sldMk cId="739621606" sldId="2147480685"/>
            <ac:spMk id="21" creationId="{7C2DCBF1-4463-DB29-159F-CA94B57C5E5B}"/>
          </ac:spMkLst>
        </pc:spChg>
        <pc:spChg chg="mod">
          <ac:chgData name="Fernandes, Helder Filipe" userId="16c6f568-f8ac-49a4-9e4b-3f11f521824e" providerId="ADAL" clId="{A1CE511C-A8CB-4803-A8AC-D53B1FBD2F14}" dt="2026-01-20T11:27:05.817" v="24401"/>
          <ac:spMkLst>
            <pc:docMk/>
            <pc:sldMk cId="739621606" sldId="2147480685"/>
            <ac:spMk id="23" creationId="{0F3D52B7-58A2-B41D-CAB5-650748DFB368}"/>
          </ac:spMkLst>
        </pc:spChg>
        <pc:spChg chg="mod">
          <ac:chgData name="Fernandes, Helder Filipe" userId="16c6f568-f8ac-49a4-9e4b-3f11f521824e" providerId="ADAL" clId="{A1CE511C-A8CB-4803-A8AC-D53B1FBD2F14}" dt="2026-01-20T11:27:05.817" v="24401"/>
          <ac:spMkLst>
            <pc:docMk/>
            <pc:sldMk cId="739621606" sldId="2147480685"/>
            <ac:spMk id="24" creationId="{91A0ACC9-DF55-9EB3-1AA2-94645928ED7A}"/>
          </ac:spMkLst>
        </pc:spChg>
        <pc:spChg chg="mod">
          <ac:chgData name="Fernandes, Helder Filipe" userId="16c6f568-f8ac-49a4-9e4b-3f11f521824e" providerId="ADAL" clId="{A1CE511C-A8CB-4803-A8AC-D53B1FBD2F14}" dt="2026-01-20T11:28:05.342" v="24407"/>
          <ac:spMkLst>
            <pc:docMk/>
            <pc:sldMk cId="739621606" sldId="2147480685"/>
            <ac:spMk id="32" creationId="{1ABE345C-7ED4-10E3-5E88-037235223538}"/>
          </ac:spMkLst>
        </pc:spChg>
        <pc:spChg chg="mod">
          <ac:chgData name="Fernandes, Helder Filipe" userId="16c6f568-f8ac-49a4-9e4b-3f11f521824e" providerId="ADAL" clId="{A1CE511C-A8CB-4803-A8AC-D53B1FBD2F14}" dt="2026-01-20T11:28:05.342" v="24407"/>
          <ac:spMkLst>
            <pc:docMk/>
            <pc:sldMk cId="739621606" sldId="2147480685"/>
            <ac:spMk id="36" creationId="{AE534FFD-669C-4BD8-01E8-80802D1DB235}"/>
          </ac:spMkLst>
        </pc:spChg>
        <pc:spChg chg="mod">
          <ac:chgData name="Fernandes, Helder Filipe" userId="16c6f568-f8ac-49a4-9e4b-3f11f521824e" providerId="ADAL" clId="{A1CE511C-A8CB-4803-A8AC-D53B1FBD2F14}" dt="2026-01-20T11:28:05.342" v="24407"/>
          <ac:spMkLst>
            <pc:docMk/>
            <pc:sldMk cId="739621606" sldId="2147480685"/>
            <ac:spMk id="40" creationId="{F7DEAAD8-1C48-8FAE-2441-F5DB8BB694AF}"/>
          </ac:spMkLst>
        </pc:spChg>
        <pc:spChg chg="add del mod">
          <ac:chgData name="Fernandes, Helder Filipe" userId="16c6f568-f8ac-49a4-9e4b-3f11f521824e" providerId="ADAL" clId="{A1CE511C-A8CB-4803-A8AC-D53B1FBD2F14}" dt="2026-01-20T11:28:21.785" v="24408" actId="478"/>
          <ac:spMkLst>
            <pc:docMk/>
            <pc:sldMk cId="739621606" sldId="2147480685"/>
            <ac:spMk id="41" creationId="{D7324EDE-6269-CD8F-4973-1A80923CDE39}"/>
          </ac:spMkLst>
        </pc:spChg>
        <pc:spChg chg="add del mod">
          <ac:chgData name="Fernandes, Helder Filipe" userId="16c6f568-f8ac-49a4-9e4b-3f11f521824e" providerId="ADAL" clId="{A1CE511C-A8CB-4803-A8AC-D53B1FBD2F14}" dt="2026-01-20T11:32:25.371" v="24488" actId="478"/>
          <ac:spMkLst>
            <pc:docMk/>
            <pc:sldMk cId="739621606" sldId="2147480685"/>
            <ac:spMk id="51" creationId="{309E8944-2E8F-18FF-4141-37C9B6820538}"/>
          </ac:spMkLst>
        </pc:spChg>
        <pc:spChg chg="del mod">
          <ac:chgData name="Fernandes, Helder Filipe" userId="16c6f568-f8ac-49a4-9e4b-3f11f521824e" providerId="ADAL" clId="{A1CE511C-A8CB-4803-A8AC-D53B1FBD2F14}" dt="2026-01-19T20:22:07.481" v="22773" actId="478"/>
          <ac:spMkLst>
            <pc:docMk/>
            <pc:sldMk cId="739621606" sldId="2147480685"/>
            <ac:spMk id="54" creationId="{3C42760C-7DA7-2D6B-2C4C-2E8626C1F384}"/>
          </ac:spMkLst>
        </pc:spChg>
        <pc:spChg chg="del mod">
          <ac:chgData name="Fernandes, Helder Filipe" userId="16c6f568-f8ac-49a4-9e4b-3f11f521824e" providerId="ADAL" clId="{A1CE511C-A8CB-4803-A8AC-D53B1FBD2F14}" dt="2026-01-19T20:22:07.481" v="22773" actId="478"/>
          <ac:spMkLst>
            <pc:docMk/>
            <pc:sldMk cId="739621606" sldId="2147480685"/>
            <ac:spMk id="55" creationId="{2CE23732-692D-4F89-1ADD-2A3659A99960}"/>
          </ac:spMkLst>
        </pc:spChg>
        <pc:spChg chg="mod">
          <ac:chgData name="Fernandes, Helder Filipe" userId="16c6f568-f8ac-49a4-9e4b-3f11f521824e" providerId="ADAL" clId="{A1CE511C-A8CB-4803-A8AC-D53B1FBD2F14}" dt="2026-01-20T11:28:05.342" v="24407"/>
          <ac:spMkLst>
            <pc:docMk/>
            <pc:sldMk cId="739621606" sldId="2147480685"/>
            <ac:spMk id="55" creationId="{C53645F1-4C94-EA74-79FA-83156AE212BC}"/>
          </ac:spMkLst>
        </pc:spChg>
        <pc:spChg chg="mod">
          <ac:chgData name="Fernandes, Helder Filipe" userId="16c6f568-f8ac-49a4-9e4b-3f11f521824e" providerId="ADAL" clId="{A1CE511C-A8CB-4803-A8AC-D53B1FBD2F14}" dt="2026-01-20T11:28:05.342" v="24407"/>
          <ac:spMkLst>
            <pc:docMk/>
            <pc:sldMk cId="739621606" sldId="2147480685"/>
            <ac:spMk id="56" creationId="{E5E90652-AEEF-1236-4D14-6B13AF3F227F}"/>
          </ac:spMkLst>
        </pc:spChg>
        <pc:spChg chg="add del mod">
          <ac:chgData name="Fernandes, Helder Filipe" userId="16c6f568-f8ac-49a4-9e4b-3f11f521824e" providerId="ADAL" clId="{A1CE511C-A8CB-4803-A8AC-D53B1FBD2F14}" dt="2026-01-20T11:28:21.785" v="24408" actId="478"/>
          <ac:spMkLst>
            <pc:docMk/>
            <pc:sldMk cId="739621606" sldId="2147480685"/>
            <ac:spMk id="57" creationId="{9AEA2CA7-126B-DDD6-78F4-C541489F631F}"/>
          </ac:spMkLst>
        </pc:spChg>
        <pc:spChg chg="mod">
          <ac:chgData name="Fernandes, Helder Filipe" userId="16c6f568-f8ac-49a4-9e4b-3f11f521824e" providerId="ADAL" clId="{A1CE511C-A8CB-4803-A8AC-D53B1FBD2F14}" dt="2026-01-20T11:28:05.342" v="24407"/>
          <ac:spMkLst>
            <pc:docMk/>
            <pc:sldMk cId="739621606" sldId="2147480685"/>
            <ac:spMk id="59" creationId="{36106974-7C1C-3549-987C-B9E6B63C4A6F}"/>
          </ac:spMkLst>
        </pc:spChg>
        <pc:spChg chg="mod">
          <ac:chgData name="Fernandes, Helder Filipe" userId="16c6f568-f8ac-49a4-9e4b-3f11f521824e" providerId="ADAL" clId="{A1CE511C-A8CB-4803-A8AC-D53B1FBD2F14}" dt="2026-01-20T11:28:05.342" v="24407"/>
          <ac:spMkLst>
            <pc:docMk/>
            <pc:sldMk cId="739621606" sldId="2147480685"/>
            <ac:spMk id="60" creationId="{E1807326-21DB-3A2F-83EF-DF0809626FEC}"/>
          </ac:spMkLst>
        </pc:spChg>
        <pc:spChg chg="mod">
          <ac:chgData name="Fernandes, Helder Filipe" userId="16c6f568-f8ac-49a4-9e4b-3f11f521824e" providerId="ADAL" clId="{A1CE511C-A8CB-4803-A8AC-D53B1FBD2F14}" dt="2026-01-20T11:28:05.342" v="24407"/>
          <ac:spMkLst>
            <pc:docMk/>
            <pc:sldMk cId="739621606" sldId="2147480685"/>
            <ac:spMk id="130" creationId="{69B11AD8-96A2-E058-E97D-B89E6E3E6A24}"/>
          </ac:spMkLst>
        </pc:spChg>
        <pc:spChg chg="del mod topLvl">
          <ac:chgData name="Fernandes, Helder Filipe" userId="16c6f568-f8ac-49a4-9e4b-3f11f521824e" providerId="ADAL" clId="{A1CE511C-A8CB-4803-A8AC-D53B1FBD2F14}" dt="2026-01-20T11:32:19.128" v="24487" actId="478"/>
          <ac:spMkLst>
            <pc:docMk/>
            <pc:sldMk cId="739621606" sldId="2147480685"/>
            <ac:spMk id="136" creationId="{CCC27E9E-738B-50D1-B7DD-DCC39447913C}"/>
          </ac:spMkLst>
        </pc:spChg>
        <pc:spChg chg="del mod">
          <ac:chgData name="Fernandes, Helder Filipe" userId="16c6f568-f8ac-49a4-9e4b-3f11f521824e" providerId="ADAL" clId="{A1CE511C-A8CB-4803-A8AC-D53B1FBD2F14}" dt="2026-01-20T11:30:07.934" v="24413" actId="478"/>
          <ac:spMkLst>
            <pc:docMk/>
            <pc:sldMk cId="739621606" sldId="2147480685"/>
            <ac:spMk id="139" creationId="{F71CAC46-B5C8-6A17-514F-033B0244B8D7}"/>
          </ac:spMkLst>
        </pc:spChg>
        <pc:spChg chg="del mod">
          <ac:chgData name="Fernandes, Helder Filipe" userId="16c6f568-f8ac-49a4-9e4b-3f11f521824e" providerId="ADAL" clId="{A1CE511C-A8CB-4803-A8AC-D53B1FBD2F14}" dt="2026-01-20T11:30:07.934" v="24413" actId="478"/>
          <ac:spMkLst>
            <pc:docMk/>
            <pc:sldMk cId="739621606" sldId="2147480685"/>
            <ac:spMk id="140" creationId="{2D5CBE5D-A25B-0A10-7AAF-3941B3F0E3EE}"/>
          </ac:spMkLst>
        </pc:spChg>
        <pc:spChg chg="mod">
          <ac:chgData name="Fernandes, Helder Filipe" userId="16c6f568-f8ac-49a4-9e4b-3f11f521824e" providerId="ADAL" clId="{A1CE511C-A8CB-4803-A8AC-D53B1FBD2F14}" dt="2026-01-20T11:30:20.422" v="24416" actId="165"/>
          <ac:spMkLst>
            <pc:docMk/>
            <pc:sldMk cId="739621606" sldId="2147480685"/>
            <ac:spMk id="142" creationId="{A46D56CA-4D2F-B164-C066-B9507F1A87AE}"/>
          </ac:spMkLst>
        </pc:spChg>
        <pc:spChg chg="mod">
          <ac:chgData name="Fernandes, Helder Filipe" userId="16c6f568-f8ac-49a4-9e4b-3f11f521824e" providerId="ADAL" clId="{A1CE511C-A8CB-4803-A8AC-D53B1FBD2F14}" dt="2026-01-20T11:32:08.142" v="24486" actId="1037"/>
          <ac:spMkLst>
            <pc:docMk/>
            <pc:sldMk cId="739621606" sldId="2147480685"/>
            <ac:spMk id="143" creationId="{2D915299-3465-C6F9-E503-71BCCA343F65}"/>
          </ac:spMkLst>
        </pc:spChg>
        <pc:spChg chg="mod">
          <ac:chgData name="Fernandes, Helder Filipe" userId="16c6f568-f8ac-49a4-9e4b-3f11f521824e" providerId="ADAL" clId="{A1CE511C-A8CB-4803-A8AC-D53B1FBD2F14}" dt="2026-01-20T11:30:20.422" v="24416" actId="165"/>
          <ac:spMkLst>
            <pc:docMk/>
            <pc:sldMk cId="739621606" sldId="2147480685"/>
            <ac:spMk id="145" creationId="{924584C3-A9CD-12F7-FA69-492419B1334A}"/>
          </ac:spMkLst>
        </pc:spChg>
        <pc:spChg chg="mod">
          <ac:chgData name="Fernandes, Helder Filipe" userId="16c6f568-f8ac-49a4-9e4b-3f11f521824e" providerId="ADAL" clId="{A1CE511C-A8CB-4803-A8AC-D53B1FBD2F14}" dt="2026-01-20T11:30:37.245" v="24428" actId="14100"/>
          <ac:spMkLst>
            <pc:docMk/>
            <pc:sldMk cId="739621606" sldId="2147480685"/>
            <ac:spMk id="146" creationId="{7C980BED-172C-8C83-BB9C-121E28C55B77}"/>
          </ac:spMkLst>
        </pc:spChg>
        <pc:spChg chg="add del mod">
          <ac:chgData name="Fernandes, Helder Filipe" userId="16c6f568-f8ac-49a4-9e4b-3f11f521824e" providerId="ADAL" clId="{A1CE511C-A8CB-4803-A8AC-D53B1FBD2F14}" dt="2026-01-20T11:33:56.805" v="24512" actId="478"/>
          <ac:spMkLst>
            <pc:docMk/>
            <pc:sldMk cId="739621606" sldId="2147480685"/>
            <ac:spMk id="147" creationId="{B3E4880D-E0E5-A0C2-282F-DB3C590FEF16}"/>
          </ac:spMkLst>
        </pc:spChg>
        <pc:spChg chg="add del mod">
          <ac:chgData name="Fernandes, Helder Filipe" userId="16c6f568-f8ac-49a4-9e4b-3f11f521824e" providerId="ADAL" clId="{A1CE511C-A8CB-4803-A8AC-D53B1FBD2F14}" dt="2026-01-20T11:34:13.700" v="24519" actId="478"/>
          <ac:spMkLst>
            <pc:docMk/>
            <pc:sldMk cId="739621606" sldId="2147480685"/>
            <ac:spMk id="148" creationId="{4D6FF5E7-6F49-65DA-75DD-83EC6F651CE0}"/>
          </ac:spMkLst>
        </pc:spChg>
        <pc:grpChg chg="del">
          <ac:chgData name="Fernandes, Helder Filipe" userId="16c6f568-f8ac-49a4-9e4b-3f11f521824e" providerId="ADAL" clId="{A1CE511C-A8CB-4803-A8AC-D53B1FBD2F14}" dt="2026-01-20T11:27:16.569" v="24402" actId="478"/>
          <ac:grpSpMkLst>
            <pc:docMk/>
            <pc:sldMk cId="739621606" sldId="2147480685"/>
            <ac:grpSpMk id="10" creationId="{794C39F2-B070-C83B-DE99-1E2D57D272CB}"/>
          </ac:grpSpMkLst>
        </pc:grpChg>
        <pc:grpChg chg="del">
          <ac:chgData name="Fernandes, Helder Filipe" userId="16c6f568-f8ac-49a4-9e4b-3f11f521824e" providerId="ADAL" clId="{A1CE511C-A8CB-4803-A8AC-D53B1FBD2F14}" dt="2026-01-20T11:28:21.785" v="24408" actId="478"/>
          <ac:grpSpMkLst>
            <pc:docMk/>
            <pc:sldMk cId="739621606" sldId="2147480685"/>
            <ac:grpSpMk id="25" creationId="{ABE695C5-60CA-D026-83F5-C706F3D09BFA}"/>
          </ac:grpSpMkLst>
        </pc:grpChg>
        <pc:grpChg chg="del">
          <ac:chgData name="Fernandes, Helder Filipe" userId="16c6f568-f8ac-49a4-9e4b-3f11f521824e" providerId="ADAL" clId="{A1CE511C-A8CB-4803-A8AC-D53B1FBD2F14}" dt="2026-01-20T11:28:21.785" v="24408" actId="478"/>
          <ac:grpSpMkLst>
            <pc:docMk/>
            <pc:sldMk cId="739621606" sldId="2147480685"/>
            <ac:grpSpMk id="42" creationId="{12262934-15E2-CFCA-EF52-36159645810B}"/>
          </ac:grpSpMkLst>
        </pc:grpChg>
        <pc:grpChg chg="del">
          <ac:chgData name="Fernandes, Helder Filipe" userId="16c6f568-f8ac-49a4-9e4b-3f11f521824e" providerId="ADAL" clId="{A1CE511C-A8CB-4803-A8AC-D53B1FBD2F14}" dt="2026-01-20T11:28:21.785" v="24408" actId="478"/>
          <ac:grpSpMkLst>
            <pc:docMk/>
            <pc:sldMk cId="739621606" sldId="2147480685"/>
            <ac:grpSpMk id="58" creationId="{1EBCA523-A517-419E-0E18-227CF0E7E2A0}"/>
          </ac:grpSpMkLst>
        </pc:grpChg>
        <pc:grpChg chg="del">
          <ac:chgData name="Fernandes, Helder Filipe" userId="16c6f568-f8ac-49a4-9e4b-3f11f521824e" providerId="ADAL" clId="{A1CE511C-A8CB-4803-A8AC-D53B1FBD2F14}" dt="2026-01-20T11:28:21.785" v="24408" actId="478"/>
          <ac:grpSpMkLst>
            <pc:docMk/>
            <pc:sldMk cId="739621606" sldId="2147480685"/>
            <ac:grpSpMk id="63" creationId="{852063E4-46B2-3484-9278-2E1B5242A1C6}"/>
          </ac:grpSpMkLst>
        </pc:grpChg>
        <pc:grpChg chg="del mod">
          <ac:chgData name="Fernandes, Helder Filipe" userId="16c6f568-f8ac-49a4-9e4b-3f11f521824e" providerId="ADAL" clId="{A1CE511C-A8CB-4803-A8AC-D53B1FBD2F14}" dt="2026-01-20T11:30:20.422" v="24416" actId="165"/>
          <ac:grpSpMkLst>
            <pc:docMk/>
            <pc:sldMk cId="739621606" sldId="2147480685"/>
            <ac:grpSpMk id="132" creationId="{02306DAB-1B59-A21E-E47F-E074159F33B1}"/>
          </ac:grpSpMkLst>
        </pc:grpChg>
        <pc:grpChg chg="mod topLvl">
          <ac:chgData name="Fernandes, Helder Filipe" userId="16c6f568-f8ac-49a4-9e4b-3f11f521824e" providerId="ADAL" clId="{A1CE511C-A8CB-4803-A8AC-D53B1FBD2F14}" dt="2026-01-20T11:30:20.422" v="24416" actId="165"/>
          <ac:grpSpMkLst>
            <pc:docMk/>
            <pc:sldMk cId="739621606" sldId="2147480685"/>
            <ac:grpSpMk id="133" creationId="{C6CC17BE-344F-429F-6458-3EEE359CA84E}"/>
          </ac:grpSpMkLst>
        </pc:grpChg>
        <pc:grpChg chg="mod topLvl">
          <ac:chgData name="Fernandes, Helder Filipe" userId="16c6f568-f8ac-49a4-9e4b-3f11f521824e" providerId="ADAL" clId="{A1CE511C-A8CB-4803-A8AC-D53B1FBD2F14}" dt="2026-01-20T11:30:20.422" v="24416" actId="165"/>
          <ac:grpSpMkLst>
            <pc:docMk/>
            <pc:sldMk cId="739621606" sldId="2147480685"/>
            <ac:grpSpMk id="134" creationId="{0D4AA0F0-A45B-D5BE-4E52-148E3AEF8568}"/>
          </ac:grpSpMkLst>
        </pc:grpChg>
        <pc:grpChg chg="del">
          <ac:chgData name="Fernandes, Helder Filipe" userId="16c6f568-f8ac-49a4-9e4b-3f11f521824e" providerId="ADAL" clId="{A1CE511C-A8CB-4803-A8AC-D53B1FBD2F14}" dt="2026-01-20T11:30:07.934" v="24413" actId="478"/>
          <ac:grpSpMkLst>
            <pc:docMk/>
            <pc:sldMk cId="739621606" sldId="2147480685"/>
            <ac:grpSpMk id="135" creationId="{27FC5887-F21E-D3CE-0D91-C2A534036B1E}"/>
          </ac:grpSpMkLst>
        </pc:grpChg>
        <pc:graphicFrameChg chg="add mod modGraphic">
          <ac:chgData name="Fernandes, Helder Filipe" userId="16c6f568-f8ac-49a4-9e4b-3f11f521824e" providerId="ADAL" clId="{A1CE511C-A8CB-4803-A8AC-D53B1FBD2F14}" dt="2026-01-20T11:27:24.142" v="24403" actId="1076"/>
          <ac:graphicFrameMkLst>
            <pc:docMk/>
            <pc:sldMk cId="739621606" sldId="2147480685"/>
            <ac:graphicFrameMk id="3" creationId="{FDA20304-E16D-DBCC-00DB-544A6AE75A55}"/>
          </ac:graphicFrameMkLst>
        </pc:graphicFrameChg>
        <pc:graphicFrameChg chg="add mod modGraphic">
          <ac:chgData name="Fernandes, Helder Filipe" userId="16c6f568-f8ac-49a4-9e4b-3f11f521824e" providerId="ADAL" clId="{A1CE511C-A8CB-4803-A8AC-D53B1FBD2F14}" dt="2026-01-20T11:34:29.629" v="24524" actId="14734"/>
          <ac:graphicFrameMkLst>
            <pc:docMk/>
            <pc:sldMk cId="739621606" sldId="2147480685"/>
            <ac:graphicFrameMk id="4" creationId="{367E373F-8445-BC36-494E-BD862A450EAB}"/>
          </ac:graphicFrameMkLst>
        </pc:graphicFrameChg>
        <pc:graphicFrameChg chg="mod">
          <ac:chgData name="Fernandes, Helder Filipe" userId="16c6f568-f8ac-49a4-9e4b-3f11f521824e" providerId="ADAL" clId="{A1CE511C-A8CB-4803-A8AC-D53B1FBD2F14}" dt="2026-01-20T11:27:05.817" v="24401"/>
          <ac:graphicFrameMkLst>
            <pc:docMk/>
            <pc:sldMk cId="739621606" sldId="2147480685"/>
            <ac:graphicFrameMk id="16" creationId="{7CA1FEBF-39EA-BABE-84E1-D57F8BD86447}"/>
          </ac:graphicFrameMkLst>
        </pc:graphicFrameChg>
        <pc:graphicFrameChg chg="mod">
          <ac:chgData name="Fernandes, Helder Filipe" userId="16c6f568-f8ac-49a4-9e4b-3f11f521824e" providerId="ADAL" clId="{A1CE511C-A8CB-4803-A8AC-D53B1FBD2F14}" dt="2026-01-20T11:27:05.817" v="24401"/>
          <ac:graphicFrameMkLst>
            <pc:docMk/>
            <pc:sldMk cId="739621606" sldId="2147480685"/>
            <ac:graphicFrameMk id="19" creationId="{14EB793B-8CD4-71D9-C3CD-3B24E6191F7A}"/>
          </ac:graphicFrameMkLst>
        </pc:graphicFrameChg>
        <pc:graphicFrameChg chg="del mod modGraphic">
          <ac:chgData name="Fernandes, Helder Filipe" userId="16c6f568-f8ac-49a4-9e4b-3f11f521824e" providerId="ADAL" clId="{A1CE511C-A8CB-4803-A8AC-D53B1FBD2F14}" dt="2026-01-19T20:22:49.565" v="22779" actId="478"/>
          <ac:graphicFrameMkLst>
            <pc:docMk/>
            <pc:sldMk cId="739621606" sldId="2147480685"/>
            <ac:graphicFrameMk id="34" creationId="{DCAD023D-0681-9E09-63DC-8E2FBEFD62BB}"/>
          </ac:graphicFrameMkLst>
        </pc:graphicFrameChg>
        <pc:graphicFrameChg chg="del mod modGraphic">
          <ac:chgData name="Fernandes, Helder Filipe" userId="16c6f568-f8ac-49a4-9e4b-3f11f521824e" providerId="ADAL" clId="{A1CE511C-A8CB-4803-A8AC-D53B1FBD2F14}" dt="2026-01-19T20:22:39.553" v="22777" actId="478"/>
          <ac:graphicFrameMkLst>
            <pc:docMk/>
            <pc:sldMk cId="739621606" sldId="2147480685"/>
            <ac:graphicFrameMk id="53" creationId="{0C8AEF13-6FE3-6016-B103-A572B34F643F}"/>
          </ac:graphicFrameMkLst>
        </pc:graphicFrameChg>
        <pc:graphicFrameChg chg="del mod">
          <ac:chgData name="Fernandes, Helder Filipe" userId="16c6f568-f8ac-49a4-9e4b-3f11f521824e" providerId="ADAL" clId="{A1CE511C-A8CB-4803-A8AC-D53B1FBD2F14}" dt="2026-01-20T11:30:01.179" v="24412" actId="478"/>
          <ac:graphicFrameMkLst>
            <pc:docMk/>
            <pc:sldMk cId="739621606" sldId="2147480685"/>
            <ac:graphicFrameMk id="138" creationId="{C429E25C-1DB0-5A29-09A6-65C85C4F7F6C}"/>
          </ac:graphicFrameMkLst>
        </pc:graphicFrameChg>
        <pc:graphicFrameChg chg="mod">
          <ac:chgData name="Fernandes, Helder Filipe" userId="16c6f568-f8ac-49a4-9e4b-3f11f521824e" providerId="ADAL" clId="{A1CE511C-A8CB-4803-A8AC-D53B1FBD2F14}" dt="2026-01-20T11:30:20.422" v="24416" actId="165"/>
          <ac:graphicFrameMkLst>
            <pc:docMk/>
            <pc:sldMk cId="739621606" sldId="2147480685"/>
            <ac:graphicFrameMk id="141" creationId="{D7E82FBB-5ED4-EA5B-9C0F-9430125A714D}"/>
          </ac:graphicFrameMkLst>
        </pc:graphicFrameChg>
        <pc:graphicFrameChg chg="mod">
          <ac:chgData name="Fernandes, Helder Filipe" userId="16c6f568-f8ac-49a4-9e4b-3f11f521824e" providerId="ADAL" clId="{A1CE511C-A8CB-4803-A8AC-D53B1FBD2F14}" dt="2026-01-20T11:34:25.540" v="24523" actId="1076"/>
          <ac:graphicFrameMkLst>
            <pc:docMk/>
            <pc:sldMk cId="739621606" sldId="2147480685"/>
            <ac:graphicFrameMk id="144" creationId="{F2035CBC-5531-BEA9-E65A-90D326F79A5A}"/>
          </ac:graphicFrameMkLst>
        </pc:graphicFrameChg>
      </pc:sldChg>
      <pc:sldChg chg="modSp mod">
        <pc:chgData name="Fernandes, Helder Filipe" userId="16c6f568-f8ac-49a4-9e4b-3f11f521824e" providerId="ADAL" clId="{A1CE511C-A8CB-4803-A8AC-D53B1FBD2F14}" dt="2026-01-20T12:29:54.393" v="25951" actId="20577"/>
        <pc:sldMkLst>
          <pc:docMk/>
          <pc:sldMk cId="274517492" sldId="2147480693"/>
        </pc:sldMkLst>
        <pc:spChg chg="mod">
          <ac:chgData name="Fernandes, Helder Filipe" userId="16c6f568-f8ac-49a4-9e4b-3f11f521824e" providerId="ADAL" clId="{A1CE511C-A8CB-4803-A8AC-D53B1FBD2F14}" dt="2026-01-20T12:18:42.998" v="25633" actId="20577"/>
          <ac:spMkLst>
            <pc:docMk/>
            <pc:sldMk cId="274517492" sldId="2147480693"/>
            <ac:spMk id="2" creationId="{C264A093-4A4C-CADD-2A02-561486401CCF}"/>
          </ac:spMkLst>
        </pc:spChg>
        <pc:spChg chg="mod">
          <ac:chgData name="Fernandes, Helder Filipe" userId="16c6f568-f8ac-49a4-9e4b-3f11f521824e" providerId="ADAL" clId="{A1CE511C-A8CB-4803-A8AC-D53B1FBD2F14}" dt="2026-01-20T12:29:54.393" v="25951" actId="20577"/>
          <ac:spMkLst>
            <pc:docMk/>
            <pc:sldMk cId="274517492" sldId="2147480693"/>
            <ac:spMk id="176" creationId="{E84C4356-04DF-585C-F9B9-3379265945FC}"/>
          </ac:spMkLst>
        </pc:spChg>
      </pc:sldChg>
      <pc:sldChg chg="modSp add del mod ord modNotesTx">
        <pc:chgData name="Fernandes, Helder Filipe" userId="16c6f568-f8ac-49a4-9e4b-3f11f521824e" providerId="ADAL" clId="{A1CE511C-A8CB-4803-A8AC-D53B1FBD2F14}" dt="2026-01-20T12:53:10.629" v="26279" actId="20577"/>
        <pc:sldMkLst>
          <pc:docMk/>
          <pc:sldMk cId="1204584262" sldId="2147480704"/>
        </pc:sldMkLst>
        <pc:spChg chg="mod">
          <ac:chgData name="Fernandes, Helder Filipe" userId="16c6f568-f8ac-49a4-9e4b-3f11f521824e" providerId="ADAL" clId="{A1CE511C-A8CB-4803-A8AC-D53B1FBD2F14}" dt="2026-01-20T11:59:25.996" v="25348" actId="2711"/>
          <ac:spMkLst>
            <pc:docMk/>
            <pc:sldMk cId="1204584262" sldId="2147480704"/>
            <ac:spMk id="2" creationId="{725D4369-5089-19B2-3DC5-1922BD1ADDAB}"/>
          </ac:spMkLst>
        </pc:spChg>
        <pc:spChg chg="mod">
          <ac:chgData name="Fernandes, Helder Filipe" userId="16c6f568-f8ac-49a4-9e4b-3f11f521824e" providerId="ADAL" clId="{A1CE511C-A8CB-4803-A8AC-D53B1FBD2F14}" dt="2026-01-20T12:17:05.705" v="25566" actId="20577"/>
          <ac:spMkLst>
            <pc:docMk/>
            <pc:sldMk cId="1204584262" sldId="2147480704"/>
            <ac:spMk id="37" creationId="{C49CB4CD-4B23-F1F8-B0FD-D8DCEC56DE60}"/>
          </ac:spMkLst>
        </pc:spChg>
        <pc:spChg chg="mod">
          <ac:chgData name="Fernandes, Helder Filipe" userId="16c6f568-f8ac-49a4-9e4b-3f11f521824e" providerId="ADAL" clId="{A1CE511C-A8CB-4803-A8AC-D53B1FBD2F14}" dt="2026-01-20T12:17:49.560" v="25581" actId="20577"/>
          <ac:spMkLst>
            <pc:docMk/>
            <pc:sldMk cId="1204584262" sldId="2147480704"/>
            <ac:spMk id="47" creationId="{78FC8D87-A604-06E4-9EE0-3F8AF6B3F8DC}"/>
          </ac:spMkLst>
        </pc:spChg>
        <pc:graphicFrameChg chg="mod">
          <ac:chgData name="Fernandes, Helder Filipe" userId="16c6f568-f8ac-49a4-9e4b-3f11f521824e" providerId="ADAL" clId="{A1CE511C-A8CB-4803-A8AC-D53B1FBD2F14}" dt="2026-01-20T12:01:01.017" v="25350" actId="207"/>
          <ac:graphicFrameMkLst>
            <pc:docMk/>
            <pc:sldMk cId="1204584262" sldId="2147480704"/>
            <ac:graphicFrameMk id="23" creationId="{7D700C98-6125-1FDB-F8F5-1D8559486737}"/>
          </ac:graphicFrameMkLst>
        </pc:graphicFrameChg>
        <pc:graphicFrameChg chg="mod">
          <ac:chgData name="Fernandes, Helder Filipe" userId="16c6f568-f8ac-49a4-9e4b-3f11f521824e" providerId="ADAL" clId="{A1CE511C-A8CB-4803-A8AC-D53B1FBD2F14}" dt="2026-01-20T12:00:55.238" v="25349" actId="207"/>
          <ac:graphicFrameMkLst>
            <pc:docMk/>
            <pc:sldMk cId="1204584262" sldId="2147480704"/>
            <ac:graphicFrameMk id="24" creationId="{1E610AAF-1336-F446-FD4F-71A428ECD739}"/>
          </ac:graphicFrameMkLst>
        </pc:graphicFrameChg>
      </pc:sldChg>
      <pc:sldChg chg="modSp mod">
        <pc:chgData name="Fernandes, Helder Filipe" userId="16c6f568-f8ac-49a4-9e4b-3f11f521824e" providerId="ADAL" clId="{A1CE511C-A8CB-4803-A8AC-D53B1FBD2F14}" dt="2026-01-20T12:19:14.686" v="25661" actId="20577"/>
        <pc:sldMkLst>
          <pc:docMk/>
          <pc:sldMk cId="930941865" sldId="2147480706"/>
        </pc:sldMkLst>
        <pc:spChg chg="mod">
          <ac:chgData name="Fernandes, Helder Filipe" userId="16c6f568-f8ac-49a4-9e4b-3f11f521824e" providerId="ADAL" clId="{A1CE511C-A8CB-4803-A8AC-D53B1FBD2F14}" dt="2026-01-20T12:19:14.686" v="25661" actId="20577"/>
          <ac:spMkLst>
            <pc:docMk/>
            <pc:sldMk cId="930941865" sldId="2147480706"/>
            <ac:spMk id="2" creationId="{4E7833E3-7438-8F18-843B-760BDFC77D20}"/>
          </ac:spMkLst>
        </pc:spChg>
      </pc:sldChg>
      <pc:sldChg chg="addSp delSp modSp add mod">
        <pc:chgData name="Fernandes, Helder Filipe" userId="16c6f568-f8ac-49a4-9e4b-3f11f521824e" providerId="ADAL" clId="{A1CE511C-A8CB-4803-A8AC-D53B1FBD2F14}" dt="2026-01-20T12:41:02.946" v="25959" actId="20577"/>
        <pc:sldMkLst>
          <pc:docMk/>
          <pc:sldMk cId="934723812" sldId="2147480708"/>
        </pc:sldMkLst>
        <pc:spChg chg="mod">
          <ac:chgData name="Fernandes, Helder Filipe" userId="16c6f568-f8ac-49a4-9e4b-3f11f521824e" providerId="ADAL" clId="{A1CE511C-A8CB-4803-A8AC-D53B1FBD2F14}" dt="2026-01-20T12:13:04.112" v="25476" actId="14100"/>
          <ac:spMkLst>
            <pc:docMk/>
            <pc:sldMk cId="934723812" sldId="2147480708"/>
            <ac:spMk id="2" creationId="{3993B481-E528-978B-EFA4-45286A16CE78}"/>
          </ac:spMkLst>
        </pc:spChg>
        <pc:spChg chg="mod">
          <ac:chgData name="Fernandes, Helder Filipe" userId="16c6f568-f8ac-49a4-9e4b-3f11f521824e" providerId="ADAL" clId="{A1CE511C-A8CB-4803-A8AC-D53B1FBD2F14}" dt="2026-01-20T12:17:33.371" v="25570" actId="20577"/>
          <ac:spMkLst>
            <pc:docMk/>
            <pc:sldMk cId="934723812" sldId="2147480708"/>
            <ac:spMk id="5" creationId="{CDF04427-AB65-D64E-E253-DDA4D7A41041}"/>
          </ac:spMkLst>
        </pc:spChg>
        <pc:spChg chg="del mod">
          <ac:chgData name="Fernandes, Helder Filipe" userId="16c6f568-f8ac-49a4-9e4b-3f11f521824e" providerId="ADAL" clId="{A1CE511C-A8CB-4803-A8AC-D53B1FBD2F14}" dt="2026-01-20T12:40:51.856" v="25956" actId="478"/>
          <ac:spMkLst>
            <pc:docMk/>
            <pc:sldMk cId="934723812" sldId="2147480708"/>
            <ac:spMk id="6" creationId="{73F70D1A-BB5D-75F3-0C54-B175CA46586B}"/>
          </ac:spMkLst>
        </pc:spChg>
        <pc:spChg chg="mod topLvl">
          <ac:chgData name="Fernandes, Helder Filipe" userId="16c6f568-f8ac-49a4-9e4b-3f11f521824e" providerId="ADAL" clId="{A1CE511C-A8CB-4803-A8AC-D53B1FBD2F14}" dt="2026-01-20T11:43:40.329" v="25204" actId="20577"/>
          <ac:spMkLst>
            <pc:docMk/>
            <pc:sldMk cId="934723812" sldId="2147480708"/>
            <ac:spMk id="10" creationId="{92AACB52-1442-A83A-6FDF-409D21679FDC}"/>
          </ac:spMkLst>
        </pc:spChg>
        <pc:spChg chg="mod topLvl">
          <ac:chgData name="Fernandes, Helder Filipe" userId="16c6f568-f8ac-49a4-9e4b-3f11f521824e" providerId="ADAL" clId="{A1CE511C-A8CB-4803-A8AC-D53B1FBD2F14}" dt="2026-01-20T11:43:07.436" v="25191" actId="20577"/>
          <ac:spMkLst>
            <pc:docMk/>
            <pc:sldMk cId="934723812" sldId="2147480708"/>
            <ac:spMk id="11" creationId="{515F5EF5-AE0E-BB38-6445-03A7F7D3DD93}"/>
          </ac:spMkLst>
        </pc:spChg>
        <pc:spChg chg="mod">
          <ac:chgData name="Fernandes, Helder Filipe" userId="16c6f568-f8ac-49a4-9e4b-3f11f521824e" providerId="ADAL" clId="{A1CE511C-A8CB-4803-A8AC-D53B1FBD2F14}" dt="2026-01-20T11:35:29.624" v="24553"/>
          <ac:spMkLst>
            <pc:docMk/>
            <pc:sldMk cId="934723812" sldId="2147480708"/>
            <ac:spMk id="14" creationId="{6FAB0215-AE3C-EE53-D52C-F3A6722345CF}"/>
          </ac:spMkLst>
        </pc:spChg>
        <pc:spChg chg="mod">
          <ac:chgData name="Fernandes, Helder Filipe" userId="16c6f568-f8ac-49a4-9e4b-3f11f521824e" providerId="ADAL" clId="{A1CE511C-A8CB-4803-A8AC-D53B1FBD2F14}" dt="2026-01-20T11:35:29.624" v="24553"/>
          <ac:spMkLst>
            <pc:docMk/>
            <pc:sldMk cId="934723812" sldId="2147480708"/>
            <ac:spMk id="15" creationId="{34BF38BE-1A0B-35AB-87BE-418D6780D147}"/>
          </ac:spMkLst>
        </pc:spChg>
        <pc:spChg chg="mod">
          <ac:chgData name="Fernandes, Helder Filipe" userId="16c6f568-f8ac-49a4-9e4b-3f11f521824e" providerId="ADAL" clId="{A1CE511C-A8CB-4803-A8AC-D53B1FBD2F14}" dt="2026-01-20T11:35:30.104" v="24554"/>
          <ac:spMkLst>
            <pc:docMk/>
            <pc:sldMk cId="934723812" sldId="2147480708"/>
            <ac:spMk id="18" creationId="{2B886941-CA73-854C-852D-45FC7798833E}"/>
          </ac:spMkLst>
        </pc:spChg>
        <pc:spChg chg="mod">
          <ac:chgData name="Fernandes, Helder Filipe" userId="16c6f568-f8ac-49a4-9e4b-3f11f521824e" providerId="ADAL" clId="{A1CE511C-A8CB-4803-A8AC-D53B1FBD2F14}" dt="2026-01-20T11:35:30.104" v="24554"/>
          <ac:spMkLst>
            <pc:docMk/>
            <pc:sldMk cId="934723812" sldId="2147480708"/>
            <ac:spMk id="19" creationId="{51BF170E-5495-134D-C4F3-7582D4D3F1B3}"/>
          </ac:spMkLst>
        </pc:spChg>
        <pc:spChg chg="mod">
          <ac:chgData name="Fernandes, Helder Filipe" userId="16c6f568-f8ac-49a4-9e4b-3f11f521824e" providerId="ADAL" clId="{A1CE511C-A8CB-4803-A8AC-D53B1FBD2F14}" dt="2026-01-20T11:35:30.748" v="24555"/>
          <ac:spMkLst>
            <pc:docMk/>
            <pc:sldMk cId="934723812" sldId="2147480708"/>
            <ac:spMk id="22" creationId="{6DFE710A-2750-A8A4-2B31-56A875F89FB0}"/>
          </ac:spMkLst>
        </pc:spChg>
        <pc:spChg chg="mod">
          <ac:chgData name="Fernandes, Helder Filipe" userId="16c6f568-f8ac-49a4-9e4b-3f11f521824e" providerId="ADAL" clId="{A1CE511C-A8CB-4803-A8AC-D53B1FBD2F14}" dt="2026-01-20T11:35:30.748" v="24555"/>
          <ac:spMkLst>
            <pc:docMk/>
            <pc:sldMk cId="934723812" sldId="2147480708"/>
            <ac:spMk id="23" creationId="{C238432B-3F51-F7AA-37CF-B1344E151B4A}"/>
          </ac:spMkLst>
        </pc:spChg>
        <pc:spChg chg="add mod ord">
          <ac:chgData name="Fernandes, Helder Filipe" userId="16c6f568-f8ac-49a4-9e4b-3f11f521824e" providerId="ADAL" clId="{A1CE511C-A8CB-4803-A8AC-D53B1FBD2F14}" dt="2026-01-20T12:11:01.695" v="25457" actId="1036"/>
          <ac:spMkLst>
            <pc:docMk/>
            <pc:sldMk cId="934723812" sldId="2147480708"/>
            <ac:spMk id="24" creationId="{2FA0F2FC-FB76-42E7-1AB6-833658767FED}"/>
          </ac:spMkLst>
        </pc:spChg>
        <pc:spChg chg="add mod ord">
          <ac:chgData name="Fernandes, Helder Filipe" userId="16c6f568-f8ac-49a4-9e4b-3f11f521824e" providerId="ADAL" clId="{A1CE511C-A8CB-4803-A8AC-D53B1FBD2F14}" dt="2026-01-20T12:11:01.695" v="25457" actId="1036"/>
          <ac:spMkLst>
            <pc:docMk/>
            <pc:sldMk cId="934723812" sldId="2147480708"/>
            <ac:spMk id="25" creationId="{B4ED9B59-A201-1294-06E6-F2AEC8DD0359}"/>
          </ac:spMkLst>
        </pc:spChg>
        <pc:spChg chg="add mod">
          <ac:chgData name="Fernandes, Helder Filipe" userId="16c6f568-f8ac-49a4-9e4b-3f11f521824e" providerId="ADAL" clId="{A1CE511C-A8CB-4803-A8AC-D53B1FBD2F14}" dt="2026-01-20T12:11:01.695" v="25457" actId="1036"/>
          <ac:spMkLst>
            <pc:docMk/>
            <pc:sldMk cId="934723812" sldId="2147480708"/>
            <ac:spMk id="26" creationId="{7C52EBBE-2A85-D194-F12D-478C743CCCB1}"/>
          </ac:spMkLst>
        </pc:spChg>
        <pc:spChg chg="mod">
          <ac:chgData name="Fernandes, Helder Filipe" userId="16c6f568-f8ac-49a4-9e4b-3f11f521824e" providerId="ADAL" clId="{A1CE511C-A8CB-4803-A8AC-D53B1FBD2F14}" dt="2026-01-20T11:46:34.156" v="25212" actId="20577"/>
          <ac:spMkLst>
            <pc:docMk/>
            <pc:sldMk cId="934723812" sldId="2147480708"/>
            <ac:spMk id="31" creationId="{9ABCC06D-8B2A-A26E-C9EF-0561783FEE32}"/>
          </ac:spMkLst>
        </pc:spChg>
        <pc:spChg chg="mod">
          <ac:chgData name="Fernandes, Helder Filipe" userId="16c6f568-f8ac-49a4-9e4b-3f11f521824e" providerId="ADAL" clId="{A1CE511C-A8CB-4803-A8AC-D53B1FBD2F14}" dt="2026-01-20T11:40:12.479" v="24931"/>
          <ac:spMkLst>
            <pc:docMk/>
            <pc:sldMk cId="934723812" sldId="2147480708"/>
            <ac:spMk id="32" creationId="{73C29545-D4A7-31BB-A2F5-E57B24814639}"/>
          </ac:spMkLst>
        </pc:spChg>
        <pc:spChg chg="mod">
          <ac:chgData name="Fernandes, Helder Filipe" userId="16c6f568-f8ac-49a4-9e4b-3f11f521824e" providerId="ADAL" clId="{A1CE511C-A8CB-4803-A8AC-D53B1FBD2F14}" dt="2026-01-20T11:46:43.195" v="25214" actId="20577"/>
          <ac:spMkLst>
            <pc:docMk/>
            <pc:sldMk cId="934723812" sldId="2147480708"/>
            <ac:spMk id="35" creationId="{A235CFBC-181F-52D4-1958-793ACF6ABF1B}"/>
          </ac:spMkLst>
        </pc:spChg>
        <pc:spChg chg="mod">
          <ac:chgData name="Fernandes, Helder Filipe" userId="16c6f568-f8ac-49a4-9e4b-3f11f521824e" providerId="ADAL" clId="{A1CE511C-A8CB-4803-A8AC-D53B1FBD2F14}" dt="2026-01-20T11:43:18.420" v="25200" actId="20577"/>
          <ac:spMkLst>
            <pc:docMk/>
            <pc:sldMk cId="934723812" sldId="2147480708"/>
            <ac:spMk id="36" creationId="{D439FDE9-8473-BAE1-B6C5-5F5698C044EC}"/>
          </ac:spMkLst>
        </pc:spChg>
        <pc:spChg chg="mod">
          <ac:chgData name="Fernandes, Helder Filipe" userId="16c6f568-f8ac-49a4-9e4b-3f11f521824e" providerId="ADAL" clId="{A1CE511C-A8CB-4803-A8AC-D53B1FBD2F14}" dt="2026-01-20T12:17:39.751" v="25580" actId="20577"/>
          <ac:spMkLst>
            <pc:docMk/>
            <pc:sldMk cId="934723812" sldId="2147480708"/>
            <ac:spMk id="37" creationId="{A911E8D8-5D8A-8993-4441-8F8A6E22A9CE}"/>
          </ac:spMkLst>
        </pc:spChg>
        <pc:spChg chg="mod">
          <ac:chgData name="Fernandes, Helder Filipe" userId="16c6f568-f8ac-49a4-9e4b-3f11f521824e" providerId="ADAL" clId="{A1CE511C-A8CB-4803-A8AC-D53B1FBD2F14}" dt="2026-01-20T11:46:48.452" v="25216" actId="20577"/>
          <ac:spMkLst>
            <pc:docMk/>
            <pc:sldMk cId="934723812" sldId="2147480708"/>
            <ac:spMk id="40" creationId="{0B2AC0C4-338D-973F-D40E-1930681CFF68}"/>
          </ac:spMkLst>
        </pc:spChg>
        <pc:spChg chg="mod">
          <ac:chgData name="Fernandes, Helder Filipe" userId="16c6f568-f8ac-49a4-9e4b-3f11f521824e" providerId="ADAL" clId="{A1CE511C-A8CB-4803-A8AC-D53B1FBD2F14}" dt="2026-01-20T11:40:18.325" v="25024"/>
          <ac:spMkLst>
            <pc:docMk/>
            <pc:sldMk cId="934723812" sldId="2147480708"/>
            <ac:spMk id="41" creationId="{9A8FC349-5AD8-595C-A44F-0FEE9C4A9AC6}"/>
          </ac:spMkLst>
        </pc:spChg>
        <pc:spChg chg="add del mod ord">
          <ac:chgData name="Fernandes, Helder Filipe" userId="16c6f568-f8ac-49a4-9e4b-3f11f521824e" providerId="ADAL" clId="{A1CE511C-A8CB-4803-A8AC-D53B1FBD2F14}" dt="2026-01-20T11:58:55.952" v="25346" actId="478"/>
          <ac:spMkLst>
            <pc:docMk/>
            <pc:sldMk cId="934723812" sldId="2147480708"/>
            <ac:spMk id="42" creationId="{D1D71B04-F5AB-7D97-83B1-818DA9FA3702}"/>
          </ac:spMkLst>
        </pc:spChg>
        <pc:spChg chg="add mod">
          <ac:chgData name="Fernandes, Helder Filipe" userId="16c6f568-f8ac-49a4-9e4b-3f11f521824e" providerId="ADAL" clId="{A1CE511C-A8CB-4803-A8AC-D53B1FBD2F14}" dt="2026-01-20T12:41:02.946" v="25959" actId="20577"/>
          <ac:spMkLst>
            <pc:docMk/>
            <pc:sldMk cId="934723812" sldId="2147480708"/>
            <ac:spMk id="45" creationId="{FC9B2482-D5D3-2E63-1C2A-8A7E98DC8245}"/>
          </ac:spMkLst>
        </pc:spChg>
        <pc:grpChg chg="add del mod">
          <ac:chgData name="Fernandes, Helder Filipe" userId="16c6f568-f8ac-49a4-9e4b-3f11f521824e" providerId="ADAL" clId="{A1CE511C-A8CB-4803-A8AC-D53B1FBD2F14}" dt="2026-01-20T11:36:11.809" v="24689" actId="165"/>
          <ac:grpSpMkLst>
            <pc:docMk/>
            <pc:sldMk cId="934723812" sldId="2147480708"/>
            <ac:grpSpMk id="8" creationId="{BEED5B74-04AD-A788-AE7A-FD61F5E3CD6F}"/>
          </ac:grpSpMkLst>
        </pc:grpChg>
        <pc:grpChg chg="add del mod">
          <ac:chgData name="Fernandes, Helder Filipe" userId="16c6f568-f8ac-49a4-9e4b-3f11f521824e" providerId="ADAL" clId="{A1CE511C-A8CB-4803-A8AC-D53B1FBD2F14}" dt="2026-01-20T11:36:04.857" v="24688" actId="478"/>
          <ac:grpSpMkLst>
            <pc:docMk/>
            <pc:sldMk cId="934723812" sldId="2147480708"/>
            <ac:grpSpMk id="12" creationId="{EB887FE4-0456-6449-7C5D-892259D6DE65}"/>
          </ac:grpSpMkLst>
        </pc:grpChg>
        <pc:grpChg chg="add del mod">
          <ac:chgData name="Fernandes, Helder Filipe" userId="16c6f568-f8ac-49a4-9e4b-3f11f521824e" providerId="ADAL" clId="{A1CE511C-A8CB-4803-A8AC-D53B1FBD2F14}" dt="2026-01-20T11:36:04.857" v="24688" actId="478"/>
          <ac:grpSpMkLst>
            <pc:docMk/>
            <pc:sldMk cId="934723812" sldId="2147480708"/>
            <ac:grpSpMk id="16" creationId="{C0A06453-9E30-4B4A-3B5A-296E790012DB}"/>
          </ac:grpSpMkLst>
        </pc:grpChg>
        <pc:grpChg chg="add del mod">
          <ac:chgData name="Fernandes, Helder Filipe" userId="16c6f568-f8ac-49a4-9e4b-3f11f521824e" providerId="ADAL" clId="{A1CE511C-A8CB-4803-A8AC-D53B1FBD2F14}" dt="2026-01-20T11:36:04.857" v="24688" actId="478"/>
          <ac:grpSpMkLst>
            <pc:docMk/>
            <pc:sldMk cId="934723812" sldId="2147480708"/>
            <ac:grpSpMk id="20" creationId="{EF38B482-6E00-0B3A-29AA-BF0E032359AF}"/>
          </ac:grpSpMkLst>
        </pc:grpChg>
        <pc:grpChg chg="add mod">
          <ac:chgData name="Fernandes, Helder Filipe" userId="16c6f568-f8ac-49a4-9e4b-3f11f521824e" providerId="ADAL" clId="{A1CE511C-A8CB-4803-A8AC-D53B1FBD2F14}" dt="2026-01-20T12:11:01.695" v="25457" actId="1036"/>
          <ac:grpSpMkLst>
            <pc:docMk/>
            <pc:sldMk cId="934723812" sldId="2147480708"/>
            <ac:grpSpMk id="28" creationId="{880D6357-7960-2C9A-7C16-B9930BEB492E}"/>
          </ac:grpSpMkLst>
        </pc:grpChg>
        <pc:grpChg chg="add mod">
          <ac:chgData name="Fernandes, Helder Filipe" userId="16c6f568-f8ac-49a4-9e4b-3f11f521824e" providerId="ADAL" clId="{A1CE511C-A8CB-4803-A8AC-D53B1FBD2F14}" dt="2026-01-20T12:11:01.695" v="25457" actId="1036"/>
          <ac:grpSpMkLst>
            <pc:docMk/>
            <pc:sldMk cId="934723812" sldId="2147480708"/>
            <ac:grpSpMk id="29" creationId="{52C01B67-35F3-163A-4E88-ED33DA9523A5}"/>
          </ac:grpSpMkLst>
        </pc:grpChg>
        <pc:grpChg chg="add mod">
          <ac:chgData name="Fernandes, Helder Filipe" userId="16c6f568-f8ac-49a4-9e4b-3f11f521824e" providerId="ADAL" clId="{A1CE511C-A8CB-4803-A8AC-D53B1FBD2F14}" dt="2026-01-20T12:11:01.695" v="25457" actId="1036"/>
          <ac:grpSpMkLst>
            <pc:docMk/>
            <pc:sldMk cId="934723812" sldId="2147480708"/>
            <ac:grpSpMk id="33" creationId="{B981284A-1811-2828-5E78-19D4E2756409}"/>
          </ac:grpSpMkLst>
        </pc:grpChg>
        <pc:grpChg chg="add mod">
          <ac:chgData name="Fernandes, Helder Filipe" userId="16c6f568-f8ac-49a4-9e4b-3f11f521824e" providerId="ADAL" clId="{A1CE511C-A8CB-4803-A8AC-D53B1FBD2F14}" dt="2026-01-20T12:11:01.695" v="25457" actId="1036"/>
          <ac:grpSpMkLst>
            <pc:docMk/>
            <pc:sldMk cId="934723812" sldId="2147480708"/>
            <ac:grpSpMk id="38" creationId="{1E0C9BDC-7930-71DE-A01E-960B8742171A}"/>
          </ac:grpSpMkLst>
        </pc:grpChg>
        <pc:grpChg chg="del">
          <ac:chgData name="Fernandes, Helder Filipe" userId="16c6f568-f8ac-49a4-9e4b-3f11f521824e" providerId="ADAL" clId="{A1CE511C-A8CB-4803-A8AC-D53B1FBD2F14}" dt="2026-01-20T11:34:48.567" v="24529" actId="478"/>
          <ac:grpSpMkLst>
            <pc:docMk/>
            <pc:sldMk cId="934723812" sldId="2147480708"/>
            <ac:grpSpMk id="133" creationId="{9029B705-A831-6C43-43E5-AD59766D382E}"/>
          </ac:grpSpMkLst>
        </pc:grpChg>
        <pc:grpChg chg="del">
          <ac:chgData name="Fernandes, Helder Filipe" userId="16c6f568-f8ac-49a4-9e4b-3f11f521824e" providerId="ADAL" clId="{A1CE511C-A8CB-4803-A8AC-D53B1FBD2F14}" dt="2026-01-20T11:34:59.458" v="24531" actId="478"/>
          <ac:grpSpMkLst>
            <pc:docMk/>
            <pc:sldMk cId="934723812" sldId="2147480708"/>
            <ac:grpSpMk id="134" creationId="{4B82A5EC-592B-1921-55BA-74A663C8B1EF}"/>
          </ac:grpSpMkLst>
        </pc:grpChg>
        <pc:graphicFrameChg chg="del">
          <ac:chgData name="Fernandes, Helder Filipe" userId="16c6f568-f8ac-49a4-9e4b-3f11f521824e" providerId="ADAL" clId="{A1CE511C-A8CB-4803-A8AC-D53B1FBD2F14}" dt="2026-01-20T11:34:40.941" v="24527" actId="478"/>
          <ac:graphicFrameMkLst>
            <pc:docMk/>
            <pc:sldMk cId="934723812" sldId="2147480708"/>
            <ac:graphicFrameMk id="3" creationId="{A68DA470-699D-0215-A672-BD502C404BC9}"/>
          </ac:graphicFrameMkLst>
        </pc:graphicFrameChg>
        <pc:graphicFrameChg chg="del">
          <ac:chgData name="Fernandes, Helder Filipe" userId="16c6f568-f8ac-49a4-9e4b-3f11f521824e" providerId="ADAL" clId="{A1CE511C-A8CB-4803-A8AC-D53B1FBD2F14}" dt="2026-01-20T11:34:38.383" v="24526" actId="478"/>
          <ac:graphicFrameMkLst>
            <pc:docMk/>
            <pc:sldMk cId="934723812" sldId="2147480708"/>
            <ac:graphicFrameMk id="4" creationId="{82C3E24E-91BE-E73E-7725-2CDA8F50D533}"/>
          </ac:graphicFrameMkLst>
        </pc:graphicFrameChg>
        <pc:graphicFrameChg chg="mod topLvl">
          <ac:chgData name="Fernandes, Helder Filipe" userId="16c6f568-f8ac-49a4-9e4b-3f11f521824e" providerId="ADAL" clId="{A1CE511C-A8CB-4803-A8AC-D53B1FBD2F14}" dt="2026-01-20T12:05:48.867" v="25374" actId="208"/>
          <ac:graphicFrameMkLst>
            <pc:docMk/>
            <pc:sldMk cId="934723812" sldId="2147480708"/>
            <ac:graphicFrameMk id="9" creationId="{F8C08201-9165-F929-0DA1-9C5D55AF036D}"/>
          </ac:graphicFrameMkLst>
        </pc:graphicFrameChg>
        <pc:graphicFrameChg chg="mod">
          <ac:chgData name="Fernandes, Helder Filipe" userId="16c6f568-f8ac-49a4-9e4b-3f11f521824e" providerId="ADAL" clId="{A1CE511C-A8CB-4803-A8AC-D53B1FBD2F14}" dt="2026-01-20T11:35:29.624" v="24553"/>
          <ac:graphicFrameMkLst>
            <pc:docMk/>
            <pc:sldMk cId="934723812" sldId="2147480708"/>
            <ac:graphicFrameMk id="13" creationId="{6B46C265-E265-461C-AB0D-322505D6A265}"/>
          </ac:graphicFrameMkLst>
        </pc:graphicFrameChg>
        <pc:graphicFrameChg chg="mod">
          <ac:chgData name="Fernandes, Helder Filipe" userId="16c6f568-f8ac-49a4-9e4b-3f11f521824e" providerId="ADAL" clId="{A1CE511C-A8CB-4803-A8AC-D53B1FBD2F14}" dt="2026-01-20T11:35:30.104" v="24554"/>
          <ac:graphicFrameMkLst>
            <pc:docMk/>
            <pc:sldMk cId="934723812" sldId="2147480708"/>
            <ac:graphicFrameMk id="17" creationId="{FEE08CAC-DB8E-7E70-4845-1AF96264E526}"/>
          </ac:graphicFrameMkLst>
        </pc:graphicFrameChg>
        <pc:graphicFrameChg chg="mod">
          <ac:chgData name="Fernandes, Helder Filipe" userId="16c6f568-f8ac-49a4-9e4b-3f11f521824e" providerId="ADAL" clId="{A1CE511C-A8CB-4803-A8AC-D53B1FBD2F14}" dt="2026-01-20T11:35:30.748" v="24555"/>
          <ac:graphicFrameMkLst>
            <pc:docMk/>
            <pc:sldMk cId="934723812" sldId="2147480708"/>
            <ac:graphicFrameMk id="21" creationId="{FC958C7C-C290-AF0B-E9F0-1BDE0B9E2BAE}"/>
          </ac:graphicFrameMkLst>
        </pc:graphicFrameChg>
        <pc:graphicFrameChg chg="add del mod">
          <ac:chgData name="Fernandes, Helder Filipe" userId="16c6f568-f8ac-49a4-9e4b-3f11f521824e" providerId="ADAL" clId="{A1CE511C-A8CB-4803-A8AC-D53B1FBD2F14}" dt="2026-01-20T11:39:54.002" v="24929" actId="478"/>
          <ac:graphicFrameMkLst>
            <pc:docMk/>
            <pc:sldMk cId="934723812" sldId="2147480708"/>
            <ac:graphicFrameMk id="27" creationId="{7C97DD3A-E9EE-E1A9-9C98-6E733F01F923}"/>
          </ac:graphicFrameMkLst>
        </pc:graphicFrameChg>
        <pc:graphicFrameChg chg="mod">
          <ac:chgData name="Fernandes, Helder Filipe" userId="16c6f568-f8ac-49a4-9e4b-3f11f521824e" providerId="ADAL" clId="{A1CE511C-A8CB-4803-A8AC-D53B1FBD2F14}" dt="2026-01-20T12:06:26.440" v="25376" actId="208"/>
          <ac:graphicFrameMkLst>
            <pc:docMk/>
            <pc:sldMk cId="934723812" sldId="2147480708"/>
            <ac:graphicFrameMk id="30" creationId="{689566D8-4651-F00D-4F50-AA1FDEABC33B}"/>
          </ac:graphicFrameMkLst>
        </pc:graphicFrameChg>
        <pc:graphicFrameChg chg="mod">
          <ac:chgData name="Fernandes, Helder Filipe" userId="16c6f568-f8ac-49a4-9e4b-3f11f521824e" providerId="ADAL" clId="{A1CE511C-A8CB-4803-A8AC-D53B1FBD2F14}" dt="2026-01-20T12:07:09.680" v="25382" actId="208"/>
          <ac:graphicFrameMkLst>
            <pc:docMk/>
            <pc:sldMk cId="934723812" sldId="2147480708"/>
            <ac:graphicFrameMk id="34" creationId="{A36B20F0-CAD3-DC53-A397-BBC3C139E4AD}"/>
          </ac:graphicFrameMkLst>
        </pc:graphicFrameChg>
        <pc:graphicFrameChg chg="mod">
          <ac:chgData name="Fernandes, Helder Filipe" userId="16c6f568-f8ac-49a4-9e4b-3f11f521824e" providerId="ADAL" clId="{A1CE511C-A8CB-4803-A8AC-D53B1FBD2F14}" dt="2026-01-20T12:06:40.582" v="25378" actId="207"/>
          <ac:graphicFrameMkLst>
            <pc:docMk/>
            <pc:sldMk cId="934723812" sldId="2147480708"/>
            <ac:graphicFrameMk id="39" creationId="{A1B8EDF5-90F6-C82A-F7C1-8C379180D5AA}"/>
          </ac:graphicFrameMkLst>
        </pc:graphicFrameChg>
        <pc:graphicFrameChg chg="add mod">
          <ac:chgData name="Fernandes, Helder Filipe" userId="16c6f568-f8ac-49a4-9e4b-3f11f521824e" providerId="ADAL" clId="{A1CE511C-A8CB-4803-A8AC-D53B1FBD2F14}" dt="2026-01-20T12:04:45.345" v="25366"/>
          <ac:graphicFrameMkLst>
            <pc:docMk/>
            <pc:sldMk cId="934723812" sldId="2147480708"/>
            <ac:graphicFrameMk id="43" creationId="{03DD03E5-AB27-885D-57A3-F647EC640BB9}"/>
          </ac:graphicFrameMkLst>
        </pc:graphicFrameChg>
        <pc:graphicFrameChg chg="add mod">
          <ac:chgData name="Fernandes, Helder Filipe" userId="16c6f568-f8ac-49a4-9e4b-3f11f521824e" providerId="ADAL" clId="{A1CE511C-A8CB-4803-A8AC-D53B1FBD2F14}" dt="2026-01-20T12:04:50.680" v="25367"/>
          <ac:graphicFrameMkLst>
            <pc:docMk/>
            <pc:sldMk cId="934723812" sldId="2147480708"/>
            <ac:graphicFrameMk id="44" creationId="{F597466A-E3F7-9315-F6D8-D1A98DCA209B}"/>
          </ac:graphicFrameMkLst>
        </pc:graphicFrameChg>
        <pc:graphicFrameChg chg="mod">
          <ac:chgData name="Fernandes, Helder Filipe" userId="16c6f568-f8ac-49a4-9e4b-3f11f521824e" providerId="ADAL" clId="{A1CE511C-A8CB-4803-A8AC-D53B1FBD2F14}" dt="2026-01-20T11:34:50.818" v="24530"/>
          <ac:graphicFrameMkLst>
            <pc:docMk/>
            <pc:sldMk cId="934723812" sldId="2147480708"/>
            <ac:graphicFrameMk id="141" creationId="{D610602C-7F15-488A-AD7C-3233A5633667}"/>
          </ac:graphicFrameMkLst>
        </pc:graphicFrameChg>
        <pc:graphicFrameChg chg="mod">
          <ac:chgData name="Fernandes, Helder Filipe" userId="16c6f568-f8ac-49a4-9e4b-3f11f521824e" providerId="ADAL" clId="{A1CE511C-A8CB-4803-A8AC-D53B1FBD2F14}" dt="2026-01-20T11:34:44.520" v="24528"/>
          <ac:graphicFrameMkLst>
            <pc:docMk/>
            <pc:sldMk cId="934723812" sldId="2147480708"/>
            <ac:graphicFrameMk id="144" creationId="{B9436D75-4292-5465-929F-1DCA7AEA89E5}"/>
          </ac:graphicFrameMkLst>
        </pc:graphicFrameChg>
      </pc:sldChg>
    </pc:docChg>
  </pc:docChgLst>
  <pc:docChgLst>
    <pc:chgData name="Nunes, Marta Rafaela" userId="64e258cc-da3c-4cb9-a36b-1ce753c6c460" providerId="ADAL" clId="{06DC152B-A079-46BC-83AB-2B49C1DAC4B7}"/>
    <pc:docChg chg="undo redo custSel addSld delSld modSld sldOrd">
      <pc:chgData name="Nunes, Marta Rafaela" userId="64e258cc-da3c-4cb9-a36b-1ce753c6c460" providerId="ADAL" clId="{06DC152B-A079-46BC-83AB-2B49C1DAC4B7}" dt="2026-01-20T18:19:50.239" v="35914" actId="113"/>
      <pc:docMkLst>
        <pc:docMk/>
      </pc:docMkLst>
      <pc:sldChg chg="modSp mod modNotesTx">
        <pc:chgData name="Nunes, Marta Rafaela" userId="64e258cc-da3c-4cb9-a36b-1ce753c6c460" providerId="ADAL" clId="{06DC152B-A079-46BC-83AB-2B49C1DAC4B7}" dt="2026-01-19T21:57:28.739" v="25845" actId="20577"/>
        <pc:sldMkLst>
          <pc:docMk/>
          <pc:sldMk cId="855580657" sldId="256"/>
        </pc:sldMkLst>
        <pc:spChg chg="mod">
          <ac:chgData name="Nunes, Marta Rafaela" userId="64e258cc-da3c-4cb9-a36b-1ce753c6c460" providerId="ADAL" clId="{06DC152B-A079-46BC-83AB-2B49C1DAC4B7}" dt="2026-01-06T19:02:43.717" v="12088" actId="20577"/>
          <ac:spMkLst>
            <pc:docMk/>
            <pc:sldMk cId="855580657" sldId="256"/>
            <ac:spMk id="3" creationId="{589BA500-778A-41B0-A062-8A11E44145C2}"/>
          </ac:spMkLst>
        </pc:spChg>
        <pc:spChg chg="mod">
          <ac:chgData name="Nunes, Marta Rafaela" userId="64e258cc-da3c-4cb9-a36b-1ce753c6c460" providerId="ADAL" clId="{06DC152B-A079-46BC-83AB-2B49C1DAC4B7}" dt="2026-01-19T21:57:28.739" v="25845" actId="20577"/>
          <ac:spMkLst>
            <pc:docMk/>
            <pc:sldMk cId="855580657" sldId="256"/>
            <ac:spMk id="4" creationId="{B7A138B7-010B-4261-B134-DFBC17016A9D}"/>
          </ac:spMkLst>
        </pc:spChg>
      </pc:sldChg>
      <pc:sldChg chg="del">
        <pc:chgData name="Nunes, Marta Rafaela" userId="64e258cc-da3c-4cb9-a36b-1ce753c6c460" providerId="ADAL" clId="{06DC152B-A079-46BC-83AB-2B49C1DAC4B7}" dt="2026-01-19T21:45:02.828" v="25651" actId="47"/>
        <pc:sldMkLst>
          <pc:docMk/>
          <pc:sldMk cId="1034765064" sldId="1854"/>
        </pc:sldMkLst>
      </pc:sldChg>
      <pc:sldChg chg="ord">
        <pc:chgData name="Nunes, Marta Rafaela" userId="64e258cc-da3c-4cb9-a36b-1ce753c6c460" providerId="ADAL" clId="{06DC152B-A079-46BC-83AB-2B49C1DAC4B7}" dt="2025-12-23T11:45:32.442" v="11788"/>
        <pc:sldMkLst>
          <pc:docMk/>
          <pc:sldMk cId="2330907585" sldId="1866"/>
        </pc:sldMkLst>
      </pc:sldChg>
      <pc:sldChg chg="addSp delSp modSp add mod modNotesTx">
        <pc:chgData name="Nunes, Marta Rafaela" userId="64e258cc-da3c-4cb9-a36b-1ce753c6c460" providerId="ADAL" clId="{06DC152B-A079-46BC-83AB-2B49C1DAC4B7}" dt="2026-01-20T09:59:57.467" v="28567"/>
        <pc:sldMkLst>
          <pc:docMk/>
          <pc:sldMk cId="1910780210" sldId="1916"/>
        </pc:sldMkLst>
        <pc:spChg chg="add mod">
          <ac:chgData name="Nunes, Marta Rafaela" userId="64e258cc-da3c-4cb9-a36b-1ce753c6c460" providerId="ADAL" clId="{06DC152B-A079-46BC-83AB-2B49C1DAC4B7}" dt="2026-01-13T13:18:54.061" v="16821" actId="255"/>
          <ac:spMkLst>
            <pc:docMk/>
            <pc:sldMk cId="1910780210" sldId="1916"/>
            <ac:spMk id="2" creationId="{9CA47561-536B-B8A8-3916-C55AA8BBF36C}"/>
          </ac:spMkLst>
        </pc:spChg>
        <pc:spChg chg="add mod">
          <ac:chgData name="Nunes, Marta Rafaela" userId="64e258cc-da3c-4cb9-a36b-1ce753c6c460" providerId="ADAL" clId="{06DC152B-A079-46BC-83AB-2B49C1DAC4B7}" dt="2026-01-15T11:51:33.554" v="17745" actId="207"/>
          <ac:spMkLst>
            <pc:docMk/>
            <pc:sldMk cId="1910780210" sldId="1916"/>
            <ac:spMk id="3" creationId="{4698EFDE-2438-CE42-5FBE-163881B32270}"/>
          </ac:spMkLst>
        </pc:spChg>
        <pc:spChg chg="mod">
          <ac:chgData name="Nunes, Marta Rafaela" userId="64e258cc-da3c-4cb9-a36b-1ce753c6c460" providerId="ADAL" clId="{06DC152B-A079-46BC-83AB-2B49C1DAC4B7}" dt="2026-01-20T09:58:38.556" v="28564" actId="14100"/>
          <ac:spMkLst>
            <pc:docMk/>
            <pc:sldMk cId="1910780210" sldId="1916"/>
            <ac:spMk id="4" creationId="{52A73FC1-6271-CDC9-CF13-1385F86618A5}"/>
          </ac:spMkLst>
        </pc:spChg>
        <pc:spChg chg="mod topLvl">
          <ac:chgData name="Nunes, Marta Rafaela" userId="64e258cc-da3c-4cb9-a36b-1ce753c6c460" providerId="ADAL" clId="{06DC152B-A079-46BC-83AB-2B49C1DAC4B7}" dt="2026-01-13T16:00:18.451" v="17225" actId="165"/>
          <ac:spMkLst>
            <pc:docMk/>
            <pc:sldMk cId="1910780210" sldId="1916"/>
            <ac:spMk id="7" creationId="{1133EA4F-9D29-48D8-AEA0-ECE35A85F2F0}"/>
          </ac:spMkLst>
        </pc:spChg>
        <pc:spChg chg="mod topLvl">
          <ac:chgData name="Nunes, Marta Rafaela" userId="64e258cc-da3c-4cb9-a36b-1ce753c6c460" providerId="ADAL" clId="{06DC152B-A079-46BC-83AB-2B49C1DAC4B7}" dt="2026-01-15T11:57:23.837" v="17756" actId="404"/>
          <ac:spMkLst>
            <pc:docMk/>
            <pc:sldMk cId="1910780210" sldId="1916"/>
            <ac:spMk id="8" creationId="{C945EE3D-C26E-4AD1-958C-5A22D5DB1746}"/>
          </ac:spMkLst>
        </pc:spChg>
        <pc:spChg chg="add mod ord topLvl">
          <ac:chgData name="Nunes, Marta Rafaela" userId="64e258cc-da3c-4cb9-a36b-1ce753c6c460" providerId="ADAL" clId="{06DC152B-A079-46BC-83AB-2B49C1DAC4B7}" dt="2026-01-13T14:40:23.541" v="16878" actId="165"/>
          <ac:spMkLst>
            <pc:docMk/>
            <pc:sldMk cId="1910780210" sldId="1916"/>
            <ac:spMk id="11" creationId="{48DFB570-77F9-72E0-CD72-CDC69BD236D7}"/>
          </ac:spMkLst>
        </pc:spChg>
        <pc:spChg chg="add mod ord topLvl">
          <ac:chgData name="Nunes, Marta Rafaela" userId="64e258cc-da3c-4cb9-a36b-1ce753c6c460" providerId="ADAL" clId="{06DC152B-A079-46BC-83AB-2B49C1DAC4B7}" dt="2026-01-13T14:41:09.553" v="16890" actId="164"/>
          <ac:spMkLst>
            <pc:docMk/>
            <pc:sldMk cId="1910780210" sldId="1916"/>
            <ac:spMk id="12" creationId="{34119F58-D445-17AE-34BA-CBE3C97C8947}"/>
          </ac:spMkLst>
        </pc:spChg>
        <pc:spChg chg="mod topLvl">
          <ac:chgData name="Nunes, Marta Rafaela" userId="64e258cc-da3c-4cb9-a36b-1ce753c6c460" providerId="ADAL" clId="{06DC152B-A079-46BC-83AB-2B49C1DAC4B7}" dt="2026-01-13T15:53:19.965" v="17044" actId="164"/>
          <ac:spMkLst>
            <pc:docMk/>
            <pc:sldMk cId="1910780210" sldId="1916"/>
            <ac:spMk id="13" creationId="{73889E02-B824-45A8-B5E7-727C404DA6F4}"/>
          </ac:spMkLst>
        </pc:spChg>
        <pc:spChg chg="mod topLvl">
          <ac:chgData name="Nunes, Marta Rafaela" userId="64e258cc-da3c-4cb9-a36b-1ce753c6c460" providerId="ADAL" clId="{06DC152B-A079-46BC-83AB-2B49C1DAC4B7}" dt="2026-01-15T11:57:26.532" v="17757" actId="404"/>
          <ac:spMkLst>
            <pc:docMk/>
            <pc:sldMk cId="1910780210" sldId="1916"/>
            <ac:spMk id="14" creationId="{CB898C1A-E896-4827-8B16-F53A0A45EECB}"/>
          </ac:spMkLst>
        </pc:spChg>
        <pc:spChg chg="mod topLvl">
          <ac:chgData name="Nunes, Marta Rafaela" userId="64e258cc-da3c-4cb9-a36b-1ce753c6c460" providerId="ADAL" clId="{06DC152B-A079-46BC-83AB-2B49C1DAC4B7}" dt="2026-01-13T15:52:54.071" v="17037" actId="164"/>
          <ac:spMkLst>
            <pc:docMk/>
            <pc:sldMk cId="1910780210" sldId="1916"/>
            <ac:spMk id="16" creationId="{59861ADF-1FD3-4E6B-B809-C18356576C5C}"/>
          </ac:spMkLst>
        </pc:spChg>
        <pc:spChg chg="mod topLvl">
          <ac:chgData name="Nunes, Marta Rafaela" userId="64e258cc-da3c-4cb9-a36b-1ce753c6c460" providerId="ADAL" clId="{06DC152B-A079-46BC-83AB-2B49C1DAC4B7}" dt="2026-01-15T11:57:32.725" v="17759" actId="404"/>
          <ac:spMkLst>
            <pc:docMk/>
            <pc:sldMk cId="1910780210" sldId="1916"/>
            <ac:spMk id="17" creationId="{2E999AAD-2F03-4FE9-AD54-89E493F9EFD7}"/>
          </ac:spMkLst>
        </pc:spChg>
        <pc:spChg chg="add mod ord">
          <ac:chgData name="Nunes, Marta Rafaela" userId="64e258cc-da3c-4cb9-a36b-1ce753c6c460" providerId="ADAL" clId="{06DC152B-A079-46BC-83AB-2B49C1DAC4B7}" dt="2026-01-20T09:58:09.915" v="28560" actId="1035"/>
          <ac:spMkLst>
            <pc:docMk/>
            <pc:sldMk cId="1910780210" sldId="1916"/>
            <ac:spMk id="18" creationId="{02E89C10-BDD5-59D6-A9ED-574F98F8F807}"/>
          </ac:spMkLst>
        </pc:spChg>
        <pc:spChg chg="mod topLvl">
          <ac:chgData name="Nunes, Marta Rafaela" userId="64e258cc-da3c-4cb9-a36b-1ce753c6c460" providerId="ADAL" clId="{06DC152B-A079-46BC-83AB-2B49C1DAC4B7}" dt="2026-01-13T15:52:46.954" v="17034" actId="164"/>
          <ac:spMkLst>
            <pc:docMk/>
            <pc:sldMk cId="1910780210" sldId="1916"/>
            <ac:spMk id="19" creationId="{84F1F8BA-1403-4E04-970F-574B7F0BFEB7}"/>
          </ac:spMkLst>
        </pc:spChg>
        <pc:spChg chg="mod topLvl">
          <ac:chgData name="Nunes, Marta Rafaela" userId="64e258cc-da3c-4cb9-a36b-1ce753c6c460" providerId="ADAL" clId="{06DC152B-A079-46BC-83AB-2B49C1DAC4B7}" dt="2026-01-15T11:57:30.369" v="17758" actId="404"/>
          <ac:spMkLst>
            <pc:docMk/>
            <pc:sldMk cId="1910780210" sldId="1916"/>
            <ac:spMk id="20" creationId="{05915320-5F80-4E29-99AD-E5D9C5856B93}"/>
          </ac:spMkLst>
        </pc:spChg>
        <pc:spChg chg="mod">
          <ac:chgData name="Nunes, Marta Rafaela" userId="64e258cc-da3c-4cb9-a36b-1ce753c6c460" providerId="ADAL" clId="{06DC152B-A079-46BC-83AB-2B49C1DAC4B7}" dt="2026-01-20T09:59:57.467" v="28567"/>
          <ac:spMkLst>
            <pc:docMk/>
            <pc:sldMk cId="1910780210" sldId="1916"/>
            <ac:spMk id="22" creationId="{019DA2B0-263B-89B0-D85F-9483FA2D724A}"/>
          </ac:spMkLst>
        </pc:spChg>
        <pc:spChg chg="mod">
          <ac:chgData name="Nunes, Marta Rafaela" userId="64e258cc-da3c-4cb9-a36b-1ce753c6c460" providerId="ADAL" clId="{06DC152B-A079-46BC-83AB-2B49C1DAC4B7}" dt="2026-01-20T09:59:57.467" v="28567"/>
          <ac:spMkLst>
            <pc:docMk/>
            <pc:sldMk cId="1910780210" sldId="1916"/>
            <ac:spMk id="23" creationId="{09D9B0E6-E2CF-7D31-FE17-A073678813C5}"/>
          </ac:spMkLst>
        </pc:spChg>
        <pc:spChg chg="mod">
          <ac:chgData name="Nunes, Marta Rafaela" userId="64e258cc-da3c-4cb9-a36b-1ce753c6c460" providerId="ADAL" clId="{06DC152B-A079-46BC-83AB-2B49C1DAC4B7}" dt="2026-01-20T09:57:49.627" v="28540" actId="552"/>
          <ac:spMkLst>
            <pc:docMk/>
            <pc:sldMk cId="1910780210" sldId="1916"/>
            <ac:spMk id="37" creationId="{7BEE0F22-0A1C-49BA-88C2-7739133F23D8}"/>
          </ac:spMkLst>
        </pc:spChg>
        <pc:spChg chg="mod ord topLvl">
          <ac:chgData name="Nunes, Marta Rafaela" userId="64e258cc-da3c-4cb9-a36b-1ce753c6c460" providerId="ADAL" clId="{06DC152B-A079-46BC-83AB-2B49C1DAC4B7}" dt="2026-01-13T14:40:23.541" v="16878" actId="165"/>
          <ac:spMkLst>
            <pc:docMk/>
            <pc:sldMk cId="1910780210" sldId="1916"/>
            <ac:spMk id="41" creationId="{B9BEBCA2-3036-4DD4-A74A-89494E47E795}"/>
          </ac:spMkLst>
        </pc:spChg>
        <pc:spChg chg="mod">
          <ac:chgData name="Nunes, Marta Rafaela" userId="64e258cc-da3c-4cb9-a36b-1ce753c6c460" providerId="ADAL" clId="{06DC152B-A079-46BC-83AB-2B49C1DAC4B7}" dt="2026-01-20T09:58:33.569" v="28563" actId="14100"/>
          <ac:spMkLst>
            <pc:docMk/>
            <pc:sldMk cId="1910780210" sldId="1916"/>
            <ac:spMk id="44" creationId="{9EE21243-0132-4FD6-8119-316508609931}"/>
          </ac:spMkLst>
        </pc:spChg>
        <pc:spChg chg="add mod">
          <ac:chgData name="Nunes, Marta Rafaela" userId="64e258cc-da3c-4cb9-a36b-1ce753c6c460" providerId="ADAL" clId="{06DC152B-A079-46BC-83AB-2B49C1DAC4B7}" dt="2026-01-15T11:51:37.170" v="17747" actId="207"/>
          <ac:spMkLst>
            <pc:docMk/>
            <pc:sldMk cId="1910780210" sldId="1916"/>
            <ac:spMk id="65" creationId="{916081D7-028E-F756-9071-C07F3975F6BE}"/>
          </ac:spMkLst>
        </pc:spChg>
        <pc:spChg chg="add mod">
          <ac:chgData name="Nunes, Marta Rafaela" userId="64e258cc-da3c-4cb9-a36b-1ce753c6c460" providerId="ADAL" clId="{06DC152B-A079-46BC-83AB-2B49C1DAC4B7}" dt="2026-01-15T11:51:35.423" v="17746" actId="207"/>
          <ac:spMkLst>
            <pc:docMk/>
            <pc:sldMk cId="1910780210" sldId="1916"/>
            <ac:spMk id="66" creationId="{5E664178-9D04-3607-58B5-D0CD3D6448CE}"/>
          </ac:spMkLst>
        </pc:spChg>
        <pc:spChg chg="add mod">
          <ac:chgData name="Nunes, Marta Rafaela" userId="64e258cc-da3c-4cb9-a36b-1ce753c6c460" providerId="ADAL" clId="{06DC152B-A079-46BC-83AB-2B49C1DAC4B7}" dt="2026-01-15T11:51:39.401" v="17748" actId="207"/>
          <ac:spMkLst>
            <pc:docMk/>
            <pc:sldMk cId="1910780210" sldId="1916"/>
            <ac:spMk id="67" creationId="{A9FB9E2B-AAA2-C87C-1281-4751CDB1B7F0}"/>
          </ac:spMkLst>
        </pc:spChg>
        <pc:grpChg chg="add mod">
          <ac:chgData name="Nunes, Marta Rafaela" userId="64e258cc-da3c-4cb9-a36b-1ce753c6c460" providerId="ADAL" clId="{06DC152B-A079-46BC-83AB-2B49C1DAC4B7}" dt="2026-01-20T09:59:57.467" v="28567"/>
          <ac:grpSpMkLst>
            <pc:docMk/>
            <pc:sldMk cId="1910780210" sldId="1916"/>
            <ac:grpSpMk id="5" creationId="{48FEF867-C19D-599B-4007-49EE8FF425D8}"/>
          </ac:grpSpMkLst>
        </pc:grpChg>
        <pc:grpChg chg="mod">
          <ac:chgData name="Nunes, Marta Rafaela" userId="64e258cc-da3c-4cb9-a36b-1ce753c6c460" providerId="ADAL" clId="{06DC152B-A079-46BC-83AB-2B49C1DAC4B7}" dt="2026-01-20T09:59:57.467" v="28567"/>
          <ac:grpSpMkLst>
            <pc:docMk/>
            <pc:sldMk cId="1910780210" sldId="1916"/>
            <ac:grpSpMk id="10" creationId="{61A31FA2-EEBA-CC26-E1C7-5CDBA84825DA}"/>
          </ac:grpSpMkLst>
        </pc:grpChg>
        <pc:grpChg chg="add mod">
          <ac:chgData name="Nunes, Marta Rafaela" userId="64e258cc-da3c-4cb9-a36b-1ce753c6c460" providerId="ADAL" clId="{06DC152B-A079-46BC-83AB-2B49C1DAC4B7}" dt="2026-01-13T14:41:09.553" v="16890" actId="164"/>
          <ac:grpSpMkLst>
            <pc:docMk/>
            <pc:sldMk cId="1910780210" sldId="1916"/>
            <ac:grpSpMk id="21" creationId="{52072E3E-F3AA-A81F-7ED9-01BD9FD1A3EB}"/>
          </ac:grpSpMkLst>
        </pc:grpChg>
        <pc:grpChg chg="add mod topLvl">
          <ac:chgData name="Nunes, Marta Rafaela" userId="64e258cc-da3c-4cb9-a36b-1ce753c6c460" providerId="ADAL" clId="{06DC152B-A079-46BC-83AB-2B49C1DAC4B7}" dt="2026-01-13T16:00:29.247" v="17227" actId="164"/>
          <ac:grpSpMkLst>
            <pc:docMk/>
            <pc:sldMk cId="1910780210" sldId="1916"/>
            <ac:grpSpMk id="55" creationId="{98F9FF8E-3048-293A-D0FD-BEF27D42D22F}"/>
          </ac:grpSpMkLst>
        </pc:grpChg>
        <pc:grpChg chg="add mod">
          <ac:chgData name="Nunes, Marta Rafaela" userId="64e258cc-da3c-4cb9-a36b-1ce753c6c460" providerId="ADAL" clId="{06DC152B-A079-46BC-83AB-2B49C1DAC4B7}" dt="2026-01-13T15:54:31.751" v="17089" actId="164"/>
          <ac:grpSpMkLst>
            <pc:docMk/>
            <pc:sldMk cId="1910780210" sldId="1916"/>
            <ac:grpSpMk id="56" creationId="{08A6A87B-8198-5FD0-A052-04533664B682}"/>
          </ac:grpSpMkLst>
        </pc:grpChg>
        <pc:grpChg chg="add mod">
          <ac:chgData name="Nunes, Marta Rafaela" userId="64e258cc-da3c-4cb9-a36b-1ce753c6c460" providerId="ADAL" clId="{06DC152B-A079-46BC-83AB-2B49C1DAC4B7}" dt="2026-01-13T15:54:37.429" v="17091" actId="164"/>
          <ac:grpSpMkLst>
            <pc:docMk/>
            <pc:sldMk cId="1910780210" sldId="1916"/>
            <ac:grpSpMk id="57" creationId="{4B2B9FFE-CE9A-54FB-43F7-280911CEE270}"/>
          </ac:grpSpMkLst>
        </pc:grpChg>
        <pc:grpChg chg="add mod">
          <ac:chgData name="Nunes, Marta Rafaela" userId="64e258cc-da3c-4cb9-a36b-1ce753c6c460" providerId="ADAL" clId="{06DC152B-A079-46BC-83AB-2B49C1DAC4B7}" dt="2026-01-13T15:54:29.149" v="17088" actId="164"/>
          <ac:grpSpMkLst>
            <pc:docMk/>
            <pc:sldMk cId="1910780210" sldId="1916"/>
            <ac:grpSpMk id="58" creationId="{52BE6829-42C1-162D-00B6-40B53AF98943}"/>
          </ac:grpSpMkLst>
        </pc:grpChg>
        <pc:grpChg chg="add mod">
          <ac:chgData name="Nunes, Marta Rafaela" userId="64e258cc-da3c-4cb9-a36b-1ce753c6c460" providerId="ADAL" clId="{06DC152B-A079-46BC-83AB-2B49C1DAC4B7}" dt="2026-01-13T15:56:31.824" v="17138" actId="554"/>
          <ac:grpSpMkLst>
            <pc:docMk/>
            <pc:sldMk cId="1910780210" sldId="1916"/>
            <ac:grpSpMk id="60" creationId="{B628BCC1-2061-C676-8104-3C60425556D3}"/>
          </ac:grpSpMkLst>
        </pc:grpChg>
        <pc:grpChg chg="add mod">
          <ac:chgData name="Nunes, Marta Rafaela" userId="64e258cc-da3c-4cb9-a36b-1ce753c6c460" providerId="ADAL" clId="{06DC152B-A079-46BC-83AB-2B49C1DAC4B7}" dt="2026-01-13T15:56:22.316" v="17119" actId="554"/>
          <ac:grpSpMkLst>
            <pc:docMk/>
            <pc:sldMk cId="1910780210" sldId="1916"/>
            <ac:grpSpMk id="61" creationId="{35AF0500-633D-D802-7755-08515B5DAFD9}"/>
          </ac:grpSpMkLst>
        </pc:grpChg>
        <pc:grpChg chg="add mod">
          <ac:chgData name="Nunes, Marta Rafaela" userId="64e258cc-da3c-4cb9-a36b-1ce753c6c460" providerId="ADAL" clId="{06DC152B-A079-46BC-83AB-2B49C1DAC4B7}" dt="2026-01-13T15:56:31.824" v="17138" actId="554"/>
          <ac:grpSpMkLst>
            <pc:docMk/>
            <pc:sldMk cId="1910780210" sldId="1916"/>
            <ac:grpSpMk id="62" creationId="{A372D3EE-AC12-294D-2560-DF37AB8436DB}"/>
          </ac:grpSpMkLst>
        </pc:grpChg>
        <pc:grpChg chg="add mod">
          <ac:chgData name="Nunes, Marta Rafaela" userId="64e258cc-da3c-4cb9-a36b-1ce753c6c460" providerId="ADAL" clId="{06DC152B-A079-46BC-83AB-2B49C1DAC4B7}" dt="2026-01-13T16:00:29.247" v="17227" actId="164"/>
          <ac:grpSpMkLst>
            <pc:docMk/>
            <pc:sldMk cId="1910780210" sldId="1916"/>
            <ac:grpSpMk id="64" creationId="{BC0667D1-1615-6FA8-7628-736199E66C63}"/>
          </ac:grpSpMkLst>
        </pc:grpChg>
        <pc:picChg chg="add mod ord">
          <ac:chgData name="Nunes, Marta Rafaela" userId="64e258cc-da3c-4cb9-a36b-1ce753c6c460" providerId="ADAL" clId="{06DC152B-A079-46BC-83AB-2B49C1DAC4B7}" dt="2026-01-13T14:41:09.553" v="16890" actId="164"/>
          <ac:picMkLst>
            <pc:docMk/>
            <pc:sldMk cId="1910780210" sldId="1916"/>
            <ac:picMk id="9" creationId="{2E22E452-A616-9D64-CCAF-D982DFEFD059}"/>
          </ac:picMkLst>
        </pc:picChg>
        <pc:picChg chg="add mod topLvl">
          <ac:chgData name="Nunes, Marta Rafaela" userId="64e258cc-da3c-4cb9-a36b-1ce753c6c460" providerId="ADAL" clId="{06DC152B-A079-46BC-83AB-2B49C1DAC4B7}" dt="2026-01-15T11:52:09.723" v="17749"/>
          <ac:picMkLst>
            <pc:docMk/>
            <pc:sldMk cId="1910780210" sldId="1916"/>
            <ac:picMk id="32" creationId="{E2C63F35-120F-EDA9-5772-E99D3ABEAD72}"/>
          </ac:picMkLst>
        </pc:picChg>
        <pc:picChg chg="add mod">
          <ac:chgData name="Nunes, Marta Rafaela" userId="64e258cc-da3c-4cb9-a36b-1ce753c6c460" providerId="ADAL" clId="{06DC152B-A079-46BC-83AB-2B49C1DAC4B7}" dt="2026-01-15T11:52:28.884" v="17751"/>
          <ac:picMkLst>
            <pc:docMk/>
            <pc:sldMk cId="1910780210" sldId="1916"/>
            <ac:picMk id="40" creationId="{8CB2D271-2847-331C-BD03-8E9A149F8107}"/>
          </ac:picMkLst>
        </pc:picChg>
        <pc:picChg chg="add mod">
          <ac:chgData name="Nunes, Marta Rafaela" userId="64e258cc-da3c-4cb9-a36b-1ce753c6c460" providerId="ADAL" clId="{06DC152B-A079-46BC-83AB-2B49C1DAC4B7}" dt="2026-01-15T11:52:15.843" v="17750"/>
          <ac:picMkLst>
            <pc:docMk/>
            <pc:sldMk cId="1910780210" sldId="1916"/>
            <ac:picMk id="48" creationId="{2BE7CD24-4BE6-F502-EEC2-38F6CB063FEE}"/>
          </ac:picMkLst>
        </pc:picChg>
        <pc:picChg chg="add mod modCrop">
          <ac:chgData name="Nunes, Marta Rafaela" userId="64e258cc-da3c-4cb9-a36b-1ce753c6c460" providerId="ADAL" clId="{06DC152B-A079-46BC-83AB-2B49C1DAC4B7}" dt="2026-01-15T11:52:34.764" v="17752"/>
          <ac:picMkLst>
            <pc:docMk/>
            <pc:sldMk cId="1910780210" sldId="1916"/>
            <ac:picMk id="54" creationId="{0D81DA29-9EF8-FDF1-D009-D3066C2D1519}"/>
          </ac:picMkLst>
        </pc:picChg>
        <pc:cxnChg chg="mod">
          <ac:chgData name="Nunes, Marta Rafaela" userId="64e258cc-da3c-4cb9-a36b-1ce753c6c460" providerId="ADAL" clId="{06DC152B-A079-46BC-83AB-2B49C1DAC4B7}" dt="2026-01-20T09:59:57.467" v="28567"/>
          <ac:cxnSpMkLst>
            <pc:docMk/>
            <pc:sldMk cId="1910780210" sldId="1916"/>
            <ac:cxnSpMk id="6" creationId="{58CDBBF9-B8CC-5CAA-E2B1-D51FFEB3FBD9}"/>
          </ac:cxnSpMkLst>
        </pc:cxnChg>
        <pc:cxnChg chg="mod">
          <ac:chgData name="Nunes, Marta Rafaela" userId="64e258cc-da3c-4cb9-a36b-1ce753c6c460" providerId="ADAL" clId="{06DC152B-A079-46BC-83AB-2B49C1DAC4B7}" dt="2026-01-20T09:59:57.467" v="28567"/>
          <ac:cxnSpMkLst>
            <pc:docMk/>
            <pc:sldMk cId="1910780210" sldId="1916"/>
            <ac:cxnSpMk id="15" creationId="{2C30B96C-C5EC-E9B9-A9E9-732722019562}"/>
          </ac:cxnSpMkLst>
        </pc:cxnChg>
      </pc:sldChg>
      <pc:sldChg chg="add del">
        <pc:chgData name="Nunes, Marta Rafaela" userId="64e258cc-da3c-4cb9-a36b-1ce753c6c460" providerId="ADAL" clId="{06DC152B-A079-46BC-83AB-2B49C1DAC4B7}" dt="2026-01-19T21:45:02.828" v="25651" actId="47"/>
        <pc:sldMkLst>
          <pc:docMk/>
          <pc:sldMk cId="2021993186" sldId="1923"/>
        </pc:sldMkLst>
      </pc:sldChg>
      <pc:sldChg chg="addSp delSp modSp add mod ord modNotesTx">
        <pc:chgData name="Nunes, Marta Rafaela" userId="64e258cc-da3c-4cb9-a36b-1ce753c6c460" providerId="ADAL" clId="{06DC152B-A079-46BC-83AB-2B49C1DAC4B7}" dt="2026-01-15T12:04:00.904" v="17887" actId="1036"/>
        <pc:sldMkLst>
          <pc:docMk/>
          <pc:sldMk cId="1086649321" sldId="2086"/>
        </pc:sldMkLst>
        <pc:spChg chg="mod">
          <ac:chgData name="Nunes, Marta Rafaela" userId="64e258cc-da3c-4cb9-a36b-1ce753c6c460" providerId="ADAL" clId="{06DC152B-A079-46BC-83AB-2B49C1DAC4B7}" dt="2026-01-14T18:31:24.392" v="17497" actId="552"/>
          <ac:spMkLst>
            <pc:docMk/>
            <pc:sldMk cId="1086649321" sldId="2086"/>
            <ac:spMk id="2" creationId="{04E5A9F2-F005-4812-A92A-50A2D79422BC}"/>
          </ac:spMkLst>
        </pc:spChg>
        <pc:spChg chg="mod">
          <ac:chgData name="Nunes, Marta Rafaela" userId="64e258cc-da3c-4cb9-a36b-1ce753c6c460" providerId="ADAL" clId="{06DC152B-A079-46BC-83AB-2B49C1DAC4B7}" dt="2026-01-12T10:18:09.838" v="12116" actId="20577"/>
          <ac:spMkLst>
            <pc:docMk/>
            <pc:sldMk cId="1086649321" sldId="2086"/>
            <ac:spMk id="3" creationId="{3E5D765C-774B-4EE7-8C6D-AE64B09A9B64}"/>
          </ac:spMkLst>
        </pc:spChg>
        <pc:spChg chg="add mod">
          <ac:chgData name="Nunes, Marta Rafaela" userId="64e258cc-da3c-4cb9-a36b-1ce753c6c460" providerId="ADAL" clId="{06DC152B-A079-46BC-83AB-2B49C1DAC4B7}" dt="2026-01-15T12:04:00.904" v="17887" actId="1036"/>
          <ac:spMkLst>
            <pc:docMk/>
            <pc:sldMk cId="1086649321" sldId="2086"/>
            <ac:spMk id="4" creationId="{E72AAD87-4B68-97B4-8FE5-A4AB8447C59E}"/>
          </ac:spMkLst>
        </pc:spChg>
        <pc:spChg chg="mod">
          <ac:chgData name="Nunes, Marta Rafaela" userId="64e258cc-da3c-4cb9-a36b-1ce753c6c460" providerId="ADAL" clId="{06DC152B-A079-46BC-83AB-2B49C1DAC4B7}" dt="2026-01-13T12:23:37.870" v="15177" actId="1076"/>
          <ac:spMkLst>
            <pc:docMk/>
            <pc:sldMk cId="1086649321" sldId="2086"/>
            <ac:spMk id="151" creationId="{0D886603-F9D0-F022-E968-741CB1F694D6}"/>
          </ac:spMkLst>
        </pc:spChg>
        <pc:spChg chg="mod">
          <ac:chgData name="Nunes, Marta Rafaela" userId="64e258cc-da3c-4cb9-a36b-1ce753c6c460" providerId="ADAL" clId="{06DC152B-A079-46BC-83AB-2B49C1DAC4B7}" dt="2026-01-14T18:31:25.917" v="17499" actId="165"/>
          <ac:spMkLst>
            <pc:docMk/>
            <pc:sldMk cId="1086649321" sldId="2086"/>
            <ac:spMk id="155" creationId="{C891DD3F-A709-F745-42D3-2B13482A4E81}"/>
          </ac:spMkLst>
        </pc:spChg>
        <pc:spChg chg="mod">
          <ac:chgData name="Nunes, Marta Rafaela" userId="64e258cc-da3c-4cb9-a36b-1ce753c6c460" providerId="ADAL" clId="{06DC152B-A079-46BC-83AB-2B49C1DAC4B7}" dt="2026-01-14T18:31:25.917" v="17499" actId="165"/>
          <ac:spMkLst>
            <pc:docMk/>
            <pc:sldMk cId="1086649321" sldId="2086"/>
            <ac:spMk id="156" creationId="{237E9B23-A78E-0E3C-5D81-3FA065912A08}"/>
          </ac:spMkLst>
        </pc:spChg>
        <pc:spChg chg="mod">
          <ac:chgData name="Nunes, Marta Rafaela" userId="64e258cc-da3c-4cb9-a36b-1ce753c6c460" providerId="ADAL" clId="{06DC152B-A079-46BC-83AB-2B49C1DAC4B7}" dt="2026-01-12T11:13:00.551" v="12785" actId="20577"/>
          <ac:spMkLst>
            <pc:docMk/>
            <pc:sldMk cId="1086649321" sldId="2086"/>
            <ac:spMk id="166" creationId="{353E7772-F3B5-4C17-8990-02BDBB5CBE90}"/>
          </ac:spMkLst>
        </pc:spChg>
        <pc:spChg chg="mod">
          <ac:chgData name="Nunes, Marta Rafaela" userId="64e258cc-da3c-4cb9-a36b-1ce753c6c460" providerId="ADAL" clId="{06DC152B-A079-46BC-83AB-2B49C1DAC4B7}" dt="2026-01-15T12:03:52.978" v="17872" actId="1036"/>
          <ac:spMkLst>
            <pc:docMk/>
            <pc:sldMk cId="1086649321" sldId="2086"/>
            <ac:spMk id="167" creationId="{369FF7FC-3FE3-1A9A-1D70-F6C89B3368D9}"/>
          </ac:spMkLst>
        </pc:spChg>
        <pc:grpChg chg="add mod">
          <ac:chgData name="Nunes, Marta Rafaela" userId="64e258cc-da3c-4cb9-a36b-1ce753c6c460" providerId="ADAL" clId="{06DC152B-A079-46BC-83AB-2B49C1DAC4B7}" dt="2026-01-14T18:34:24.039" v="17555" actId="1036"/>
          <ac:grpSpMkLst>
            <pc:docMk/>
            <pc:sldMk cId="1086649321" sldId="2086"/>
            <ac:grpSpMk id="17" creationId="{652EBD9F-D827-2FF9-DB9C-F95B5E1A50F9}"/>
          </ac:grpSpMkLst>
        </pc:grpChg>
        <pc:grpChg chg="add del mod">
          <ac:chgData name="Nunes, Marta Rafaela" userId="64e258cc-da3c-4cb9-a36b-1ce753c6c460" providerId="ADAL" clId="{06DC152B-A079-46BC-83AB-2B49C1DAC4B7}" dt="2026-01-14T18:34:24.039" v="17555" actId="1036"/>
          <ac:grpSpMkLst>
            <pc:docMk/>
            <pc:sldMk cId="1086649321" sldId="2086"/>
            <ac:grpSpMk id="18" creationId="{7F0DA42C-2FCF-767D-BEDB-C32F987ED4E9}"/>
          </ac:grpSpMkLst>
        </pc:grpChg>
        <pc:grpChg chg="mod topLvl">
          <ac:chgData name="Nunes, Marta Rafaela" userId="64e258cc-da3c-4cb9-a36b-1ce753c6c460" providerId="ADAL" clId="{06DC152B-A079-46BC-83AB-2B49C1DAC4B7}" dt="2026-01-14T18:31:25.917" v="17499" actId="165"/>
          <ac:grpSpMkLst>
            <pc:docMk/>
            <pc:sldMk cId="1086649321" sldId="2086"/>
            <ac:grpSpMk id="154" creationId="{57C4CAB3-321A-639D-A6F2-C979C94A0A42}"/>
          </ac:grpSpMkLst>
        </pc:grpChg>
        <pc:grpChg chg="mod">
          <ac:chgData name="Nunes, Marta Rafaela" userId="64e258cc-da3c-4cb9-a36b-1ce753c6c460" providerId="ADAL" clId="{06DC152B-A079-46BC-83AB-2B49C1DAC4B7}" dt="2026-01-12T11:13:30.436" v="12830" actId="164"/>
          <ac:grpSpMkLst>
            <pc:docMk/>
            <pc:sldMk cId="1086649321" sldId="2086"/>
            <ac:grpSpMk id="164" creationId="{93DF8CBB-58F5-5B9E-1D32-D4BA7D062CB9}"/>
          </ac:grpSpMkLst>
        </pc:grpChg>
        <pc:picChg chg="mod">
          <ac:chgData name="Nunes, Marta Rafaela" userId="64e258cc-da3c-4cb9-a36b-1ce753c6c460" providerId="ADAL" clId="{06DC152B-A079-46BC-83AB-2B49C1DAC4B7}" dt="2026-01-13T12:23:42.296" v="15178" actId="1076"/>
          <ac:picMkLst>
            <pc:docMk/>
            <pc:sldMk cId="1086649321" sldId="2086"/>
            <ac:picMk id="150" creationId="{AF6AEF1E-7AEC-7A34-832A-73F86A9F4DBB}"/>
          </ac:picMkLst>
        </pc:picChg>
        <pc:cxnChg chg="mod topLvl">
          <ac:chgData name="Nunes, Marta Rafaela" userId="64e258cc-da3c-4cb9-a36b-1ce753c6c460" providerId="ADAL" clId="{06DC152B-A079-46BC-83AB-2B49C1DAC4B7}" dt="2026-01-14T18:31:25.917" v="17499" actId="165"/>
          <ac:cxnSpMkLst>
            <pc:docMk/>
            <pc:sldMk cId="1086649321" sldId="2086"/>
            <ac:cxnSpMk id="152" creationId="{55C77D0C-CC4F-7CBB-7D66-DE1C5D61DBF6}"/>
          </ac:cxnSpMkLst>
        </pc:cxnChg>
        <pc:cxnChg chg="mod topLvl">
          <ac:chgData name="Nunes, Marta Rafaela" userId="64e258cc-da3c-4cb9-a36b-1ce753c6c460" providerId="ADAL" clId="{06DC152B-A079-46BC-83AB-2B49C1DAC4B7}" dt="2026-01-14T18:31:25.917" v="17499" actId="165"/>
          <ac:cxnSpMkLst>
            <pc:docMk/>
            <pc:sldMk cId="1086649321" sldId="2086"/>
            <ac:cxnSpMk id="153" creationId="{66528516-D42C-D3B7-FB51-7D24A0B1EF25}"/>
          </ac:cxnSpMkLst>
        </pc:cxnChg>
        <pc:cxnChg chg="mod">
          <ac:chgData name="Nunes, Marta Rafaela" userId="64e258cc-da3c-4cb9-a36b-1ce753c6c460" providerId="ADAL" clId="{06DC152B-A079-46BC-83AB-2B49C1DAC4B7}" dt="2026-01-12T11:13:30.436" v="12830" actId="164"/>
          <ac:cxnSpMkLst>
            <pc:docMk/>
            <pc:sldMk cId="1086649321" sldId="2086"/>
            <ac:cxnSpMk id="162" creationId="{D9A7EDE2-F915-0E1E-71C8-FAC94300138D}"/>
          </ac:cxnSpMkLst>
        </pc:cxnChg>
        <pc:cxnChg chg="mod">
          <ac:chgData name="Nunes, Marta Rafaela" userId="64e258cc-da3c-4cb9-a36b-1ce753c6c460" providerId="ADAL" clId="{06DC152B-A079-46BC-83AB-2B49C1DAC4B7}" dt="2026-01-12T11:13:30.436" v="12830" actId="164"/>
          <ac:cxnSpMkLst>
            <pc:docMk/>
            <pc:sldMk cId="1086649321" sldId="2086"/>
            <ac:cxnSpMk id="163" creationId="{3BE74BF6-B604-46EF-92F7-73353AE6D808}"/>
          </ac:cxnSpMkLst>
        </pc:cxnChg>
      </pc:sldChg>
      <pc:sldChg chg="del">
        <pc:chgData name="Nunes, Marta Rafaela" userId="64e258cc-da3c-4cb9-a36b-1ce753c6c460" providerId="ADAL" clId="{06DC152B-A079-46BC-83AB-2B49C1DAC4B7}" dt="2026-01-19T21:45:02.828" v="25651" actId="47"/>
        <pc:sldMkLst>
          <pc:docMk/>
          <pc:sldMk cId="600778907" sldId="2096"/>
        </pc:sldMkLst>
      </pc:sldChg>
      <pc:sldChg chg="del">
        <pc:chgData name="Nunes, Marta Rafaela" userId="64e258cc-da3c-4cb9-a36b-1ce753c6c460" providerId="ADAL" clId="{06DC152B-A079-46BC-83AB-2B49C1DAC4B7}" dt="2026-01-19T21:45:02.828" v="25651" actId="47"/>
        <pc:sldMkLst>
          <pc:docMk/>
          <pc:sldMk cId="2632913169" sldId="2103"/>
        </pc:sldMkLst>
      </pc:sldChg>
      <pc:sldChg chg="add del">
        <pc:chgData name="Nunes, Marta Rafaela" userId="64e258cc-da3c-4cb9-a36b-1ce753c6c460" providerId="ADAL" clId="{06DC152B-A079-46BC-83AB-2B49C1DAC4B7}" dt="2026-01-19T21:45:02.828" v="25651" actId="47"/>
        <pc:sldMkLst>
          <pc:docMk/>
          <pc:sldMk cId="2972620613" sldId="2770"/>
        </pc:sldMkLst>
      </pc:sldChg>
      <pc:sldChg chg="add del">
        <pc:chgData name="Nunes, Marta Rafaela" userId="64e258cc-da3c-4cb9-a36b-1ce753c6c460" providerId="ADAL" clId="{06DC152B-A079-46BC-83AB-2B49C1DAC4B7}" dt="2026-01-19T21:45:02.828" v="25651" actId="47"/>
        <pc:sldMkLst>
          <pc:docMk/>
          <pc:sldMk cId="2973723334" sldId="3295"/>
        </pc:sldMkLst>
      </pc:sldChg>
      <pc:sldChg chg="addSp delSp modSp add del mod ord">
        <pc:chgData name="Nunes, Marta Rafaela" userId="64e258cc-da3c-4cb9-a36b-1ce753c6c460" providerId="ADAL" clId="{06DC152B-A079-46BC-83AB-2B49C1DAC4B7}" dt="2026-01-19T21:45:02.828" v="25651" actId="47"/>
        <pc:sldMkLst>
          <pc:docMk/>
          <pc:sldMk cId="1188716921" sldId="3320"/>
        </pc:sldMkLst>
      </pc:sldChg>
      <pc:sldChg chg="addSp delSp modSp add del mod ord">
        <pc:chgData name="Nunes, Marta Rafaela" userId="64e258cc-da3c-4cb9-a36b-1ce753c6c460" providerId="ADAL" clId="{06DC152B-A079-46BC-83AB-2B49C1DAC4B7}" dt="2026-01-20T17:53:24.653" v="35745" actId="478"/>
        <pc:sldMkLst>
          <pc:docMk/>
          <pc:sldMk cId="131821357" sldId="2147480600"/>
        </pc:sldMkLst>
        <pc:spChg chg="del">
          <ac:chgData name="Nunes, Marta Rafaela" userId="64e258cc-da3c-4cb9-a36b-1ce753c6c460" providerId="ADAL" clId="{06DC152B-A079-46BC-83AB-2B49C1DAC4B7}" dt="2026-01-20T17:53:24.653" v="35745" actId="478"/>
          <ac:spMkLst>
            <pc:docMk/>
            <pc:sldMk cId="131821357" sldId="2147480600"/>
            <ac:spMk id="2" creationId="{6D743458-48CE-9DAB-3D53-0189E1EA371A}"/>
          </ac:spMkLst>
        </pc:spChg>
        <pc:spChg chg="del">
          <ac:chgData name="Nunes, Marta Rafaela" userId="64e258cc-da3c-4cb9-a36b-1ce753c6c460" providerId="ADAL" clId="{06DC152B-A079-46BC-83AB-2B49C1DAC4B7}" dt="2026-01-20T17:53:24.653" v="35745" actId="478"/>
          <ac:spMkLst>
            <pc:docMk/>
            <pc:sldMk cId="131821357" sldId="2147480600"/>
            <ac:spMk id="3" creationId="{734AA0EB-E547-DD9C-A769-5DF4ED442467}"/>
          </ac:spMkLst>
        </pc:spChg>
        <pc:spChg chg="add mod ord">
          <ac:chgData name="Nunes, Marta Rafaela" userId="64e258cc-da3c-4cb9-a36b-1ce753c6c460" providerId="ADAL" clId="{06DC152B-A079-46BC-83AB-2B49C1DAC4B7}" dt="2026-01-19T18:47:58.335" v="24401" actId="167"/>
          <ac:spMkLst>
            <pc:docMk/>
            <pc:sldMk cId="131821357" sldId="2147480600"/>
            <ac:spMk id="5" creationId="{F9DBD9E6-29B3-E55E-20A9-861085EA1670}"/>
          </ac:spMkLst>
        </pc:spChg>
        <pc:spChg chg="mod">
          <ac:chgData name="Nunes, Marta Rafaela" userId="64e258cc-da3c-4cb9-a36b-1ce753c6c460" providerId="ADAL" clId="{06DC152B-A079-46BC-83AB-2B49C1DAC4B7}" dt="2025-12-23T10:09:16.058" v="9401" actId="20577"/>
          <ac:spMkLst>
            <pc:docMk/>
            <pc:sldMk cId="131821357" sldId="2147480600"/>
            <ac:spMk id="11" creationId="{A1926D0B-B258-4959-169D-8F042B96AEA2}"/>
          </ac:spMkLst>
        </pc:spChg>
        <pc:spChg chg="del">
          <ac:chgData name="Nunes, Marta Rafaela" userId="64e258cc-da3c-4cb9-a36b-1ce753c6c460" providerId="ADAL" clId="{06DC152B-A079-46BC-83AB-2B49C1DAC4B7}" dt="2026-01-19T18:47:41.355" v="24395" actId="478"/>
          <ac:spMkLst>
            <pc:docMk/>
            <pc:sldMk cId="131821357" sldId="2147480600"/>
            <ac:spMk id="15" creationId="{7C3FC1FD-9CAC-4BF5-FAE5-800866D53A2B}"/>
          </ac:spMkLst>
        </pc:spChg>
        <pc:picChg chg="add mod ord">
          <ac:chgData name="Nunes, Marta Rafaela" userId="64e258cc-da3c-4cb9-a36b-1ce753c6c460" providerId="ADAL" clId="{06DC152B-A079-46BC-83AB-2B49C1DAC4B7}" dt="2026-01-19T18:48:00.723" v="24402" actId="167"/>
          <ac:picMkLst>
            <pc:docMk/>
            <pc:sldMk cId="131821357" sldId="2147480600"/>
            <ac:picMk id="4" creationId="{5B58B742-DA5E-A312-4078-62FF5B363CB9}"/>
          </ac:picMkLst>
        </pc:picChg>
        <pc:picChg chg="mod">
          <ac:chgData name="Nunes, Marta Rafaela" userId="64e258cc-da3c-4cb9-a36b-1ce753c6c460" providerId="ADAL" clId="{06DC152B-A079-46BC-83AB-2B49C1DAC4B7}" dt="2025-12-23T10:09:06.145" v="9377" actId="1076"/>
          <ac:picMkLst>
            <pc:docMk/>
            <pc:sldMk cId="131821357" sldId="2147480600"/>
            <ac:picMk id="9" creationId="{4548546F-395E-C459-996D-44F083D3F14C}"/>
          </ac:picMkLst>
        </pc:picChg>
        <pc:picChg chg="del">
          <ac:chgData name="Nunes, Marta Rafaela" userId="64e258cc-da3c-4cb9-a36b-1ce753c6c460" providerId="ADAL" clId="{06DC152B-A079-46BC-83AB-2B49C1DAC4B7}" dt="2026-01-19T18:47:42.625" v="24396" actId="478"/>
          <ac:picMkLst>
            <pc:docMk/>
            <pc:sldMk cId="131821357" sldId="2147480600"/>
            <ac:picMk id="14" creationId="{8D03965E-FEB3-FA84-C8FD-84F4C377B0F1}"/>
          </ac:picMkLst>
        </pc:picChg>
      </pc:sldChg>
      <pc:sldChg chg="delSp modSp add mod ord">
        <pc:chgData name="Nunes, Marta Rafaela" userId="64e258cc-da3c-4cb9-a36b-1ce753c6c460" providerId="ADAL" clId="{06DC152B-A079-46BC-83AB-2B49C1DAC4B7}" dt="2026-01-20T17:53:10.632" v="35743" actId="478"/>
        <pc:sldMkLst>
          <pc:docMk/>
          <pc:sldMk cId="1139067995" sldId="2147480601"/>
        </pc:sldMkLst>
        <pc:spChg chg="del">
          <ac:chgData name="Nunes, Marta Rafaela" userId="64e258cc-da3c-4cb9-a36b-1ce753c6c460" providerId="ADAL" clId="{06DC152B-A079-46BC-83AB-2B49C1DAC4B7}" dt="2026-01-20T17:53:10.632" v="35743" actId="478"/>
          <ac:spMkLst>
            <pc:docMk/>
            <pc:sldMk cId="1139067995" sldId="2147480601"/>
            <ac:spMk id="2" creationId="{422193B5-41C5-4CA5-1C01-55BE096859BD}"/>
          </ac:spMkLst>
        </pc:spChg>
        <pc:spChg chg="del mod">
          <ac:chgData name="Nunes, Marta Rafaela" userId="64e258cc-da3c-4cb9-a36b-1ce753c6c460" providerId="ADAL" clId="{06DC152B-A079-46BC-83AB-2B49C1DAC4B7}" dt="2026-01-20T17:53:10.632" v="35743" actId="478"/>
          <ac:spMkLst>
            <pc:docMk/>
            <pc:sldMk cId="1139067995" sldId="2147480601"/>
            <ac:spMk id="3" creationId="{84CD507C-9C7F-6F28-7241-0D25041F5CE3}"/>
          </ac:spMkLst>
        </pc:spChg>
        <pc:spChg chg="mod">
          <ac:chgData name="Nunes, Marta Rafaela" userId="64e258cc-da3c-4cb9-a36b-1ce753c6c460" providerId="ADAL" clId="{06DC152B-A079-46BC-83AB-2B49C1DAC4B7}" dt="2026-01-19T22:10:25.169" v="26769" actId="14100"/>
          <ac:spMkLst>
            <pc:docMk/>
            <pc:sldMk cId="1139067995" sldId="2147480601"/>
            <ac:spMk id="8" creationId="{7F1781EE-D3D7-1539-FFCC-1422866E6678}"/>
          </ac:spMkLst>
        </pc:spChg>
        <pc:spChg chg="mod">
          <ac:chgData name="Nunes, Marta Rafaela" userId="64e258cc-da3c-4cb9-a36b-1ce753c6c460" providerId="ADAL" clId="{06DC152B-A079-46BC-83AB-2B49C1DAC4B7}" dt="2025-12-23T10:08:57.908" v="9371" actId="20577"/>
          <ac:spMkLst>
            <pc:docMk/>
            <pc:sldMk cId="1139067995" sldId="2147480601"/>
            <ac:spMk id="11" creationId="{AB5116F3-5A39-3843-B719-E3694C0DF53D}"/>
          </ac:spMkLst>
        </pc:spChg>
        <pc:picChg chg="mod modCrop">
          <ac:chgData name="Nunes, Marta Rafaela" userId="64e258cc-da3c-4cb9-a36b-1ce753c6c460" providerId="ADAL" clId="{06DC152B-A079-46BC-83AB-2B49C1DAC4B7}" dt="2026-01-19T22:10:16.092" v="26767" actId="732"/>
          <ac:picMkLst>
            <pc:docMk/>
            <pc:sldMk cId="1139067995" sldId="2147480601"/>
            <ac:picMk id="7" creationId="{FA2A26C5-14A3-023A-B126-C924121FF4CF}"/>
          </ac:picMkLst>
        </pc:picChg>
      </pc:sldChg>
      <pc:sldChg chg="addSp delSp modSp del mod">
        <pc:chgData name="Nunes, Marta Rafaela" userId="64e258cc-da3c-4cb9-a36b-1ce753c6c460" providerId="ADAL" clId="{06DC152B-A079-46BC-83AB-2B49C1DAC4B7}" dt="2026-01-19T21:45:02.828" v="25651" actId="47"/>
        <pc:sldMkLst>
          <pc:docMk/>
          <pc:sldMk cId="1896624849" sldId="2147480602"/>
        </pc:sldMkLst>
        <pc:spChg chg="add del mod">
          <ac:chgData name="Nunes, Marta Rafaela" userId="64e258cc-da3c-4cb9-a36b-1ce753c6c460" providerId="ADAL" clId="{06DC152B-A079-46BC-83AB-2B49C1DAC4B7}" dt="2026-01-19T18:48:47.082" v="24405" actId="21"/>
          <ac:spMkLst>
            <pc:docMk/>
            <pc:sldMk cId="1896624849" sldId="2147480602"/>
            <ac:spMk id="4" creationId="{A1DCA6AA-6885-D451-A278-8BB202502268}"/>
          </ac:spMkLst>
        </pc:spChg>
        <pc:picChg chg="add del">
          <ac:chgData name="Nunes, Marta Rafaela" userId="64e258cc-da3c-4cb9-a36b-1ce753c6c460" providerId="ADAL" clId="{06DC152B-A079-46BC-83AB-2B49C1DAC4B7}" dt="2026-01-19T18:48:47.082" v="24405" actId="21"/>
          <ac:picMkLst>
            <pc:docMk/>
            <pc:sldMk cId="1896624849" sldId="2147480602"/>
            <ac:picMk id="3" creationId="{3D5E42E9-3A4E-B877-8B64-22CECB030812}"/>
          </ac:picMkLst>
        </pc:picChg>
      </pc:sldChg>
      <pc:sldChg chg="del">
        <pc:chgData name="Nunes, Marta Rafaela" userId="64e258cc-da3c-4cb9-a36b-1ce753c6c460" providerId="ADAL" clId="{06DC152B-A079-46BC-83AB-2B49C1DAC4B7}" dt="2026-01-19T21:45:02.828" v="25651" actId="47"/>
        <pc:sldMkLst>
          <pc:docMk/>
          <pc:sldMk cId="2654861190" sldId="2147480603"/>
        </pc:sldMkLst>
      </pc:sldChg>
      <pc:sldChg chg="del">
        <pc:chgData name="Nunes, Marta Rafaela" userId="64e258cc-da3c-4cb9-a36b-1ce753c6c460" providerId="ADAL" clId="{06DC152B-A079-46BC-83AB-2B49C1DAC4B7}" dt="2026-01-19T21:45:02.828" v="25651" actId="47"/>
        <pc:sldMkLst>
          <pc:docMk/>
          <pc:sldMk cId="4242335215" sldId="2147480605"/>
        </pc:sldMkLst>
      </pc:sldChg>
      <pc:sldChg chg="del">
        <pc:chgData name="Nunes, Marta Rafaela" userId="64e258cc-da3c-4cb9-a36b-1ce753c6c460" providerId="ADAL" clId="{06DC152B-A079-46BC-83AB-2B49C1DAC4B7}" dt="2026-01-19T21:45:02.828" v="25651" actId="47"/>
        <pc:sldMkLst>
          <pc:docMk/>
          <pc:sldMk cId="3831897846" sldId="2147480606"/>
        </pc:sldMkLst>
      </pc:sldChg>
      <pc:sldChg chg="addSp delSp modSp add del mod ord">
        <pc:chgData name="Nunes, Marta Rafaela" userId="64e258cc-da3c-4cb9-a36b-1ce753c6c460" providerId="ADAL" clId="{06DC152B-A079-46BC-83AB-2B49C1DAC4B7}" dt="2026-01-19T21:45:02.828" v="25651" actId="47"/>
        <pc:sldMkLst>
          <pc:docMk/>
          <pc:sldMk cId="1592571677" sldId="2147480607"/>
        </pc:sldMkLst>
      </pc:sldChg>
      <pc:sldChg chg="delSp modSp mod ord">
        <pc:chgData name="Nunes, Marta Rafaela" userId="64e258cc-da3c-4cb9-a36b-1ce753c6c460" providerId="ADAL" clId="{06DC152B-A079-46BC-83AB-2B49C1DAC4B7}" dt="2026-01-20T17:53:16.467" v="35744" actId="478"/>
        <pc:sldMkLst>
          <pc:docMk/>
          <pc:sldMk cId="4290607108" sldId="2147480608"/>
        </pc:sldMkLst>
        <pc:spChg chg="del">
          <ac:chgData name="Nunes, Marta Rafaela" userId="64e258cc-da3c-4cb9-a36b-1ce753c6c460" providerId="ADAL" clId="{06DC152B-A079-46BC-83AB-2B49C1DAC4B7}" dt="2026-01-20T17:53:16.467" v="35744" actId="478"/>
          <ac:spMkLst>
            <pc:docMk/>
            <pc:sldMk cId="4290607108" sldId="2147480608"/>
            <ac:spMk id="2" creationId="{1979A0C0-A5F5-1D9B-3C43-66C77BB5B583}"/>
          </ac:spMkLst>
        </pc:spChg>
        <pc:spChg chg="del">
          <ac:chgData name="Nunes, Marta Rafaela" userId="64e258cc-da3c-4cb9-a36b-1ce753c6c460" providerId="ADAL" clId="{06DC152B-A079-46BC-83AB-2B49C1DAC4B7}" dt="2026-01-20T17:53:16.467" v="35744" actId="478"/>
          <ac:spMkLst>
            <pc:docMk/>
            <pc:sldMk cId="4290607108" sldId="2147480608"/>
            <ac:spMk id="3" creationId="{5BEB434A-7440-0891-F549-6ACCBA9FFEA6}"/>
          </ac:spMkLst>
        </pc:spChg>
        <pc:spChg chg="del">
          <ac:chgData name="Nunes, Marta Rafaela" userId="64e258cc-da3c-4cb9-a36b-1ce753c6c460" providerId="ADAL" clId="{06DC152B-A079-46BC-83AB-2B49C1DAC4B7}" dt="2026-01-20T17:53:16.467" v="35744" actId="478"/>
          <ac:spMkLst>
            <pc:docMk/>
            <pc:sldMk cId="4290607108" sldId="2147480608"/>
            <ac:spMk id="4" creationId="{5659AA73-8E66-2078-F150-FED72B3E213D}"/>
          </ac:spMkLst>
        </pc:spChg>
        <pc:spChg chg="del">
          <ac:chgData name="Nunes, Marta Rafaela" userId="64e258cc-da3c-4cb9-a36b-1ce753c6c460" providerId="ADAL" clId="{06DC152B-A079-46BC-83AB-2B49C1DAC4B7}" dt="2026-01-20T17:53:16.467" v="35744" actId="478"/>
          <ac:spMkLst>
            <pc:docMk/>
            <pc:sldMk cId="4290607108" sldId="2147480608"/>
            <ac:spMk id="7" creationId="{9D0421D9-1FE1-64A0-36BE-7F70B96AE38A}"/>
          </ac:spMkLst>
        </pc:spChg>
        <pc:spChg chg="mod">
          <ac:chgData name="Nunes, Marta Rafaela" userId="64e258cc-da3c-4cb9-a36b-1ce753c6c460" providerId="ADAL" clId="{06DC152B-A079-46BC-83AB-2B49C1DAC4B7}" dt="2025-12-23T11:45:18.830" v="11786" actId="20577"/>
          <ac:spMkLst>
            <pc:docMk/>
            <pc:sldMk cId="4290607108" sldId="2147480608"/>
            <ac:spMk id="11" creationId="{E59CABB3-B30B-8D77-A7D2-1664FAAED96B}"/>
          </ac:spMkLst>
        </pc:spChg>
      </pc:sldChg>
      <pc:sldChg chg="modSp del mod">
        <pc:chgData name="Nunes, Marta Rafaela" userId="64e258cc-da3c-4cb9-a36b-1ce753c6c460" providerId="ADAL" clId="{06DC152B-A079-46BC-83AB-2B49C1DAC4B7}" dt="2026-01-19T21:45:02.828" v="25651" actId="47"/>
        <pc:sldMkLst>
          <pc:docMk/>
          <pc:sldMk cId="1205154744" sldId="2147480609"/>
        </pc:sldMkLst>
        <pc:spChg chg="mod">
          <ac:chgData name="Nunes, Marta Rafaela" userId="64e258cc-da3c-4cb9-a36b-1ce753c6c460" providerId="ADAL" clId="{06DC152B-A079-46BC-83AB-2B49C1DAC4B7}" dt="2026-01-19T18:47:14.185" v="24388" actId="1076"/>
          <ac:spMkLst>
            <pc:docMk/>
            <pc:sldMk cId="1205154744" sldId="2147480609"/>
            <ac:spMk id="12" creationId="{ED170196-B91C-BB01-740D-5B4ABF07C620}"/>
          </ac:spMkLst>
        </pc:spChg>
      </pc:sldChg>
      <pc:sldChg chg="addSp delSp modSp add mod ord">
        <pc:chgData name="Nunes, Marta Rafaela" userId="64e258cc-da3c-4cb9-a36b-1ce753c6c460" providerId="ADAL" clId="{06DC152B-A079-46BC-83AB-2B49C1DAC4B7}" dt="2026-01-20T18:19:00.575" v="35901" actId="947"/>
        <pc:sldMkLst>
          <pc:docMk/>
          <pc:sldMk cId="3845398109" sldId="2147480627"/>
        </pc:sldMkLst>
        <pc:spChg chg="add mod">
          <ac:chgData name="Nunes, Marta Rafaela" userId="64e258cc-da3c-4cb9-a36b-1ce753c6c460" providerId="ADAL" clId="{06DC152B-A079-46BC-83AB-2B49C1DAC4B7}" dt="2026-01-20T11:49:20.976" v="31355" actId="408"/>
          <ac:spMkLst>
            <pc:docMk/>
            <pc:sldMk cId="3845398109" sldId="2147480627"/>
            <ac:spMk id="2" creationId="{4DD66DFB-A217-C011-B970-68DAE3D32E9F}"/>
          </ac:spMkLst>
        </pc:spChg>
        <pc:spChg chg="mod">
          <ac:chgData name="Nunes, Marta Rafaela" userId="64e258cc-da3c-4cb9-a36b-1ce753c6c460" providerId="ADAL" clId="{06DC152B-A079-46BC-83AB-2B49C1DAC4B7}" dt="2026-01-20T12:23:33.928" v="33196" actId="255"/>
          <ac:spMkLst>
            <pc:docMk/>
            <pc:sldMk cId="3845398109" sldId="2147480627"/>
            <ac:spMk id="3" creationId="{F0DF32EC-126E-CB42-184B-B425CCCC9579}"/>
          </ac:spMkLst>
        </pc:spChg>
        <pc:spChg chg="add del mod">
          <ac:chgData name="Nunes, Marta Rafaela" userId="64e258cc-da3c-4cb9-a36b-1ce753c6c460" providerId="ADAL" clId="{06DC152B-A079-46BC-83AB-2B49C1DAC4B7}" dt="2026-01-20T12:02:58.852" v="31923" actId="478"/>
          <ac:spMkLst>
            <pc:docMk/>
            <pc:sldMk cId="3845398109" sldId="2147480627"/>
            <ac:spMk id="4" creationId="{BDD1104D-987A-8FDF-3506-C8E923173632}"/>
          </ac:spMkLst>
        </pc:spChg>
        <pc:spChg chg="add del mod">
          <ac:chgData name="Nunes, Marta Rafaela" userId="64e258cc-da3c-4cb9-a36b-1ce753c6c460" providerId="ADAL" clId="{06DC152B-A079-46BC-83AB-2B49C1DAC4B7}" dt="2026-01-19T22:31:02.680" v="27243" actId="478"/>
          <ac:spMkLst>
            <pc:docMk/>
            <pc:sldMk cId="3845398109" sldId="2147480627"/>
            <ac:spMk id="4" creationId="{D1A6D9AA-19CB-2D54-83CB-F5DE48B93F32}"/>
          </ac:spMkLst>
        </pc:spChg>
        <pc:spChg chg="add mod">
          <ac:chgData name="Nunes, Marta Rafaela" userId="64e258cc-da3c-4cb9-a36b-1ce753c6c460" providerId="ADAL" clId="{06DC152B-A079-46BC-83AB-2B49C1DAC4B7}" dt="2026-01-20T11:49:09.520" v="31352" actId="552"/>
          <ac:spMkLst>
            <pc:docMk/>
            <pc:sldMk cId="3845398109" sldId="2147480627"/>
            <ac:spMk id="5" creationId="{9EE257F2-CDA7-4A45-BA28-85796165926B}"/>
          </ac:spMkLst>
        </pc:spChg>
        <pc:spChg chg="add mod">
          <ac:chgData name="Nunes, Marta Rafaela" userId="64e258cc-da3c-4cb9-a36b-1ce753c6c460" providerId="ADAL" clId="{06DC152B-A079-46BC-83AB-2B49C1DAC4B7}" dt="2026-01-20T11:49:18.389" v="31354" actId="465"/>
          <ac:spMkLst>
            <pc:docMk/>
            <pc:sldMk cId="3845398109" sldId="2147480627"/>
            <ac:spMk id="8" creationId="{8633C8B4-398C-F0E4-6E29-3EDD2449257B}"/>
          </ac:spMkLst>
        </pc:spChg>
        <pc:spChg chg="add mod">
          <ac:chgData name="Nunes, Marta Rafaela" userId="64e258cc-da3c-4cb9-a36b-1ce753c6c460" providerId="ADAL" clId="{06DC152B-A079-46BC-83AB-2B49C1DAC4B7}" dt="2026-01-20T12:17:51.513" v="32926" actId="14100"/>
          <ac:spMkLst>
            <pc:docMk/>
            <pc:sldMk cId="3845398109" sldId="2147480627"/>
            <ac:spMk id="9" creationId="{1FFDDDFD-4F9C-C49E-B6C5-7FBD10F01ABC}"/>
          </ac:spMkLst>
        </pc:spChg>
        <pc:spChg chg="add del mod">
          <ac:chgData name="Nunes, Marta Rafaela" userId="64e258cc-da3c-4cb9-a36b-1ce753c6c460" providerId="ADAL" clId="{06DC152B-A079-46BC-83AB-2B49C1DAC4B7}" dt="2026-01-19T22:31:02.680" v="27243" actId="478"/>
          <ac:spMkLst>
            <pc:docMk/>
            <pc:sldMk cId="3845398109" sldId="2147480627"/>
            <ac:spMk id="9" creationId="{50D2D10D-890C-122D-F815-841965B1B5CF}"/>
          </ac:spMkLst>
        </pc:spChg>
        <pc:spChg chg="add del mod">
          <ac:chgData name="Nunes, Marta Rafaela" userId="64e258cc-da3c-4cb9-a36b-1ce753c6c460" providerId="ADAL" clId="{06DC152B-A079-46BC-83AB-2B49C1DAC4B7}" dt="2026-01-20T12:02:58.852" v="31923" actId="478"/>
          <ac:spMkLst>
            <pc:docMk/>
            <pc:sldMk cId="3845398109" sldId="2147480627"/>
            <ac:spMk id="10" creationId="{3936B1D8-1C1C-AD08-E5F3-3D5D47948FC4}"/>
          </ac:spMkLst>
        </pc:spChg>
        <pc:spChg chg="add del mod">
          <ac:chgData name="Nunes, Marta Rafaela" userId="64e258cc-da3c-4cb9-a36b-1ce753c6c460" providerId="ADAL" clId="{06DC152B-A079-46BC-83AB-2B49C1DAC4B7}" dt="2026-01-20T11:48:49.368" v="31304" actId="478"/>
          <ac:spMkLst>
            <pc:docMk/>
            <pc:sldMk cId="3845398109" sldId="2147480627"/>
            <ac:spMk id="11" creationId="{53499201-D658-B63D-3C5E-7884D7BF7089}"/>
          </ac:spMkLst>
        </pc:spChg>
        <pc:spChg chg="add del mod">
          <ac:chgData name="Nunes, Marta Rafaela" userId="64e258cc-da3c-4cb9-a36b-1ce753c6c460" providerId="ADAL" clId="{06DC152B-A079-46BC-83AB-2B49C1DAC4B7}" dt="2026-01-19T22:31:44.235" v="27253" actId="478"/>
          <ac:spMkLst>
            <pc:docMk/>
            <pc:sldMk cId="3845398109" sldId="2147480627"/>
            <ac:spMk id="13" creationId="{3E9BEF7E-DD23-C75B-E424-F58E2B9151F5}"/>
          </ac:spMkLst>
        </pc:spChg>
        <pc:spChg chg="add mod">
          <ac:chgData name="Nunes, Marta Rafaela" userId="64e258cc-da3c-4cb9-a36b-1ce753c6c460" providerId="ADAL" clId="{06DC152B-A079-46BC-83AB-2B49C1DAC4B7}" dt="2026-01-20T12:03:23.634" v="31928" actId="113"/>
          <ac:spMkLst>
            <pc:docMk/>
            <pc:sldMk cId="3845398109" sldId="2147480627"/>
            <ac:spMk id="13" creationId="{BB43F0CF-3B6A-DE5F-4C13-7FF559BFA141}"/>
          </ac:spMkLst>
        </pc:spChg>
        <pc:spChg chg="del">
          <ac:chgData name="Nunes, Marta Rafaela" userId="64e258cc-da3c-4cb9-a36b-1ce753c6c460" providerId="ADAL" clId="{06DC152B-A079-46BC-83AB-2B49C1DAC4B7}" dt="2026-01-20T12:02:35.612" v="31916" actId="478"/>
          <ac:spMkLst>
            <pc:docMk/>
            <pc:sldMk cId="3845398109" sldId="2147480627"/>
            <ac:spMk id="27" creationId="{42C60DD9-50E7-EC45-5E9D-B6D0D2952DD7}"/>
          </ac:spMkLst>
        </pc:spChg>
        <pc:spChg chg="del">
          <ac:chgData name="Nunes, Marta Rafaela" userId="64e258cc-da3c-4cb9-a36b-1ce753c6c460" providerId="ADAL" clId="{06DC152B-A079-46BC-83AB-2B49C1DAC4B7}" dt="2026-01-20T12:02:35.612" v="31916" actId="478"/>
          <ac:spMkLst>
            <pc:docMk/>
            <pc:sldMk cId="3845398109" sldId="2147480627"/>
            <ac:spMk id="28" creationId="{328FA26D-2ED9-D7A2-8B64-3658965A13D0}"/>
          </ac:spMkLst>
        </pc:spChg>
        <pc:spChg chg="del">
          <ac:chgData name="Nunes, Marta Rafaela" userId="64e258cc-da3c-4cb9-a36b-1ce753c6c460" providerId="ADAL" clId="{06DC152B-A079-46BC-83AB-2B49C1DAC4B7}" dt="2026-01-20T12:02:35.612" v="31916" actId="478"/>
          <ac:spMkLst>
            <pc:docMk/>
            <pc:sldMk cId="3845398109" sldId="2147480627"/>
            <ac:spMk id="29" creationId="{93F6F52C-E9E1-FC10-7C5F-25A873C5A0A7}"/>
          </ac:spMkLst>
        </pc:spChg>
        <pc:spChg chg="del">
          <ac:chgData name="Nunes, Marta Rafaela" userId="64e258cc-da3c-4cb9-a36b-1ce753c6c460" providerId="ADAL" clId="{06DC152B-A079-46BC-83AB-2B49C1DAC4B7}" dt="2026-01-20T12:02:35.612" v="31916" actId="478"/>
          <ac:spMkLst>
            <pc:docMk/>
            <pc:sldMk cId="3845398109" sldId="2147480627"/>
            <ac:spMk id="30" creationId="{CD94F8E8-EFA3-47F8-F669-07CBAED86BC1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32" creationId="{65C1A4CF-EC63-0181-187D-6E7FADFEC8BF}"/>
          </ac:spMkLst>
        </pc:spChg>
        <pc:spChg chg="add del mod">
          <ac:chgData name="Nunes, Marta Rafaela" userId="64e258cc-da3c-4cb9-a36b-1ce753c6c460" providerId="ADAL" clId="{06DC152B-A079-46BC-83AB-2B49C1DAC4B7}" dt="2026-01-19T22:31:44.235" v="27253" actId="478"/>
          <ac:spMkLst>
            <pc:docMk/>
            <pc:sldMk cId="3845398109" sldId="2147480627"/>
            <ac:spMk id="32" creationId="{8668D7ED-0471-9922-E6F5-8806FD2E819C}"/>
          </ac:spMkLst>
        </pc:spChg>
        <pc:spChg chg="mod">
          <ac:chgData name="Nunes, Marta Rafaela" userId="64e258cc-da3c-4cb9-a36b-1ce753c6c460" providerId="ADAL" clId="{06DC152B-A079-46BC-83AB-2B49C1DAC4B7}" dt="2026-01-20T12:23:30.760" v="33195" actId="255"/>
          <ac:spMkLst>
            <pc:docMk/>
            <pc:sldMk cId="3845398109" sldId="2147480627"/>
            <ac:spMk id="33" creationId="{A30B876F-1E7A-87B3-26FE-9563847BB67C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34" creationId="{2A53F12C-F40A-7F6A-8AED-02FE8F7C6339}"/>
          </ac:spMkLst>
        </pc:spChg>
        <pc:spChg chg="add del mod">
          <ac:chgData name="Nunes, Marta Rafaela" userId="64e258cc-da3c-4cb9-a36b-1ce753c6c460" providerId="ADAL" clId="{06DC152B-A079-46BC-83AB-2B49C1DAC4B7}" dt="2026-01-19T22:31:44.235" v="27253" actId="478"/>
          <ac:spMkLst>
            <pc:docMk/>
            <pc:sldMk cId="3845398109" sldId="2147480627"/>
            <ac:spMk id="34" creationId="{C97F8972-F341-2EB3-310D-143E5A94B3D0}"/>
          </ac:spMkLst>
        </pc:spChg>
        <pc:spChg chg="add del mod">
          <ac:chgData name="Nunes, Marta Rafaela" userId="64e258cc-da3c-4cb9-a36b-1ce753c6c460" providerId="ADAL" clId="{06DC152B-A079-46BC-83AB-2B49C1DAC4B7}" dt="2026-01-19T22:31:44.235" v="27253" actId="478"/>
          <ac:spMkLst>
            <pc:docMk/>
            <pc:sldMk cId="3845398109" sldId="2147480627"/>
            <ac:spMk id="35" creationId="{419CBD4D-F868-F9B3-CA27-9673038B89C9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35" creationId="{AFC6A902-9D85-2335-EE12-B367A1C751E9}"/>
          </ac:spMkLst>
        </pc:spChg>
        <pc:spChg chg="add del mod">
          <ac:chgData name="Nunes, Marta Rafaela" userId="64e258cc-da3c-4cb9-a36b-1ce753c6c460" providerId="ADAL" clId="{06DC152B-A079-46BC-83AB-2B49C1DAC4B7}" dt="2026-01-19T22:31:44.235" v="27253" actId="478"/>
          <ac:spMkLst>
            <pc:docMk/>
            <pc:sldMk cId="3845398109" sldId="2147480627"/>
            <ac:spMk id="36" creationId="{2CCD56A9-88F4-71AF-4A33-60D3D1156167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36" creationId="{6EE3B271-E44C-086D-4DDA-7361005A23DC}"/>
          </ac:spMkLst>
        </pc:spChg>
        <pc:spChg chg="add mod">
          <ac:chgData name="Nunes, Marta Rafaela" userId="64e258cc-da3c-4cb9-a36b-1ce753c6c460" providerId="ADAL" clId="{06DC152B-A079-46BC-83AB-2B49C1DAC4B7}" dt="2026-01-20T18:19:00.575" v="35901" actId="947"/>
          <ac:spMkLst>
            <pc:docMk/>
            <pc:sldMk cId="3845398109" sldId="2147480627"/>
            <ac:spMk id="37" creationId="{F731016F-CD66-5673-669A-5284A7C9FE11}"/>
          </ac:spMkLst>
        </pc:spChg>
        <pc:spChg chg="add del mod ord">
          <ac:chgData name="Nunes, Marta Rafaela" userId="64e258cc-da3c-4cb9-a36b-1ce753c6c460" providerId="ADAL" clId="{06DC152B-A079-46BC-83AB-2B49C1DAC4B7}" dt="2026-01-20T11:48:48.128" v="31303" actId="478"/>
          <ac:spMkLst>
            <pc:docMk/>
            <pc:sldMk cId="3845398109" sldId="2147480627"/>
            <ac:spMk id="40" creationId="{2DBB102E-E51E-FB9A-EDF8-5D487C2EC388}"/>
          </ac:spMkLst>
        </pc:spChg>
        <pc:spChg chg="add del mod">
          <ac:chgData name="Nunes, Marta Rafaela" userId="64e258cc-da3c-4cb9-a36b-1ce753c6c460" providerId="ADAL" clId="{06DC152B-A079-46BC-83AB-2B49C1DAC4B7}" dt="2026-01-20T11:49:38.860" v="31359" actId="478"/>
          <ac:spMkLst>
            <pc:docMk/>
            <pc:sldMk cId="3845398109" sldId="2147480627"/>
            <ac:spMk id="42" creationId="{D77C8A59-21F2-217E-5C5E-41F69906291A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43" creationId="{1144606D-89A5-7FDE-C596-1DC19ABC1026}"/>
          </ac:spMkLst>
        </pc:spChg>
        <pc:spChg chg="add del mod">
          <ac:chgData name="Nunes, Marta Rafaela" userId="64e258cc-da3c-4cb9-a36b-1ce753c6c460" providerId="ADAL" clId="{06DC152B-A079-46BC-83AB-2B49C1DAC4B7}" dt="2026-01-20T11:49:37.628" v="31358" actId="478"/>
          <ac:spMkLst>
            <pc:docMk/>
            <pc:sldMk cId="3845398109" sldId="2147480627"/>
            <ac:spMk id="44" creationId="{E119798D-E9C1-81BF-FE6E-98BB5F7EB634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46" creationId="{2418B244-28C8-87C6-E9BD-F122690CD05C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47" creationId="{969FCC9A-5830-15D1-49DB-3F6EF9DC3D77}"/>
          </ac:spMkLst>
        </pc:spChg>
        <pc:spChg chg="add 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49" creationId="{4B60488D-206C-4063-4228-83DC77BFC483}"/>
          </ac:spMkLst>
        </pc:spChg>
        <pc:spChg chg="add 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50" creationId="{3D174690-D16A-36EA-3967-6315084C2FAE}"/>
          </ac:spMkLst>
        </pc:spChg>
        <pc:spChg chg="add 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52" creationId="{D3694AF2-9321-A4EF-204C-50F2DB4518A0}"/>
          </ac:spMkLst>
        </pc:spChg>
        <pc:spChg chg="add mod ord">
          <ac:chgData name="Nunes, Marta Rafaela" userId="64e258cc-da3c-4cb9-a36b-1ce753c6c460" providerId="ADAL" clId="{06DC152B-A079-46BC-83AB-2B49C1DAC4B7}" dt="2026-01-20T12:03:04.486" v="31925" actId="167"/>
          <ac:spMkLst>
            <pc:docMk/>
            <pc:sldMk cId="3845398109" sldId="2147480627"/>
            <ac:spMk id="56" creationId="{6DF0450B-D886-9C57-404E-A0EEC586279F}"/>
          </ac:spMkLst>
        </pc:spChg>
        <pc:spChg chg="add mod ord">
          <ac:chgData name="Nunes, Marta Rafaela" userId="64e258cc-da3c-4cb9-a36b-1ce753c6c460" providerId="ADAL" clId="{06DC152B-A079-46BC-83AB-2B49C1DAC4B7}" dt="2026-01-20T12:03:04.486" v="31925" actId="167"/>
          <ac:spMkLst>
            <pc:docMk/>
            <pc:sldMk cId="3845398109" sldId="2147480627"/>
            <ac:spMk id="57" creationId="{2AA57D10-FF12-B792-6EE1-BB1D7F14D758}"/>
          </ac:spMkLst>
        </pc:spChg>
        <pc:grpChg chg="del">
          <ac:chgData name="Nunes, Marta Rafaela" userId="64e258cc-da3c-4cb9-a36b-1ce753c6c460" providerId="ADAL" clId="{06DC152B-A079-46BC-83AB-2B49C1DAC4B7}" dt="2026-01-20T12:02:35.612" v="31916" actId="478"/>
          <ac:grpSpMkLst>
            <pc:docMk/>
            <pc:sldMk cId="3845398109" sldId="2147480627"/>
            <ac:grpSpMk id="14" creationId="{AEA2B3A7-D628-1DA7-D36E-29AB4491DAAF}"/>
          </ac:grpSpMkLst>
        </pc:grpChg>
        <pc:grpChg chg="del">
          <ac:chgData name="Nunes, Marta Rafaela" userId="64e258cc-da3c-4cb9-a36b-1ce753c6c460" providerId="ADAL" clId="{06DC152B-A079-46BC-83AB-2B49C1DAC4B7}" dt="2026-01-20T12:02:35.612" v="31916" actId="478"/>
          <ac:grpSpMkLst>
            <pc:docMk/>
            <pc:sldMk cId="3845398109" sldId="2147480627"/>
            <ac:grpSpMk id="21" creationId="{02354F4C-836D-2A36-C80C-7DACAE35F1CD}"/>
          </ac:grpSpMkLst>
        </pc:grpChg>
        <pc:picChg chg="del">
          <ac:chgData name="Nunes, Marta Rafaela" userId="64e258cc-da3c-4cb9-a36b-1ce753c6c460" providerId="ADAL" clId="{06DC152B-A079-46BC-83AB-2B49C1DAC4B7}" dt="2026-01-20T12:02:35.612" v="31916" actId="478"/>
          <ac:picMkLst>
            <pc:docMk/>
            <pc:sldMk cId="3845398109" sldId="2147480627"/>
            <ac:picMk id="6" creationId="{3454D902-79A8-29C0-F6F5-121B77F4D39C}"/>
          </ac:picMkLst>
        </pc:picChg>
        <pc:picChg chg="del">
          <ac:chgData name="Nunes, Marta Rafaela" userId="64e258cc-da3c-4cb9-a36b-1ce753c6c460" providerId="ADAL" clId="{06DC152B-A079-46BC-83AB-2B49C1DAC4B7}" dt="2026-01-20T12:02:35.612" v="31916" actId="478"/>
          <ac:picMkLst>
            <pc:docMk/>
            <pc:sldMk cId="3845398109" sldId="2147480627"/>
            <ac:picMk id="7" creationId="{A8D7E683-5D74-1FC9-9488-9A1555785D81}"/>
          </ac:picMkLst>
        </pc:picChg>
        <pc:picChg chg="del">
          <ac:chgData name="Nunes, Marta Rafaela" userId="64e258cc-da3c-4cb9-a36b-1ce753c6c460" providerId="ADAL" clId="{06DC152B-A079-46BC-83AB-2B49C1DAC4B7}" dt="2026-01-20T12:02:35.612" v="31916" actId="478"/>
          <ac:picMkLst>
            <pc:docMk/>
            <pc:sldMk cId="3845398109" sldId="2147480627"/>
            <ac:picMk id="12" creationId="{D50F844F-4A3F-15FC-1099-B7F28FDD9C11}"/>
          </ac:picMkLst>
        </pc:picChg>
        <pc:cxnChg chg="del">
          <ac:chgData name="Nunes, Marta Rafaela" userId="64e258cc-da3c-4cb9-a36b-1ce753c6c460" providerId="ADAL" clId="{06DC152B-A079-46BC-83AB-2B49C1DAC4B7}" dt="2026-01-20T12:02:35.612" v="31916" actId="478"/>
          <ac:cxnSpMkLst>
            <pc:docMk/>
            <pc:sldMk cId="3845398109" sldId="2147480627"/>
            <ac:cxnSpMk id="26" creationId="{44483B26-648A-2A54-5F86-E0FC1CDEE0A6}"/>
          </ac:cxnSpMkLst>
        </pc:cxnChg>
      </pc:sldChg>
      <pc:sldChg chg="addSp delSp modSp add del mod ord">
        <pc:chgData name="Nunes, Marta Rafaela" userId="64e258cc-da3c-4cb9-a36b-1ce753c6c460" providerId="ADAL" clId="{06DC152B-A079-46BC-83AB-2B49C1DAC4B7}" dt="2026-01-19T21:45:02.828" v="25651" actId="47"/>
        <pc:sldMkLst>
          <pc:docMk/>
          <pc:sldMk cId="3751351166" sldId="2147480629"/>
        </pc:sldMkLst>
      </pc:sldChg>
      <pc:sldChg chg="addSp delSp modSp add mod ord">
        <pc:chgData name="Nunes, Marta Rafaela" userId="64e258cc-da3c-4cb9-a36b-1ce753c6c460" providerId="ADAL" clId="{06DC152B-A079-46BC-83AB-2B49C1DAC4B7}" dt="2026-01-20T10:15:13.317" v="29015" actId="403"/>
        <pc:sldMkLst>
          <pc:docMk/>
          <pc:sldMk cId="557686764" sldId="2147480632"/>
        </pc:sldMkLst>
        <pc:spChg chg="mod">
          <ac:chgData name="Nunes, Marta Rafaela" userId="64e258cc-da3c-4cb9-a36b-1ce753c6c460" providerId="ADAL" clId="{06DC152B-A079-46BC-83AB-2B49C1DAC4B7}" dt="2026-01-20T10:11:31.206" v="28959" actId="552"/>
          <ac:spMkLst>
            <pc:docMk/>
            <pc:sldMk cId="557686764" sldId="2147480632"/>
            <ac:spMk id="2" creationId="{03E81A50-8F1E-CFA6-5A6E-CE370E0CA58B}"/>
          </ac:spMkLst>
        </pc:spChg>
        <pc:spChg chg="mod">
          <ac:chgData name="Nunes, Marta Rafaela" userId="64e258cc-da3c-4cb9-a36b-1ce753c6c460" providerId="ADAL" clId="{06DC152B-A079-46BC-83AB-2B49C1DAC4B7}" dt="2026-01-12T16:23:05.719" v="13809" actId="114"/>
          <ac:spMkLst>
            <pc:docMk/>
            <pc:sldMk cId="557686764" sldId="2147480632"/>
            <ac:spMk id="3" creationId="{C8BEB83C-42DE-A528-188D-B6E0A4483DD5}"/>
          </ac:spMkLst>
        </pc:spChg>
        <pc:spChg chg="add del mod">
          <ac:chgData name="Nunes, Marta Rafaela" userId="64e258cc-da3c-4cb9-a36b-1ce753c6c460" providerId="ADAL" clId="{06DC152B-A079-46BC-83AB-2B49C1DAC4B7}" dt="2026-01-20T10:11:02.448" v="28926" actId="478"/>
          <ac:spMkLst>
            <pc:docMk/>
            <pc:sldMk cId="557686764" sldId="2147480632"/>
            <ac:spMk id="4" creationId="{53EBF826-FCD8-1EF4-F775-4222FE133865}"/>
          </ac:spMkLst>
        </pc:spChg>
        <pc:spChg chg="mod">
          <ac:chgData name="Nunes, Marta Rafaela" userId="64e258cc-da3c-4cb9-a36b-1ce753c6c460" providerId="ADAL" clId="{06DC152B-A079-46BC-83AB-2B49C1DAC4B7}" dt="2026-01-20T10:15:13.317" v="29015" actId="403"/>
          <ac:spMkLst>
            <pc:docMk/>
            <pc:sldMk cId="557686764" sldId="2147480632"/>
            <ac:spMk id="36" creationId="{38020960-A5EE-7069-D5DF-867971028148}"/>
          </ac:spMkLst>
        </pc:spChg>
        <pc:spChg chg="mod">
          <ac:chgData name="Nunes, Marta Rafaela" userId="64e258cc-da3c-4cb9-a36b-1ce753c6c460" providerId="ADAL" clId="{06DC152B-A079-46BC-83AB-2B49C1DAC4B7}" dt="2026-01-20T10:12:47.341" v="28962" actId="207"/>
          <ac:spMkLst>
            <pc:docMk/>
            <pc:sldMk cId="557686764" sldId="2147480632"/>
            <ac:spMk id="40" creationId="{FAE960D0-DB51-048F-0C1C-B1351A2C872B}"/>
          </ac:spMkLst>
        </pc:spChg>
      </pc:sldChg>
      <pc:sldChg chg="del">
        <pc:chgData name="Nunes, Marta Rafaela" userId="64e258cc-da3c-4cb9-a36b-1ce753c6c460" providerId="ADAL" clId="{06DC152B-A079-46BC-83AB-2B49C1DAC4B7}" dt="2026-01-19T21:45:02.828" v="25651" actId="47"/>
        <pc:sldMkLst>
          <pc:docMk/>
          <pc:sldMk cId="2341737957" sldId="2147480633"/>
        </pc:sldMkLst>
      </pc:sldChg>
      <pc:sldChg chg="addSp delSp modSp add del mod ord">
        <pc:chgData name="Nunes, Marta Rafaela" userId="64e258cc-da3c-4cb9-a36b-1ce753c6c460" providerId="ADAL" clId="{06DC152B-A079-46BC-83AB-2B49C1DAC4B7}" dt="2026-01-19T21:45:02.828" v="25651" actId="47"/>
        <pc:sldMkLst>
          <pc:docMk/>
          <pc:sldMk cId="3200844628" sldId="2147480634"/>
        </pc:sldMkLst>
      </pc:sldChg>
      <pc:sldChg chg="addSp delSp modSp add del mod ord">
        <pc:chgData name="Nunes, Marta Rafaela" userId="64e258cc-da3c-4cb9-a36b-1ce753c6c460" providerId="ADAL" clId="{06DC152B-A079-46BC-83AB-2B49C1DAC4B7}" dt="2026-01-19T21:45:02.828" v="25651" actId="47"/>
        <pc:sldMkLst>
          <pc:docMk/>
          <pc:sldMk cId="594082673" sldId="2147480637"/>
        </pc:sldMkLst>
      </pc:sldChg>
      <pc:sldChg chg="addSp delSp modSp add del mod">
        <pc:chgData name="Nunes, Marta Rafaela" userId="64e258cc-da3c-4cb9-a36b-1ce753c6c460" providerId="ADAL" clId="{06DC152B-A079-46BC-83AB-2B49C1DAC4B7}" dt="2026-01-19T21:45:02.828" v="25651" actId="47"/>
        <pc:sldMkLst>
          <pc:docMk/>
          <pc:sldMk cId="3887026326" sldId="2147480639"/>
        </pc:sldMkLst>
      </pc:sldChg>
      <pc:sldChg chg="del">
        <pc:chgData name="Nunes, Marta Rafaela" userId="64e258cc-da3c-4cb9-a36b-1ce753c6c460" providerId="ADAL" clId="{06DC152B-A079-46BC-83AB-2B49C1DAC4B7}" dt="2026-01-19T21:45:02.828" v="25651" actId="47"/>
        <pc:sldMkLst>
          <pc:docMk/>
          <pc:sldMk cId="1760330771" sldId="2147480643"/>
        </pc:sldMkLst>
      </pc:sldChg>
      <pc:sldChg chg="addSp delSp modSp mod">
        <pc:chgData name="Nunes, Marta Rafaela" userId="64e258cc-da3c-4cb9-a36b-1ce753c6c460" providerId="ADAL" clId="{06DC152B-A079-46BC-83AB-2B49C1DAC4B7}" dt="2026-01-15T20:01:09.186" v="18339" actId="478"/>
        <pc:sldMkLst>
          <pc:docMk/>
          <pc:sldMk cId="3143105698" sldId="2147480644"/>
        </pc:sldMkLst>
      </pc:sldChg>
      <pc:sldChg chg="addSp delSp modSp mod ord">
        <pc:chgData name="Nunes, Marta Rafaela" userId="64e258cc-da3c-4cb9-a36b-1ce753c6c460" providerId="ADAL" clId="{06DC152B-A079-46BC-83AB-2B49C1DAC4B7}" dt="2026-01-20T17:53:39.106" v="35748" actId="478"/>
        <pc:sldMkLst>
          <pc:docMk/>
          <pc:sldMk cId="4147707186" sldId="2147480645"/>
        </pc:sldMkLst>
        <pc:spChg chg="del">
          <ac:chgData name="Nunes, Marta Rafaela" userId="64e258cc-da3c-4cb9-a36b-1ce753c6c460" providerId="ADAL" clId="{06DC152B-A079-46BC-83AB-2B49C1DAC4B7}" dt="2026-01-20T17:53:39.106" v="35748" actId="478"/>
          <ac:spMkLst>
            <pc:docMk/>
            <pc:sldMk cId="4147707186" sldId="2147480645"/>
            <ac:spMk id="2" creationId="{B0260245-6820-21B6-2370-A2B9350994AC}"/>
          </ac:spMkLst>
        </pc:spChg>
        <pc:spChg chg="del">
          <ac:chgData name="Nunes, Marta Rafaela" userId="64e258cc-da3c-4cb9-a36b-1ce753c6c460" providerId="ADAL" clId="{06DC152B-A079-46BC-83AB-2B49C1DAC4B7}" dt="2026-01-20T17:53:39.106" v="35748" actId="478"/>
          <ac:spMkLst>
            <pc:docMk/>
            <pc:sldMk cId="4147707186" sldId="2147480645"/>
            <ac:spMk id="3" creationId="{F72E8A68-624F-06C6-0B48-23D46091BA75}"/>
          </ac:spMkLst>
        </pc:spChg>
        <pc:spChg chg="add del mod">
          <ac:chgData name="Nunes, Marta Rafaela" userId="64e258cc-da3c-4cb9-a36b-1ce753c6c460" providerId="ADAL" clId="{06DC152B-A079-46BC-83AB-2B49C1DAC4B7}" dt="2026-01-19T18:47:27.896" v="24392" actId="1076"/>
          <ac:spMkLst>
            <pc:docMk/>
            <pc:sldMk cId="4147707186" sldId="2147480645"/>
            <ac:spMk id="15" creationId="{4AC95815-76C5-FEE3-294B-D53AA370928C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7:53:44.919" v="35749" actId="478"/>
        <pc:sldMkLst>
          <pc:docMk/>
          <pc:sldMk cId="409785379" sldId="2147480646"/>
        </pc:sldMkLst>
        <pc:spChg chg="del">
          <ac:chgData name="Nunes, Marta Rafaela" userId="64e258cc-da3c-4cb9-a36b-1ce753c6c460" providerId="ADAL" clId="{06DC152B-A079-46BC-83AB-2B49C1DAC4B7}" dt="2026-01-20T17:53:44.919" v="35749" actId="478"/>
          <ac:spMkLst>
            <pc:docMk/>
            <pc:sldMk cId="409785379" sldId="2147480646"/>
            <ac:spMk id="2" creationId="{9B24CEC7-217C-49A4-E75C-33B431126942}"/>
          </ac:spMkLst>
        </pc:spChg>
        <pc:spChg chg="del">
          <ac:chgData name="Nunes, Marta Rafaela" userId="64e258cc-da3c-4cb9-a36b-1ce753c6c460" providerId="ADAL" clId="{06DC152B-A079-46BC-83AB-2B49C1DAC4B7}" dt="2026-01-20T17:53:44.919" v="35749" actId="478"/>
          <ac:spMkLst>
            <pc:docMk/>
            <pc:sldMk cId="409785379" sldId="2147480646"/>
            <ac:spMk id="4" creationId="{7CEC6360-A153-959E-E9FA-44BB409486E0}"/>
          </ac:spMkLst>
        </pc:spChg>
        <pc:spChg chg="del">
          <ac:chgData name="Nunes, Marta Rafaela" userId="64e258cc-da3c-4cb9-a36b-1ce753c6c460" providerId="ADAL" clId="{06DC152B-A079-46BC-83AB-2B49C1DAC4B7}" dt="2026-01-20T17:53:44.919" v="35749" actId="478"/>
          <ac:spMkLst>
            <pc:docMk/>
            <pc:sldMk cId="409785379" sldId="2147480646"/>
            <ac:spMk id="5" creationId="{349732C7-DFC6-5488-0DDF-ED372B9446D6}"/>
          </ac:spMkLst>
        </pc:spChg>
        <pc:spChg chg="del">
          <ac:chgData name="Nunes, Marta Rafaela" userId="64e258cc-da3c-4cb9-a36b-1ce753c6c460" providerId="ADAL" clId="{06DC152B-A079-46BC-83AB-2B49C1DAC4B7}" dt="2026-01-20T17:53:44.919" v="35749" actId="478"/>
          <ac:spMkLst>
            <pc:docMk/>
            <pc:sldMk cId="409785379" sldId="2147480646"/>
            <ac:spMk id="6" creationId="{CE2001B9-ADA4-0291-A929-7C68CBF7AEF9}"/>
          </ac:spMkLst>
        </pc:spChg>
        <pc:spChg chg="add mod ord">
          <ac:chgData name="Nunes, Marta Rafaela" userId="64e258cc-da3c-4cb9-a36b-1ce753c6c460" providerId="ADAL" clId="{06DC152B-A079-46BC-83AB-2B49C1DAC4B7}" dt="2026-01-19T18:49:00.618" v="24411" actId="167"/>
          <ac:spMkLst>
            <pc:docMk/>
            <pc:sldMk cId="409785379" sldId="2147480646"/>
            <ac:spMk id="7" creationId="{86F6257B-18CC-C19C-9F8F-5235564C028A}"/>
          </ac:spMkLst>
        </pc:spChg>
        <pc:spChg chg="del">
          <ac:chgData name="Nunes, Marta Rafaela" userId="64e258cc-da3c-4cb9-a36b-1ce753c6c460" providerId="ADAL" clId="{06DC152B-A079-46BC-83AB-2B49C1DAC4B7}" dt="2026-01-19T18:48:51.201" v="24406" actId="478"/>
          <ac:spMkLst>
            <pc:docMk/>
            <pc:sldMk cId="409785379" sldId="2147480646"/>
            <ac:spMk id="15" creationId="{FA51FBE1-CF92-FD71-1531-DC5FB6B9BB66}"/>
          </ac:spMkLst>
        </pc:spChg>
        <pc:picChg chg="add mod ord">
          <ac:chgData name="Nunes, Marta Rafaela" userId="64e258cc-da3c-4cb9-a36b-1ce753c6c460" providerId="ADAL" clId="{06DC152B-A079-46BC-83AB-2B49C1DAC4B7}" dt="2026-01-19T18:49:02.425" v="24412" actId="167"/>
          <ac:picMkLst>
            <pc:docMk/>
            <pc:sldMk cId="409785379" sldId="2147480646"/>
            <ac:picMk id="3" creationId="{310DC115-60E8-636B-7DEE-293F00DBB706}"/>
          </ac:picMkLst>
        </pc:picChg>
        <pc:picChg chg="del">
          <ac:chgData name="Nunes, Marta Rafaela" userId="64e258cc-da3c-4cb9-a36b-1ce753c6c460" providerId="ADAL" clId="{06DC152B-A079-46BC-83AB-2B49C1DAC4B7}" dt="2026-01-19T18:48:52.117" v="24407" actId="478"/>
          <ac:picMkLst>
            <pc:docMk/>
            <pc:sldMk cId="409785379" sldId="2147480646"/>
            <ac:picMk id="14" creationId="{A45FCF1B-D156-C16B-F9BB-18675E96BB51}"/>
          </ac:picMkLst>
        </pc:picChg>
      </pc:sldChg>
      <pc:sldChg chg="add del">
        <pc:chgData name="Nunes, Marta Rafaela" userId="64e258cc-da3c-4cb9-a36b-1ce753c6c460" providerId="ADAL" clId="{06DC152B-A079-46BC-83AB-2B49C1DAC4B7}" dt="2026-01-19T21:45:02.828" v="25651" actId="47"/>
        <pc:sldMkLst>
          <pc:docMk/>
          <pc:sldMk cId="3485096932" sldId="2147480647"/>
        </pc:sldMkLst>
      </pc:sldChg>
      <pc:sldChg chg="addSp delSp modSp add mod ord modCm modNotesTx">
        <pc:chgData name="Nunes, Marta Rafaela" userId="64e258cc-da3c-4cb9-a36b-1ce753c6c460" providerId="ADAL" clId="{06DC152B-A079-46BC-83AB-2B49C1DAC4B7}" dt="2026-01-20T10:10:25.437" v="28922" actId="20577"/>
        <pc:sldMkLst>
          <pc:docMk/>
          <pc:sldMk cId="2241719590" sldId="2147480649"/>
        </pc:sldMkLst>
        <pc:spChg chg="mod">
          <ac:chgData name="Nunes, Marta Rafaela" userId="64e258cc-da3c-4cb9-a36b-1ce753c6c460" providerId="ADAL" clId="{06DC152B-A079-46BC-83AB-2B49C1DAC4B7}" dt="2026-01-13T12:32:20.030" v="15225" actId="552"/>
          <ac:spMkLst>
            <pc:docMk/>
            <pc:sldMk cId="2241719590" sldId="2147480649"/>
            <ac:spMk id="2" creationId="{AAAF9484-D8A2-938C-F26D-A13D4E940C43}"/>
          </ac:spMkLst>
        </pc:spChg>
        <pc:spChg chg="mod">
          <ac:chgData name="Nunes, Marta Rafaela" userId="64e258cc-da3c-4cb9-a36b-1ce753c6c460" providerId="ADAL" clId="{06DC152B-A079-46BC-83AB-2B49C1DAC4B7}" dt="2026-01-20T10:10:25.437" v="28922" actId="20577"/>
          <ac:spMkLst>
            <pc:docMk/>
            <pc:sldMk cId="2241719590" sldId="2147480649"/>
            <ac:spMk id="3" creationId="{7949E308-DF1A-6FAF-E6BD-8654F4CC1BD3}"/>
          </ac:spMkLst>
        </pc:spChg>
        <pc:spChg chg="add del mod">
          <ac:chgData name="Nunes, Marta Rafaela" userId="64e258cc-da3c-4cb9-a36b-1ce753c6c460" providerId="ADAL" clId="{06DC152B-A079-46BC-83AB-2B49C1DAC4B7}" dt="2026-01-20T09:56:45.623" v="28497" actId="478"/>
          <ac:spMkLst>
            <pc:docMk/>
            <pc:sldMk cId="2241719590" sldId="2147480649"/>
            <ac:spMk id="4" creationId="{3BF91637-31A7-65CA-905A-9F1BF1D277EE}"/>
          </ac:spMkLst>
        </pc:spChg>
        <pc:spChg chg="add mod">
          <ac:chgData name="Nunes, Marta Rafaela" userId="64e258cc-da3c-4cb9-a36b-1ce753c6c460" providerId="ADAL" clId="{06DC152B-A079-46BC-83AB-2B49C1DAC4B7}" dt="2026-01-15T12:03:43.086" v="17861" actId="14100"/>
          <ac:spMkLst>
            <pc:docMk/>
            <pc:sldMk cId="2241719590" sldId="2147480649"/>
            <ac:spMk id="8" creationId="{4CE5DF1C-6742-0BCD-A331-F09B0EEB6E0C}"/>
          </ac:spMkLst>
        </pc:spChg>
        <pc:spChg chg="mod">
          <ac:chgData name="Nunes, Marta Rafaela" userId="64e258cc-da3c-4cb9-a36b-1ce753c6c460" providerId="ADAL" clId="{06DC152B-A079-46BC-83AB-2B49C1DAC4B7}" dt="2026-01-20T09:59:54.521" v="28566"/>
          <ac:spMkLst>
            <pc:docMk/>
            <pc:sldMk cId="2241719590" sldId="2147480649"/>
            <ac:spMk id="11" creationId="{C205367D-111D-1328-01EF-C754278182E5}"/>
          </ac:spMkLst>
        </pc:spChg>
        <pc:spChg chg="mod">
          <ac:chgData name="Nunes, Marta Rafaela" userId="64e258cc-da3c-4cb9-a36b-1ce753c6c460" providerId="ADAL" clId="{06DC152B-A079-46BC-83AB-2B49C1DAC4B7}" dt="2026-01-20T09:59:54.521" v="28566"/>
          <ac:spMkLst>
            <pc:docMk/>
            <pc:sldMk cId="2241719590" sldId="2147480649"/>
            <ac:spMk id="12" creationId="{24224FC9-C661-1099-C680-6EF26BD05CAA}"/>
          </ac:spMkLst>
        </pc:spChg>
        <pc:spChg chg="add mod">
          <ac:chgData name="Nunes, Marta Rafaela" userId="64e258cc-da3c-4cb9-a36b-1ce753c6c460" providerId="ADAL" clId="{06DC152B-A079-46BC-83AB-2B49C1DAC4B7}" dt="2026-01-15T11:57:06.967" v="17753" actId="255"/>
          <ac:spMkLst>
            <pc:docMk/>
            <pc:sldMk cId="2241719590" sldId="2147480649"/>
            <ac:spMk id="13" creationId="{6F10875F-E1AE-4416-ABDA-0B79B522CD96}"/>
          </ac:spMkLst>
        </pc:spChg>
        <pc:spChg chg="add mod">
          <ac:chgData name="Nunes, Marta Rafaela" userId="64e258cc-da3c-4cb9-a36b-1ce753c6c460" providerId="ADAL" clId="{06DC152B-A079-46BC-83AB-2B49C1DAC4B7}" dt="2026-01-20T09:57:20.109" v="28523" actId="554"/>
          <ac:spMkLst>
            <pc:docMk/>
            <pc:sldMk cId="2241719590" sldId="2147480649"/>
            <ac:spMk id="14" creationId="{3E16865D-C2A5-631C-C864-151A892BEF24}"/>
          </ac:spMkLst>
        </pc:spChg>
        <pc:spChg chg="add mod">
          <ac:chgData name="Nunes, Marta Rafaela" userId="64e258cc-da3c-4cb9-a36b-1ce753c6c460" providerId="ADAL" clId="{06DC152B-A079-46BC-83AB-2B49C1DAC4B7}" dt="2026-01-15T11:57:15.267" v="17755" actId="403"/>
          <ac:spMkLst>
            <pc:docMk/>
            <pc:sldMk cId="2241719590" sldId="2147480649"/>
            <ac:spMk id="15" creationId="{5369BA58-138B-A65B-1023-E21ACA428E1A}"/>
          </ac:spMkLst>
        </pc:spChg>
        <pc:spChg chg="mod ord">
          <ac:chgData name="Nunes, Marta Rafaela" userId="64e258cc-da3c-4cb9-a36b-1ce753c6c460" providerId="ADAL" clId="{06DC152B-A079-46BC-83AB-2B49C1DAC4B7}" dt="2026-01-15T12:02:54.555" v="17855" actId="554"/>
          <ac:spMkLst>
            <pc:docMk/>
            <pc:sldMk cId="2241719590" sldId="2147480649"/>
            <ac:spMk id="49" creationId="{D6B1F06D-21E8-50C3-BF5A-B57292341D8C}"/>
          </ac:spMkLst>
        </pc:spChg>
        <pc:spChg chg="mod">
          <ac:chgData name="Nunes, Marta Rafaela" userId="64e258cc-da3c-4cb9-a36b-1ce753c6c460" providerId="ADAL" clId="{06DC152B-A079-46BC-83AB-2B49C1DAC4B7}" dt="2026-01-15T12:03:43.086" v="17861" actId="14100"/>
          <ac:spMkLst>
            <pc:docMk/>
            <pc:sldMk cId="2241719590" sldId="2147480649"/>
            <ac:spMk id="53" creationId="{A2AC7861-A52F-B362-BBA1-C5B2D6B7C896}"/>
          </ac:spMkLst>
        </pc:spChg>
        <pc:spChg chg="mod">
          <ac:chgData name="Nunes, Marta Rafaela" userId="64e258cc-da3c-4cb9-a36b-1ce753c6c460" providerId="ADAL" clId="{06DC152B-A079-46BC-83AB-2B49C1DAC4B7}" dt="2026-01-20T10:09:11.158" v="28791" actId="947"/>
          <ac:spMkLst>
            <pc:docMk/>
            <pc:sldMk cId="2241719590" sldId="2147480649"/>
            <ac:spMk id="54" creationId="{665601E9-5E15-8606-2580-29A05350B45D}"/>
          </ac:spMkLst>
        </pc:spChg>
        <pc:spChg chg="mod">
          <ac:chgData name="Nunes, Marta Rafaela" userId="64e258cc-da3c-4cb9-a36b-1ce753c6c460" providerId="ADAL" clId="{06DC152B-A079-46BC-83AB-2B49C1DAC4B7}" dt="2026-01-20T09:56:23.071" v="28495" actId="1076"/>
          <ac:spMkLst>
            <pc:docMk/>
            <pc:sldMk cId="2241719590" sldId="2147480649"/>
            <ac:spMk id="77" creationId="{AFDA0D78-E378-6A3B-BA78-1D7F5D079917}"/>
          </ac:spMkLst>
        </pc:spChg>
        <pc:spChg chg="mod">
          <ac:chgData name="Nunes, Marta Rafaela" userId="64e258cc-da3c-4cb9-a36b-1ce753c6c460" providerId="ADAL" clId="{06DC152B-A079-46BC-83AB-2B49C1DAC4B7}" dt="2026-01-13T13:18:34.339" v="16819" actId="255"/>
          <ac:spMkLst>
            <pc:docMk/>
            <pc:sldMk cId="2241719590" sldId="2147480649"/>
            <ac:spMk id="79" creationId="{01A1BC84-6438-2EAF-B67A-19C62EFEE392}"/>
          </ac:spMkLst>
        </pc:spChg>
        <pc:spChg chg="mod">
          <ac:chgData name="Nunes, Marta Rafaela" userId="64e258cc-da3c-4cb9-a36b-1ce753c6c460" providerId="ADAL" clId="{06DC152B-A079-46BC-83AB-2B49C1DAC4B7}" dt="2026-01-20T09:57:20.109" v="28523" actId="554"/>
          <ac:spMkLst>
            <pc:docMk/>
            <pc:sldMk cId="2241719590" sldId="2147480649"/>
            <ac:spMk id="80" creationId="{39E19011-1E68-EA1A-12E5-3C20C4F038D5}"/>
          </ac:spMkLst>
        </pc:spChg>
        <pc:spChg chg="mod">
          <ac:chgData name="Nunes, Marta Rafaela" userId="64e258cc-da3c-4cb9-a36b-1ce753c6c460" providerId="ADAL" clId="{06DC152B-A079-46BC-83AB-2B49C1DAC4B7}" dt="2026-01-15T11:49:24.126" v="17735" actId="554"/>
          <ac:spMkLst>
            <pc:docMk/>
            <pc:sldMk cId="2241719590" sldId="2147480649"/>
            <ac:spMk id="82" creationId="{303FBB23-9E1A-FF72-4FA5-B68621BBF034}"/>
          </ac:spMkLst>
        </pc:spChg>
        <pc:grpChg chg="add mod">
          <ac:chgData name="Nunes, Marta Rafaela" userId="64e258cc-da3c-4cb9-a36b-1ce753c6c460" providerId="ADAL" clId="{06DC152B-A079-46BC-83AB-2B49C1DAC4B7}" dt="2026-01-20T09:59:54.521" v="28566"/>
          <ac:grpSpMkLst>
            <pc:docMk/>
            <pc:sldMk cId="2241719590" sldId="2147480649"/>
            <ac:grpSpMk id="6" creationId="{5E629B5F-98DB-7FEC-1280-E25604C95052}"/>
          </ac:grpSpMkLst>
        </pc:grpChg>
        <pc:grpChg chg="mod">
          <ac:chgData name="Nunes, Marta Rafaela" userId="64e258cc-da3c-4cb9-a36b-1ce753c6c460" providerId="ADAL" clId="{06DC152B-A079-46BC-83AB-2B49C1DAC4B7}" dt="2026-01-20T09:59:54.521" v="28566"/>
          <ac:grpSpMkLst>
            <pc:docMk/>
            <pc:sldMk cId="2241719590" sldId="2147480649"/>
            <ac:grpSpMk id="9" creationId="{D768436C-8C7E-59EC-7947-56AE511B8AC3}"/>
          </ac:grpSpMkLst>
        </pc:grpChg>
        <pc:picChg chg="add mod modCrop">
          <ac:chgData name="Nunes, Marta Rafaela" userId="64e258cc-da3c-4cb9-a36b-1ce753c6c460" providerId="ADAL" clId="{06DC152B-A079-46BC-83AB-2B49C1DAC4B7}" dt="2026-01-20T09:56:52.242" v="28499" actId="552"/>
          <ac:picMkLst>
            <pc:docMk/>
            <pc:sldMk cId="2241719590" sldId="2147480649"/>
            <ac:picMk id="5" creationId="{087A1462-E4EE-F813-46A9-22185C581F6C}"/>
          </ac:picMkLst>
        </pc:picChg>
        <pc:cxnChg chg="mod">
          <ac:chgData name="Nunes, Marta Rafaela" userId="64e258cc-da3c-4cb9-a36b-1ce753c6c460" providerId="ADAL" clId="{06DC152B-A079-46BC-83AB-2B49C1DAC4B7}" dt="2026-01-20T09:59:54.521" v="28566"/>
          <ac:cxnSpMkLst>
            <pc:docMk/>
            <pc:sldMk cId="2241719590" sldId="2147480649"/>
            <ac:cxnSpMk id="7" creationId="{3C54D294-9964-3AB8-DEC6-4D0A69B63F82}"/>
          </ac:cxnSpMkLst>
        </pc:cxnChg>
        <pc:cxnChg chg="mod">
          <ac:chgData name="Nunes, Marta Rafaela" userId="64e258cc-da3c-4cb9-a36b-1ce753c6c460" providerId="ADAL" clId="{06DC152B-A079-46BC-83AB-2B49C1DAC4B7}" dt="2026-01-20T09:59:54.521" v="28566"/>
          <ac:cxnSpMkLst>
            <pc:docMk/>
            <pc:sldMk cId="2241719590" sldId="2147480649"/>
            <ac:cxnSpMk id="10" creationId="{DB2F2506-B540-18B7-C9D4-AE4E8A17EAE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20T10:09:06.997" v="28790" actId="20577"/>
              <pc2:cmMkLst xmlns:pc2="http://schemas.microsoft.com/office/powerpoint/2019/9/main/command">
                <pc:docMk/>
                <pc:sldMk cId="2241719590" sldId="2147480649"/>
                <pc2:cmMk id="{7A2B311E-2E65-4B0C-AB02-480BAC132DCD}"/>
              </pc2:cmMkLst>
            </pc226:cmChg>
          </p:ext>
        </pc:extLst>
      </pc:sldChg>
      <pc:sldChg chg="addSp delSp modSp add mod ord modNotesTx">
        <pc:chgData name="Nunes, Marta Rafaela" userId="64e258cc-da3c-4cb9-a36b-1ce753c6c460" providerId="ADAL" clId="{06DC152B-A079-46BC-83AB-2B49C1DAC4B7}" dt="2026-01-20T18:14:46.222" v="35884" actId="207"/>
        <pc:sldMkLst>
          <pc:docMk/>
          <pc:sldMk cId="363473388" sldId="2147480650"/>
        </pc:sldMkLst>
        <pc:spChg chg="mod">
          <ac:chgData name="Nunes, Marta Rafaela" userId="64e258cc-da3c-4cb9-a36b-1ce753c6c460" providerId="ADAL" clId="{06DC152B-A079-46BC-83AB-2B49C1DAC4B7}" dt="2026-01-20T11:45:06.874" v="31238" actId="20577"/>
          <ac:spMkLst>
            <pc:docMk/>
            <pc:sldMk cId="363473388" sldId="2147480650"/>
            <ac:spMk id="3" creationId="{26A09436-BD52-A3C4-448E-6D972E7A9CCB}"/>
          </ac:spMkLst>
        </pc:spChg>
        <pc:spChg chg="mod">
          <ac:chgData name="Nunes, Marta Rafaela" userId="64e258cc-da3c-4cb9-a36b-1ce753c6c460" providerId="ADAL" clId="{06DC152B-A079-46BC-83AB-2B49C1DAC4B7}" dt="2026-01-20T18:14:31.758" v="35882" actId="465"/>
          <ac:spMkLst>
            <pc:docMk/>
            <pc:sldMk cId="363473388" sldId="2147480650"/>
            <ac:spMk id="4" creationId="{2DA5EBC1-CBFF-2F02-6729-FDB3DC7E9CBF}"/>
          </ac:spMkLst>
        </pc:spChg>
        <pc:spChg chg="mod">
          <ac:chgData name="Nunes, Marta Rafaela" userId="64e258cc-da3c-4cb9-a36b-1ce753c6c460" providerId="ADAL" clId="{06DC152B-A079-46BC-83AB-2B49C1DAC4B7}" dt="2026-01-20T18:14:31.758" v="35882" actId="465"/>
          <ac:spMkLst>
            <pc:docMk/>
            <pc:sldMk cId="363473388" sldId="2147480650"/>
            <ac:spMk id="5" creationId="{968D78E5-A6B3-8DD9-0DB9-168C91056C32}"/>
          </ac:spMkLst>
        </pc:spChg>
        <pc:spChg chg="mod">
          <ac:chgData name="Nunes, Marta Rafaela" userId="64e258cc-da3c-4cb9-a36b-1ce753c6c460" providerId="ADAL" clId="{06DC152B-A079-46BC-83AB-2B49C1DAC4B7}" dt="2026-01-20T18:14:31.758" v="35882" actId="465"/>
          <ac:spMkLst>
            <pc:docMk/>
            <pc:sldMk cId="363473388" sldId="2147480650"/>
            <ac:spMk id="6" creationId="{701E32E2-78C8-E649-5734-22C3F7EF7C1B}"/>
          </ac:spMkLst>
        </pc:spChg>
        <pc:spChg chg="mod">
          <ac:chgData name="Nunes, Marta Rafaela" userId="64e258cc-da3c-4cb9-a36b-1ce753c6c460" providerId="ADAL" clId="{06DC152B-A079-46BC-83AB-2B49C1DAC4B7}" dt="2026-01-12T16:52:54.910" v="14800" actId="20577"/>
          <ac:spMkLst>
            <pc:docMk/>
            <pc:sldMk cId="363473388" sldId="2147480650"/>
            <ac:spMk id="7" creationId="{27D93769-DBDA-AA4F-2543-397418F2932D}"/>
          </ac:spMkLst>
        </pc:spChg>
        <pc:spChg chg="add mod">
          <ac:chgData name="Nunes, Marta Rafaela" userId="64e258cc-da3c-4cb9-a36b-1ce753c6c460" providerId="ADAL" clId="{06DC152B-A079-46BC-83AB-2B49C1DAC4B7}" dt="2026-01-20T18:14:46.222" v="35884" actId="207"/>
          <ac:spMkLst>
            <pc:docMk/>
            <pc:sldMk cId="363473388" sldId="2147480650"/>
            <ac:spMk id="9" creationId="{132F0327-002D-88BC-1484-8B387315F659}"/>
          </ac:spMkLst>
        </pc:spChg>
        <pc:spChg chg="add del mod">
          <ac:chgData name="Nunes, Marta Rafaela" userId="64e258cc-da3c-4cb9-a36b-1ce753c6c460" providerId="ADAL" clId="{06DC152B-A079-46BC-83AB-2B49C1DAC4B7}" dt="2026-01-20T11:44:34.935" v="31210" actId="478"/>
          <ac:spMkLst>
            <pc:docMk/>
            <pc:sldMk cId="363473388" sldId="2147480650"/>
            <ac:spMk id="9" creationId="{C7F915D7-B767-CA23-FA23-12384F0AE091}"/>
          </ac:spMkLst>
        </pc:spChg>
        <pc:spChg chg="add del mod">
          <ac:chgData name="Nunes, Marta Rafaela" userId="64e258cc-da3c-4cb9-a36b-1ce753c6c460" providerId="ADAL" clId="{06DC152B-A079-46BC-83AB-2B49C1DAC4B7}" dt="2026-01-20T11:45:12.453" v="31241" actId="20577"/>
          <ac:spMkLst>
            <pc:docMk/>
            <pc:sldMk cId="363473388" sldId="2147480650"/>
            <ac:spMk id="10" creationId="{12EA8AB6-F92D-1363-418D-607DED78A819}"/>
          </ac:spMkLst>
        </pc:spChg>
        <pc:spChg chg="mod">
          <ac:chgData name="Nunes, Marta Rafaela" userId="64e258cc-da3c-4cb9-a36b-1ce753c6c460" providerId="ADAL" clId="{06DC152B-A079-46BC-83AB-2B49C1DAC4B7}" dt="2026-01-20T18:14:23.225" v="35870" actId="14100"/>
          <ac:spMkLst>
            <pc:docMk/>
            <pc:sldMk cId="363473388" sldId="2147480650"/>
            <ac:spMk id="12" creationId="{700E9D0E-C1D9-1D38-ECC5-2F434F7E239E}"/>
          </ac:spMkLst>
        </pc:spChg>
        <pc:spChg chg="mod">
          <ac:chgData name="Nunes, Marta Rafaela" userId="64e258cc-da3c-4cb9-a36b-1ce753c6c460" providerId="ADAL" clId="{06DC152B-A079-46BC-83AB-2B49C1DAC4B7}" dt="2026-01-20T18:14:15.352" v="35847" actId="554"/>
          <ac:spMkLst>
            <pc:docMk/>
            <pc:sldMk cId="363473388" sldId="2147480650"/>
            <ac:spMk id="13" creationId="{E3922D34-5B88-DCB4-055C-AAC7DE1EE850}"/>
          </ac:spMkLst>
        </pc:spChg>
        <pc:spChg chg="mod">
          <ac:chgData name="Nunes, Marta Rafaela" userId="64e258cc-da3c-4cb9-a36b-1ce753c6c460" providerId="ADAL" clId="{06DC152B-A079-46BC-83AB-2B49C1DAC4B7}" dt="2026-01-12T16:52:49.542" v="14781" actId="20577"/>
          <ac:spMkLst>
            <pc:docMk/>
            <pc:sldMk cId="363473388" sldId="2147480650"/>
            <ac:spMk id="15" creationId="{1613ADEC-65F4-5F60-D61A-12B153223F1E}"/>
          </ac:spMkLst>
        </pc:spChg>
        <pc:spChg chg="mod">
          <ac:chgData name="Nunes, Marta Rafaela" userId="64e258cc-da3c-4cb9-a36b-1ce753c6c460" providerId="ADAL" clId="{06DC152B-A079-46BC-83AB-2B49C1DAC4B7}" dt="2026-01-20T18:14:25.816" v="35881" actId="1035"/>
          <ac:spMkLst>
            <pc:docMk/>
            <pc:sldMk cId="363473388" sldId="2147480650"/>
            <ac:spMk id="17" creationId="{79A08CE1-B762-83C4-117A-AD0BBC8A94D1}"/>
          </ac:spMkLst>
        </pc:spChg>
        <pc:spChg chg="mod">
          <ac:chgData name="Nunes, Marta Rafaela" userId="64e258cc-da3c-4cb9-a36b-1ce753c6c460" providerId="ADAL" clId="{06DC152B-A079-46BC-83AB-2B49C1DAC4B7}" dt="2026-01-12T16:53:03.275" v="14828" actId="20577"/>
          <ac:spMkLst>
            <pc:docMk/>
            <pc:sldMk cId="363473388" sldId="2147480650"/>
            <ac:spMk id="18" creationId="{7737ABC8-7A25-93CD-3783-21BD06B602E5}"/>
          </ac:spMkLst>
        </pc:spChg>
        <pc:spChg chg="mod">
          <ac:chgData name="Nunes, Marta Rafaela" userId="64e258cc-da3c-4cb9-a36b-1ce753c6c460" providerId="ADAL" clId="{06DC152B-A079-46BC-83AB-2B49C1DAC4B7}" dt="2026-01-12T17:27:46.637" v="14914" actId="20577"/>
          <ac:spMkLst>
            <pc:docMk/>
            <pc:sldMk cId="363473388" sldId="2147480650"/>
            <ac:spMk id="21" creationId="{1F751B3B-239C-14E6-80CF-E0C4F4DFBFE7}"/>
          </ac:spMkLst>
        </pc:spChg>
        <pc:spChg chg="mod">
          <ac:chgData name="Nunes, Marta Rafaela" userId="64e258cc-da3c-4cb9-a36b-1ce753c6c460" providerId="ADAL" clId="{06DC152B-A079-46BC-83AB-2B49C1DAC4B7}" dt="2026-01-20T12:20:06.004" v="33087" actId="20577"/>
          <ac:spMkLst>
            <pc:docMk/>
            <pc:sldMk cId="363473388" sldId="2147480650"/>
            <ac:spMk id="30" creationId="{3F331C78-EF54-25CC-EF49-A4214045CA71}"/>
          </ac:spMkLst>
        </pc:spChg>
        <pc:spChg chg="mod">
          <ac:chgData name="Nunes, Marta Rafaela" userId="64e258cc-da3c-4cb9-a36b-1ce753c6c460" providerId="ADAL" clId="{06DC152B-A079-46BC-83AB-2B49C1DAC4B7}" dt="2026-01-20T12:23:00.850" v="33187" actId="255"/>
          <ac:spMkLst>
            <pc:docMk/>
            <pc:sldMk cId="363473388" sldId="2147480650"/>
            <ac:spMk id="31" creationId="{1CEE1AC3-2982-698D-4254-28D7FF5514F1}"/>
          </ac:spMkLst>
        </pc:spChg>
        <pc:spChg chg="mod">
          <ac:chgData name="Nunes, Marta Rafaela" userId="64e258cc-da3c-4cb9-a36b-1ce753c6c460" providerId="ADAL" clId="{06DC152B-A079-46BC-83AB-2B49C1DAC4B7}" dt="2026-01-20T18:13:01.093" v="35750" actId="20577"/>
          <ac:spMkLst>
            <pc:docMk/>
            <pc:sldMk cId="363473388" sldId="2147480650"/>
            <ac:spMk id="33" creationId="{EE14D0EE-77F2-8BC3-51E5-C7B756F0BF71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0:14:32.870" v="29009" actId="114"/>
        <pc:sldMkLst>
          <pc:docMk/>
          <pc:sldMk cId="1530307141" sldId="2147480660"/>
        </pc:sldMkLst>
        <pc:spChg chg="mod">
          <ac:chgData name="Nunes, Marta Rafaela" userId="64e258cc-da3c-4cb9-a36b-1ce753c6c460" providerId="ADAL" clId="{06DC152B-A079-46BC-83AB-2B49C1DAC4B7}" dt="2026-01-20T10:13:09.042" v="28965" actId="552"/>
          <ac:spMkLst>
            <pc:docMk/>
            <pc:sldMk cId="1530307141" sldId="2147480660"/>
            <ac:spMk id="3" creationId="{1319185A-BFC0-31F8-8403-6AA03972D047}"/>
          </ac:spMkLst>
        </pc:spChg>
        <pc:spChg chg="add mod">
          <ac:chgData name="Nunes, Marta Rafaela" userId="64e258cc-da3c-4cb9-a36b-1ce753c6c460" providerId="ADAL" clId="{06DC152B-A079-46BC-83AB-2B49C1DAC4B7}" dt="2026-01-20T10:13:13.235" v="28966"/>
          <ac:spMkLst>
            <pc:docMk/>
            <pc:sldMk cId="1530307141" sldId="2147480660"/>
            <ac:spMk id="15" creationId="{36ADE865-A55A-6578-D414-AB6C24C572A4}"/>
          </ac:spMkLst>
        </pc:spChg>
        <pc:spChg chg="add mod">
          <ac:chgData name="Nunes, Marta Rafaela" userId="64e258cc-da3c-4cb9-a36b-1ce753c6c460" providerId="ADAL" clId="{06DC152B-A079-46BC-83AB-2B49C1DAC4B7}" dt="2026-01-20T10:13:31.970" v="28969"/>
          <ac:spMkLst>
            <pc:docMk/>
            <pc:sldMk cId="1530307141" sldId="2147480660"/>
            <ac:spMk id="27" creationId="{C901440D-5D7B-583F-9DA4-EABB74B79EFC}"/>
          </ac:spMkLst>
        </pc:spChg>
        <pc:spChg chg="mod">
          <ac:chgData name="Nunes, Marta Rafaela" userId="64e258cc-da3c-4cb9-a36b-1ce753c6c460" providerId="ADAL" clId="{06DC152B-A079-46BC-83AB-2B49C1DAC4B7}" dt="2026-01-20T10:14:32.870" v="29009" actId="114"/>
          <ac:spMkLst>
            <pc:docMk/>
            <pc:sldMk cId="1530307141" sldId="2147480660"/>
            <ac:spMk id="28" creationId="{C264197F-75C5-4800-15F4-C34E0FAAF88F}"/>
          </ac:spMkLst>
        </pc:spChg>
        <pc:spChg chg="add mod">
          <ac:chgData name="Nunes, Marta Rafaela" userId="64e258cc-da3c-4cb9-a36b-1ce753c6c460" providerId="ADAL" clId="{06DC152B-A079-46BC-83AB-2B49C1DAC4B7}" dt="2026-01-20T10:13:37.626" v="28970"/>
          <ac:spMkLst>
            <pc:docMk/>
            <pc:sldMk cId="1530307141" sldId="2147480660"/>
            <ac:spMk id="29" creationId="{F88A4DB2-C2CD-2FEF-D242-0D9EBB62C832}"/>
          </ac:spMkLst>
        </pc:spChg>
        <pc:spChg chg="add del mod">
          <ac:chgData name="Nunes, Marta Rafaela" userId="64e258cc-da3c-4cb9-a36b-1ce753c6c460" providerId="ADAL" clId="{06DC152B-A079-46BC-83AB-2B49C1DAC4B7}" dt="2026-01-20T10:14:18.358" v="29007" actId="478"/>
          <ac:spMkLst>
            <pc:docMk/>
            <pc:sldMk cId="1530307141" sldId="2147480660"/>
            <ac:spMk id="30" creationId="{DC2BC267-F567-E31F-4CA3-DD209114D64E}"/>
          </ac:spMkLst>
        </pc:spChg>
        <pc:spChg chg="mod">
          <ac:chgData name="Nunes, Marta Rafaela" userId="64e258cc-da3c-4cb9-a36b-1ce753c6c460" providerId="ADAL" clId="{06DC152B-A079-46BC-83AB-2B49C1DAC4B7}" dt="2026-01-20T10:13:43.908" v="28972" actId="1035"/>
          <ac:spMkLst>
            <pc:docMk/>
            <pc:sldMk cId="1530307141" sldId="2147480660"/>
            <ac:spMk id="45" creationId="{C45E03E9-0519-7962-E4D5-C91B42C15C96}"/>
          </ac:spMkLst>
        </pc:spChg>
      </pc:sldChg>
      <pc:sldChg chg="addSp delSp modSp add mod modCm">
        <pc:chgData name="Nunes, Marta Rafaela" userId="64e258cc-da3c-4cb9-a36b-1ce753c6c460" providerId="ADAL" clId="{06DC152B-A079-46BC-83AB-2B49C1DAC4B7}" dt="2026-01-20T15:47:19.720" v="34335" actId="20577"/>
        <pc:sldMkLst>
          <pc:docMk/>
          <pc:sldMk cId="2446388990" sldId="2147480662"/>
        </pc:sldMkLst>
        <pc:spChg chg="mod">
          <ac:chgData name="Nunes, Marta Rafaela" userId="64e258cc-da3c-4cb9-a36b-1ce753c6c460" providerId="ADAL" clId="{06DC152B-A079-46BC-83AB-2B49C1DAC4B7}" dt="2026-01-20T12:22:13.336" v="33143" actId="255"/>
          <ac:spMkLst>
            <pc:docMk/>
            <pc:sldMk cId="2446388990" sldId="2147480662"/>
            <ac:spMk id="2" creationId="{350467F1-F6EE-32A8-B6F5-4E51191C8B4E}"/>
          </ac:spMkLst>
        </pc:spChg>
        <pc:spChg chg="mod">
          <ac:chgData name="Nunes, Marta Rafaela" userId="64e258cc-da3c-4cb9-a36b-1ce753c6c460" providerId="ADAL" clId="{06DC152B-A079-46BC-83AB-2B49C1DAC4B7}" dt="2026-01-20T12:22:33.435" v="33177" actId="20577"/>
          <ac:spMkLst>
            <pc:docMk/>
            <pc:sldMk cId="2446388990" sldId="2147480662"/>
            <ac:spMk id="3" creationId="{07C59941-D454-E27D-F498-3F75BB6AE2DD}"/>
          </ac:spMkLst>
        </pc:spChg>
        <pc:spChg chg="add del mod">
          <ac:chgData name="Nunes, Marta Rafaela" userId="64e258cc-da3c-4cb9-a36b-1ce753c6c460" providerId="ADAL" clId="{06DC152B-A079-46BC-83AB-2B49C1DAC4B7}" dt="2026-01-20T11:23:27.623" v="30556" actId="478"/>
          <ac:spMkLst>
            <pc:docMk/>
            <pc:sldMk cId="2446388990" sldId="2147480662"/>
            <ac:spMk id="4" creationId="{5C2AA9A0-E438-0814-27D9-13BCB9DD82F0}"/>
          </ac:spMkLst>
        </pc:spChg>
        <pc:spChg chg="mod">
          <ac:chgData name="Nunes, Marta Rafaela" userId="64e258cc-da3c-4cb9-a36b-1ce753c6c460" providerId="ADAL" clId="{06DC152B-A079-46BC-83AB-2B49C1DAC4B7}" dt="2026-01-19T10:52:56.399" v="19232" actId="20577"/>
          <ac:spMkLst>
            <pc:docMk/>
            <pc:sldMk cId="2446388990" sldId="2147480662"/>
            <ac:spMk id="5" creationId="{8E1CB11E-63CB-C543-56EF-E27653EAF795}"/>
          </ac:spMkLst>
        </pc:spChg>
        <pc:spChg chg="add mod">
          <ac:chgData name="Nunes, Marta Rafaela" userId="64e258cc-da3c-4cb9-a36b-1ce753c6c460" providerId="ADAL" clId="{06DC152B-A079-46BC-83AB-2B49C1DAC4B7}" dt="2026-01-20T11:33:09.577" v="30730" actId="20577"/>
          <ac:spMkLst>
            <pc:docMk/>
            <pc:sldMk cId="2446388990" sldId="2147480662"/>
            <ac:spMk id="5" creationId="{CC4BA5E4-4961-FE6F-DF13-CAED56A7B179}"/>
          </ac:spMkLst>
        </pc:spChg>
        <pc:spChg chg="add mod">
          <ac:chgData name="Nunes, Marta Rafaela" userId="64e258cc-da3c-4cb9-a36b-1ce753c6c460" providerId="ADAL" clId="{06DC152B-A079-46BC-83AB-2B49C1DAC4B7}" dt="2026-01-20T15:11:23.688" v="34262" actId="947"/>
          <ac:spMkLst>
            <pc:docMk/>
            <pc:sldMk cId="2446388990" sldId="2147480662"/>
            <ac:spMk id="6" creationId="{C117FF44-93FA-850F-F750-22DCF99ED921}"/>
          </ac:spMkLst>
        </pc:spChg>
        <pc:spChg chg="add mod">
          <ac:chgData name="Nunes, Marta Rafaela" userId="64e258cc-da3c-4cb9-a36b-1ce753c6c460" providerId="ADAL" clId="{06DC152B-A079-46BC-83AB-2B49C1DAC4B7}" dt="2026-01-20T11:43:33.784" v="31200" actId="1036"/>
          <ac:spMkLst>
            <pc:docMk/>
            <pc:sldMk cId="2446388990" sldId="2147480662"/>
            <ac:spMk id="7" creationId="{7834BEA1-18E1-2BB3-73B1-829C252EE78C}"/>
          </ac:spMkLst>
        </pc:spChg>
        <pc:spChg chg="add del mod">
          <ac:chgData name="Nunes, Marta Rafaela" userId="64e258cc-da3c-4cb9-a36b-1ce753c6c460" providerId="ADAL" clId="{06DC152B-A079-46BC-83AB-2B49C1DAC4B7}" dt="2026-01-20T11:41:32.391" v="30821" actId="21"/>
          <ac:spMkLst>
            <pc:docMk/>
            <pc:sldMk cId="2446388990" sldId="2147480662"/>
            <ac:spMk id="9" creationId="{774E72DC-AA90-EC63-2475-4DFC837777F0}"/>
          </ac:spMkLst>
        </pc:spChg>
        <pc:spChg chg="add del mod">
          <ac:chgData name="Nunes, Marta Rafaela" userId="64e258cc-da3c-4cb9-a36b-1ce753c6c460" providerId="ADAL" clId="{06DC152B-A079-46BC-83AB-2B49C1DAC4B7}" dt="2026-01-20T11:41:42.976" v="30831" actId="21"/>
          <ac:spMkLst>
            <pc:docMk/>
            <pc:sldMk cId="2446388990" sldId="2147480662"/>
            <ac:spMk id="10" creationId="{774E72DC-AA90-EC63-2475-4DFC837777F0}"/>
          </ac:spMkLst>
        </pc:spChg>
        <pc:spChg chg="add del mod">
          <ac:chgData name="Nunes, Marta Rafaela" userId="64e258cc-da3c-4cb9-a36b-1ce753c6c460" providerId="ADAL" clId="{06DC152B-A079-46BC-83AB-2B49C1DAC4B7}" dt="2026-01-20T11:41:59.842" v="30878" actId="21"/>
          <ac:spMkLst>
            <pc:docMk/>
            <pc:sldMk cId="2446388990" sldId="2147480662"/>
            <ac:spMk id="11" creationId="{774E72DC-AA90-EC63-2475-4DFC837777F0}"/>
          </ac:spMkLst>
        </pc:spChg>
        <pc:spChg chg="add mod">
          <ac:chgData name="Nunes, Marta Rafaela" userId="64e258cc-da3c-4cb9-a36b-1ce753c6c460" providerId="ADAL" clId="{06DC152B-A079-46BC-83AB-2B49C1DAC4B7}" dt="2026-01-20T15:13:58.252" v="34322" actId="20577"/>
          <ac:spMkLst>
            <pc:docMk/>
            <pc:sldMk cId="2446388990" sldId="2147480662"/>
            <ac:spMk id="12" creationId="{CA08000F-7FC3-AF56-C44C-BEFF433E458C}"/>
          </ac:spMkLst>
        </pc:spChg>
        <pc:spChg chg="add del mod">
          <ac:chgData name="Nunes, Marta Rafaela" userId="64e258cc-da3c-4cb9-a36b-1ce753c6c460" providerId="ADAL" clId="{06DC152B-A079-46BC-83AB-2B49C1DAC4B7}" dt="2026-01-19T15:23:58.217" v="20788" actId="478"/>
          <ac:spMkLst>
            <pc:docMk/>
            <pc:sldMk cId="2446388990" sldId="2147480662"/>
            <ac:spMk id="14" creationId="{7787185D-58CB-0E43-446B-B67E8B57A227}"/>
          </ac:spMkLst>
        </pc:spChg>
        <pc:spChg chg="mod">
          <ac:chgData name="Nunes, Marta Rafaela" userId="64e258cc-da3c-4cb9-a36b-1ce753c6c460" providerId="ADAL" clId="{06DC152B-A079-46BC-83AB-2B49C1DAC4B7}" dt="2026-01-19T10:53:10.348" v="19239" actId="20577"/>
          <ac:spMkLst>
            <pc:docMk/>
            <pc:sldMk cId="2446388990" sldId="2147480662"/>
            <ac:spMk id="15" creationId="{B6346C1B-B5A7-3BBB-8070-B82577AC36C2}"/>
          </ac:spMkLst>
        </pc:spChg>
        <pc:spChg chg="add mod">
          <ac:chgData name="Nunes, Marta Rafaela" userId="64e258cc-da3c-4cb9-a36b-1ce753c6c460" providerId="ADAL" clId="{06DC152B-A079-46BC-83AB-2B49C1DAC4B7}" dt="2026-01-20T11:23:42.779" v="30557" actId="14100"/>
          <ac:spMkLst>
            <pc:docMk/>
            <pc:sldMk cId="2446388990" sldId="2147480662"/>
            <ac:spMk id="16" creationId="{C313AA72-71D4-85E0-5291-BF8FA43D5659}"/>
          </ac:spMkLst>
        </pc:spChg>
        <pc:spChg chg="add del mod">
          <ac:chgData name="Nunes, Marta Rafaela" userId="64e258cc-da3c-4cb9-a36b-1ce753c6c460" providerId="ADAL" clId="{06DC152B-A079-46BC-83AB-2B49C1DAC4B7}" dt="2026-01-19T15:32:29.115" v="21178" actId="478"/>
          <ac:spMkLst>
            <pc:docMk/>
            <pc:sldMk cId="2446388990" sldId="2147480662"/>
            <ac:spMk id="17" creationId="{5943984E-DD80-7170-171D-EF47FDC4B734}"/>
          </ac:spMkLst>
        </pc:spChg>
        <pc:spChg chg="add del mod">
          <ac:chgData name="Nunes, Marta Rafaela" userId="64e258cc-da3c-4cb9-a36b-1ce753c6c460" providerId="ADAL" clId="{06DC152B-A079-46BC-83AB-2B49C1DAC4B7}" dt="2026-01-20T11:26:52.021" v="30565" actId="478"/>
          <ac:spMkLst>
            <pc:docMk/>
            <pc:sldMk cId="2446388990" sldId="2147480662"/>
            <ac:spMk id="18" creationId="{422580F5-27C2-FEC7-79B1-9AEF3D5B24E7}"/>
          </ac:spMkLst>
        </pc:spChg>
        <pc:spChg chg="add del mod">
          <ac:chgData name="Nunes, Marta Rafaela" userId="64e258cc-da3c-4cb9-a36b-1ce753c6c460" providerId="ADAL" clId="{06DC152B-A079-46BC-83AB-2B49C1DAC4B7}" dt="2026-01-19T15:36:25.363" v="21329" actId="478"/>
          <ac:spMkLst>
            <pc:docMk/>
            <pc:sldMk cId="2446388990" sldId="2147480662"/>
            <ac:spMk id="21" creationId="{8BACE300-5422-A18F-47D3-BDD7E9193046}"/>
          </ac:spMkLst>
        </pc:spChg>
        <pc:spChg chg="mod">
          <ac:chgData name="Nunes, Marta Rafaela" userId="64e258cc-da3c-4cb9-a36b-1ce753c6c460" providerId="ADAL" clId="{06DC152B-A079-46BC-83AB-2B49C1DAC4B7}" dt="2026-01-19T10:53:18.965" v="19246" actId="20577"/>
          <ac:spMkLst>
            <pc:docMk/>
            <pc:sldMk cId="2446388990" sldId="2147480662"/>
            <ac:spMk id="24" creationId="{877D02D3-91A2-6D99-6AE5-00598E375E5A}"/>
          </ac:spMkLst>
        </pc:spChg>
        <pc:spChg chg="mod topLvl">
          <ac:chgData name="Nunes, Marta Rafaela" userId="64e258cc-da3c-4cb9-a36b-1ce753c6c460" providerId="ADAL" clId="{06DC152B-A079-46BC-83AB-2B49C1DAC4B7}" dt="2026-01-20T11:32:34.203" v="30720" actId="555"/>
          <ac:spMkLst>
            <pc:docMk/>
            <pc:sldMk cId="2446388990" sldId="2147480662"/>
            <ac:spMk id="26" creationId="{DC130913-A8EF-536F-0598-3F2CDE5E89F5}"/>
          </ac:spMkLst>
        </pc:spChg>
        <pc:spChg chg="mod">
          <ac:chgData name="Nunes, Marta Rafaela" userId="64e258cc-da3c-4cb9-a36b-1ce753c6c460" providerId="ADAL" clId="{06DC152B-A079-46BC-83AB-2B49C1DAC4B7}" dt="2026-01-20T11:40:10.876" v="30800" actId="165"/>
          <ac:spMkLst>
            <pc:docMk/>
            <pc:sldMk cId="2446388990" sldId="2147480662"/>
            <ac:spMk id="27" creationId="{88F0D706-22F5-6D43-B668-7EE1BA91E90C}"/>
          </ac:spMkLst>
        </pc:spChg>
        <pc:spChg chg="mod">
          <ac:chgData name="Nunes, Marta Rafaela" userId="64e258cc-da3c-4cb9-a36b-1ce753c6c460" providerId="ADAL" clId="{06DC152B-A079-46BC-83AB-2B49C1DAC4B7}" dt="2026-01-20T11:40:41.830" v="30803" actId="165"/>
          <ac:spMkLst>
            <pc:docMk/>
            <pc:sldMk cId="2446388990" sldId="2147480662"/>
            <ac:spMk id="28" creationId="{998517B9-4F25-5AA4-490D-D0EF6CE46465}"/>
          </ac:spMkLst>
        </pc:spChg>
        <pc:spChg chg="mod">
          <ac:chgData name="Nunes, Marta Rafaela" userId="64e258cc-da3c-4cb9-a36b-1ce753c6c460" providerId="ADAL" clId="{06DC152B-A079-46BC-83AB-2B49C1DAC4B7}" dt="2026-01-20T11:40:46.208" v="30804" actId="165"/>
          <ac:spMkLst>
            <pc:docMk/>
            <pc:sldMk cId="2446388990" sldId="2147480662"/>
            <ac:spMk id="29" creationId="{FC9B9CFA-8DFF-225A-BD3D-B0ACF81CD37B}"/>
          </ac:spMkLst>
        </pc:spChg>
        <pc:spChg chg="mod topLvl">
          <ac:chgData name="Nunes, Marta Rafaela" userId="64e258cc-da3c-4cb9-a36b-1ce753c6c460" providerId="ADAL" clId="{06DC152B-A079-46BC-83AB-2B49C1DAC4B7}" dt="2026-01-20T11:40:24.768" v="30802" actId="552"/>
          <ac:spMkLst>
            <pc:docMk/>
            <pc:sldMk cId="2446388990" sldId="2147480662"/>
            <ac:spMk id="30" creationId="{70D12B27-789D-F04A-DBEC-606324C47B1B}"/>
          </ac:spMkLst>
        </pc:spChg>
        <pc:spChg chg="mod topLvl">
          <ac:chgData name="Nunes, Marta Rafaela" userId="64e258cc-da3c-4cb9-a36b-1ce753c6c460" providerId="ADAL" clId="{06DC152B-A079-46BC-83AB-2B49C1DAC4B7}" dt="2026-01-20T11:40:41.830" v="30803" actId="165"/>
          <ac:spMkLst>
            <pc:docMk/>
            <pc:sldMk cId="2446388990" sldId="2147480662"/>
            <ac:spMk id="31" creationId="{75018BE1-8556-D928-E950-610D57EB64AD}"/>
          </ac:spMkLst>
        </pc:spChg>
        <pc:spChg chg="mod topLvl">
          <ac:chgData name="Nunes, Marta Rafaela" userId="64e258cc-da3c-4cb9-a36b-1ce753c6c460" providerId="ADAL" clId="{06DC152B-A079-46BC-83AB-2B49C1DAC4B7}" dt="2026-01-20T11:40:46.208" v="30804" actId="165"/>
          <ac:spMkLst>
            <pc:docMk/>
            <pc:sldMk cId="2446388990" sldId="2147480662"/>
            <ac:spMk id="32" creationId="{A325C398-D4E8-A542-75B6-609D831DA32A}"/>
          </ac:spMkLst>
        </pc:spChg>
        <pc:spChg chg="mod topLvl">
          <ac:chgData name="Nunes, Marta Rafaela" userId="64e258cc-da3c-4cb9-a36b-1ce753c6c460" providerId="ADAL" clId="{06DC152B-A079-46BC-83AB-2B49C1DAC4B7}" dt="2026-01-20T15:47:19.720" v="34335" actId="20577"/>
          <ac:spMkLst>
            <pc:docMk/>
            <pc:sldMk cId="2446388990" sldId="2147480662"/>
            <ac:spMk id="33" creationId="{3B23E6A0-8914-FFFE-C223-C774990BEC21}"/>
          </ac:spMkLst>
        </pc:spChg>
        <pc:spChg chg="mod topLvl">
          <ac:chgData name="Nunes, Marta Rafaela" userId="64e258cc-da3c-4cb9-a36b-1ce753c6c460" providerId="ADAL" clId="{06DC152B-A079-46BC-83AB-2B49C1DAC4B7}" dt="2026-01-20T11:41:41.138" v="30830" actId="1035"/>
          <ac:spMkLst>
            <pc:docMk/>
            <pc:sldMk cId="2446388990" sldId="2147480662"/>
            <ac:spMk id="34" creationId="{3782EA6F-EDB6-8773-54E9-30EC08CE033E}"/>
          </ac:spMkLst>
        </pc:spChg>
        <pc:spChg chg="mod topLvl">
          <ac:chgData name="Nunes, Marta Rafaela" userId="64e258cc-da3c-4cb9-a36b-1ce753c6c460" providerId="ADAL" clId="{06DC152B-A079-46BC-83AB-2B49C1DAC4B7}" dt="2026-01-20T11:41:56.796" v="30877" actId="1035"/>
          <ac:spMkLst>
            <pc:docMk/>
            <pc:sldMk cId="2446388990" sldId="2147480662"/>
            <ac:spMk id="35" creationId="{B1D7E752-DDE2-5ABF-9606-B158627FAAAD}"/>
          </ac:spMkLst>
        </pc:spChg>
        <pc:spChg chg="mod">
          <ac:chgData name="Nunes, Marta Rafaela" userId="64e258cc-da3c-4cb9-a36b-1ce753c6c460" providerId="ADAL" clId="{06DC152B-A079-46BC-83AB-2B49C1DAC4B7}" dt="2026-01-19T15:35:36.495" v="21278" actId="164"/>
          <ac:spMkLst>
            <pc:docMk/>
            <pc:sldMk cId="2446388990" sldId="2147480662"/>
            <ac:spMk id="41" creationId="{DA810354-1F40-ECD1-B2E6-82E86EC4B566}"/>
          </ac:spMkLst>
        </pc:spChg>
        <pc:spChg chg="mod">
          <ac:chgData name="Nunes, Marta Rafaela" userId="64e258cc-da3c-4cb9-a36b-1ce753c6c460" providerId="ADAL" clId="{06DC152B-A079-46BC-83AB-2B49C1DAC4B7}" dt="2026-01-19T16:53:01.343" v="23782" actId="20577"/>
          <ac:spMkLst>
            <pc:docMk/>
            <pc:sldMk cId="2446388990" sldId="2147480662"/>
            <ac:spMk id="42" creationId="{21647BA7-A47C-6A30-B19C-41719D207D30}"/>
          </ac:spMkLst>
        </pc:spChg>
        <pc:spChg chg="del mod">
          <ac:chgData name="Nunes, Marta Rafaela" userId="64e258cc-da3c-4cb9-a36b-1ce753c6c460" providerId="ADAL" clId="{06DC152B-A079-46BC-83AB-2B49C1DAC4B7}" dt="2026-01-20T11:30:18.727" v="30659" actId="478"/>
          <ac:spMkLst>
            <pc:docMk/>
            <pc:sldMk cId="2446388990" sldId="2147480662"/>
            <ac:spMk id="51" creationId="{883D81C5-CA98-7512-D34B-4B960421F0C5}"/>
          </ac:spMkLst>
        </pc:spChg>
        <pc:spChg chg="del mod">
          <ac:chgData name="Nunes, Marta Rafaela" userId="64e258cc-da3c-4cb9-a36b-1ce753c6c460" providerId="ADAL" clId="{06DC152B-A079-46BC-83AB-2B49C1DAC4B7}" dt="2026-01-20T11:27:29.247" v="30596" actId="478"/>
          <ac:spMkLst>
            <pc:docMk/>
            <pc:sldMk cId="2446388990" sldId="2147480662"/>
            <ac:spMk id="69" creationId="{551FE847-36BD-F535-8479-B44C7B8CBC5E}"/>
          </ac:spMkLst>
        </pc:spChg>
        <pc:grpChg chg="add mod">
          <ac:chgData name="Nunes, Marta Rafaela" userId="64e258cc-da3c-4cb9-a36b-1ce753c6c460" providerId="ADAL" clId="{06DC152B-A079-46BC-83AB-2B49C1DAC4B7}" dt="2026-01-20T11:27:35.999" v="30597" actId="554"/>
          <ac:grpSpMkLst>
            <pc:docMk/>
            <pc:sldMk cId="2446388990" sldId="2147480662"/>
            <ac:grpSpMk id="19" creationId="{2CBD0080-C24A-C2D1-46B9-FB0BEDA51365}"/>
          </ac:grpSpMkLst>
        </pc:grpChg>
        <pc:grpChg chg="add mod">
          <ac:chgData name="Nunes, Marta Rafaela" userId="64e258cc-da3c-4cb9-a36b-1ce753c6c460" providerId="ADAL" clId="{06DC152B-A079-46BC-83AB-2B49C1DAC4B7}" dt="2026-01-20T11:30:23.138" v="30661" actId="14100"/>
          <ac:grpSpMkLst>
            <pc:docMk/>
            <pc:sldMk cId="2446388990" sldId="2147480662"/>
            <ac:grpSpMk id="20" creationId="{D20118EB-C4F1-33E7-0592-971111986951}"/>
          </ac:grpSpMkLst>
        </pc:grpChg>
        <pc:grpChg chg="del mod">
          <ac:chgData name="Nunes, Marta Rafaela" userId="64e258cc-da3c-4cb9-a36b-1ce753c6c460" providerId="ADAL" clId="{06DC152B-A079-46BC-83AB-2B49C1DAC4B7}" dt="2026-01-19T20:46:43.314" v="24526" actId="478"/>
          <ac:grpSpMkLst>
            <pc:docMk/>
            <pc:sldMk cId="2446388990" sldId="2147480662"/>
            <ac:grpSpMk id="44" creationId="{783EE159-8E31-A71E-61E7-0740F33E211D}"/>
          </ac:grpSpMkLst>
        </pc:grpChg>
        <pc:grpChg chg="mod topLvl">
          <ac:chgData name="Nunes, Marta Rafaela" userId="64e258cc-da3c-4cb9-a36b-1ce753c6c460" providerId="ADAL" clId="{06DC152B-A079-46BC-83AB-2B49C1DAC4B7}" dt="2026-01-20T11:40:46.208" v="30804" actId="165"/>
          <ac:grpSpMkLst>
            <pc:docMk/>
            <pc:sldMk cId="2446388990" sldId="2147480662"/>
            <ac:grpSpMk id="59" creationId="{1BF6F4A3-B4AC-18BF-7FF4-60B8472BAD5F}"/>
          </ac:grpSpMkLst>
        </pc:grpChg>
        <pc:grpChg chg="mod topLvl">
          <ac:chgData name="Nunes, Marta Rafaela" userId="64e258cc-da3c-4cb9-a36b-1ce753c6c460" providerId="ADAL" clId="{06DC152B-A079-46BC-83AB-2B49C1DAC4B7}" dt="2026-01-20T11:40:41.830" v="30803" actId="165"/>
          <ac:grpSpMkLst>
            <pc:docMk/>
            <pc:sldMk cId="2446388990" sldId="2147480662"/>
            <ac:grpSpMk id="60" creationId="{7D1CC870-7961-AD4F-EA5F-D0C32FF54DCD}"/>
          </ac:grpSpMkLst>
        </pc:grpChg>
        <pc:grpChg chg="mod topLvl">
          <ac:chgData name="Nunes, Marta Rafaela" userId="64e258cc-da3c-4cb9-a36b-1ce753c6c460" providerId="ADAL" clId="{06DC152B-A079-46BC-83AB-2B49C1DAC4B7}" dt="2026-01-20T11:40:10.876" v="30800" actId="165"/>
          <ac:grpSpMkLst>
            <pc:docMk/>
            <pc:sldMk cId="2446388990" sldId="2147480662"/>
            <ac:grpSpMk id="61" creationId="{8FEBCC18-E541-3FD3-39D2-0E5479165B93}"/>
          </ac:grpSpMkLst>
        </pc:grpChg>
        <pc:grpChg chg="del mod">
          <ac:chgData name="Nunes, Marta Rafaela" userId="64e258cc-da3c-4cb9-a36b-1ce753c6c460" providerId="ADAL" clId="{06DC152B-A079-46BC-83AB-2B49C1DAC4B7}" dt="2026-01-20T11:40:46.208" v="30804" actId="165"/>
          <ac:grpSpMkLst>
            <pc:docMk/>
            <pc:sldMk cId="2446388990" sldId="2147480662"/>
            <ac:grpSpMk id="66" creationId="{D285C091-63C6-AC52-6C0E-D72590CD031C}"/>
          </ac:grpSpMkLst>
        </pc:grpChg>
        <pc:grpChg chg="del mod">
          <ac:chgData name="Nunes, Marta Rafaela" userId="64e258cc-da3c-4cb9-a36b-1ce753c6c460" providerId="ADAL" clId="{06DC152B-A079-46BC-83AB-2B49C1DAC4B7}" dt="2026-01-20T11:40:41.830" v="30803" actId="165"/>
          <ac:grpSpMkLst>
            <pc:docMk/>
            <pc:sldMk cId="2446388990" sldId="2147480662"/>
            <ac:grpSpMk id="67" creationId="{43ACE940-DD12-F706-5354-8A09D8B12512}"/>
          </ac:grpSpMkLst>
        </pc:grpChg>
        <pc:grpChg chg="del mod">
          <ac:chgData name="Nunes, Marta Rafaela" userId="64e258cc-da3c-4cb9-a36b-1ce753c6c460" providerId="ADAL" clId="{06DC152B-A079-46BC-83AB-2B49C1DAC4B7}" dt="2026-01-20T11:40:10.876" v="30800" actId="165"/>
          <ac:grpSpMkLst>
            <pc:docMk/>
            <pc:sldMk cId="2446388990" sldId="2147480662"/>
            <ac:grpSpMk id="68" creationId="{0A500456-D8A8-41B8-E919-392398F8EE03}"/>
          </ac:grpSpMkLst>
        </pc:grpChg>
        <pc:graphicFrameChg chg="add del mod ord modGraphic">
          <ac:chgData name="Nunes, Marta Rafaela" userId="64e258cc-da3c-4cb9-a36b-1ce753c6c460" providerId="ADAL" clId="{06DC152B-A079-46BC-83AB-2B49C1DAC4B7}" dt="2026-01-20T11:35:03.712" v="30750" actId="478"/>
          <ac:graphicFrameMkLst>
            <pc:docMk/>
            <pc:sldMk cId="2446388990" sldId="2147480662"/>
            <ac:graphicFrameMk id="8" creationId="{11521E31-B1DC-594B-5CE4-E1840B1E7EFE}"/>
          </ac:graphicFrameMkLst>
        </pc:graphicFrameChg>
        <pc:graphicFrameChg chg="add del mod modGraphic">
          <ac:chgData name="Nunes, Marta Rafaela" userId="64e258cc-da3c-4cb9-a36b-1ce753c6c460" providerId="ADAL" clId="{06DC152B-A079-46BC-83AB-2B49C1DAC4B7}" dt="2026-01-20T11:34:52.607" v="30748" actId="553"/>
          <ac:graphicFrameMkLst>
            <pc:docMk/>
            <pc:sldMk cId="2446388990" sldId="2147480662"/>
            <ac:graphicFrameMk id="22" creationId="{C31F5A3A-474D-969A-DC31-5D918782BC5D}"/>
          </ac:graphicFrameMkLst>
        </pc:graphicFrameChg>
        <pc:graphicFrameChg chg="add del mod">
          <ac:chgData name="Nunes, Marta Rafaela" userId="64e258cc-da3c-4cb9-a36b-1ce753c6c460" providerId="ADAL" clId="{06DC152B-A079-46BC-83AB-2B49C1DAC4B7}" dt="2026-01-19T20:49:57.174" v="24559" actId="478"/>
          <ac:graphicFrameMkLst>
            <pc:docMk/>
            <pc:sldMk cId="2446388990" sldId="2147480662"/>
            <ac:graphicFrameMk id="23" creationId="{F71A8B4D-0B46-BD17-72A2-C4428D260F5B}"/>
          </ac:graphicFrameMkLst>
        </pc:graphicFrameChg>
        <pc:picChg chg="mod">
          <ac:chgData name="Nunes, Marta Rafaela" userId="64e258cc-da3c-4cb9-a36b-1ce753c6c460" providerId="ADAL" clId="{06DC152B-A079-46BC-83AB-2B49C1DAC4B7}" dt="2026-01-20T11:40:10.876" v="30800" actId="165"/>
          <ac:picMkLst>
            <pc:docMk/>
            <pc:sldMk cId="2446388990" sldId="2147480662"/>
            <ac:picMk id="37" creationId="{598C35BD-427B-9F6F-856B-97B82FCA995D}"/>
          </ac:picMkLst>
        </pc:picChg>
        <pc:picChg chg="mod">
          <ac:chgData name="Nunes, Marta Rafaela" userId="64e258cc-da3c-4cb9-a36b-1ce753c6c460" providerId="ADAL" clId="{06DC152B-A079-46BC-83AB-2B49C1DAC4B7}" dt="2026-01-20T11:40:46.208" v="30804" actId="165"/>
          <ac:picMkLst>
            <pc:docMk/>
            <pc:sldMk cId="2446388990" sldId="2147480662"/>
            <ac:picMk id="52" creationId="{5E675490-6190-CB5F-562E-91B605C107AE}"/>
          </ac:picMkLst>
        </pc:picChg>
        <pc:picChg chg="mod">
          <ac:chgData name="Nunes, Marta Rafaela" userId="64e258cc-da3c-4cb9-a36b-1ce753c6c460" providerId="ADAL" clId="{06DC152B-A079-46BC-83AB-2B49C1DAC4B7}" dt="2026-01-20T11:40:41.830" v="30803" actId="165"/>
          <ac:picMkLst>
            <pc:docMk/>
            <pc:sldMk cId="2446388990" sldId="2147480662"/>
            <ac:picMk id="54" creationId="{70CFEF79-EA28-E09D-5C41-0017F4447203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19T16:53:01.343" v="23782" actId="20577"/>
              <pc2:cmMkLst xmlns:pc2="http://schemas.microsoft.com/office/powerpoint/2019/9/main/command">
                <pc:docMk/>
                <pc:sldMk cId="2446388990" sldId="2147480662"/>
                <pc2:cmMk id="{4935D159-83BF-4844-BD78-E1389B142EF1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19T16:53:01.343" v="23782" actId="20577"/>
              <pc2:cmMkLst xmlns:pc2="http://schemas.microsoft.com/office/powerpoint/2019/9/main/command">
                <pc:docMk/>
                <pc:sldMk cId="2446388990" sldId="2147480662"/>
                <pc2:cmMk id="{620355BF-0753-4292-8C2A-7940A75B0565}"/>
              </pc2:cmMkLst>
            </pc226:cmChg>
          </p:ext>
        </pc:extLst>
      </pc:sldChg>
      <pc:sldChg chg="addSp delSp modSp add del mod modShow">
        <pc:chgData name="Nunes, Marta Rafaela" userId="64e258cc-da3c-4cb9-a36b-1ce753c6c460" providerId="ADAL" clId="{06DC152B-A079-46BC-83AB-2B49C1DAC4B7}" dt="2026-01-20T17:53:34.291" v="35746" actId="47"/>
        <pc:sldMkLst>
          <pc:docMk/>
          <pc:sldMk cId="4125094515" sldId="2147480663"/>
        </pc:sldMkLst>
        <pc:spChg chg="mod">
          <ac:chgData name="Nunes, Marta Rafaela" userId="64e258cc-da3c-4cb9-a36b-1ce753c6c460" providerId="ADAL" clId="{06DC152B-A079-46BC-83AB-2B49C1DAC4B7}" dt="2026-01-19T22:19:44.209" v="26967"/>
          <ac:spMkLst>
            <pc:docMk/>
            <pc:sldMk cId="4125094515" sldId="2147480663"/>
            <ac:spMk id="2" creationId="{C41C9BE5-96FD-F0BD-292E-40D01F8CA2C4}"/>
          </ac:spMkLst>
        </pc:spChg>
        <pc:spChg chg="mod">
          <ac:chgData name="Nunes, Marta Rafaela" userId="64e258cc-da3c-4cb9-a36b-1ce753c6c460" providerId="ADAL" clId="{06DC152B-A079-46BC-83AB-2B49C1DAC4B7}" dt="2026-01-19T22:22:06.307" v="27052" actId="20577"/>
          <ac:spMkLst>
            <pc:docMk/>
            <pc:sldMk cId="4125094515" sldId="2147480663"/>
            <ac:spMk id="3" creationId="{CEDED835-D70B-CFD1-EA46-45B5245878F5}"/>
          </ac:spMkLst>
        </pc:spChg>
        <pc:spChg chg="mod">
          <ac:chgData name="Nunes, Marta Rafaela" userId="64e258cc-da3c-4cb9-a36b-1ce753c6c460" providerId="ADAL" clId="{06DC152B-A079-46BC-83AB-2B49C1DAC4B7}" dt="2026-01-19T10:54:01.317" v="19252" actId="20577"/>
          <ac:spMkLst>
            <pc:docMk/>
            <pc:sldMk cId="4125094515" sldId="2147480663"/>
            <ac:spMk id="5" creationId="{F4156F24-D4A7-78BE-FEA9-4CD6B9ABB9D4}"/>
          </ac:spMkLst>
        </pc:spChg>
        <pc:spChg chg="del">
          <ac:chgData name="Nunes, Marta Rafaela" userId="64e258cc-da3c-4cb9-a36b-1ce753c6c460" providerId="ADAL" clId="{06DC152B-A079-46BC-83AB-2B49C1DAC4B7}" dt="2026-01-19T15:58:27.856" v="22468" actId="478"/>
          <ac:spMkLst>
            <pc:docMk/>
            <pc:sldMk cId="4125094515" sldId="2147480663"/>
            <ac:spMk id="14" creationId="{C56FD69A-3C2C-18F0-E1E9-EBF04CBE4108}"/>
          </ac:spMkLst>
        </pc:spChg>
        <pc:spChg chg="mod">
          <ac:chgData name="Nunes, Marta Rafaela" userId="64e258cc-da3c-4cb9-a36b-1ce753c6c460" providerId="ADAL" clId="{06DC152B-A079-46BC-83AB-2B49C1DAC4B7}" dt="2026-01-19T10:54:10.678" v="19259" actId="20577"/>
          <ac:spMkLst>
            <pc:docMk/>
            <pc:sldMk cId="4125094515" sldId="2147480663"/>
            <ac:spMk id="15" creationId="{77B7842A-187A-BB7B-D97A-258A89459996}"/>
          </ac:spMkLst>
        </pc:spChg>
        <pc:spChg chg="add del mod">
          <ac:chgData name="Nunes, Marta Rafaela" userId="64e258cc-da3c-4cb9-a36b-1ce753c6c460" providerId="ADAL" clId="{06DC152B-A079-46BC-83AB-2B49C1DAC4B7}" dt="2026-01-19T15:58:27.856" v="22468" actId="478"/>
          <ac:spMkLst>
            <pc:docMk/>
            <pc:sldMk cId="4125094515" sldId="2147480663"/>
            <ac:spMk id="16" creationId="{66391653-2D68-DE4F-9C61-DC4A348916E6}"/>
          </ac:spMkLst>
        </pc:spChg>
        <pc:spChg chg="mod">
          <ac:chgData name="Nunes, Marta Rafaela" userId="64e258cc-da3c-4cb9-a36b-1ce753c6c460" providerId="ADAL" clId="{06DC152B-A079-46BC-83AB-2B49C1DAC4B7}" dt="2026-01-19T15:46:59.637" v="21949"/>
          <ac:spMkLst>
            <pc:docMk/>
            <pc:sldMk cId="4125094515" sldId="2147480663"/>
            <ac:spMk id="18" creationId="{7675CDAF-E2D0-2F6C-83C1-3494429BF686}"/>
          </ac:spMkLst>
        </pc:spChg>
        <pc:spChg chg="mod">
          <ac:chgData name="Nunes, Marta Rafaela" userId="64e258cc-da3c-4cb9-a36b-1ce753c6c460" providerId="ADAL" clId="{06DC152B-A079-46BC-83AB-2B49C1DAC4B7}" dt="2026-01-19T15:46:59.637" v="21949"/>
          <ac:spMkLst>
            <pc:docMk/>
            <pc:sldMk cId="4125094515" sldId="2147480663"/>
            <ac:spMk id="19" creationId="{87D6615F-EA56-4C75-C288-5DF3797F4F2A}"/>
          </ac:spMkLst>
        </pc:spChg>
        <pc:spChg chg="mod">
          <ac:chgData name="Nunes, Marta Rafaela" userId="64e258cc-da3c-4cb9-a36b-1ce753c6c460" providerId="ADAL" clId="{06DC152B-A079-46BC-83AB-2B49C1DAC4B7}" dt="2026-01-19T15:47:03.022" v="21951" actId="20577"/>
          <ac:spMkLst>
            <pc:docMk/>
            <pc:sldMk cId="4125094515" sldId="2147480663"/>
            <ac:spMk id="20" creationId="{BDB7EECD-D3A7-DCF8-7C82-E8435388AD6E}"/>
          </ac:spMkLst>
        </pc:spChg>
        <pc:spChg chg="mod">
          <ac:chgData name="Nunes, Marta Rafaela" userId="64e258cc-da3c-4cb9-a36b-1ce753c6c460" providerId="ADAL" clId="{06DC152B-A079-46BC-83AB-2B49C1DAC4B7}" dt="2026-01-20T16:17:02.391" v="34372"/>
          <ac:spMkLst>
            <pc:docMk/>
            <pc:sldMk cId="4125094515" sldId="2147480663"/>
            <ac:spMk id="22" creationId="{458097A8-88DE-4371-F0C6-BDA014FD2E9E}"/>
          </ac:spMkLst>
        </pc:spChg>
        <pc:spChg chg="mod">
          <ac:chgData name="Nunes, Marta Rafaela" userId="64e258cc-da3c-4cb9-a36b-1ce753c6c460" providerId="ADAL" clId="{06DC152B-A079-46BC-83AB-2B49C1DAC4B7}" dt="2026-01-19T10:54:19.003" v="19266" actId="20577"/>
          <ac:spMkLst>
            <pc:docMk/>
            <pc:sldMk cId="4125094515" sldId="2147480663"/>
            <ac:spMk id="24" creationId="{C6847BE3-B660-F3A4-7A6A-E8FCE4318503}"/>
          </ac:spMkLst>
        </pc:spChg>
        <pc:spChg chg="mod">
          <ac:chgData name="Nunes, Marta Rafaela" userId="64e258cc-da3c-4cb9-a36b-1ce753c6c460" providerId="ADAL" clId="{06DC152B-A079-46BC-83AB-2B49C1DAC4B7}" dt="2026-01-19T16:08:55.568" v="23016"/>
          <ac:spMkLst>
            <pc:docMk/>
            <pc:sldMk cId="4125094515" sldId="2147480663"/>
            <ac:spMk id="25" creationId="{0747E170-EA92-9A5F-F252-0285655ECF4F}"/>
          </ac:spMkLst>
        </pc:spChg>
        <pc:spChg chg="del">
          <ac:chgData name="Nunes, Marta Rafaela" userId="64e258cc-da3c-4cb9-a36b-1ce753c6c460" providerId="ADAL" clId="{06DC152B-A079-46BC-83AB-2B49C1DAC4B7}" dt="2026-01-19T15:58:27.856" v="22468" actId="478"/>
          <ac:spMkLst>
            <pc:docMk/>
            <pc:sldMk cId="4125094515" sldId="2147480663"/>
            <ac:spMk id="26" creationId="{F8049574-BBD6-E441-DE32-EADDC2930F79}"/>
          </ac:spMkLst>
        </pc:spChg>
        <pc:spChg chg="mod">
          <ac:chgData name="Nunes, Marta Rafaela" userId="64e258cc-da3c-4cb9-a36b-1ce753c6c460" providerId="ADAL" clId="{06DC152B-A079-46BC-83AB-2B49C1DAC4B7}" dt="2026-01-19T15:58:28.928" v="22469" actId="20577"/>
          <ac:spMkLst>
            <pc:docMk/>
            <pc:sldMk cId="4125094515" sldId="2147480663"/>
            <ac:spMk id="33" creationId="{8BEE3F54-3A9D-C02D-C7E9-0614C6E09834}"/>
          </ac:spMkLst>
        </pc:spChg>
        <pc:spChg chg="mod">
          <ac:chgData name="Nunes, Marta Rafaela" userId="64e258cc-da3c-4cb9-a36b-1ce753c6c460" providerId="ADAL" clId="{06DC152B-A079-46BC-83AB-2B49C1DAC4B7}" dt="2026-01-20T16:17:02.391" v="34372"/>
          <ac:spMkLst>
            <pc:docMk/>
            <pc:sldMk cId="4125094515" sldId="2147480663"/>
            <ac:spMk id="40" creationId="{30DD5E12-5384-30F7-69C9-ED1E52C6B6C2}"/>
          </ac:spMkLst>
        </pc:spChg>
        <pc:spChg chg="del">
          <ac:chgData name="Nunes, Marta Rafaela" userId="64e258cc-da3c-4cb9-a36b-1ce753c6c460" providerId="ADAL" clId="{06DC152B-A079-46BC-83AB-2B49C1DAC4B7}" dt="2026-01-19T15:46:55.523" v="21948" actId="478"/>
          <ac:spMkLst>
            <pc:docMk/>
            <pc:sldMk cId="4125094515" sldId="2147480663"/>
            <ac:spMk id="41" creationId="{D9C566D7-DA07-7382-2EA8-4EB448D0406A}"/>
          </ac:spMkLst>
        </pc:spChg>
        <pc:spChg chg="del">
          <ac:chgData name="Nunes, Marta Rafaela" userId="64e258cc-da3c-4cb9-a36b-1ce753c6c460" providerId="ADAL" clId="{06DC152B-A079-46BC-83AB-2B49C1DAC4B7}" dt="2026-01-19T15:46:55.523" v="21948" actId="478"/>
          <ac:spMkLst>
            <pc:docMk/>
            <pc:sldMk cId="4125094515" sldId="2147480663"/>
            <ac:spMk id="42" creationId="{1FF83778-2859-8517-07C9-F29F1FE8E3FF}"/>
          </ac:spMkLst>
        </pc:spChg>
        <pc:spChg chg="mod">
          <ac:chgData name="Nunes, Marta Rafaela" userId="64e258cc-da3c-4cb9-a36b-1ce753c6c460" providerId="ADAL" clId="{06DC152B-A079-46BC-83AB-2B49C1DAC4B7}" dt="2026-01-20T16:25:36.175" v="34589" actId="20577"/>
          <ac:spMkLst>
            <pc:docMk/>
            <pc:sldMk cId="4125094515" sldId="2147480663"/>
            <ac:spMk id="43" creationId="{67D9E929-59D8-6F36-6C2C-8317F8463E19}"/>
          </ac:spMkLst>
        </pc:spChg>
        <pc:spChg chg="mod">
          <ac:chgData name="Nunes, Marta Rafaela" userId="64e258cc-da3c-4cb9-a36b-1ce753c6c460" providerId="ADAL" clId="{06DC152B-A079-46BC-83AB-2B49C1DAC4B7}" dt="2026-01-20T16:17:02.391" v="34372"/>
          <ac:spMkLst>
            <pc:docMk/>
            <pc:sldMk cId="4125094515" sldId="2147480663"/>
            <ac:spMk id="45" creationId="{AD3D8460-B998-5633-F813-DCF95107164D}"/>
          </ac:spMkLst>
        </pc:spChg>
        <pc:spChg chg="mod">
          <ac:chgData name="Nunes, Marta Rafaela" userId="64e258cc-da3c-4cb9-a36b-1ce753c6c460" providerId="ADAL" clId="{06DC152B-A079-46BC-83AB-2B49C1DAC4B7}" dt="2026-01-20T16:17:02.391" v="34372"/>
          <ac:spMkLst>
            <pc:docMk/>
            <pc:sldMk cId="4125094515" sldId="2147480663"/>
            <ac:spMk id="47" creationId="{ACDA6C2E-389E-640F-8007-357DC3471D0A}"/>
          </ac:spMkLst>
        </pc:spChg>
        <pc:spChg chg="mod">
          <ac:chgData name="Nunes, Marta Rafaela" userId="64e258cc-da3c-4cb9-a36b-1ce753c6c460" providerId="ADAL" clId="{06DC152B-A079-46BC-83AB-2B49C1DAC4B7}" dt="2026-01-19T15:58:32.172" v="22471"/>
          <ac:spMkLst>
            <pc:docMk/>
            <pc:sldMk cId="4125094515" sldId="2147480663"/>
            <ac:spMk id="49" creationId="{0FE06B59-4D27-48C3-1565-39DB6F46CAF9}"/>
          </ac:spMkLst>
        </pc:spChg>
        <pc:spChg chg="mod">
          <ac:chgData name="Nunes, Marta Rafaela" userId="64e258cc-da3c-4cb9-a36b-1ce753c6c460" providerId="ADAL" clId="{06DC152B-A079-46BC-83AB-2B49C1DAC4B7}" dt="2026-01-20T16:17:02.391" v="34372"/>
          <ac:spMkLst>
            <pc:docMk/>
            <pc:sldMk cId="4125094515" sldId="2147480663"/>
            <ac:spMk id="50" creationId="{EC53578A-8FE8-77D7-7DF6-ECD58E1748F9}"/>
          </ac:spMkLst>
        </pc:spChg>
        <pc:spChg chg="del">
          <ac:chgData name="Nunes, Marta Rafaela" userId="64e258cc-da3c-4cb9-a36b-1ce753c6c460" providerId="ADAL" clId="{06DC152B-A079-46BC-83AB-2B49C1DAC4B7}" dt="2026-01-19T15:58:31.614" v="22470" actId="478"/>
          <ac:spMkLst>
            <pc:docMk/>
            <pc:sldMk cId="4125094515" sldId="2147480663"/>
            <ac:spMk id="51" creationId="{311BF7DF-62EE-A11B-3705-7E386E1A4331}"/>
          </ac:spMkLst>
        </pc:spChg>
        <pc:spChg chg="mod">
          <ac:chgData name="Nunes, Marta Rafaela" userId="64e258cc-da3c-4cb9-a36b-1ce753c6c460" providerId="ADAL" clId="{06DC152B-A079-46BC-83AB-2B49C1DAC4B7}" dt="2026-01-20T16:17:02.391" v="34372"/>
          <ac:spMkLst>
            <pc:docMk/>
            <pc:sldMk cId="4125094515" sldId="2147480663"/>
            <ac:spMk id="55" creationId="{DA3363D5-DA90-21AC-E66E-C049F400C0C8}"/>
          </ac:spMkLst>
        </pc:spChg>
        <pc:spChg chg="mod">
          <ac:chgData name="Nunes, Marta Rafaela" userId="64e258cc-da3c-4cb9-a36b-1ce753c6c460" providerId="ADAL" clId="{06DC152B-A079-46BC-83AB-2B49C1DAC4B7}" dt="2026-01-20T16:17:02.391" v="34372"/>
          <ac:spMkLst>
            <pc:docMk/>
            <pc:sldMk cId="4125094515" sldId="2147480663"/>
            <ac:spMk id="57" creationId="{14B83441-AAF2-22FD-4032-97750A0665FD}"/>
          </ac:spMkLst>
        </pc:spChg>
        <pc:spChg chg="mod">
          <ac:chgData name="Nunes, Marta Rafaela" userId="64e258cc-da3c-4cb9-a36b-1ce753c6c460" providerId="ADAL" clId="{06DC152B-A079-46BC-83AB-2B49C1DAC4B7}" dt="2026-01-20T16:17:02.391" v="34372"/>
          <ac:spMkLst>
            <pc:docMk/>
            <pc:sldMk cId="4125094515" sldId="2147480663"/>
            <ac:spMk id="58" creationId="{E0CEC4EB-2D00-16FF-860C-CB3DA0963EC6}"/>
          </ac:spMkLst>
        </pc:spChg>
        <pc:spChg chg="mod">
          <ac:chgData name="Nunes, Marta Rafaela" userId="64e258cc-da3c-4cb9-a36b-1ce753c6c460" providerId="ADAL" clId="{06DC152B-A079-46BC-83AB-2B49C1DAC4B7}" dt="2026-01-20T16:17:02.391" v="34372"/>
          <ac:spMkLst>
            <pc:docMk/>
            <pc:sldMk cId="4125094515" sldId="2147480663"/>
            <ac:spMk id="63" creationId="{836BE42D-DE72-CF5A-4D42-F773872D1059}"/>
          </ac:spMkLst>
        </pc:spChg>
        <pc:spChg chg="add del mod">
          <ac:chgData name="Nunes, Marta Rafaela" userId="64e258cc-da3c-4cb9-a36b-1ce753c6c460" providerId="ADAL" clId="{06DC152B-A079-46BC-83AB-2B49C1DAC4B7}" dt="2026-01-19T16:47:59.529" v="23706" actId="478"/>
          <ac:spMkLst>
            <pc:docMk/>
            <pc:sldMk cId="4125094515" sldId="2147480663"/>
            <ac:spMk id="65" creationId="{7566F830-64F0-0603-CEDD-AE7DCBE395AE}"/>
          </ac:spMkLst>
        </pc:spChg>
        <pc:spChg chg="add mod">
          <ac:chgData name="Nunes, Marta Rafaela" userId="64e258cc-da3c-4cb9-a36b-1ce753c6c460" providerId="ADAL" clId="{06DC152B-A079-46BC-83AB-2B49C1DAC4B7}" dt="2026-01-19T16:48:22.129" v="23737" actId="20577"/>
          <ac:spMkLst>
            <pc:docMk/>
            <pc:sldMk cId="4125094515" sldId="2147480663"/>
            <ac:spMk id="69" creationId="{53F9E5E3-37FD-91DD-A549-D8CF3F0DD38C}"/>
          </ac:spMkLst>
        </pc:spChg>
        <pc:grpChg chg="add mod">
          <ac:chgData name="Nunes, Marta Rafaela" userId="64e258cc-da3c-4cb9-a36b-1ce753c6c460" providerId="ADAL" clId="{06DC152B-A079-46BC-83AB-2B49C1DAC4B7}" dt="2026-01-19T15:46:59.637" v="21949"/>
          <ac:grpSpMkLst>
            <pc:docMk/>
            <pc:sldMk cId="4125094515" sldId="2147480663"/>
            <ac:grpSpMk id="17" creationId="{986758F7-6F19-070E-8DD9-1C37964FA54F}"/>
          </ac:grpSpMkLst>
        </pc:grpChg>
        <pc:grpChg chg="del">
          <ac:chgData name="Nunes, Marta Rafaela" userId="64e258cc-da3c-4cb9-a36b-1ce753c6c460" providerId="ADAL" clId="{06DC152B-A079-46BC-83AB-2B49C1DAC4B7}" dt="2026-01-19T21:12:54.962" v="24714" actId="478"/>
          <ac:grpSpMkLst>
            <pc:docMk/>
            <pc:sldMk cId="4125094515" sldId="2147480663"/>
            <ac:grpSpMk id="44" creationId="{593C2661-F607-46E9-9FB5-E430C9E7E442}"/>
          </ac:grpSpMkLst>
        </pc:grpChg>
        <pc:grpChg chg="del">
          <ac:chgData name="Nunes, Marta Rafaela" userId="64e258cc-da3c-4cb9-a36b-1ce753c6c460" providerId="ADAL" clId="{06DC152B-A079-46BC-83AB-2B49C1DAC4B7}" dt="2026-01-19T15:58:31.614" v="22470" actId="478"/>
          <ac:grpSpMkLst>
            <pc:docMk/>
            <pc:sldMk cId="4125094515" sldId="2147480663"/>
            <ac:grpSpMk id="66" creationId="{BBFF14B6-F442-A02B-DEBE-82B38299C24D}"/>
          </ac:grpSpMkLst>
        </pc:grpChg>
        <pc:grpChg chg="del">
          <ac:chgData name="Nunes, Marta Rafaela" userId="64e258cc-da3c-4cb9-a36b-1ce753c6c460" providerId="ADAL" clId="{06DC152B-A079-46BC-83AB-2B49C1DAC4B7}" dt="2026-01-19T15:58:31.614" v="22470" actId="478"/>
          <ac:grpSpMkLst>
            <pc:docMk/>
            <pc:sldMk cId="4125094515" sldId="2147480663"/>
            <ac:grpSpMk id="67" creationId="{54B9F7DB-8EB4-45AF-B3FB-2935E985C6B2}"/>
          </ac:grpSpMkLst>
        </pc:grpChg>
        <pc:grpChg chg="del">
          <ac:chgData name="Nunes, Marta Rafaela" userId="64e258cc-da3c-4cb9-a36b-1ce753c6c460" providerId="ADAL" clId="{06DC152B-A079-46BC-83AB-2B49C1DAC4B7}" dt="2026-01-19T15:58:31.614" v="22470" actId="478"/>
          <ac:grpSpMkLst>
            <pc:docMk/>
            <pc:sldMk cId="4125094515" sldId="2147480663"/>
            <ac:grpSpMk id="68" creationId="{2742CEEC-A178-144E-ACF3-C70ECE373262}"/>
          </ac:grpSpMkLst>
        </pc:grpChg>
        <pc:graphicFrameChg chg="add mod">
          <ac:chgData name="Nunes, Marta Rafaela" userId="64e258cc-da3c-4cb9-a36b-1ce753c6c460" providerId="ADAL" clId="{06DC152B-A079-46BC-83AB-2B49C1DAC4B7}" dt="2026-01-19T21:10:48.178" v="24630" actId="1076"/>
          <ac:graphicFrameMkLst>
            <pc:docMk/>
            <pc:sldMk cId="4125094515" sldId="2147480663"/>
            <ac:graphicFrameMk id="70" creationId="{EB2EC179-AC78-3A93-E6CA-15949132ABF0}"/>
          </ac:graphicFrameMkLst>
        </pc:graphicFrameChg>
        <pc:graphicFrameChg chg="add del mod">
          <ac:chgData name="Nunes, Marta Rafaela" userId="64e258cc-da3c-4cb9-a36b-1ce753c6c460" providerId="ADAL" clId="{06DC152B-A079-46BC-83AB-2B49C1DAC4B7}" dt="2026-01-19T21:11:11.644" v="24634" actId="478"/>
          <ac:graphicFrameMkLst>
            <pc:docMk/>
            <pc:sldMk cId="4125094515" sldId="2147480663"/>
            <ac:graphicFrameMk id="71" creationId="{327199F5-D8D8-1C01-279E-3818EF2AF6DE}"/>
          </ac:graphicFrameMkLst>
        </pc:graphicFrameChg>
        <pc:graphicFrameChg chg="add mod modGraphic">
          <ac:chgData name="Nunes, Marta Rafaela" userId="64e258cc-da3c-4cb9-a36b-1ce753c6c460" providerId="ADAL" clId="{06DC152B-A079-46BC-83AB-2B49C1DAC4B7}" dt="2026-01-20T11:32:50.827" v="30721"/>
          <ac:graphicFrameMkLst>
            <pc:docMk/>
            <pc:sldMk cId="4125094515" sldId="2147480663"/>
            <ac:graphicFrameMk id="72" creationId="{34AFAF8F-BFFD-4A6E-166D-FDFCE44E0BED}"/>
          </ac:graphicFrameMkLst>
        </pc:graphicFrameChg>
        <pc:graphicFrameChg chg="add del mod modGraphic">
          <ac:chgData name="Nunes, Marta Rafaela" userId="64e258cc-da3c-4cb9-a36b-1ce753c6c460" providerId="ADAL" clId="{06DC152B-A079-46BC-83AB-2B49C1DAC4B7}" dt="2026-01-19T21:13:25.153" v="24721" actId="478"/>
          <ac:graphicFrameMkLst>
            <pc:docMk/>
            <pc:sldMk cId="4125094515" sldId="2147480663"/>
            <ac:graphicFrameMk id="73" creationId="{F45FBEAB-9112-3C92-3201-B7D72178FD18}"/>
          </ac:graphicFrameMkLst>
        </pc:graphicFrameChg>
      </pc:sldChg>
      <pc:sldChg chg="addSp delSp modSp add del mod modShow">
        <pc:chgData name="Nunes, Marta Rafaela" userId="64e258cc-da3c-4cb9-a36b-1ce753c6c460" providerId="ADAL" clId="{06DC152B-A079-46BC-83AB-2B49C1DAC4B7}" dt="2026-01-20T17:53:36.345" v="35747" actId="47"/>
        <pc:sldMkLst>
          <pc:docMk/>
          <pc:sldMk cId="3650544671" sldId="2147480664"/>
        </pc:sldMkLst>
        <pc:spChg chg="mod">
          <ac:chgData name="Nunes, Marta Rafaela" userId="64e258cc-da3c-4cb9-a36b-1ce753c6c460" providerId="ADAL" clId="{06DC152B-A079-46BC-83AB-2B49C1DAC4B7}" dt="2026-01-19T22:20:16.951" v="26998"/>
          <ac:spMkLst>
            <pc:docMk/>
            <pc:sldMk cId="3650544671" sldId="2147480664"/>
            <ac:spMk id="2" creationId="{DA4F43D0-E989-F0C5-313B-211B2A0B0BE0}"/>
          </ac:spMkLst>
        </pc:spChg>
        <pc:spChg chg="mod">
          <ac:chgData name="Nunes, Marta Rafaela" userId="64e258cc-da3c-4cb9-a36b-1ce753c6c460" providerId="ADAL" clId="{06DC152B-A079-46BC-83AB-2B49C1DAC4B7}" dt="2026-01-19T22:21:52.062" v="27027" actId="20577"/>
          <ac:spMkLst>
            <pc:docMk/>
            <pc:sldMk cId="3650544671" sldId="2147480664"/>
            <ac:spMk id="3" creationId="{726CC9AB-28E8-FDED-47C3-FB1DCCF44878}"/>
          </ac:spMkLst>
        </pc:spChg>
        <pc:spChg chg="mod">
          <ac:chgData name="Nunes, Marta Rafaela" userId="64e258cc-da3c-4cb9-a36b-1ce753c6c460" providerId="ADAL" clId="{06DC152B-A079-46BC-83AB-2B49C1DAC4B7}" dt="2026-01-19T10:54:34.975" v="19272" actId="20577"/>
          <ac:spMkLst>
            <pc:docMk/>
            <pc:sldMk cId="3650544671" sldId="2147480664"/>
            <ac:spMk id="5" creationId="{F30D9B64-27D3-498D-252F-514259DFF419}"/>
          </ac:spMkLst>
        </pc:spChg>
        <pc:spChg chg="del">
          <ac:chgData name="Nunes, Marta Rafaela" userId="64e258cc-da3c-4cb9-a36b-1ce753c6c460" providerId="ADAL" clId="{06DC152B-A079-46BC-83AB-2B49C1DAC4B7}" dt="2026-01-19T16:15:20.119" v="23180" actId="478"/>
          <ac:spMkLst>
            <pc:docMk/>
            <pc:sldMk cId="3650544671" sldId="2147480664"/>
            <ac:spMk id="14" creationId="{ABB63EAA-AAEA-DC91-E536-8DD2C1B282C8}"/>
          </ac:spMkLst>
        </pc:spChg>
        <pc:spChg chg="mod">
          <ac:chgData name="Nunes, Marta Rafaela" userId="64e258cc-da3c-4cb9-a36b-1ce753c6c460" providerId="ADAL" clId="{06DC152B-A079-46BC-83AB-2B49C1DAC4B7}" dt="2026-01-19T10:54:42.444" v="19279" actId="20577"/>
          <ac:spMkLst>
            <pc:docMk/>
            <pc:sldMk cId="3650544671" sldId="2147480664"/>
            <ac:spMk id="15" creationId="{EF47ACCB-BCEF-A80E-C536-6C30A1C28AF9}"/>
          </ac:spMkLst>
        </pc:spChg>
        <pc:spChg chg="add del mod">
          <ac:chgData name="Nunes, Marta Rafaela" userId="64e258cc-da3c-4cb9-a36b-1ce753c6c460" providerId="ADAL" clId="{06DC152B-A079-46BC-83AB-2B49C1DAC4B7}" dt="2026-01-19T16:15:20.119" v="23180" actId="478"/>
          <ac:spMkLst>
            <pc:docMk/>
            <pc:sldMk cId="3650544671" sldId="2147480664"/>
            <ac:spMk id="16" creationId="{31E62AF4-3005-415E-C75A-19EE13D5B938}"/>
          </ac:spMkLst>
        </pc:spChg>
        <pc:spChg chg="mod">
          <ac:chgData name="Nunes, Marta Rafaela" userId="64e258cc-da3c-4cb9-a36b-1ce753c6c460" providerId="ADAL" clId="{06DC152B-A079-46BC-83AB-2B49C1DAC4B7}" dt="2026-01-19T16:15:08.292" v="23177"/>
          <ac:spMkLst>
            <pc:docMk/>
            <pc:sldMk cId="3650544671" sldId="2147480664"/>
            <ac:spMk id="18" creationId="{9A9A4132-D659-8F91-366D-4C50119BE52A}"/>
          </ac:spMkLst>
        </pc:spChg>
        <pc:spChg chg="mod">
          <ac:chgData name="Nunes, Marta Rafaela" userId="64e258cc-da3c-4cb9-a36b-1ce753c6c460" providerId="ADAL" clId="{06DC152B-A079-46BC-83AB-2B49C1DAC4B7}" dt="2026-01-19T16:15:08.292" v="23177"/>
          <ac:spMkLst>
            <pc:docMk/>
            <pc:sldMk cId="3650544671" sldId="2147480664"/>
            <ac:spMk id="19" creationId="{CB03BEB0-8F69-31D6-59E2-15AE4C12C976}"/>
          </ac:spMkLst>
        </pc:spChg>
        <pc:spChg chg="mod">
          <ac:chgData name="Nunes, Marta Rafaela" userId="64e258cc-da3c-4cb9-a36b-1ce753c6c460" providerId="ADAL" clId="{06DC152B-A079-46BC-83AB-2B49C1DAC4B7}" dt="2026-01-19T16:15:10.888" v="23179" actId="20577"/>
          <ac:spMkLst>
            <pc:docMk/>
            <pc:sldMk cId="3650544671" sldId="2147480664"/>
            <ac:spMk id="20" creationId="{857F4276-7471-B43B-17B9-96BF92B4FBE6}"/>
          </ac:spMkLst>
        </pc:spChg>
        <pc:spChg chg="mod">
          <ac:chgData name="Nunes, Marta Rafaela" userId="64e258cc-da3c-4cb9-a36b-1ce753c6c460" providerId="ADAL" clId="{06DC152B-A079-46BC-83AB-2B49C1DAC4B7}" dt="2026-01-19T20:44:25.969" v="24429" actId="208"/>
          <ac:spMkLst>
            <pc:docMk/>
            <pc:sldMk cId="3650544671" sldId="2147480664"/>
            <ac:spMk id="22" creationId="{EFD4B46D-3B33-AE9C-D646-111CA35616A9}"/>
          </ac:spMkLst>
        </pc:spChg>
        <pc:spChg chg="mod">
          <ac:chgData name="Nunes, Marta Rafaela" userId="64e258cc-da3c-4cb9-a36b-1ce753c6c460" providerId="ADAL" clId="{06DC152B-A079-46BC-83AB-2B49C1DAC4B7}" dt="2026-01-19T10:54:49.375" v="19286" actId="20577"/>
          <ac:spMkLst>
            <pc:docMk/>
            <pc:sldMk cId="3650544671" sldId="2147480664"/>
            <ac:spMk id="24" creationId="{3BB9E40A-6733-BBE2-4395-9C596F04E72C}"/>
          </ac:spMkLst>
        </pc:spChg>
        <pc:spChg chg="mod">
          <ac:chgData name="Nunes, Marta Rafaela" userId="64e258cc-da3c-4cb9-a36b-1ce753c6c460" providerId="ADAL" clId="{06DC152B-A079-46BC-83AB-2B49C1DAC4B7}" dt="2026-01-20T16:28:15.147" v="34722" actId="20577"/>
          <ac:spMkLst>
            <pc:docMk/>
            <pc:sldMk cId="3650544671" sldId="2147480664"/>
            <ac:spMk id="25" creationId="{D8D1BD12-F42E-EEAB-4759-C706F02A3051}"/>
          </ac:spMkLst>
        </pc:spChg>
        <pc:spChg chg="del">
          <ac:chgData name="Nunes, Marta Rafaela" userId="64e258cc-da3c-4cb9-a36b-1ce753c6c460" providerId="ADAL" clId="{06DC152B-A079-46BC-83AB-2B49C1DAC4B7}" dt="2026-01-19T16:15:20.119" v="23180" actId="478"/>
          <ac:spMkLst>
            <pc:docMk/>
            <pc:sldMk cId="3650544671" sldId="2147480664"/>
            <ac:spMk id="26" creationId="{03B04F9B-32EB-509E-E59B-E957314B2D94}"/>
          </ac:spMkLst>
        </pc:spChg>
        <pc:spChg chg="del">
          <ac:chgData name="Nunes, Marta Rafaela" userId="64e258cc-da3c-4cb9-a36b-1ce753c6c460" providerId="ADAL" clId="{06DC152B-A079-46BC-83AB-2B49C1DAC4B7}" dt="2026-01-19T16:15:05.253" v="23174" actId="478"/>
          <ac:spMkLst>
            <pc:docMk/>
            <pc:sldMk cId="3650544671" sldId="2147480664"/>
            <ac:spMk id="41" creationId="{4708399B-B440-A5DF-4CD2-0AB54FAB4644}"/>
          </ac:spMkLst>
        </pc:spChg>
        <pc:spChg chg="del mod">
          <ac:chgData name="Nunes, Marta Rafaela" userId="64e258cc-da3c-4cb9-a36b-1ce753c6c460" providerId="ADAL" clId="{06DC152B-A079-46BC-83AB-2B49C1DAC4B7}" dt="2026-01-19T16:15:07.939" v="23176" actId="478"/>
          <ac:spMkLst>
            <pc:docMk/>
            <pc:sldMk cId="3650544671" sldId="2147480664"/>
            <ac:spMk id="42" creationId="{03984175-CF54-BEFE-9267-E87F5A61BE98}"/>
          </ac:spMkLst>
        </pc:spChg>
        <pc:spChg chg="mod">
          <ac:chgData name="Nunes, Marta Rafaela" userId="64e258cc-da3c-4cb9-a36b-1ce753c6c460" providerId="ADAL" clId="{06DC152B-A079-46BC-83AB-2B49C1DAC4B7}" dt="2026-01-19T16:15:20.458" v="23181"/>
          <ac:spMkLst>
            <pc:docMk/>
            <pc:sldMk cId="3650544671" sldId="2147480664"/>
            <ac:spMk id="43" creationId="{CF8BB69A-EDBF-CDC5-FFB1-A462FACE5412}"/>
          </ac:spMkLst>
        </pc:spChg>
        <pc:spChg chg="mod">
          <ac:chgData name="Nunes, Marta Rafaela" userId="64e258cc-da3c-4cb9-a36b-1ce753c6c460" providerId="ADAL" clId="{06DC152B-A079-46BC-83AB-2B49C1DAC4B7}" dt="2026-01-19T16:15:20.458" v="23181"/>
          <ac:spMkLst>
            <pc:docMk/>
            <pc:sldMk cId="3650544671" sldId="2147480664"/>
            <ac:spMk id="45" creationId="{BCCE72FC-D59A-956D-2E09-6D4A741E41A3}"/>
          </ac:spMkLst>
        </pc:spChg>
        <pc:spChg chg="mod">
          <ac:chgData name="Nunes, Marta Rafaela" userId="64e258cc-da3c-4cb9-a36b-1ce753c6c460" providerId="ADAL" clId="{06DC152B-A079-46BC-83AB-2B49C1DAC4B7}" dt="2026-01-19T16:15:20.458" v="23181"/>
          <ac:spMkLst>
            <pc:docMk/>
            <pc:sldMk cId="3650544671" sldId="2147480664"/>
            <ac:spMk id="47" creationId="{9AF86D7F-7D0E-7206-D3A0-A6D3097A5586}"/>
          </ac:spMkLst>
        </pc:spChg>
        <pc:spChg chg="mod">
          <ac:chgData name="Nunes, Marta Rafaela" userId="64e258cc-da3c-4cb9-a36b-1ce753c6c460" providerId="ADAL" clId="{06DC152B-A079-46BC-83AB-2B49C1DAC4B7}" dt="2026-01-19T16:15:20.458" v="23181"/>
          <ac:spMkLst>
            <pc:docMk/>
            <pc:sldMk cId="3650544671" sldId="2147480664"/>
            <ac:spMk id="49" creationId="{1A9C115D-5A96-A421-9A2E-1EF0AA5E42D3}"/>
          </ac:spMkLst>
        </pc:spChg>
        <pc:spChg chg="del">
          <ac:chgData name="Nunes, Marta Rafaela" userId="64e258cc-da3c-4cb9-a36b-1ce753c6c460" providerId="ADAL" clId="{06DC152B-A079-46BC-83AB-2B49C1DAC4B7}" dt="2026-01-19T16:15:20.119" v="23180" actId="478"/>
          <ac:spMkLst>
            <pc:docMk/>
            <pc:sldMk cId="3650544671" sldId="2147480664"/>
            <ac:spMk id="51" creationId="{A6428517-0D98-DFB3-CD28-767833396287}"/>
          </ac:spMkLst>
        </pc:spChg>
        <pc:spChg chg="mod">
          <ac:chgData name="Nunes, Marta Rafaela" userId="64e258cc-da3c-4cb9-a36b-1ce753c6c460" providerId="ADAL" clId="{06DC152B-A079-46BC-83AB-2B49C1DAC4B7}" dt="2026-01-19T16:15:20.458" v="23181"/>
          <ac:spMkLst>
            <pc:docMk/>
            <pc:sldMk cId="3650544671" sldId="2147480664"/>
            <ac:spMk id="55" creationId="{B362183F-4029-A02C-D6A1-804C391E6BEF}"/>
          </ac:spMkLst>
        </pc:spChg>
        <pc:spChg chg="mod">
          <ac:chgData name="Nunes, Marta Rafaela" userId="64e258cc-da3c-4cb9-a36b-1ce753c6c460" providerId="ADAL" clId="{06DC152B-A079-46BC-83AB-2B49C1DAC4B7}" dt="2026-01-19T16:15:20.458" v="23181"/>
          <ac:spMkLst>
            <pc:docMk/>
            <pc:sldMk cId="3650544671" sldId="2147480664"/>
            <ac:spMk id="57" creationId="{36663BF6-5424-F7FF-78F5-3737E9B21D17}"/>
          </ac:spMkLst>
        </pc:spChg>
        <pc:spChg chg="mod">
          <ac:chgData name="Nunes, Marta Rafaela" userId="64e258cc-da3c-4cb9-a36b-1ce753c6c460" providerId="ADAL" clId="{06DC152B-A079-46BC-83AB-2B49C1DAC4B7}" dt="2026-01-19T16:15:20.458" v="23181"/>
          <ac:spMkLst>
            <pc:docMk/>
            <pc:sldMk cId="3650544671" sldId="2147480664"/>
            <ac:spMk id="58" creationId="{77C7751C-7C64-3D0F-7509-6EBB0BA92EC9}"/>
          </ac:spMkLst>
        </pc:spChg>
        <pc:spChg chg="mod">
          <ac:chgData name="Nunes, Marta Rafaela" userId="64e258cc-da3c-4cb9-a36b-1ce753c6c460" providerId="ADAL" clId="{06DC152B-A079-46BC-83AB-2B49C1DAC4B7}" dt="2026-01-19T16:15:20.458" v="23181"/>
          <ac:spMkLst>
            <pc:docMk/>
            <pc:sldMk cId="3650544671" sldId="2147480664"/>
            <ac:spMk id="63" creationId="{65C305E3-53C4-FEAA-661A-645DBD99696D}"/>
          </ac:spMkLst>
        </pc:spChg>
        <pc:spChg chg="add del mod">
          <ac:chgData name="Nunes, Marta Rafaela" userId="64e258cc-da3c-4cb9-a36b-1ce753c6c460" providerId="ADAL" clId="{06DC152B-A079-46BC-83AB-2B49C1DAC4B7}" dt="2026-01-19T16:48:28.292" v="23738" actId="478"/>
          <ac:spMkLst>
            <pc:docMk/>
            <pc:sldMk cId="3650544671" sldId="2147480664"/>
            <ac:spMk id="65" creationId="{31F2D0AB-C681-540B-0625-82ED09C31234}"/>
          </ac:spMkLst>
        </pc:spChg>
        <pc:spChg chg="add mod">
          <ac:chgData name="Nunes, Marta Rafaela" userId="64e258cc-da3c-4cb9-a36b-1ce753c6c460" providerId="ADAL" clId="{06DC152B-A079-46BC-83AB-2B49C1DAC4B7}" dt="2026-01-19T16:48:28.504" v="23739"/>
          <ac:spMkLst>
            <pc:docMk/>
            <pc:sldMk cId="3650544671" sldId="2147480664"/>
            <ac:spMk id="69" creationId="{6BA315D1-9C86-5372-83BA-3EAC9D025AD1}"/>
          </ac:spMkLst>
        </pc:spChg>
        <pc:grpChg chg="add mod">
          <ac:chgData name="Nunes, Marta Rafaela" userId="64e258cc-da3c-4cb9-a36b-1ce753c6c460" providerId="ADAL" clId="{06DC152B-A079-46BC-83AB-2B49C1DAC4B7}" dt="2026-01-19T16:15:08.292" v="23177"/>
          <ac:grpSpMkLst>
            <pc:docMk/>
            <pc:sldMk cId="3650544671" sldId="2147480664"/>
            <ac:grpSpMk id="17" creationId="{6D5DA73D-EC6B-27F4-92DB-3C566E99D334}"/>
          </ac:grpSpMkLst>
        </pc:grpChg>
        <pc:grpChg chg="del">
          <ac:chgData name="Nunes, Marta Rafaela" userId="64e258cc-da3c-4cb9-a36b-1ce753c6c460" providerId="ADAL" clId="{06DC152B-A079-46BC-83AB-2B49C1DAC4B7}" dt="2026-01-19T21:14:07.725" v="24745" actId="478"/>
          <ac:grpSpMkLst>
            <pc:docMk/>
            <pc:sldMk cId="3650544671" sldId="2147480664"/>
            <ac:grpSpMk id="44" creationId="{19F40DA4-BCAC-7F31-9E06-3411156DE11A}"/>
          </ac:grpSpMkLst>
        </pc:grpChg>
        <pc:grpChg chg="del">
          <ac:chgData name="Nunes, Marta Rafaela" userId="64e258cc-da3c-4cb9-a36b-1ce753c6c460" providerId="ADAL" clId="{06DC152B-A079-46BC-83AB-2B49C1DAC4B7}" dt="2026-01-19T16:15:20.119" v="23180" actId="478"/>
          <ac:grpSpMkLst>
            <pc:docMk/>
            <pc:sldMk cId="3650544671" sldId="2147480664"/>
            <ac:grpSpMk id="66" creationId="{5FCBFAA1-191C-146C-81BC-A8FBAAA2A59C}"/>
          </ac:grpSpMkLst>
        </pc:grpChg>
        <pc:grpChg chg="del">
          <ac:chgData name="Nunes, Marta Rafaela" userId="64e258cc-da3c-4cb9-a36b-1ce753c6c460" providerId="ADAL" clId="{06DC152B-A079-46BC-83AB-2B49C1DAC4B7}" dt="2026-01-19T16:15:20.119" v="23180" actId="478"/>
          <ac:grpSpMkLst>
            <pc:docMk/>
            <pc:sldMk cId="3650544671" sldId="2147480664"/>
            <ac:grpSpMk id="67" creationId="{090C36AB-22C3-99D1-FE66-22CF3DBD7207}"/>
          </ac:grpSpMkLst>
        </pc:grpChg>
        <pc:grpChg chg="del">
          <ac:chgData name="Nunes, Marta Rafaela" userId="64e258cc-da3c-4cb9-a36b-1ce753c6c460" providerId="ADAL" clId="{06DC152B-A079-46BC-83AB-2B49C1DAC4B7}" dt="2026-01-19T16:15:20.119" v="23180" actId="478"/>
          <ac:grpSpMkLst>
            <pc:docMk/>
            <pc:sldMk cId="3650544671" sldId="2147480664"/>
            <ac:grpSpMk id="68" creationId="{841436FA-1EC0-1CB9-D2C1-AEE11FA4796D}"/>
          </ac:grpSpMkLst>
        </pc:grpChg>
        <pc:graphicFrameChg chg="add del mod">
          <ac:chgData name="Nunes, Marta Rafaela" userId="64e258cc-da3c-4cb9-a36b-1ce753c6c460" providerId="ADAL" clId="{06DC152B-A079-46BC-83AB-2B49C1DAC4B7}" dt="2026-01-20T11:38:51.979" v="30787" actId="478"/>
          <ac:graphicFrameMkLst>
            <pc:docMk/>
            <pc:sldMk cId="3650544671" sldId="2147480664"/>
            <ac:graphicFrameMk id="4" creationId="{057BF2D3-CBB4-14EB-CA9C-3DC5A62337BB}"/>
          </ac:graphicFrameMkLst>
        </pc:graphicFrameChg>
        <pc:graphicFrameChg chg="add del mod">
          <ac:chgData name="Nunes, Marta Rafaela" userId="64e258cc-da3c-4cb9-a36b-1ce753c6c460" providerId="ADAL" clId="{06DC152B-A079-46BC-83AB-2B49C1DAC4B7}" dt="2026-01-20T11:39:18.784" v="30791" actId="478"/>
          <ac:graphicFrameMkLst>
            <pc:docMk/>
            <pc:sldMk cId="3650544671" sldId="2147480664"/>
            <ac:graphicFrameMk id="5" creationId="{41135DAA-B22B-5A18-D383-AC0CC4EC30DB}"/>
          </ac:graphicFrameMkLst>
        </pc:graphicFrameChg>
        <pc:graphicFrameChg chg="add mod modGraphic">
          <ac:chgData name="Nunes, Marta Rafaela" userId="64e258cc-da3c-4cb9-a36b-1ce753c6c460" providerId="ADAL" clId="{06DC152B-A079-46BC-83AB-2B49C1DAC4B7}" dt="2026-01-20T11:39:12.219" v="30790" actId="553"/>
          <ac:graphicFrameMkLst>
            <pc:docMk/>
            <pc:sldMk cId="3650544671" sldId="2147480664"/>
            <ac:graphicFrameMk id="70" creationId="{95282528-2B66-CA3E-DB62-2DEDE11F0BE8}"/>
          </ac:graphicFrameMkLst>
        </pc:graphicFrameChg>
      </pc:sldChg>
      <pc:sldChg chg="addSp delSp modSp add mod modCm">
        <pc:chgData name="Nunes, Marta Rafaela" userId="64e258cc-da3c-4cb9-a36b-1ce753c6c460" providerId="ADAL" clId="{06DC152B-A079-46BC-83AB-2B49C1DAC4B7}" dt="2026-01-20T12:21:31.355" v="33142" actId="404"/>
        <pc:sldMkLst>
          <pc:docMk/>
          <pc:sldMk cId="728613324" sldId="2147480665"/>
        </pc:sldMkLst>
        <pc:spChg chg="mod">
          <ac:chgData name="Nunes, Marta Rafaela" userId="64e258cc-da3c-4cb9-a36b-1ce753c6c460" providerId="ADAL" clId="{06DC152B-A079-46BC-83AB-2B49C1DAC4B7}" dt="2026-01-20T12:20:54.075" v="33136" actId="20577"/>
          <ac:spMkLst>
            <pc:docMk/>
            <pc:sldMk cId="728613324" sldId="2147480665"/>
            <ac:spMk id="2" creationId="{F1929E7A-971A-6051-CC2F-503CB5EE921E}"/>
          </ac:spMkLst>
        </pc:spChg>
        <pc:spChg chg="mod">
          <ac:chgData name="Nunes, Marta Rafaela" userId="64e258cc-da3c-4cb9-a36b-1ce753c6c460" providerId="ADAL" clId="{06DC152B-A079-46BC-83AB-2B49C1DAC4B7}" dt="2026-01-20T12:21:31.355" v="33142" actId="404"/>
          <ac:spMkLst>
            <pc:docMk/>
            <pc:sldMk cId="728613324" sldId="2147480665"/>
            <ac:spMk id="3" creationId="{E39CD80B-1C75-DFC8-F635-7FE458BE9962}"/>
          </ac:spMkLst>
        </pc:spChg>
        <pc:spChg chg="mod">
          <ac:chgData name="Nunes, Marta Rafaela" userId="64e258cc-da3c-4cb9-a36b-1ce753c6c460" providerId="ADAL" clId="{06DC152B-A079-46BC-83AB-2B49C1DAC4B7}" dt="2026-01-20T11:18:21.361" v="30482" actId="555"/>
          <ac:spMkLst>
            <pc:docMk/>
            <pc:sldMk cId="728613324" sldId="2147480665"/>
            <ac:spMk id="4" creationId="{769E1020-A0F2-9943-B5AB-503376911E3A}"/>
          </ac:spMkLst>
        </pc:spChg>
        <pc:spChg chg="add del mod">
          <ac:chgData name="Nunes, Marta Rafaela" userId="64e258cc-da3c-4cb9-a36b-1ce753c6c460" providerId="ADAL" clId="{06DC152B-A079-46BC-83AB-2B49C1DAC4B7}" dt="2026-01-20T11:14:27.922" v="30232" actId="478"/>
          <ac:spMkLst>
            <pc:docMk/>
            <pc:sldMk cId="728613324" sldId="2147480665"/>
            <ac:spMk id="8" creationId="{C02515AC-864F-9947-7273-ED02BAD92A6D}"/>
          </ac:spMkLst>
        </pc:spChg>
        <pc:spChg chg="add mod">
          <ac:chgData name="Nunes, Marta Rafaela" userId="64e258cc-da3c-4cb9-a36b-1ce753c6c460" providerId="ADAL" clId="{06DC152B-A079-46BC-83AB-2B49C1DAC4B7}" dt="2026-01-19T11:19:46.547" v="19803"/>
          <ac:spMkLst>
            <pc:docMk/>
            <pc:sldMk cId="728613324" sldId="2147480665"/>
            <ac:spMk id="9" creationId="{56D066FC-8BE2-E300-F035-9C86446DAB36}"/>
          </ac:spMkLst>
        </pc:spChg>
        <pc:spChg chg="add del mod">
          <ac:chgData name="Nunes, Marta Rafaela" userId="64e258cc-da3c-4cb9-a36b-1ce753c6c460" providerId="ADAL" clId="{06DC152B-A079-46BC-83AB-2B49C1DAC4B7}" dt="2026-01-20T11:15:49.583" v="30329" actId="478"/>
          <ac:spMkLst>
            <pc:docMk/>
            <pc:sldMk cId="728613324" sldId="2147480665"/>
            <ac:spMk id="10" creationId="{2F0105FB-A22E-CDAE-2274-C90BFF22BA17}"/>
          </ac:spMkLst>
        </pc:spChg>
        <pc:spChg chg="add mod">
          <ac:chgData name="Nunes, Marta Rafaela" userId="64e258cc-da3c-4cb9-a36b-1ce753c6c460" providerId="ADAL" clId="{06DC152B-A079-46BC-83AB-2B49C1DAC4B7}" dt="2026-01-20T11:19:02.731" v="30512" actId="12789"/>
          <ac:spMkLst>
            <pc:docMk/>
            <pc:sldMk cId="728613324" sldId="2147480665"/>
            <ac:spMk id="11" creationId="{2E06FF59-AA2E-4DC3-73A1-B63A415C3E6C}"/>
          </ac:spMkLst>
        </pc:spChg>
        <pc:spChg chg="add del mod">
          <ac:chgData name="Nunes, Marta Rafaela" userId="64e258cc-da3c-4cb9-a36b-1ce753c6c460" providerId="ADAL" clId="{06DC152B-A079-46BC-83AB-2B49C1DAC4B7}" dt="2026-01-19T11:23:05.323" v="19866" actId="478"/>
          <ac:spMkLst>
            <pc:docMk/>
            <pc:sldMk cId="728613324" sldId="2147480665"/>
            <ac:spMk id="11" creationId="{ACA37586-1CCF-82C0-A67A-389E89BB0593}"/>
          </ac:spMkLst>
        </pc:spChg>
        <pc:spChg chg="add mod">
          <ac:chgData name="Nunes, Marta Rafaela" userId="64e258cc-da3c-4cb9-a36b-1ce753c6c460" providerId="ADAL" clId="{06DC152B-A079-46BC-83AB-2B49C1DAC4B7}" dt="2026-01-20T11:19:29.131" v="30547" actId="14100"/>
          <ac:spMkLst>
            <pc:docMk/>
            <pc:sldMk cId="728613324" sldId="2147480665"/>
            <ac:spMk id="12" creationId="{3E2DDC20-2614-9E73-1007-2C85DCEF30F1}"/>
          </ac:spMkLst>
        </pc:spChg>
        <pc:spChg chg="add del mod">
          <ac:chgData name="Nunes, Marta Rafaela" userId="64e258cc-da3c-4cb9-a36b-1ce753c6c460" providerId="ADAL" clId="{06DC152B-A079-46BC-83AB-2B49C1DAC4B7}" dt="2026-01-19T17:35:33.022" v="23897" actId="478"/>
          <ac:spMkLst>
            <pc:docMk/>
            <pc:sldMk cId="728613324" sldId="2147480665"/>
            <ac:spMk id="12" creationId="{C56C58A8-AB7C-BF35-9E06-A9B9B77B050C}"/>
          </ac:spMkLst>
        </pc:spChg>
        <pc:spChg chg="add mod">
          <ac:chgData name="Nunes, Marta Rafaela" userId="64e258cc-da3c-4cb9-a36b-1ce753c6c460" providerId="ADAL" clId="{06DC152B-A079-46BC-83AB-2B49C1DAC4B7}" dt="2026-01-20T11:20:02.407" v="30548"/>
          <ac:spMkLst>
            <pc:docMk/>
            <pc:sldMk cId="728613324" sldId="2147480665"/>
            <ac:spMk id="13" creationId="{4821E1F9-22B9-F43A-6F53-36B50A6B6309}"/>
          </ac:spMkLst>
        </pc:spChg>
        <pc:spChg chg="add mod">
          <ac:chgData name="Nunes, Marta Rafaela" userId="64e258cc-da3c-4cb9-a36b-1ce753c6c460" providerId="ADAL" clId="{06DC152B-A079-46BC-83AB-2B49C1DAC4B7}" dt="2026-01-19T16:45:28.330" v="23700"/>
          <ac:spMkLst>
            <pc:docMk/>
            <pc:sldMk cId="728613324" sldId="2147480665"/>
            <ac:spMk id="13" creationId="{D0A9C4F1-D92F-0A86-983A-75230BFB76C0}"/>
          </ac:spMkLst>
        </pc:spChg>
        <pc:spChg chg="add mod">
          <ac:chgData name="Nunes, Marta Rafaela" userId="64e258cc-da3c-4cb9-a36b-1ce753c6c460" providerId="ADAL" clId="{06DC152B-A079-46BC-83AB-2B49C1DAC4B7}" dt="2026-01-20T11:17:31.812" v="30478" actId="14100"/>
          <ac:spMkLst>
            <pc:docMk/>
            <pc:sldMk cId="728613324" sldId="2147480665"/>
            <ac:spMk id="14" creationId="{CB140FA4-DFA0-A852-9289-B9187116F3FA}"/>
          </ac:spMkLst>
        </pc:spChg>
        <pc:spChg chg="add del mod">
          <ac:chgData name="Nunes, Marta Rafaela" userId="64e258cc-da3c-4cb9-a36b-1ce753c6c460" providerId="ADAL" clId="{06DC152B-A079-46BC-83AB-2B49C1DAC4B7}" dt="2026-01-20T11:20:18.088" v="30550" actId="478"/>
          <ac:spMkLst>
            <pc:docMk/>
            <pc:sldMk cId="728613324" sldId="2147480665"/>
            <ac:spMk id="15" creationId="{0542B7F6-2502-B050-E35A-9F76DFF1A1E6}"/>
          </ac:spMkLst>
        </pc:spChg>
        <pc:spChg chg="add del mod">
          <ac:chgData name="Nunes, Marta Rafaela" userId="64e258cc-da3c-4cb9-a36b-1ce753c6c460" providerId="ADAL" clId="{06DC152B-A079-46BC-83AB-2B49C1DAC4B7}" dt="2026-01-19T16:45:48.796" v="23704" actId="478"/>
          <ac:spMkLst>
            <pc:docMk/>
            <pc:sldMk cId="728613324" sldId="2147480665"/>
            <ac:spMk id="15" creationId="{9847C990-721E-68C0-89A4-EFC06F8E9D4F}"/>
          </ac:spMkLst>
        </pc:spChg>
        <pc:spChg chg="mod">
          <ac:chgData name="Nunes, Marta Rafaela" userId="64e258cc-da3c-4cb9-a36b-1ce753c6c460" providerId="ADAL" clId="{06DC152B-A079-46BC-83AB-2B49C1DAC4B7}" dt="2026-01-20T11:18:10.786" v="30481" actId="14100"/>
          <ac:spMkLst>
            <pc:docMk/>
            <pc:sldMk cId="728613324" sldId="2147480665"/>
            <ac:spMk id="54" creationId="{2BD47248-C915-D8B8-E6D2-27408C2DEBE3}"/>
          </ac:spMkLst>
        </pc:spChg>
        <pc:spChg chg="mod">
          <ac:chgData name="Nunes, Marta Rafaela" userId="64e258cc-da3c-4cb9-a36b-1ce753c6c460" providerId="ADAL" clId="{06DC152B-A079-46BC-83AB-2B49C1DAC4B7}" dt="2026-01-20T11:16:18.481" v="30401" actId="114"/>
          <ac:spMkLst>
            <pc:docMk/>
            <pc:sldMk cId="728613324" sldId="2147480665"/>
            <ac:spMk id="55" creationId="{3218CE4C-68F1-206F-6E9C-E1B486152F87}"/>
          </ac:spMkLst>
        </pc:spChg>
        <pc:spChg chg="mod">
          <ac:chgData name="Nunes, Marta Rafaela" userId="64e258cc-da3c-4cb9-a36b-1ce753c6c460" providerId="ADAL" clId="{06DC152B-A079-46BC-83AB-2B49C1DAC4B7}" dt="2026-01-20T11:15:16.774" v="30309" actId="552"/>
          <ac:spMkLst>
            <pc:docMk/>
            <pc:sldMk cId="728613324" sldId="2147480665"/>
            <ac:spMk id="57" creationId="{04CDE59D-4EAE-7730-7B60-85C835246E7E}"/>
          </ac:spMkLst>
        </pc:spChg>
        <pc:spChg chg="mod">
          <ac:chgData name="Nunes, Marta Rafaela" userId="64e258cc-da3c-4cb9-a36b-1ce753c6c460" providerId="ADAL" clId="{06DC152B-A079-46BC-83AB-2B49C1DAC4B7}" dt="2026-01-20T11:18:21.361" v="30482" actId="555"/>
          <ac:spMkLst>
            <pc:docMk/>
            <pc:sldMk cId="728613324" sldId="2147480665"/>
            <ac:spMk id="93" creationId="{DC61143E-9623-3022-E006-BF2F4082444F}"/>
          </ac:spMkLst>
        </pc:spChg>
        <pc:spChg chg="del mod">
          <ac:chgData name="Nunes, Marta Rafaela" userId="64e258cc-da3c-4cb9-a36b-1ce753c6c460" providerId="ADAL" clId="{06DC152B-A079-46BC-83AB-2B49C1DAC4B7}" dt="2026-01-20T11:18:25.964" v="30483" actId="478"/>
          <ac:spMkLst>
            <pc:docMk/>
            <pc:sldMk cId="728613324" sldId="2147480665"/>
            <ac:spMk id="98" creationId="{36B37178-48EA-282F-2784-E66FCE92C52D}"/>
          </ac:spMkLst>
        </pc:spChg>
        <pc:graphicFrameChg chg="mod modGraphic">
          <ac:chgData name="Nunes, Marta Rafaela" userId="64e258cc-da3c-4cb9-a36b-1ce753c6c460" providerId="ADAL" clId="{06DC152B-A079-46BC-83AB-2B49C1DAC4B7}" dt="2026-01-20T11:17:09.010" v="30459"/>
          <ac:graphicFrameMkLst>
            <pc:docMk/>
            <pc:sldMk cId="728613324" sldId="2147480665"/>
            <ac:graphicFrameMk id="5" creationId="{E61D51B4-D9B6-9B11-9977-0B21A6F574E4}"/>
          </ac:graphicFrameMkLst>
        </pc:graphicFrameChg>
        <pc:picChg chg="mod">
          <ac:chgData name="Nunes, Marta Rafaela" userId="64e258cc-da3c-4cb9-a36b-1ce753c6c460" providerId="ADAL" clId="{06DC152B-A079-46BC-83AB-2B49C1DAC4B7}" dt="2026-01-20T11:16:32.934" v="30424" actId="1036"/>
          <ac:picMkLst>
            <pc:docMk/>
            <pc:sldMk cId="728613324" sldId="2147480665"/>
            <ac:picMk id="6" creationId="{2826E548-C2F8-B998-7E38-AE39BDE90C7C}"/>
          </ac:picMkLst>
        </pc:picChg>
        <pc:picChg chg="mod">
          <ac:chgData name="Nunes, Marta Rafaela" userId="64e258cc-da3c-4cb9-a36b-1ce753c6c460" providerId="ADAL" clId="{06DC152B-A079-46BC-83AB-2B49C1DAC4B7}" dt="2026-01-20T11:16:44.365" v="30451" actId="1037"/>
          <ac:picMkLst>
            <pc:docMk/>
            <pc:sldMk cId="728613324" sldId="2147480665"/>
            <ac:picMk id="7" creationId="{9411546E-9C0E-AD2F-B3B7-1196D9D8899D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19T11:18:55.972" v="19802" actId="20577"/>
              <pc2:cmMkLst xmlns:pc2="http://schemas.microsoft.com/office/powerpoint/2019/9/main/command">
                <pc:docMk/>
                <pc:sldMk cId="728613324" sldId="2147480665"/>
                <pc2:cmMk id="{53334159-DF04-4EEB-B650-2FAB3925F26C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19T11:18:55.972" v="19802" actId="20577"/>
              <pc2:cmMkLst xmlns:pc2="http://schemas.microsoft.com/office/powerpoint/2019/9/main/command">
                <pc:docMk/>
                <pc:sldMk cId="728613324" sldId="2147480665"/>
                <pc2:cmMk id="{47780EB4-9024-42F3-A706-1564F77450D8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19T11:18:55.972" v="19802" actId="20577"/>
              <pc2:cmMkLst xmlns:pc2="http://schemas.microsoft.com/office/powerpoint/2019/9/main/command">
                <pc:docMk/>
                <pc:sldMk cId="728613324" sldId="2147480665"/>
                <pc2:cmMk id="{56E6BED2-A4D1-4DEE-86B9-054C90946101}"/>
              </pc2:cmMkLst>
            </pc226:cmChg>
          </p:ext>
        </pc:extLst>
      </pc:sldChg>
      <pc:sldChg chg="addSp delSp modSp add mod modCm modNotesTx">
        <pc:chgData name="Nunes, Marta Rafaela" userId="64e258cc-da3c-4cb9-a36b-1ce753c6c460" providerId="ADAL" clId="{06DC152B-A079-46BC-83AB-2B49C1DAC4B7}" dt="2026-01-20T11:10:28.531" v="30156"/>
        <pc:sldMkLst>
          <pc:docMk/>
          <pc:sldMk cId="1847974879" sldId="2147480667"/>
        </pc:sldMkLst>
        <pc:spChg chg="mod">
          <ac:chgData name="Nunes, Marta Rafaela" userId="64e258cc-da3c-4cb9-a36b-1ce753c6c460" providerId="ADAL" clId="{06DC152B-A079-46BC-83AB-2B49C1DAC4B7}" dt="2026-01-20T10:55:11.110" v="29778" actId="552"/>
          <ac:spMkLst>
            <pc:docMk/>
            <pc:sldMk cId="1847974879" sldId="2147480667"/>
            <ac:spMk id="2" creationId="{07CA1229-4C1D-A009-2860-CE21F3E763FC}"/>
          </ac:spMkLst>
        </pc:spChg>
        <pc:spChg chg="del mod topLvl">
          <ac:chgData name="Nunes, Marta Rafaela" userId="64e258cc-da3c-4cb9-a36b-1ce753c6c460" providerId="ADAL" clId="{06DC152B-A079-46BC-83AB-2B49C1DAC4B7}" dt="2026-01-20T11:04:58.668" v="29997" actId="478"/>
          <ac:spMkLst>
            <pc:docMk/>
            <pc:sldMk cId="1847974879" sldId="2147480667"/>
            <ac:spMk id="4" creationId="{1D5731BD-1B92-EE37-AEC3-6A4E23498DFB}"/>
          </ac:spMkLst>
        </pc:spChg>
        <pc:spChg chg="add mod">
          <ac:chgData name="Nunes, Marta Rafaela" userId="64e258cc-da3c-4cb9-a36b-1ce753c6c460" providerId="ADAL" clId="{06DC152B-A079-46BC-83AB-2B49C1DAC4B7}" dt="2026-01-20T10:55:14.858" v="29779"/>
          <ac:spMkLst>
            <pc:docMk/>
            <pc:sldMk cId="1847974879" sldId="2147480667"/>
            <ac:spMk id="7" creationId="{61CA8DBE-1285-90C6-4F4B-99B35FF9ED5C}"/>
          </ac:spMkLst>
        </pc:spChg>
        <pc:spChg chg="add mod">
          <ac:chgData name="Nunes, Marta Rafaela" userId="64e258cc-da3c-4cb9-a36b-1ce753c6c460" providerId="ADAL" clId="{06DC152B-A079-46BC-83AB-2B49C1DAC4B7}" dt="2026-01-19T21:45:55.439" v="25652"/>
          <ac:spMkLst>
            <pc:docMk/>
            <pc:sldMk cId="1847974879" sldId="2147480667"/>
            <ac:spMk id="7" creationId="{F3672431-BC4C-1F7D-A0E4-3DA17DA84153}"/>
          </ac:spMkLst>
        </pc:spChg>
        <pc:spChg chg="add mod">
          <ac:chgData name="Nunes, Marta Rafaela" userId="64e258cc-da3c-4cb9-a36b-1ce753c6c460" providerId="ADAL" clId="{06DC152B-A079-46BC-83AB-2B49C1DAC4B7}" dt="2026-01-20T10:55:53.249" v="29814" actId="552"/>
          <ac:spMkLst>
            <pc:docMk/>
            <pc:sldMk cId="1847974879" sldId="2147480667"/>
            <ac:spMk id="13" creationId="{91985773-A2DE-8014-C75C-F6AC5EEE9E1E}"/>
          </ac:spMkLst>
        </pc:spChg>
        <pc:spChg chg="add mod">
          <ac:chgData name="Nunes, Marta Rafaela" userId="64e258cc-da3c-4cb9-a36b-1ce753c6c460" providerId="ADAL" clId="{06DC152B-A079-46BC-83AB-2B49C1DAC4B7}" dt="2026-01-20T11:10:28.531" v="30156"/>
          <ac:spMkLst>
            <pc:docMk/>
            <pc:sldMk cId="1847974879" sldId="2147480667"/>
            <ac:spMk id="16" creationId="{A24E79A7-A78A-1D72-0A55-EB4129F909EF}"/>
          </ac:spMkLst>
        </pc:spChg>
        <pc:spChg chg="add del mod ord">
          <ac:chgData name="Nunes, Marta Rafaela" userId="64e258cc-da3c-4cb9-a36b-1ce753c6c460" providerId="ADAL" clId="{06DC152B-A079-46BC-83AB-2B49C1DAC4B7}" dt="2026-01-20T11:08:23.921" v="30055" actId="478"/>
          <ac:spMkLst>
            <pc:docMk/>
            <pc:sldMk cId="1847974879" sldId="2147480667"/>
            <ac:spMk id="17" creationId="{C7A67D04-ACDC-5271-0642-402E71F757D8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20" creationId="{53214AC8-B36F-D960-4127-3C030E4FF80A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22" creationId="{E8C3C1E5-0BB2-9BC7-9067-3D903B6ECFFA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23" creationId="{108CF8AA-B2CD-98AA-34A8-373C5147B4C1}"/>
          </ac:spMkLst>
        </pc:spChg>
        <pc:spChg chg="del">
          <ac:chgData name="Nunes, Marta Rafaela" userId="64e258cc-da3c-4cb9-a36b-1ce753c6c460" providerId="ADAL" clId="{06DC152B-A079-46BC-83AB-2B49C1DAC4B7}" dt="2026-01-20T11:08:25.514" v="30056" actId="478"/>
          <ac:spMkLst>
            <pc:docMk/>
            <pc:sldMk cId="1847974879" sldId="2147480667"/>
            <ac:spMk id="26" creationId="{FE1A2926-4489-C9C1-BC42-42E9BD2FD643}"/>
          </ac:spMkLst>
        </pc:spChg>
        <pc:spChg chg="mod topLvl">
          <ac:chgData name="Nunes, Marta Rafaela" userId="64e258cc-da3c-4cb9-a36b-1ce753c6c460" providerId="ADAL" clId="{06DC152B-A079-46BC-83AB-2B49C1DAC4B7}" dt="2026-01-20T11:06:43.097" v="30016" actId="555"/>
          <ac:spMkLst>
            <pc:docMk/>
            <pc:sldMk cId="1847974879" sldId="2147480667"/>
            <ac:spMk id="28" creationId="{790D88D3-38EA-B643-CC98-1AB41B6F1500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31" creationId="{81B37965-5667-6108-3B49-24AEC0D2F624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32" creationId="{D5CA088A-2B7A-8090-F0AE-5941424B6DFF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33" creationId="{D90F0683-7DD8-1E27-9F40-71DB8DBC0492}"/>
          </ac:spMkLst>
        </pc:spChg>
        <pc:spChg chg="mod">
          <ac:chgData name="Nunes, Marta Rafaela" userId="64e258cc-da3c-4cb9-a36b-1ce753c6c460" providerId="ADAL" clId="{06DC152B-A079-46BC-83AB-2B49C1DAC4B7}" dt="2026-01-20T11:06:16.219" v="30012" actId="20577"/>
          <ac:spMkLst>
            <pc:docMk/>
            <pc:sldMk cId="1847974879" sldId="2147480667"/>
            <ac:spMk id="35" creationId="{E96FF16A-F435-0E68-7857-25B224846E9E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36" creationId="{083039B4-4AAC-B440-46FB-672A2619C635}"/>
          </ac:spMkLst>
        </pc:spChg>
        <pc:spChg chg="del mod">
          <ac:chgData name="Nunes, Marta Rafaela" userId="64e258cc-da3c-4cb9-a36b-1ce753c6c460" providerId="ADAL" clId="{06DC152B-A079-46BC-83AB-2B49C1DAC4B7}" dt="2026-01-20T10:58:15.475" v="29908" actId="478"/>
          <ac:spMkLst>
            <pc:docMk/>
            <pc:sldMk cId="1847974879" sldId="2147480667"/>
            <ac:spMk id="186" creationId="{CA826B60-EBCF-2E7F-0F2E-D6B04F69E46A}"/>
          </ac:spMkLst>
        </pc:spChg>
        <pc:grpChg chg="add mod">
          <ac:chgData name="Nunes, Marta Rafaela" userId="64e258cc-da3c-4cb9-a36b-1ce753c6c460" providerId="ADAL" clId="{06DC152B-A079-46BC-83AB-2B49C1DAC4B7}" dt="2026-01-20T11:02:42.421" v="29982" actId="1036"/>
          <ac:grpSpMkLst>
            <pc:docMk/>
            <pc:sldMk cId="1847974879" sldId="2147480667"/>
            <ac:grpSpMk id="8" creationId="{D1271750-BAE4-9180-1359-7B9FEFA69665}"/>
          </ac:grpSpMkLst>
        </pc:grpChg>
        <pc:grpChg chg="add mod">
          <ac:chgData name="Nunes, Marta Rafaela" userId="64e258cc-da3c-4cb9-a36b-1ce753c6c460" providerId="ADAL" clId="{06DC152B-A079-46BC-83AB-2B49C1DAC4B7}" dt="2026-01-20T11:02:54.903" v="29984" actId="115"/>
          <ac:grpSpMkLst>
            <pc:docMk/>
            <pc:sldMk cId="1847974879" sldId="2147480667"/>
            <ac:grpSpMk id="9" creationId="{05BB3997-26FF-3CB9-302D-40E229C6C2F3}"/>
          </ac:grpSpMkLst>
        </pc:grpChg>
        <pc:grpChg chg="add mod">
          <ac:chgData name="Nunes, Marta Rafaela" userId="64e258cc-da3c-4cb9-a36b-1ce753c6c460" providerId="ADAL" clId="{06DC152B-A079-46BC-83AB-2B49C1DAC4B7}" dt="2026-01-20T10:57:28.648" v="29870" actId="1035"/>
          <ac:grpSpMkLst>
            <pc:docMk/>
            <pc:sldMk cId="1847974879" sldId="2147480667"/>
            <ac:grpSpMk id="10" creationId="{FBD12B17-1BB4-AAF7-CF0C-D10D5066CC51}"/>
          </ac:grpSpMkLst>
        </pc:grpChg>
        <pc:grpChg chg="add mod">
          <ac:chgData name="Nunes, Marta Rafaela" userId="64e258cc-da3c-4cb9-a36b-1ce753c6c460" providerId="ADAL" clId="{06DC152B-A079-46BC-83AB-2B49C1DAC4B7}" dt="2026-01-20T10:57:46.668" v="29903" actId="1036"/>
          <ac:grpSpMkLst>
            <pc:docMk/>
            <pc:sldMk cId="1847974879" sldId="2147480667"/>
            <ac:grpSpMk id="12" creationId="{399B7035-FAA2-73E7-CDF0-66F9077B6213}"/>
          </ac:grpSpMkLst>
        </pc:grpChg>
        <pc:grpChg chg="add mod">
          <ac:chgData name="Nunes, Marta Rafaela" userId="64e258cc-da3c-4cb9-a36b-1ce753c6c460" providerId="ADAL" clId="{06DC152B-A079-46BC-83AB-2B49C1DAC4B7}" dt="2026-01-20T11:02:42.421" v="29982" actId="1036"/>
          <ac:grpSpMkLst>
            <pc:docMk/>
            <pc:sldMk cId="1847974879" sldId="2147480667"/>
            <ac:grpSpMk id="14" creationId="{9A85B50D-CEE1-96B5-76DC-DDA2AAAD3FFF}"/>
          </ac:grpSpMkLst>
        </pc:grpChg>
        <pc:grpChg chg="add mod">
          <ac:chgData name="Nunes, Marta Rafaela" userId="64e258cc-da3c-4cb9-a36b-1ce753c6c460" providerId="ADAL" clId="{06DC152B-A079-46BC-83AB-2B49C1DAC4B7}" dt="2026-01-20T11:02:54.903" v="29984" actId="115"/>
          <ac:grpSpMkLst>
            <pc:docMk/>
            <pc:sldMk cId="1847974879" sldId="2147480667"/>
            <ac:grpSpMk id="15" creationId="{9E93C084-04F1-3C77-8764-8C74B889192C}"/>
          </ac:grpSpMkLst>
        </pc:grpChg>
        <pc:grpChg chg="mod">
          <ac:chgData name="Nunes, Marta Rafaela" userId="64e258cc-da3c-4cb9-a36b-1ce753c6c460" providerId="ADAL" clId="{06DC152B-A079-46BC-83AB-2B49C1DAC4B7}" dt="2026-01-20T11:02:42.421" v="29982" actId="1036"/>
          <ac:grpSpMkLst>
            <pc:docMk/>
            <pc:sldMk cId="1847974879" sldId="2147480667"/>
            <ac:grpSpMk id="24" creationId="{E5D39E3F-833E-3FE9-F3D3-CE0C5998ADDB}"/>
          </ac:grpSpMkLst>
        </pc:grpChg>
        <pc:grpChg chg="mod">
          <ac:chgData name="Nunes, Marta Rafaela" userId="64e258cc-da3c-4cb9-a36b-1ce753c6c460" providerId="ADAL" clId="{06DC152B-A079-46BC-83AB-2B49C1DAC4B7}" dt="2026-01-20T11:02:42.421" v="29982" actId="1036"/>
          <ac:grpSpMkLst>
            <pc:docMk/>
            <pc:sldMk cId="1847974879" sldId="2147480667"/>
            <ac:grpSpMk id="25" creationId="{4BD4C2CA-3985-BB29-DAB3-4C3AAE0C2DA7}"/>
          </ac:grpSpMkLst>
        </pc:grpChg>
        <pc:grpChg chg="mod">
          <ac:chgData name="Nunes, Marta Rafaela" userId="64e258cc-da3c-4cb9-a36b-1ce753c6c460" providerId="ADAL" clId="{06DC152B-A079-46BC-83AB-2B49C1DAC4B7}" dt="2026-01-20T11:02:54.903" v="29984" actId="115"/>
          <ac:grpSpMkLst>
            <pc:docMk/>
            <pc:sldMk cId="1847974879" sldId="2147480667"/>
            <ac:grpSpMk id="29" creationId="{735C9901-B676-B971-0E77-A74044786E6C}"/>
          </ac:grpSpMkLst>
        </pc:grpChg>
        <pc:grpChg chg="mod">
          <ac:chgData name="Nunes, Marta Rafaela" userId="64e258cc-da3c-4cb9-a36b-1ce753c6c460" providerId="ADAL" clId="{06DC152B-A079-46BC-83AB-2B49C1DAC4B7}" dt="2026-01-20T11:02:54.903" v="29984" actId="115"/>
          <ac:grpSpMkLst>
            <pc:docMk/>
            <pc:sldMk cId="1847974879" sldId="2147480667"/>
            <ac:grpSpMk id="34" creationId="{BD92E8B7-8278-8B7A-DB7C-6D56D01EF015}"/>
          </ac:grpSpMkLst>
        </pc:grpChg>
        <pc:picChg chg="mod">
          <ac:chgData name="Nunes, Marta Rafaela" userId="64e258cc-da3c-4cb9-a36b-1ce753c6c460" providerId="ADAL" clId="{06DC152B-A079-46BC-83AB-2B49C1DAC4B7}" dt="2026-01-20T11:02:42.421" v="29982" actId="1036"/>
          <ac:picMkLst>
            <pc:docMk/>
            <pc:sldMk cId="1847974879" sldId="2147480667"/>
            <ac:picMk id="6" creationId="{23F8D800-6EDE-78FF-5489-2F1602D02B9E}"/>
          </ac:picMkLst>
        </pc:picChg>
        <pc:picChg chg="mod">
          <ac:chgData name="Nunes, Marta Rafaela" userId="64e258cc-da3c-4cb9-a36b-1ce753c6c460" providerId="ADAL" clId="{06DC152B-A079-46BC-83AB-2B49C1DAC4B7}" dt="2026-01-20T11:02:54.903" v="29984" actId="115"/>
          <ac:picMkLst>
            <pc:docMk/>
            <pc:sldMk cId="1847974879" sldId="2147480667"/>
            <ac:picMk id="11" creationId="{DBA174CD-6BF3-6661-F811-62F5DDF0100D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20T11:02:12.313" v="29979" actId="20577"/>
              <pc2:cmMkLst xmlns:pc2="http://schemas.microsoft.com/office/powerpoint/2019/9/main/command">
                <pc:docMk/>
                <pc:sldMk cId="1847974879" sldId="2147480667"/>
                <pc2:cmMk id="{07997385-6F11-433A-AAF1-BBE2078CAE3E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19T21:42:42.531" v="25647" actId="20577"/>
              <pc2:cmMkLst xmlns:pc2="http://schemas.microsoft.com/office/powerpoint/2019/9/main/command">
                <pc:docMk/>
                <pc:sldMk cId="1847974879" sldId="2147480667"/>
                <pc2:cmMk id="{7D76DE96-78FE-4E73-BD38-17E273409343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19T21:42:42.531" v="25647" actId="20577"/>
              <pc2:cmMkLst xmlns:pc2="http://schemas.microsoft.com/office/powerpoint/2019/9/main/command">
                <pc:docMk/>
                <pc:sldMk cId="1847974879" sldId="2147480667"/>
                <pc2:cmMk id="{22985599-875F-4947-BE63-9DB50FAB08A6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20T11:02:12.313" v="29979" actId="20577"/>
              <pc2:cmMkLst xmlns:pc2="http://schemas.microsoft.com/office/powerpoint/2019/9/main/command">
                <pc:docMk/>
                <pc:sldMk cId="1847974879" sldId="2147480667"/>
                <pc2:cmMk id="{BA0B7499-9CAD-4D36-A247-D36431E9030E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20T11:02:12.313" v="29979" actId="20577"/>
              <pc2:cmMkLst xmlns:pc2="http://schemas.microsoft.com/office/powerpoint/2019/9/main/command">
                <pc:docMk/>
                <pc:sldMk cId="1847974879" sldId="2147480667"/>
                <pc2:cmMk id="{BFDB57D2-2148-4BBC-B897-8168CDFC8DD0}"/>
              </pc2:cmMkLst>
            </pc226:cmChg>
          </p:ext>
        </pc:extLst>
      </pc:sldChg>
      <pc:sldChg chg="addSp delSp modSp add mod">
        <pc:chgData name="Nunes, Marta Rafaela" userId="64e258cc-da3c-4cb9-a36b-1ce753c6c460" providerId="ADAL" clId="{06DC152B-A079-46BC-83AB-2B49C1DAC4B7}" dt="2026-01-20T13:08:28.979" v="34157" actId="20577"/>
        <pc:sldMkLst>
          <pc:docMk/>
          <pc:sldMk cId="3689053290" sldId="2147480671"/>
        </pc:sldMkLst>
        <pc:spChg chg="mod">
          <ac:chgData name="Nunes, Marta Rafaela" userId="64e258cc-da3c-4cb9-a36b-1ce753c6c460" providerId="ADAL" clId="{06DC152B-A079-46BC-83AB-2B49C1DAC4B7}" dt="2026-01-20T12:24:23.894" v="33209" actId="255"/>
          <ac:spMkLst>
            <pc:docMk/>
            <pc:sldMk cId="3689053290" sldId="2147480671"/>
            <ac:spMk id="3" creationId="{40E91148-46C2-14EA-B42C-06D76364B566}"/>
          </ac:spMkLst>
        </pc:spChg>
        <pc:spChg chg="add mod">
          <ac:chgData name="Nunes, Marta Rafaela" userId="64e258cc-da3c-4cb9-a36b-1ce753c6c460" providerId="ADAL" clId="{06DC152B-A079-46BC-83AB-2B49C1DAC4B7}" dt="2026-01-20T13:08:28.979" v="34157" actId="20577"/>
          <ac:spMkLst>
            <pc:docMk/>
            <pc:sldMk cId="3689053290" sldId="2147480671"/>
            <ac:spMk id="4" creationId="{57FEE324-351B-1BCE-87BE-C9938A9A980C}"/>
          </ac:spMkLst>
        </pc:spChg>
        <pc:spChg chg="add del mod">
          <ac:chgData name="Nunes, Marta Rafaela" userId="64e258cc-da3c-4cb9-a36b-1ce753c6c460" providerId="ADAL" clId="{06DC152B-A079-46BC-83AB-2B49C1DAC4B7}" dt="2026-01-20T12:04:58.291" v="31962" actId="478"/>
          <ac:spMkLst>
            <pc:docMk/>
            <pc:sldMk cId="3689053290" sldId="2147480671"/>
            <ac:spMk id="8" creationId="{AEB271C5-D605-D234-93AE-F91588A96924}"/>
          </ac:spMkLst>
        </pc:spChg>
        <pc:spChg chg="mod">
          <ac:chgData name="Nunes, Marta Rafaela" userId="64e258cc-da3c-4cb9-a36b-1ce753c6c460" providerId="ADAL" clId="{06DC152B-A079-46BC-83AB-2B49C1DAC4B7}" dt="2026-01-20T12:24:18.189" v="33205" actId="255"/>
          <ac:spMkLst>
            <pc:docMk/>
            <pc:sldMk cId="3689053290" sldId="2147480671"/>
            <ac:spMk id="33" creationId="{B3AADC52-D250-F53E-A9DD-86DE8035AFA9}"/>
          </ac:spMkLst>
        </pc:spChg>
        <pc:graphicFrameChg chg="add mod modGraphic">
          <ac:chgData name="Nunes, Marta Rafaela" userId="64e258cc-da3c-4cb9-a36b-1ce753c6c460" providerId="ADAL" clId="{06DC152B-A079-46BC-83AB-2B49C1DAC4B7}" dt="2026-01-20T12:04:48.437" v="31960" actId="552"/>
          <ac:graphicFrameMkLst>
            <pc:docMk/>
            <pc:sldMk cId="3689053290" sldId="2147480671"/>
            <ac:graphicFrameMk id="2" creationId="{E7DB6A42-91C7-B916-0AB2-E073AD6942F0}"/>
          </ac:graphicFrameMkLst>
        </pc:graphicFrameChg>
        <pc:graphicFrameChg chg="add del mod modGraphic">
          <ac:chgData name="Nunes, Marta Rafaela" userId="64e258cc-da3c-4cb9-a36b-1ce753c6c460" providerId="ADAL" clId="{06DC152B-A079-46BC-83AB-2B49C1DAC4B7}" dt="2026-01-19T21:17:04.804" v="24781" actId="478"/>
          <ac:graphicFrameMkLst>
            <pc:docMk/>
            <pc:sldMk cId="3689053290" sldId="2147480671"/>
            <ac:graphicFrameMk id="4" creationId="{E8CFCAD9-AB88-4224-F770-85B06CB042EE}"/>
          </ac:graphicFrameMkLst>
        </pc:graphicFrameChg>
      </pc:sldChg>
      <pc:sldChg chg="addSp modSp mod">
        <pc:chgData name="Nunes, Marta Rafaela" userId="64e258cc-da3c-4cb9-a36b-1ce753c6c460" providerId="ADAL" clId="{06DC152B-A079-46BC-83AB-2B49C1DAC4B7}" dt="2026-01-20T10:25:33.233" v="29168" actId="123"/>
        <pc:sldMkLst>
          <pc:docMk/>
          <pc:sldMk cId="806156684" sldId="2147480672"/>
        </pc:sldMkLst>
        <pc:spChg chg="add mod">
          <ac:chgData name="Nunes, Marta Rafaela" userId="64e258cc-da3c-4cb9-a36b-1ce753c6c460" providerId="ADAL" clId="{06DC152B-A079-46BC-83AB-2B49C1DAC4B7}" dt="2026-01-20T10:15:20.325" v="29016"/>
          <ac:spMkLst>
            <pc:docMk/>
            <pc:sldMk cId="806156684" sldId="2147480672"/>
            <ac:spMk id="2" creationId="{5C8562CE-63F1-44CE-1C70-C533F807B186}"/>
          </ac:spMkLst>
        </pc:spChg>
        <pc:spChg chg="mod">
          <ac:chgData name="Nunes, Marta Rafaela" userId="64e258cc-da3c-4cb9-a36b-1ce753c6c460" providerId="ADAL" clId="{06DC152B-A079-46BC-83AB-2B49C1DAC4B7}" dt="2026-01-20T10:25:33.233" v="29168" actId="123"/>
          <ac:spMkLst>
            <pc:docMk/>
            <pc:sldMk cId="806156684" sldId="2147480672"/>
            <ac:spMk id="26" creationId="{A5DF4EC3-9615-1C34-B008-987E3ED6883B}"/>
          </ac:spMkLst>
        </pc:spChg>
        <pc:spChg chg="mod">
          <ac:chgData name="Nunes, Marta Rafaela" userId="64e258cc-da3c-4cb9-a36b-1ce753c6c460" providerId="ADAL" clId="{06DC152B-A079-46BC-83AB-2B49C1DAC4B7}" dt="2026-01-20T10:15:53.225" v="29043" actId="14100"/>
          <ac:spMkLst>
            <pc:docMk/>
            <pc:sldMk cId="806156684" sldId="2147480672"/>
            <ac:spMk id="140" creationId="{DC535E96-10BD-C3E0-FE75-A1E5592D04AC}"/>
          </ac:spMkLst>
        </pc:spChg>
        <pc:spChg chg="mod">
          <ac:chgData name="Nunes, Marta Rafaela" userId="64e258cc-da3c-4cb9-a36b-1ce753c6c460" providerId="ADAL" clId="{06DC152B-A079-46BC-83AB-2B49C1DAC4B7}" dt="2026-01-20T10:15:53.225" v="29043" actId="14100"/>
          <ac:spMkLst>
            <pc:docMk/>
            <pc:sldMk cId="806156684" sldId="2147480672"/>
            <ac:spMk id="142" creationId="{4B724B4C-3DEB-4CAB-B412-981357D3F3E3}"/>
          </ac:spMkLst>
        </pc:spChg>
      </pc:sldChg>
      <pc:sldChg chg="modSp del mod">
        <pc:chgData name="Nunes, Marta Rafaela" userId="64e258cc-da3c-4cb9-a36b-1ce753c6c460" providerId="ADAL" clId="{06DC152B-A079-46BC-83AB-2B49C1DAC4B7}" dt="2026-01-20T10:20:19.239" v="29062" actId="47"/>
        <pc:sldMkLst>
          <pc:docMk/>
          <pc:sldMk cId="122950192" sldId="2147480673"/>
        </pc:sldMkLst>
        <pc:spChg chg="mod">
          <ac:chgData name="Nunes, Marta Rafaela" userId="64e258cc-da3c-4cb9-a36b-1ce753c6c460" providerId="ADAL" clId="{06DC152B-A079-46BC-83AB-2B49C1DAC4B7}" dt="2026-01-20T10:19:38.215" v="29046" actId="14100"/>
          <ac:spMkLst>
            <pc:docMk/>
            <pc:sldMk cId="122950192" sldId="2147480673"/>
            <ac:spMk id="26" creationId="{0816FE79-27A3-79E6-D8B7-28DF4D336E7E}"/>
          </ac:spMkLst>
        </pc:spChg>
        <pc:spChg chg="mod">
          <ac:chgData name="Nunes, Marta Rafaela" userId="64e258cc-da3c-4cb9-a36b-1ce753c6c460" providerId="ADAL" clId="{06DC152B-A079-46BC-83AB-2B49C1DAC4B7}" dt="2026-01-20T10:19:27.873" v="29045" actId="552"/>
          <ac:spMkLst>
            <pc:docMk/>
            <pc:sldMk cId="122950192" sldId="2147480673"/>
            <ac:spMk id="37" creationId="{5B7ADC6E-0593-A06D-E736-C7C904623D07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0:25:30.480" v="29167" actId="123"/>
        <pc:sldMkLst>
          <pc:docMk/>
          <pc:sldMk cId="792321807" sldId="2147480674"/>
        </pc:sldMkLst>
        <pc:spChg chg="mod">
          <ac:chgData name="Nunes, Marta Rafaela" userId="64e258cc-da3c-4cb9-a36b-1ce753c6c460" providerId="ADAL" clId="{06DC152B-A079-46BC-83AB-2B49C1DAC4B7}" dt="2026-01-20T10:25:30.480" v="29167" actId="123"/>
          <ac:spMkLst>
            <pc:docMk/>
            <pc:sldMk cId="792321807" sldId="2147480674"/>
            <ac:spMk id="2" creationId="{9FD87827-BD5E-C8B3-ADE5-DEBB576C9904}"/>
          </ac:spMkLst>
        </pc:spChg>
        <pc:spChg chg="add mod">
          <ac:chgData name="Nunes, Marta Rafaela" userId="64e258cc-da3c-4cb9-a36b-1ce753c6c460" providerId="ADAL" clId="{06DC152B-A079-46BC-83AB-2B49C1DAC4B7}" dt="2026-01-20T10:23:01.733" v="29109" actId="114"/>
          <ac:spMkLst>
            <pc:docMk/>
            <pc:sldMk cId="792321807" sldId="2147480674"/>
            <ac:spMk id="3" creationId="{8ADBA4F7-E160-342A-DCCA-0135FC905C7A}"/>
          </ac:spMkLst>
        </pc:spChg>
        <pc:spChg chg="mod">
          <ac:chgData name="Nunes, Marta Rafaela" userId="64e258cc-da3c-4cb9-a36b-1ce753c6c460" providerId="ADAL" clId="{06DC152B-A079-46BC-83AB-2B49C1DAC4B7}" dt="2026-01-20T10:23:40.785" v="29133" actId="14100"/>
          <ac:spMkLst>
            <pc:docMk/>
            <pc:sldMk cId="792321807" sldId="2147480674"/>
            <ac:spMk id="4" creationId="{61B218B0-0F85-E9C5-BA41-F0E60DC8C369}"/>
          </ac:spMkLst>
        </pc:spChg>
        <pc:spChg chg="del">
          <ac:chgData name="Nunes, Marta Rafaela" userId="64e258cc-da3c-4cb9-a36b-1ce753c6c460" providerId="ADAL" clId="{06DC152B-A079-46BC-83AB-2B49C1DAC4B7}" dt="2026-01-20T10:22:55.252" v="29107" actId="478"/>
          <ac:spMkLst>
            <pc:docMk/>
            <pc:sldMk cId="792321807" sldId="2147480674"/>
            <ac:spMk id="6" creationId="{8F195B9A-2510-917E-47EC-94BF211B3BE0}"/>
          </ac:spMkLst>
        </pc:spChg>
        <pc:spChg chg="mod">
          <ac:chgData name="Nunes, Marta Rafaela" userId="64e258cc-da3c-4cb9-a36b-1ce753c6c460" providerId="ADAL" clId="{06DC152B-A079-46BC-83AB-2B49C1DAC4B7}" dt="2026-01-20T10:22:15.357" v="29100" actId="14100"/>
          <ac:spMkLst>
            <pc:docMk/>
            <pc:sldMk cId="792321807" sldId="2147480674"/>
            <ac:spMk id="25" creationId="{2FFD4A25-2882-06AC-9365-F48FA20C96C4}"/>
          </ac:spMkLst>
        </pc:spChg>
        <pc:spChg chg="mod">
          <ac:chgData name="Nunes, Marta Rafaela" userId="64e258cc-da3c-4cb9-a36b-1ce753c6c460" providerId="ADAL" clId="{06DC152B-A079-46BC-83AB-2B49C1DAC4B7}" dt="2026-01-20T10:23:19.206" v="29132" actId="552"/>
          <ac:spMkLst>
            <pc:docMk/>
            <pc:sldMk cId="792321807" sldId="2147480674"/>
            <ac:spMk id="37" creationId="{4F1D6A56-2CBA-BD90-5970-4F03BB3A4A76}"/>
          </ac:spMkLst>
        </pc:spChg>
        <pc:spChg chg="mod">
          <ac:chgData name="Nunes, Marta Rafaela" userId="64e258cc-da3c-4cb9-a36b-1ce753c6c460" providerId="ADAL" clId="{06DC152B-A079-46BC-83AB-2B49C1DAC4B7}" dt="2026-01-20T10:22:08.250" v="29098" actId="552"/>
          <ac:spMkLst>
            <pc:docMk/>
            <pc:sldMk cId="792321807" sldId="2147480674"/>
            <ac:spMk id="47" creationId="{5D6CB2AE-CBAC-9B10-A76E-ED299BC6058F}"/>
          </ac:spMkLst>
        </pc:spChg>
      </pc:sldChg>
      <pc:sldChg chg="modSp mod">
        <pc:chgData name="Nunes, Marta Rafaela" userId="64e258cc-da3c-4cb9-a36b-1ce753c6c460" providerId="ADAL" clId="{06DC152B-A079-46BC-83AB-2B49C1DAC4B7}" dt="2026-01-20T10:25:51.057" v="29169" actId="14100"/>
        <pc:sldMkLst>
          <pc:docMk/>
          <pc:sldMk cId="835523651" sldId="2147480675"/>
        </pc:sldMkLst>
        <pc:spChg chg="mod">
          <ac:chgData name="Nunes, Marta Rafaela" userId="64e258cc-da3c-4cb9-a36b-1ce753c6c460" providerId="ADAL" clId="{06DC152B-A079-46BC-83AB-2B49C1DAC4B7}" dt="2026-01-20T10:25:51.057" v="29169" actId="14100"/>
          <ac:spMkLst>
            <pc:docMk/>
            <pc:sldMk cId="835523651" sldId="2147480675"/>
            <ac:spMk id="2" creationId="{68FC3C03-B6E6-F481-CBFB-81B3689EC1CC}"/>
          </ac:spMkLst>
        </pc:spChg>
        <pc:spChg chg="mod">
          <ac:chgData name="Nunes, Marta Rafaela" userId="64e258cc-da3c-4cb9-a36b-1ce753c6c460" providerId="ADAL" clId="{06DC152B-A079-46BC-83AB-2B49C1DAC4B7}" dt="2026-01-20T10:25:15.827" v="29163" actId="14100"/>
          <ac:spMkLst>
            <pc:docMk/>
            <pc:sldMk cId="835523651" sldId="2147480675"/>
            <ac:spMk id="37" creationId="{309E4509-FF3F-F345-EA86-53A1524827F8}"/>
          </ac:spMkLst>
        </pc:spChg>
        <pc:spChg chg="mod">
          <ac:chgData name="Nunes, Marta Rafaela" userId="64e258cc-da3c-4cb9-a36b-1ce753c6c460" providerId="ADAL" clId="{06DC152B-A079-46BC-83AB-2B49C1DAC4B7}" dt="2026-01-20T10:25:15.827" v="29163" actId="14100"/>
          <ac:spMkLst>
            <pc:docMk/>
            <pc:sldMk cId="835523651" sldId="2147480675"/>
            <ac:spMk id="57" creationId="{33D3F221-0F60-EC44-DE5C-4CC0B97F4EC3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0:39:31.700" v="29384"/>
        <pc:sldMkLst>
          <pc:docMk/>
          <pc:sldMk cId="767312937" sldId="2147480677"/>
        </pc:sldMkLst>
        <pc:spChg chg="add mod">
          <ac:chgData name="Nunes, Marta Rafaela" userId="64e258cc-da3c-4cb9-a36b-1ce753c6c460" providerId="ADAL" clId="{06DC152B-A079-46BC-83AB-2B49C1DAC4B7}" dt="2026-01-20T10:39:31.700" v="29384"/>
          <ac:spMkLst>
            <pc:docMk/>
            <pc:sldMk cId="767312937" sldId="2147480677"/>
            <ac:spMk id="4" creationId="{9F8404C5-A14C-5B46-0C52-8A19F40B0A83}"/>
          </ac:spMkLst>
        </pc:spChg>
        <pc:spChg chg="mod">
          <ac:chgData name="Nunes, Marta Rafaela" userId="64e258cc-da3c-4cb9-a36b-1ce753c6c460" providerId="ADAL" clId="{06DC152B-A079-46BC-83AB-2B49C1DAC4B7}" dt="2026-01-20T10:33:58.625" v="29231" actId="552"/>
          <ac:spMkLst>
            <pc:docMk/>
            <pc:sldMk cId="767312937" sldId="2147480677"/>
            <ac:spMk id="6" creationId="{44A3FB04-A5DF-EF57-7141-108F7455035F}"/>
          </ac:spMkLst>
        </pc:spChg>
        <pc:spChg chg="mod">
          <ac:chgData name="Nunes, Marta Rafaela" userId="64e258cc-da3c-4cb9-a36b-1ce753c6c460" providerId="ADAL" clId="{06DC152B-A079-46BC-83AB-2B49C1DAC4B7}" dt="2026-01-20T10:34:41.620" v="29296" actId="14100"/>
          <ac:spMkLst>
            <pc:docMk/>
            <pc:sldMk cId="767312937" sldId="2147480677"/>
            <ac:spMk id="7" creationId="{E299BACE-61C1-1260-6253-1DE17ED6511F}"/>
          </ac:spMkLst>
        </pc:spChg>
        <pc:spChg chg="mod">
          <ac:chgData name="Nunes, Marta Rafaela" userId="64e258cc-da3c-4cb9-a36b-1ce753c6c460" providerId="ADAL" clId="{06DC152B-A079-46BC-83AB-2B49C1DAC4B7}" dt="2026-01-20T10:34:41.620" v="29296" actId="14100"/>
          <ac:spMkLst>
            <pc:docMk/>
            <pc:sldMk cId="767312937" sldId="2147480677"/>
            <ac:spMk id="37" creationId="{19B6C98C-74EE-CBA8-BDEE-09760B32A27E}"/>
          </ac:spMkLst>
        </pc:spChg>
        <pc:graphicFrameChg chg="add mod">
          <ac:chgData name="Nunes, Marta Rafaela" userId="64e258cc-da3c-4cb9-a36b-1ce753c6c460" providerId="ADAL" clId="{06DC152B-A079-46BC-83AB-2B49C1DAC4B7}" dt="2026-01-20T10:34:47.598" v="29297"/>
          <ac:graphicFrameMkLst>
            <pc:docMk/>
            <pc:sldMk cId="767312937" sldId="2147480677"/>
            <ac:graphicFrameMk id="2" creationId="{ABEA1598-5980-4673-BE05-D958FF730B0C}"/>
          </ac:graphicFrameMkLst>
        </pc:graphicFrameChg>
        <pc:graphicFrameChg chg="add del mod">
          <ac:chgData name="Nunes, Marta Rafaela" userId="64e258cc-da3c-4cb9-a36b-1ce753c6c460" providerId="ADAL" clId="{06DC152B-A079-46BC-83AB-2B49C1DAC4B7}" dt="2026-01-20T10:34:58.514" v="29299" actId="478"/>
          <ac:graphicFrameMkLst>
            <pc:docMk/>
            <pc:sldMk cId="767312937" sldId="2147480677"/>
            <ac:graphicFrameMk id="3" creationId="{2A4DB3E1-EAC6-A2F0-ADA6-6BEEF692ABD2}"/>
          </ac:graphicFrameMkLst>
        </pc:graphicFrameChg>
        <pc:graphicFrameChg chg="mod modGraphic">
          <ac:chgData name="Nunes, Marta Rafaela" userId="64e258cc-da3c-4cb9-a36b-1ce753c6c460" providerId="ADAL" clId="{06DC152B-A079-46BC-83AB-2B49C1DAC4B7}" dt="2026-01-20T10:38:13.610" v="29337" actId="403"/>
          <ac:graphicFrameMkLst>
            <pc:docMk/>
            <pc:sldMk cId="767312937" sldId="2147480677"/>
            <ac:graphicFrameMk id="8" creationId="{07C9E04A-7128-4397-B667-6A93B40EED68}"/>
          </ac:graphicFrameMkLst>
        </pc:graphicFrameChg>
      </pc:sldChg>
      <pc:sldChg chg="addSp modSp mod">
        <pc:chgData name="Nunes, Marta Rafaela" userId="64e258cc-da3c-4cb9-a36b-1ce753c6c460" providerId="ADAL" clId="{06DC152B-A079-46BC-83AB-2B49C1DAC4B7}" dt="2026-01-20T18:15:08.533" v="35885" actId="20577"/>
        <pc:sldMkLst>
          <pc:docMk/>
          <pc:sldMk cId="1540546724" sldId="2147480678"/>
        </pc:sldMkLst>
        <pc:spChg chg="add mod">
          <ac:chgData name="Nunes, Marta Rafaela" userId="64e258cc-da3c-4cb9-a36b-1ce753c6c460" providerId="ADAL" clId="{06DC152B-A079-46BC-83AB-2B49C1DAC4B7}" dt="2026-01-20T11:45:44.655" v="31245"/>
          <ac:spMkLst>
            <pc:docMk/>
            <pc:sldMk cId="1540546724" sldId="2147480678"/>
            <ac:spMk id="5" creationId="{6E76F226-C698-AA4F-88C9-FFF38146C944}"/>
          </ac:spMkLst>
        </pc:spChg>
        <pc:spChg chg="mod">
          <ac:chgData name="Nunes, Marta Rafaela" userId="64e258cc-da3c-4cb9-a36b-1ce753c6c460" providerId="ADAL" clId="{06DC152B-A079-46BC-83AB-2B49C1DAC4B7}" dt="2026-01-20T11:45:41.282" v="31244" actId="20577"/>
          <ac:spMkLst>
            <pc:docMk/>
            <pc:sldMk cId="1540546724" sldId="2147480678"/>
            <ac:spMk id="10" creationId="{61F31B82-8D50-961F-88D5-87E89E0D4912}"/>
          </ac:spMkLst>
        </pc:spChg>
        <pc:spChg chg="mod">
          <ac:chgData name="Nunes, Marta Rafaela" userId="64e258cc-da3c-4cb9-a36b-1ce753c6c460" providerId="ADAL" clId="{06DC152B-A079-46BC-83AB-2B49C1DAC4B7}" dt="2026-01-20T12:20:11.056" v="33088"/>
          <ac:spMkLst>
            <pc:docMk/>
            <pc:sldMk cId="1540546724" sldId="2147480678"/>
            <ac:spMk id="30" creationId="{1D55CE80-EAE7-08C3-2BE9-E7B342B7D53D}"/>
          </ac:spMkLst>
        </pc:spChg>
        <pc:spChg chg="mod">
          <ac:chgData name="Nunes, Marta Rafaela" userId="64e258cc-da3c-4cb9-a36b-1ce753c6c460" providerId="ADAL" clId="{06DC152B-A079-46BC-83AB-2B49C1DAC4B7}" dt="2026-01-20T12:23:08.421" v="33190" actId="255"/>
          <ac:spMkLst>
            <pc:docMk/>
            <pc:sldMk cId="1540546724" sldId="2147480678"/>
            <ac:spMk id="31" creationId="{4F31AED6-269F-7767-46F2-C7472649FE0C}"/>
          </ac:spMkLst>
        </pc:spChg>
        <pc:spChg chg="mod">
          <ac:chgData name="Nunes, Marta Rafaela" userId="64e258cc-da3c-4cb9-a36b-1ce753c6c460" providerId="ADAL" clId="{06DC152B-A079-46BC-83AB-2B49C1DAC4B7}" dt="2026-01-20T18:15:08.533" v="35885" actId="20577"/>
          <ac:spMkLst>
            <pc:docMk/>
            <pc:sldMk cId="1540546724" sldId="2147480678"/>
            <ac:spMk id="33" creationId="{D21FBE13-66D8-F251-D346-0BF71E9FB9F7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0:38:53.588" v="29367" actId="14100"/>
        <pc:sldMkLst>
          <pc:docMk/>
          <pc:sldMk cId="3211028951" sldId="2147480679"/>
        </pc:sldMkLst>
        <pc:spChg chg="mod">
          <ac:chgData name="Nunes, Marta Rafaela" userId="64e258cc-da3c-4cb9-a36b-1ce753c6c460" providerId="ADAL" clId="{06DC152B-A079-46BC-83AB-2B49C1DAC4B7}" dt="2026-01-20T10:36:58.934" v="29325" actId="14100"/>
          <ac:spMkLst>
            <pc:docMk/>
            <pc:sldMk cId="3211028951" sldId="2147480679"/>
            <ac:spMk id="2" creationId="{BD036FC3-11AD-C1C6-964F-275BE09C2F4E}"/>
          </ac:spMkLst>
        </pc:spChg>
        <pc:spChg chg="mod">
          <ac:chgData name="Nunes, Marta Rafaela" userId="64e258cc-da3c-4cb9-a36b-1ce753c6c460" providerId="ADAL" clId="{06DC152B-A079-46BC-83AB-2B49C1DAC4B7}" dt="2026-01-20T10:38:53.588" v="29367" actId="14100"/>
          <ac:spMkLst>
            <pc:docMk/>
            <pc:sldMk cId="3211028951" sldId="2147480679"/>
            <ac:spMk id="5" creationId="{7C0A24DA-3921-A4A5-0BAE-EEB504E78D43}"/>
          </ac:spMkLst>
        </pc:spChg>
        <pc:spChg chg="mod">
          <ac:chgData name="Nunes, Marta Rafaela" userId="64e258cc-da3c-4cb9-a36b-1ce753c6c460" providerId="ADAL" clId="{06DC152B-A079-46BC-83AB-2B49C1DAC4B7}" dt="2026-01-20T10:38:53.588" v="29367" actId="14100"/>
          <ac:spMkLst>
            <pc:docMk/>
            <pc:sldMk cId="3211028951" sldId="2147480679"/>
            <ac:spMk id="37" creationId="{A031DEAE-C772-BF1F-0640-A29BF34E580C}"/>
          </ac:spMkLst>
        </pc:spChg>
        <pc:graphicFrameChg chg="add del mod modGraphic">
          <ac:chgData name="Nunes, Marta Rafaela" userId="64e258cc-da3c-4cb9-a36b-1ce753c6c460" providerId="ADAL" clId="{06DC152B-A079-46BC-83AB-2B49C1DAC4B7}" dt="2026-01-20T10:37:18.663" v="29330" actId="478"/>
          <ac:graphicFrameMkLst>
            <pc:docMk/>
            <pc:sldMk cId="3211028951" sldId="2147480679"/>
            <ac:graphicFrameMk id="3" creationId="{985276E6-033E-A4AB-773C-AF6D3332D799}"/>
          </ac:graphicFrameMkLst>
        </pc:graphicFrameChg>
        <pc:graphicFrameChg chg="mod modGraphic">
          <ac:chgData name="Nunes, Marta Rafaela" userId="64e258cc-da3c-4cb9-a36b-1ce753c6c460" providerId="ADAL" clId="{06DC152B-A079-46BC-83AB-2B49C1DAC4B7}" dt="2026-01-20T10:38:40.580" v="29343" actId="403"/>
          <ac:graphicFrameMkLst>
            <pc:docMk/>
            <pc:sldMk cId="3211028951" sldId="2147480679"/>
            <ac:graphicFrameMk id="8" creationId="{52F58962-80A4-3B60-DEF1-ADD54B7FF121}"/>
          </ac:graphicFrameMkLst>
        </pc:graphicFrameChg>
      </pc:sldChg>
      <pc:sldChg chg="modSp mod">
        <pc:chgData name="Nunes, Marta Rafaela" userId="64e258cc-da3c-4cb9-a36b-1ce753c6c460" providerId="ADAL" clId="{06DC152B-A079-46BC-83AB-2B49C1DAC4B7}" dt="2026-01-20T18:16:58.224" v="35893" actId="114"/>
        <pc:sldMkLst>
          <pc:docMk/>
          <pc:sldMk cId="487039016" sldId="2147480680"/>
        </pc:sldMkLst>
        <pc:spChg chg="mod">
          <ac:chgData name="Nunes, Marta Rafaela" userId="64e258cc-da3c-4cb9-a36b-1ce753c6c460" providerId="ADAL" clId="{06DC152B-A079-46BC-83AB-2B49C1DAC4B7}" dt="2026-01-20T12:20:29.219" v="33099"/>
          <ac:spMkLst>
            <pc:docMk/>
            <pc:sldMk cId="487039016" sldId="2147480680"/>
            <ac:spMk id="30" creationId="{171C0C25-E50B-F21E-1E04-E382F60665AB}"/>
          </ac:spMkLst>
        </pc:spChg>
        <pc:spChg chg="mod">
          <ac:chgData name="Nunes, Marta Rafaela" userId="64e258cc-da3c-4cb9-a36b-1ce753c6c460" providerId="ADAL" clId="{06DC152B-A079-46BC-83AB-2B49C1DAC4B7}" dt="2026-01-20T12:23:14.139" v="33191" actId="255"/>
          <ac:spMkLst>
            <pc:docMk/>
            <pc:sldMk cId="487039016" sldId="2147480680"/>
            <ac:spMk id="31" creationId="{5BBA37E3-491C-82F6-A138-FA7D522FAD97}"/>
          </ac:spMkLst>
        </pc:spChg>
        <pc:spChg chg="mod">
          <ac:chgData name="Nunes, Marta Rafaela" userId="64e258cc-da3c-4cb9-a36b-1ce753c6c460" providerId="ADAL" clId="{06DC152B-A079-46BC-83AB-2B49C1DAC4B7}" dt="2026-01-20T18:16:58.224" v="35893" actId="114"/>
          <ac:spMkLst>
            <pc:docMk/>
            <pc:sldMk cId="487039016" sldId="2147480680"/>
            <ac:spMk id="33" creationId="{98278C4A-25DB-8ACB-1D6B-3A6D5D7CC51B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8:18:01.160" v="35899" actId="114"/>
        <pc:sldMkLst>
          <pc:docMk/>
          <pc:sldMk cId="1342101656" sldId="2147480681"/>
        </pc:sldMkLst>
        <pc:spChg chg="add mod">
          <ac:chgData name="Nunes, Marta Rafaela" userId="64e258cc-da3c-4cb9-a36b-1ce753c6c460" providerId="ADAL" clId="{06DC152B-A079-46BC-83AB-2B49C1DAC4B7}" dt="2026-01-20T11:46:28.148" v="31252"/>
          <ac:spMkLst>
            <pc:docMk/>
            <pc:sldMk cId="1342101656" sldId="2147480681"/>
            <ac:spMk id="2" creationId="{C57BE8DE-73BD-AD1C-072B-66B3F4DAFDE6}"/>
          </ac:spMkLst>
        </pc:spChg>
        <pc:spChg chg="add del mod">
          <ac:chgData name="Nunes, Marta Rafaela" userId="64e258cc-da3c-4cb9-a36b-1ce753c6c460" providerId="ADAL" clId="{06DC152B-A079-46BC-83AB-2B49C1DAC4B7}" dt="2026-01-20T11:46:48.483" v="31257" actId="478"/>
          <ac:spMkLst>
            <pc:docMk/>
            <pc:sldMk cId="1342101656" sldId="2147480681"/>
            <ac:spMk id="15" creationId="{5756B65B-BFFC-6D9E-2DEA-3EC6A7DEBA99}"/>
          </ac:spMkLst>
        </pc:spChg>
        <pc:spChg chg="mod">
          <ac:chgData name="Nunes, Marta Rafaela" userId="64e258cc-da3c-4cb9-a36b-1ce753c6c460" providerId="ADAL" clId="{06DC152B-A079-46BC-83AB-2B49C1DAC4B7}" dt="2026-01-20T11:46:32.064" v="31253" actId="20577"/>
          <ac:spMkLst>
            <pc:docMk/>
            <pc:sldMk cId="1342101656" sldId="2147480681"/>
            <ac:spMk id="19" creationId="{95FB6DA4-018D-3B9B-7563-768D49247CCD}"/>
          </ac:spMkLst>
        </pc:spChg>
        <pc:spChg chg="add mod">
          <ac:chgData name="Nunes, Marta Rafaela" userId="64e258cc-da3c-4cb9-a36b-1ce753c6c460" providerId="ADAL" clId="{06DC152B-A079-46BC-83AB-2B49C1DAC4B7}" dt="2026-01-20T11:46:57.943" v="31278" actId="1035"/>
          <ac:spMkLst>
            <pc:docMk/>
            <pc:sldMk cId="1342101656" sldId="2147480681"/>
            <ac:spMk id="20" creationId="{BB655532-6348-92AC-24ED-F913670E6CAB}"/>
          </ac:spMkLst>
        </pc:spChg>
        <pc:spChg chg="mod">
          <ac:chgData name="Nunes, Marta Rafaela" userId="64e258cc-da3c-4cb9-a36b-1ce753c6c460" providerId="ADAL" clId="{06DC152B-A079-46BC-83AB-2B49C1DAC4B7}" dt="2026-01-20T12:20:32.283" v="33100"/>
          <ac:spMkLst>
            <pc:docMk/>
            <pc:sldMk cId="1342101656" sldId="2147480681"/>
            <ac:spMk id="30" creationId="{C4EAA6A4-599B-C343-32EF-B28F61FAB6A4}"/>
          </ac:spMkLst>
        </pc:spChg>
        <pc:spChg chg="mod">
          <ac:chgData name="Nunes, Marta Rafaela" userId="64e258cc-da3c-4cb9-a36b-1ce753c6c460" providerId="ADAL" clId="{06DC152B-A079-46BC-83AB-2B49C1DAC4B7}" dt="2026-01-20T12:23:18.599" v="33192" actId="255"/>
          <ac:spMkLst>
            <pc:docMk/>
            <pc:sldMk cId="1342101656" sldId="2147480681"/>
            <ac:spMk id="31" creationId="{77731EF8-0E94-72EB-1DDD-41E9B5CE1DB4}"/>
          </ac:spMkLst>
        </pc:spChg>
        <pc:spChg chg="mod">
          <ac:chgData name="Nunes, Marta Rafaela" userId="64e258cc-da3c-4cb9-a36b-1ce753c6c460" providerId="ADAL" clId="{06DC152B-A079-46BC-83AB-2B49C1DAC4B7}" dt="2026-01-20T18:18:01.160" v="35899" actId="114"/>
          <ac:spMkLst>
            <pc:docMk/>
            <pc:sldMk cId="1342101656" sldId="2147480681"/>
            <ac:spMk id="33" creationId="{B8916FDB-8D86-5C2C-7F84-DAB04C9BD84B}"/>
          </ac:spMkLst>
        </pc:spChg>
      </pc:sldChg>
      <pc:sldChg chg="addSp modSp del mod">
        <pc:chgData name="Nunes, Marta Rafaela" userId="64e258cc-da3c-4cb9-a36b-1ce753c6c460" providerId="ADAL" clId="{06DC152B-A079-46BC-83AB-2B49C1DAC4B7}" dt="2026-01-20T11:22:50.261" v="30551" actId="47"/>
        <pc:sldMkLst>
          <pc:docMk/>
          <pc:sldMk cId="26573189" sldId="2147480682"/>
        </pc:sldMkLst>
        <pc:spChg chg="mod">
          <ac:chgData name="Nunes, Marta Rafaela" userId="64e258cc-da3c-4cb9-a36b-1ce753c6c460" providerId="ADAL" clId="{06DC152B-A079-46BC-83AB-2B49C1DAC4B7}" dt="2026-01-20T11:11:00.764" v="30159" actId="552"/>
          <ac:spMkLst>
            <pc:docMk/>
            <pc:sldMk cId="26573189" sldId="2147480682"/>
            <ac:spMk id="2" creationId="{A9D23B2C-03F2-71FD-A893-546849B01BB6}"/>
          </ac:spMkLst>
        </pc:spChg>
        <pc:spChg chg="add mod">
          <ac:chgData name="Nunes, Marta Rafaela" userId="64e258cc-da3c-4cb9-a36b-1ce753c6c460" providerId="ADAL" clId="{06DC152B-A079-46BC-83AB-2B49C1DAC4B7}" dt="2026-01-20T11:10:46.314" v="30157"/>
          <ac:spMkLst>
            <pc:docMk/>
            <pc:sldMk cId="26573189" sldId="2147480682"/>
            <ac:spMk id="4" creationId="{268C59AC-8BC8-D5C8-538D-B57650A9072C}"/>
          </ac:spMkLst>
        </pc:spChg>
        <pc:spChg chg="mod">
          <ac:chgData name="Nunes, Marta Rafaela" userId="64e258cc-da3c-4cb9-a36b-1ce753c6c460" providerId="ADAL" clId="{06DC152B-A079-46BC-83AB-2B49C1DAC4B7}" dt="2026-01-20T11:11:28.089" v="30167" actId="552"/>
          <ac:spMkLst>
            <pc:docMk/>
            <pc:sldMk cId="26573189" sldId="2147480682"/>
            <ac:spMk id="5" creationId="{F05978A3-48F7-F5A1-3AD0-E222EFD4D7ED}"/>
          </ac:spMkLst>
        </pc:spChg>
        <pc:spChg chg="mod">
          <ac:chgData name="Nunes, Marta Rafaela" userId="64e258cc-da3c-4cb9-a36b-1ce753c6c460" providerId="ADAL" clId="{06DC152B-A079-46BC-83AB-2B49C1DAC4B7}" dt="2026-01-20T11:11:06.775" v="30160" actId="465"/>
          <ac:spMkLst>
            <pc:docMk/>
            <pc:sldMk cId="26573189" sldId="2147480682"/>
            <ac:spMk id="8" creationId="{3802A519-754D-86B0-D01C-0E823B2A69B8}"/>
          </ac:spMkLst>
        </pc:spChg>
        <pc:spChg chg="add mod">
          <ac:chgData name="Nunes, Marta Rafaela" userId="64e258cc-da3c-4cb9-a36b-1ce753c6c460" providerId="ADAL" clId="{06DC152B-A079-46BC-83AB-2B49C1DAC4B7}" dt="2026-01-20T11:11:34.856" v="30168"/>
          <ac:spMkLst>
            <pc:docMk/>
            <pc:sldMk cId="26573189" sldId="2147480682"/>
            <ac:spMk id="9" creationId="{B938E5B7-8BA5-1459-F0E3-7D510D80C94D}"/>
          </ac:spMkLst>
        </pc:spChg>
        <pc:spChg chg="mod">
          <ac:chgData name="Nunes, Marta Rafaela" userId="64e258cc-da3c-4cb9-a36b-1ce753c6c460" providerId="ADAL" clId="{06DC152B-A079-46BC-83AB-2B49C1DAC4B7}" dt="2026-01-20T11:11:28.089" v="30167" actId="552"/>
          <ac:spMkLst>
            <pc:docMk/>
            <pc:sldMk cId="26573189" sldId="2147480682"/>
            <ac:spMk id="15" creationId="{D89D607F-BEC6-117F-15D8-D45CDB4B943C}"/>
          </ac:spMkLst>
        </pc:spChg>
        <pc:graphicFrameChg chg="add mod">
          <ac:chgData name="Nunes, Marta Rafaela" userId="64e258cc-da3c-4cb9-a36b-1ce753c6c460" providerId="ADAL" clId="{06DC152B-A079-46BC-83AB-2B49C1DAC4B7}" dt="2026-01-20T11:11:40.268" v="30169"/>
          <ac:graphicFrameMkLst>
            <pc:docMk/>
            <pc:sldMk cId="26573189" sldId="2147480682"/>
            <ac:graphicFrameMk id="10" creationId="{4BC670A3-2107-4339-692A-46BA8B155F5F}"/>
          </ac:graphicFrameMkLst>
        </pc:graphicFrameChg>
      </pc:sldChg>
      <pc:sldChg chg="addSp delSp modSp mod">
        <pc:chgData name="Nunes, Marta Rafaela" userId="64e258cc-da3c-4cb9-a36b-1ce753c6c460" providerId="ADAL" clId="{06DC152B-A079-46BC-83AB-2B49C1DAC4B7}" dt="2026-01-20T18:18:48.760" v="35900" actId="947"/>
        <pc:sldMkLst>
          <pc:docMk/>
          <pc:sldMk cId="1376005887" sldId="2147480683"/>
        </pc:sldMkLst>
        <pc:spChg chg="mod">
          <ac:chgData name="Nunes, Marta Rafaela" userId="64e258cc-da3c-4cb9-a36b-1ce753c6c460" providerId="ADAL" clId="{06DC152B-A079-46BC-83AB-2B49C1DAC4B7}" dt="2026-01-20T11:47:23.323" v="31281" actId="552"/>
          <ac:spMkLst>
            <pc:docMk/>
            <pc:sldMk cId="1376005887" sldId="2147480683"/>
            <ac:spMk id="2" creationId="{DD0D6907-7BEA-8DE0-EE5A-28CE46F7CBDE}"/>
          </ac:spMkLst>
        </pc:spChg>
        <pc:spChg chg="add mod">
          <ac:chgData name="Nunes, Marta Rafaela" userId="64e258cc-da3c-4cb9-a36b-1ce753c6c460" providerId="ADAL" clId="{06DC152B-A079-46BC-83AB-2B49C1DAC4B7}" dt="2026-01-20T10:26:22.726" v="29174"/>
          <ac:spMkLst>
            <pc:docMk/>
            <pc:sldMk cId="1376005887" sldId="2147480683"/>
            <ac:spMk id="3" creationId="{B0576A08-795D-8B8E-9C7D-89FC5E5CF04A}"/>
          </ac:spMkLst>
        </pc:spChg>
        <pc:spChg chg="mod">
          <ac:chgData name="Nunes, Marta Rafaela" userId="64e258cc-da3c-4cb9-a36b-1ce753c6c460" providerId="ADAL" clId="{06DC152B-A079-46BC-83AB-2B49C1DAC4B7}" dt="2026-01-20T11:48:21.825" v="31301" actId="20577"/>
          <ac:spMkLst>
            <pc:docMk/>
            <pc:sldMk cId="1376005887" sldId="2147480683"/>
            <ac:spMk id="4" creationId="{96F282BB-4B2D-F9B7-A50F-0E982C237D31}"/>
          </ac:spMkLst>
        </pc:spChg>
        <pc:spChg chg="add mod">
          <ac:chgData name="Nunes, Marta Rafaela" userId="64e258cc-da3c-4cb9-a36b-1ce753c6c460" providerId="ADAL" clId="{06DC152B-A079-46BC-83AB-2B49C1DAC4B7}" dt="2026-01-20T10:33:27.399" v="29226"/>
          <ac:spMkLst>
            <pc:docMk/>
            <pc:sldMk cId="1376005887" sldId="2147480683"/>
            <ac:spMk id="5" creationId="{2C6E477F-16FB-C3FD-9234-F5304A82F1A3}"/>
          </ac:spMkLst>
        </pc:spChg>
        <pc:spChg chg="add del mod">
          <ac:chgData name="Nunes, Marta Rafaela" userId="64e258cc-da3c-4cb9-a36b-1ce753c6c460" providerId="ADAL" clId="{06DC152B-A079-46BC-83AB-2B49C1DAC4B7}" dt="2026-01-20T11:47:18.515" v="31280" actId="478"/>
          <ac:spMkLst>
            <pc:docMk/>
            <pc:sldMk cId="1376005887" sldId="2147480683"/>
            <ac:spMk id="8" creationId="{D0B03695-96D4-2751-7730-FB57EFB4F3C2}"/>
          </ac:spMkLst>
        </pc:spChg>
        <pc:spChg chg="add mod">
          <ac:chgData name="Nunes, Marta Rafaela" userId="64e258cc-da3c-4cb9-a36b-1ce753c6c460" providerId="ADAL" clId="{06DC152B-A079-46BC-83AB-2B49C1DAC4B7}" dt="2026-01-20T11:48:23.653" v="31302"/>
          <ac:spMkLst>
            <pc:docMk/>
            <pc:sldMk cId="1376005887" sldId="2147480683"/>
            <ac:spMk id="10" creationId="{79BE4140-002A-1B5A-138C-83FAF5FB6EAC}"/>
          </ac:spMkLst>
        </pc:spChg>
        <pc:spChg chg="mod">
          <ac:chgData name="Nunes, Marta Rafaela" userId="64e258cc-da3c-4cb9-a36b-1ce753c6c460" providerId="ADAL" clId="{06DC152B-A079-46BC-83AB-2B49C1DAC4B7}" dt="2026-01-20T12:23:26.639" v="33194" actId="255"/>
          <ac:spMkLst>
            <pc:docMk/>
            <pc:sldMk cId="1376005887" sldId="2147480683"/>
            <ac:spMk id="37" creationId="{38134254-BFEE-319A-4434-C83323454B04}"/>
          </ac:spMkLst>
        </pc:spChg>
        <pc:spChg chg="mod">
          <ac:chgData name="Nunes, Marta Rafaela" userId="64e258cc-da3c-4cb9-a36b-1ce753c6c460" providerId="ADAL" clId="{06DC152B-A079-46BC-83AB-2B49C1DAC4B7}" dt="2026-01-20T12:23:23.158" v="33193" actId="255"/>
          <ac:spMkLst>
            <pc:docMk/>
            <pc:sldMk cId="1376005887" sldId="2147480683"/>
            <ac:spMk id="47" creationId="{DAD19B29-0BD2-6C44-CBBE-6E9B787E17B5}"/>
          </ac:spMkLst>
        </pc:spChg>
        <pc:graphicFrameChg chg="mod modGraphic">
          <ac:chgData name="Nunes, Marta Rafaela" userId="64e258cc-da3c-4cb9-a36b-1ce753c6c460" providerId="ADAL" clId="{06DC152B-A079-46BC-83AB-2B49C1DAC4B7}" dt="2026-01-20T18:18:48.760" v="35900" actId="947"/>
          <ac:graphicFrameMkLst>
            <pc:docMk/>
            <pc:sldMk cId="1376005887" sldId="2147480683"/>
            <ac:graphicFrameMk id="6" creationId="{24809E75-148C-5258-7FE3-538ECCFD8211}"/>
          </ac:graphicFrameMkLst>
        </pc:graphicFrameChg>
        <pc:graphicFrameChg chg="add del mod">
          <ac:chgData name="Nunes, Marta Rafaela" userId="64e258cc-da3c-4cb9-a36b-1ce753c6c460" providerId="ADAL" clId="{06DC152B-A079-46BC-83AB-2B49C1DAC4B7}" dt="2026-01-20T11:47:53.765" v="31287" actId="478"/>
          <ac:graphicFrameMkLst>
            <pc:docMk/>
            <pc:sldMk cId="1376005887" sldId="2147480683"/>
            <ac:graphicFrameMk id="9" creationId="{164F0F0F-35B0-A6F3-CA45-3C675202EBED}"/>
          </ac:graphicFrameMkLst>
        </pc:graphicFrameChg>
      </pc:sldChg>
      <pc:sldChg chg="modSp mod">
        <pc:chgData name="Nunes, Marta Rafaela" userId="64e258cc-da3c-4cb9-a36b-1ce753c6c460" providerId="ADAL" clId="{06DC152B-A079-46BC-83AB-2B49C1DAC4B7}" dt="2026-01-20T10:34:25.185" v="29263" actId="552"/>
        <pc:sldMkLst>
          <pc:docMk/>
          <pc:sldMk cId="739621606" sldId="2147480685"/>
        </pc:sldMkLst>
        <pc:spChg chg="mod">
          <ac:chgData name="Nunes, Marta Rafaela" userId="64e258cc-da3c-4cb9-a36b-1ce753c6c460" providerId="ADAL" clId="{06DC152B-A079-46BC-83AB-2B49C1DAC4B7}" dt="2026-01-20T10:34:13.277" v="29233" actId="552"/>
          <ac:spMkLst>
            <pc:docMk/>
            <pc:sldMk cId="739621606" sldId="2147480685"/>
            <ac:spMk id="2" creationId="{8AB4F49E-7E68-4EB6-2491-32D9043FFFDE}"/>
          </ac:spMkLst>
        </pc:spChg>
        <pc:spChg chg="mod">
          <ac:chgData name="Nunes, Marta Rafaela" userId="64e258cc-da3c-4cb9-a36b-1ce753c6c460" providerId="ADAL" clId="{06DC152B-A079-46BC-83AB-2B49C1DAC4B7}" dt="2026-01-20T10:34:25.185" v="29263" actId="552"/>
          <ac:spMkLst>
            <pc:docMk/>
            <pc:sldMk cId="739621606" sldId="2147480685"/>
            <ac:spMk id="6" creationId="{E69AECA4-05A5-AAFA-D1F9-95A1998AB609}"/>
          </ac:spMkLst>
        </pc:spChg>
        <pc:spChg chg="mod">
          <ac:chgData name="Nunes, Marta Rafaela" userId="64e258cc-da3c-4cb9-a36b-1ce753c6c460" providerId="ADAL" clId="{06DC152B-A079-46BC-83AB-2B49C1DAC4B7}" dt="2026-01-20T10:34:25.185" v="29263" actId="552"/>
          <ac:spMkLst>
            <pc:docMk/>
            <pc:sldMk cId="739621606" sldId="2147480685"/>
            <ac:spMk id="37" creationId="{4CEB389D-A8E6-B3CD-4476-33D64D5F7DAC}"/>
          </ac:spMkLst>
        </pc:spChg>
      </pc:sldChg>
      <pc:sldChg chg="addSp delSp modSp add del mod modCm modNotesTx">
        <pc:chgData name="Nunes, Marta Rafaela" userId="64e258cc-da3c-4cb9-a36b-1ce753c6c460" providerId="ADAL" clId="{06DC152B-A079-46BC-83AB-2B49C1DAC4B7}" dt="2026-01-19T20:42:24.895" v="24414" actId="47"/>
        <pc:sldMkLst>
          <pc:docMk/>
          <pc:sldMk cId="179103848" sldId="2147480687"/>
        </pc:sldMkLst>
        <pc:spChg chg="mod">
          <ac:chgData name="Nunes, Marta Rafaela" userId="64e258cc-da3c-4cb9-a36b-1ce753c6c460" providerId="ADAL" clId="{06DC152B-A079-46BC-83AB-2B49C1DAC4B7}" dt="2026-01-19T18:09:05.401" v="23958" actId="1036"/>
          <ac:spMkLst>
            <pc:docMk/>
            <pc:sldMk cId="179103848" sldId="2147480687"/>
            <ac:spMk id="4" creationId="{BD95971C-D17D-B641-DC04-F10FF2C16312}"/>
          </ac:spMkLst>
        </pc:spChg>
        <pc:spChg chg="mod topLvl">
          <ac:chgData name="Nunes, Marta Rafaela" userId="64e258cc-da3c-4cb9-a36b-1ce753c6c460" providerId="ADAL" clId="{06DC152B-A079-46BC-83AB-2B49C1DAC4B7}" dt="2026-01-19T18:11:21.027" v="24006" actId="1036"/>
          <ac:spMkLst>
            <pc:docMk/>
            <pc:sldMk cId="179103848" sldId="2147480687"/>
            <ac:spMk id="11" creationId="{863D796E-FD10-D593-F29D-0178386F3B18}"/>
          </ac:spMkLst>
        </pc:spChg>
        <pc:spChg chg="mod">
          <ac:chgData name="Nunes, Marta Rafaela" userId="64e258cc-da3c-4cb9-a36b-1ce753c6c460" providerId="ADAL" clId="{06DC152B-A079-46BC-83AB-2B49C1DAC4B7}" dt="2026-01-19T16:23:22.868" v="23370" actId="27803"/>
          <ac:spMkLst>
            <pc:docMk/>
            <pc:sldMk cId="179103848" sldId="2147480687"/>
            <ac:spMk id="33" creationId="{1D2567F6-D5BF-2115-BF98-7F4A2D0BD791}"/>
          </ac:spMkLst>
        </pc:spChg>
        <pc:spChg chg="mod">
          <ac:chgData name="Nunes, Marta Rafaela" userId="64e258cc-da3c-4cb9-a36b-1ce753c6c460" providerId="ADAL" clId="{06DC152B-A079-46BC-83AB-2B49C1DAC4B7}" dt="2026-01-19T16:23:22.868" v="23370" actId="27803"/>
          <ac:spMkLst>
            <pc:docMk/>
            <pc:sldMk cId="179103848" sldId="2147480687"/>
            <ac:spMk id="34" creationId="{5C2E674E-FA17-F540-E6F3-411EDEE9DABA}"/>
          </ac:spMkLst>
        </pc:spChg>
        <pc:spChg chg="mod">
          <ac:chgData name="Nunes, Marta Rafaela" userId="64e258cc-da3c-4cb9-a36b-1ce753c6c460" providerId="ADAL" clId="{06DC152B-A079-46BC-83AB-2B49C1DAC4B7}" dt="2026-01-19T16:23:22.868" v="23370" actId="27803"/>
          <ac:spMkLst>
            <pc:docMk/>
            <pc:sldMk cId="179103848" sldId="2147480687"/>
            <ac:spMk id="35" creationId="{F4DD9B6A-CFB0-2E2E-D396-B20C5A0D78A7}"/>
          </ac:spMkLst>
        </pc:spChg>
        <pc:spChg chg="add mod">
          <ac:chgData name="Nunes, Marta Rafaela" userId="64e258cc-da3c-4cb9-a36b-1ce753c6c460" providerId="ADAL" clId="{06DC152B-A079-46BC-83AB-2B49C1DAC4B7}" dt="2026-01-19T18:11:12.149" v="23995" actId="20577"/>
          <ac:spMkLst>
            <pc:docMk/>
            <pc:sldMk cId="179103848" sldId="2147480687"/>
            <ac:spMk id="43" creationId="{EFFE9732-30DA-0D05-CA0C-9F1BEFC5EFAD}"/>
          </ac:spMkLst>
        </pc:spChg>
        <pc:spChg chg="mod">
          <ac:chgData name="Nunes, Marta Rafaela" userId="64e258cc-da3c-4cb9-a36b-1ce753c6c460" providerId="ADAL" clId="{06DC152B-A079-46BC-83AB-2B49C1DAC4B7}" dt="2026-01-19T18:11:21.027" v="24006" actId="1036"/>
          <ac:spMkLst>
            <pc:docMk/>
            <pc:sldMk cId="179103848" sldId="2147480687"/>
            <ac:spMk id="169" creationId="{3F0EF971-53DC-7F35-ED19-440D16624D87}"/>
          </ac:spMkLst>
        </pc:spChg>
        <pc:spChg chg="mod">
          <ac:chgData name="Nunes, Marta Rafaela" userId="64e258cc-da3c-4cb9-a36b-1ce753c6c460" providerId="ADAL" clId="{06DC152B-A079-46BC-83AB-2B49C1DAC4B7}" dt="2026-01-19T18:11:21.027" v="24006" actId="1036"/>
          <ac:spMkLst>
            <pc:docMk/>
            <pc:sldMk cId="179103848" sldId="2147480687"/>
            <ac:spMk id="170" creationId="{A64C8E07-38E9-7E32-67DA-825AD768A6CE}"/>
          </ac:spMkLst>
        </pc:spChg>
        <pc:spChg chg="mod">
          <ac:chgData name="Nunes, Marta Rafaela" userId="64e258cc-da3c-4cb9-a36b-1ce753c6c460" providerId="ADAL" clId="{06DC152B-A079-46BC-83AB-2B49C1DAC4B7}" dt="2026-01-19T18:11:21.027" v="24006" actId="1036"/>
          <ac:spMkLst>
            <pc:docMk/>
            <pc:sldMk cId="179103848" sldId="2147480687"/>
            <ac:spMk id="173" creationId="{8FB22ECA-4A72-A002-2670-0F0F7127992E}"/>
          </ac:spMkLst>
        </pc:spChg>
        <pc:spChg chg="mod">
          <ac:chgData name="Nunes, Marta Rafaela" userId="64e258cc-da3c-4cb9-a36b-1ce753c6c460" providerId="ADAL" clId="{06DC152B-A079-46BC-83AB-2B49C1DAC4B7}" dt="2026-01-19T18:11:21.027" v="24006" actId="1036"/>
          <ac:spMkLst>
            <pc:docMk/>
            <pc:sldMk cId="179103848" sldId="2147480687"/>
            <ac:spMk id="174" creationId="{2D8DA3C4-C2FF-8D0A-9F32-9820E7A7722E}"/>
          </ac:spMkLst>
        </pc:spChg>
        <pc:spChg chg="mod">
          <ac:chgData name="Nunes, Marta Rafaela" userId="64e258cc-da3c-4cb9-a36b-1ce753c6c460" providerId="ADAL" clId="{06DC152B-A079-46BC-83AB-2B49C1DAC4B7}" dt="2026-01-19T18:16:52.318" v="24206" actId="20577"/>
          <ac:spMkLst>
            <pc:docMk/>
            <pc:sldMk cId="179103848" sldId="2147480687"/>
            <ac:spMk id="175" creationId="{407471EB-19D8-BD57-437E-E8FE5841174D}"/>
          </ac:spMkLst>
        </pc:spChg>
        <pc:spChg chg="mod">
          <ac:chgData name="Nunes, Marta Rafaela" userId="64e258cc-da3c-4cb9-a36b-1ce753c6c460" providerId="ADAL" clId="{06DC152B-A079-46BC-83AB-2B49C1DAC4B7}" dt="2026-01-19T18:11:21.027" v="24006" actId="1036"/>
          <ac:spMkLst>
            <pc:docMk/>
            <pc:sldMk cId="179103848" sldId="2147480687"/>
            <ac:spMk id="176" creationId="{30E2BAA1-D404-DBC7-038F-E2D02723DE7A}"/>
          </ac:spMkLst>
        </pc:spChg>
        <pc:spChg chg="mod">
          <ac:chgData name="Nunes, Marta Rafaela" userId="64e258cc-da3c-4cb9-a36b-1ce753c6c460" providerId="ADAL" clId="{06DC152B-A079-46BC-83AB-2B49C1DAC4B7}" dt="2026-01-19T18:11:21.027" v="24006" actId="1036"/>
          <ac:spMkLst>
            <pc:docMk/>
            <pc:sldMk cId="179103848" sldId="2147480687"/>
            <ac:spMk id="177" creationId="{0D98E042-481C-3AEA-FF1B-5B1F642C92CB}"/>
          </ac:spMkLst>
        </pc:spChg>
        <pc:spChg chg="mod">
          <ac:chgData name="Nunes, Marta Rafaela" userId="64e258cc-da3c-4cb9-a36b-1ce753c6c460" providerId="ADAL" clId="{06DC152B-A079-46BC-83AB-2B49C1DAC4B7}" dt="2026-01-19T18:11:21.027" v="24006" actId="1036"/>
          <ac:spMkLst>
            <pc:docMk/>
            <pc:sldMk cId="179103848" sldId="2147480687"/>
            <ac:spMk id="178" creationId="{82249EB2-2933-E507-0503-D555F3F4728E}"/>
          </ac:spMkLst>
        </pc:spChg>
        <pc:spChg chg="mod">
          <ac:chgData name="Nunes, Marta Rafaela" userId="64e258cc-da3c-4cb9-a36b-1ce753c6c460" providerId="ADAL" clId="{06DC152B-A079-46BC-83AB-2B49C1DAC4B7}" dt="2026-01-19T18:18:50.207" v="24223"/>
          <ac:spMkLst>
            <pc:docMk/>
            <pc:sldMk cId="179103848" sldId="2147480687"/>
            <ac:spMk id="185" creationId="{AED05DA4-F652-E2F1-5E68-8881638E0539}"/>
          </ac:spMkLst>
        </pc:spChg>
        <pc:spChg chg="mod">
          <ac:chgData name="Nunes, Marta Rafaela" userId="64e258cc-da3c-4cb9-a36b-1ce753c6c460" providerId="ADAL" clId="{06DC152B-A079-46BC-83AB-2B49C1DAC4B7}" dt="2026-01-19T18:18:50.207" v="24223"/>
          <ac:spMkLst>
            <pc:docMk/>
            <pc:sldMk cId="179103848" sldId="2147480687"/>
            <ac:spMk id="187" creationId="{22DD94F8-9A53-2EE6-F4A3-3E7A4E5DDC7E}"/>
          </ac:spMkLst>
        </pc:spChg>
        <pc:spChg chg="mod topLvl">
          <ac:chgData name="Nunes, Marta Rafaela" userId="64e258cc-da3c-4cb9-a36b-1ce753c6c460" providerId="ADAL" clId="{06DC152B-A079-46BC-83AB-2B49C1DAC4B7}" dt="2026-01-19T18:18:50.207" v="24223"/>
          <ac:spMkLst>
            <pc:docMk/>
            <pc:sldMk cId="179103848" sldId="2147480687"/>
            <ac:spMk id="190" creationId="{46941073-F7B7-9BF9-BBFE-8A94F2BC817C}"/>
          </ac:spMkLst>
        </pc:spChg>
        <pc:spChg chg="mod topLvl">
          <ac:chgData name="Nunes, Marta Rafaela" userId="64e258cc-da3c-4cb9-a36b-1ce753c6c460" providerId="ADAL" clId="{06DC152B-A079-46BC-83AB-2B49C1DAC4B7}" dt="2026-01-19T18:18:50.207" v="24223"/>
          <ac:spMkLst>
            <pc:docMk/>
            <pc:sldMk cId="179103848" sldId="2147480687"/>
            <ac:spMk id="191" creationId="{7F60CE8F-FD50-AAC4-E5E2-F1D4DAA643EB}"/>
          </ac:spMkLst>
        </pc:spChg>
        <pc:spChg chg="mod topLvl">
          <ac:chgData name="Nunes, Marta Rafaela" userId="64e258cc-da3c-4cb9-a36b-1ce753c6c460" providerId="ADAL" clId="{06DC152B-A079-46BC-83AB-2B49C1DAC4B7}" dt="2026-01-19T18:18:50.207" v="24223"/>
          <ac:spMkLst>
            <pc:docMk/>
            <pc:sldMk cId="179103848" sldId="2147480687"/>
            <ac:spMk id="192" creationId="{853C8D81-C8CD-9E54-E5A9-90CCB389C117}"/>
          </ac:spMkLst>
        </pc:spChg>
        <pc:spChg chg="mod topLvl">
          <ac:chgData name="Nunes, Marta Rafaela" userId="64e258cc-da3c-4cb9-a36b-1ce753c6c460" providerId="ADAL" clId="{06DC152B-A079-46BC-83AB-2B49C1DAC4B7}" dt="2026-01-19T18:19:08.860" v="24228" actId="20577"/>
          <ac:spMkLst>
            <pc:docMk/>
            <pc:sldMk cId="179103848" sldId="2147480687"/>
            <ac:spMk id="193" creationId="{A5E7179B-0DA6-50E9-70D7-9852865D9CDE}"/>
          </ac:spMkLst>
        </pc:spChg>
        <pc:spChg chg="mod topLvl">
          <ac:chgData name="Nunes, Marta Rafaela" userId="64e258cc-da3c-4cb9-a36b-1ce753c6c460" providerId="ADAL" clId="{06DC152B-A079-46BC-83AB-2B49C1DAC4B7}" dt="2026-01-19T18:18:50.207" v="24223"/>
          <ac:spMkLst>
            <pc:docMk/>
            <pc:sldMk cId="179103848" sldId="2147480687"/>
            <ac:spMk id="194" creationId="{4C60FB3A-2736-545D-7358-AE2E474A2125}"/>
          </ac:spMkLst>
        </pc:spChg>
        <pc:spChg chg="mod topLvl">
          <ac:chgData name="Nunes, Marta Rafaela" userId="64e258cc-da3c-4cb9-a36b-1ce753c6c460" providerId="ADAL" clId="{06DC152B-A079-46BC-83AB-2B49C1DAC4B7}" dt="2026-01-19T18:18:50.207" v="24223"/>
          <ac:spMkLst>
            <pc:docMk/>
            <pc:sldMk cId="179103848" sldId="2147480687"/>
            <ac:spMk id="195" creationId="{55D70A28-B5BC-2D50-0FC3-8631EC0BE751}"/>
          </ac:spMkLst>
        </pc:spChg>
        <pc:grpChg chg="add mod">
          <ac:chgData name="Nunes, Marta Rafaela" userId="64e258cc-da3c-4cb9-a36b-1ce753c6c460" providerId="ADAL" clId="{06DC152B-A079-46BC-83AB-2B49C1DAC4B7}" dt="2026-01-19T16:24:04.382" v="23383" actId="164"/>
          <ac:grpSpMkLst>
            <pc:docMk/>
            <pc:sldMk cId="179103848" sldId="2147480687"/>
            <ac:grpSpMk id="27" creationId="{DE9A4515-63A3-0E7F-ED1D-4D11179D3167}"/>
          </ac:grpSpMkLst>
        </pc:grpChg>
        <pc:grpChg chg="add mod">
          <ac:chgData name="Nunes, Marta Rafaela" userId="64e258cc-da3c-4cb9-a36b-1ce753c6c460" providerId="ADAL" clId="{06DC152B-A079-46BC-83AB-2B49C1DAC4B7}" dt="2026-01-19T16:21:51.023" v="23344" actId="164"/>
          <ac:grpSpMkLst>
            <pc:docMk/>
            <pc:sldMk cId="179103848" sldId="2147480687"/>
            <ac:grpSpMk id="28" creationId="{74D26FD6-1A84-B3AC-7C9B-9722E0B0DBCB}"/>
          </ac:grpSpMkLst>
        </pc:grpChg>
        <pc:grpChg chg="add mod">
          <ac:chgData name="Nunes, Marta Rafaela" userId="64e258cc-da3c-4cb9-a36b-1ce753c6c460" providerId="ADAL" clId="{06DC152B-A079-46BC-83AB-2B49C1DAC4B7}" dt="2026-01-19T16:22:36.573" v="23351" actId="164"/>
          <ac:grpSpMkLst>
            <pc:docMk/>
            <pc:sldMk cId="179103848" sldId="2147480687"/>
            <ac:grpSpMk id="29" creationId="{536385B2-32FF-19B5-7CD7-B3554880AF42}"/>
          </ac:grpSpMkLst>
        </pc:grpChg>
        <pc:grpChg chg="add mod">
          <ac:chgData name="Nunes, Marta Rafaela" userId="64e258cc-da3c-4cb9-a36b-1ce753c6c460" providerId="ADAL" clId="{06DC152B-A079-46BC-83AB-2B49C1DAC4B7}" dt="2026-01-19T16:22:35.990" v="23350" actId="164"/>
          <ac:grpSpMkLst>
            <pc:docMk/>
            <pc:sldMk cId="179103848" sldId="2147480687"/>
            <ac:grpSpMk id="30" creationId="{26C52127-7E98-8002-0086-FD2CAC02D334}"/>
          </ac:grpSpMkLst>
        </pc:grpChg>
        <pc:grpChg chg="add del mod">
          <ac:chgData name="Nunes, Marta Rafaela" userId="64e258cc-da3c-4cb9-a36b-1ce753c6c460" providerId="ADAL" clId="{06DC152B-A079-46BC-83AB-2B49C1DAC4B7}" dt="2026-01-19T16:22:42.837" v="23353" actId="165"/>
          <ac:grpSpMkLst>
            <pc:docMk/>
            <pc:sldMk cId="179103848" sldId="2147480687"/>
            <ac:grpSpMk id="31" creationId="{56C8A37D-30E4-22A7-D0B5-03EAA21A64FB}"/>
          </ac:grpSpMkLst>
        </pc:grpChg>
        <pc:grpChg chg="add del mod">
          <ac:chgData name="Nunes, Marta Rafaela" userId="64e258cc-da3c-4cb9-a36b-1ce753c6c460" providerId="ADAL" clId="{06DC152B-A079-46BC-83AB-2B49C1DAC4B7}" dt="2026-01-19T16:23:22.868" v="23370" actId="27803"/>
          <ac:grpSpMkLst>
            <pc:docMk/>
            <pc:sldMk cId="179103848" sldId="2147480687"/>
            <ac:grpSpMk id="32" creationId="{74A17B68-277B-5050-3877-3765E4BD7E74}"/>
          </ac:grpSpMkLst>
        </pc:grpChg>
        <pc:grpChg chg="add mod">
          <ac:chgData name="Nunes, Marta Rafaela" userId="64e258cc-da3c-4cb9-a36b-1ce753c6c460" providerId="ADAL" clId="{06DC152B-A079-46BC-83AB-2B49C1DAC4B7}" dt="2026-01-19T16:23:46.099" v="23378" actId="164"/>
          <ac:grpSpMkLst>
            <pc:docMk/>
            <pc:sldMk cId="179103848" sldId="2147480687"/>
            <ac:grpSpMk id="36" creationId="{7EF94A7E-2BEC-BAAD-4376-97F58367C9AB}"/>
          </ac:grpSpMkLst>
        </pc:grpChg>
        <pc:grpChg chg="add mod">
          <ac:chgData name="Nunes, Marta Rafaela" userId="64e258cc-da3c-4cb9-a36b-1ce753c6c460" providerId="ADAL" clId="{06DC152B-A079-46BC-83AB-2B49C1DAC4B7}" dt="2026-01-19T16:23:57.913" v="23381" actId="164"/>
          <ac:grpSpMkLst>
            <pc:docMk/>
            <pc:sldMk cId="179103848" sldId="2147480687"/>
            <ac:grpSpMk id="37" creationId="{0ED7CDD7-87A8-E5B1-9A4B-FB4FFDA546C7}"/>
          </ac:grpSpMkLst>
        </pc:grpChg>
        <pc:grpChg chg="add mod">
          <ac:chgData name="Nunes, Marta Rafaela" userId="64e258cc-da3c-4cb9-a36b-1ce753c6c460" providerId="ADAL" clId="{06DC152B-A079-46BC-83AB-2B49C1DAC4B7}" dt="2026-01-19T16:23:57.913" v="23381" actId="164"/>
          <ac:grpSpMkLst>
            <pc:docMk/>
            <pc:sldMk cId="179103848" sldId="2147480687"/>
            <ac:grpSpMk id="38" creationId="{7818CAF6-D80E-157B-88AA-AC59FC189B7C}"/>
          </ac:grpSpMkLst>
        </pc:grpChg>
        <pc:grpChg chg="add mod">
          <ac:chgData name="Nunes, Marta Rafaela" userId="64e258cc-da3c-4cb9-a36b-1ce753c6c460" providerId="ADAL" clId="{06DC152B-A079-46BC-83AB-2B49C1DAC4B7}" dt="2026-01-19T16:24:05.901" v="23384" actId="164"/>
          <ac:grpSpMkLst>
            <pc:docMk/>
            <pc:sldMk cId="179103848" sldId="2147480687"/>
            <ac:grpSpMk id="39" creationId="{28213B91-3E1D-56B8-6C17-7DFC8A57C02B}"/>
          </ac:grpSpMkLst>
        </pc:grpChg>
        <pc:grpChg chg="add mod">
          <ac:chgData name="Nunes, Marta Rafaela" userId="64e258cc-da3c-4cb9-a36b-1ce753c6c460" providerId="ADAL" clId="{06DC152B-A079-46BC-83AB-2B49C1DAC4B7}" dt="2026-01-19T16:24:04.382" v="23383" actId="164"/>
          <ac:grpSpMkLst>
            <pc:docMk/>
            <pc:sldMk cId="179103848" sldId="2147480687"/>
            <ac:grpSpMk id="40" creationId="{24BCBE72-475E-B828-0D6C-8343CFBD36A6}"/>
          </ac:grpSpMkLst>
        </pc:grpChg>
        <pc:grpChg chg="add mod">
          <ac:chgData name="Nunes, Marta Rafaela" userId="64e258cc-da3c-4cb9-a36b-1ce753c6c460" providerId="ADAL" clId="{06DC152B-A079-46BC-83AB-2B49C1DAC4B7}" dt="2026-01-19T16:24:05.901" v="23384" actId="164"/>
          <ac:grpSpMkLst>
            <pc:docMk/>
            <pc:sldMk cId="179103848" sldId="2147480687"/>
            <ac:grpSpMk id="41" creationId="{B1595308-B4B8-06D9-CAE6-FD58C3AA166C}"/>
          </ac:grpSpMkLst>
        </pc:grpChg>
        <pc:grpChg chg="add mod">
          <ac:chgData name="Nunes, Marta Rafaela" userId="64e258cc-da3c-4cb9-a36b-1ce753c6c460" providerId="ADAL" clId="{06DC152B-A079-46BC-83AB-2B49C1DAC4B7}" dt="2026-01-19T16:24:07.544" v="23395" actId="1036"/>
          <ac:grpSpMkLst>
            <pc:docMk/>
            <pc:sldMk cId="179103848" sldId="2147480687"/>
            <ac:grpSpMk id="42" creationId="{85D0BE21-C632-7A24-8CC3-97AB35FB3503}"/>
          </ac:grpSpMkLst>
        </pc:grpChg>
        <pc:grpChg chg="del mod">
          <ac:chgData name="Nunes, Marta Rafaela" userId="64e258cc-da3c-4cb9-a36b-1ce753c6c460" providerId="ADAL" clId="{06DC152B-A079-46BC-83AB-2B49C1DAC4B7}" dt="2026-01-19T16:23:52.612" v="23379" actId="165"/>
          <ac:grpSpMkLst>
            <pc:docMk/>
            <pc:sldMk cId="179103848" sldId="2147480687"/>
            <ac:grpSpMk id="180" creationId="{525043EF-D5D1-491C-02D4-25AFF2AB6EC9}"/>
          </ac:grpSpMkLst>
        </pc:grpChg>
        <pc:grpChg chg="del">
          <ac:chgData name="Nunes, Marta Rafaela" userId="64e258cc-da3c-4cb9-a36b-1ce753c6c460" providerId="ADAL" clId="{06DC152B-A079-46BC-83AB-2B49C1DAC4B7}" dt="2026-01-19T16:21:32.770" v="23335" actId="165"/>
          <ac:grpSpMkLst>
            <pc:docMk/>
            <pc:sldMk cId="179103848" sldId="2147480687"/>
            <ac:grpSpMk id="181" creationId="{EE7B115C-F72C-E85D-CDDE-A069BC71ECA2}"/>
          </ac:grpSpMkLst>
        </pc:grpChg>
        <pc:grpChg chg="del">
          <ac:chgData name="Nunes, Marta Rafaela" userId="64e258cc-da3c-4cb9-a36b-1ce753c6c460" providerId="ADAL" clId="{06DC152B-A079-46BC-83AB-2B49C1DAC4B7}" dt="2026-01-19T16:21:32.770" v="23335" actId="165"/>
          <ac:grpSpMkLst>
            <pc:docMk/>
            <pc:sldMk cId="179103848" sldId="2147480687"/>
            <ac:grpSpMk id="182" creationId="{D0D1D4F0-FBC9-FA3E-5E77-8BB8CE91E8BB}"/>
          </ac:grpSpMkLst>
        </pc:grpChg>
        <pc:grpChg chg="mod topLvl">
          <ac:chgData name="Nunes, Marta Rafaela" userId="64e258cc-da3c-4cb9-a36b-1ce753c6c460" providerId="ADAL" clId="{06DC152B-A079-46BC-83AB-2B49C1DAC4B7}" dt="2026-01-19T16:21:40.888" v="23338" actId="164"/>
          <ac:grpSpMkLst>
            <pc:docMk/>
            <pc:sldMk cId="179103848" sldId="2147480687"/>
            <ac:grpSpMk id="183" creationId="{94E38F4C-A868-B3B4-6811-C2B9A94A8978}"/>
          </ac:grpSpMkLst>
        </pc:grpChg>
        <pc:grpChg chg="del mod topLvl">
          <ac:chgData name="Nunes, Marta Rafaela" userId="64e258cc-da3c-4cb9-a36b-1ce753c6c460" providerId="ADAL" clId="{06DC152B-A079-46BC-83AB-2B49C1DAC4B7}" dt="2026-01-19T16:22:01.102" v="23345" actId="165"/>
          <ac:grpSpMkLst>
            <pc:docMk/>
            <pc:sldMk cId="179103848" sldId="2147480687"/>
            <ac:grpSpMk id="188" creationId="{4FED0713-6E44-526C-E82D-48E4B17E1E8F}"/>
          </ac:grpSpMkLst>
        </pc:grpChg>
        <pc:picChg chg="mod">
          <ac:chgData name="Nunes, Marta Rafaela" userId="64e258cc-da3c-4cb9-a36b-1ce753c6c460" providerId="ADAL" clId="{06DC152B-A079-46BC-83AB-2B49C1DAC4B7}" dt="2026-01-19T18:11:21.027" v="24006" actId="1036"/>
          <ac:picMkLst>
            <pc:docMk/>
            <pc:sldMk cId="179103848" sldId="2147480687"/>
            <ac:picMk id="168" creationId="{39EE4A63-7BBF-B8A5-DDAF-8018F15C94D8}"/>
          </ac:picMkLst>
        </pc:picChg>
        <pc:picChg chg="mod topLvl">
          <ac:chgData name="Nunes, Marta Rafaela" userId="64e258cc-da3c-4cb9-a36b-1ce753c6c460" providerId="ADAL" clId="{06DC152B-A079-46BC-83AB-2B49C1DAC4B7}" dt="2026-01-19T18:18:50.207" v="24223"/>
          <ac:picMkLst>
            <pc:docMk/>
            <pc:sldMk cId="179103848" sldId="2147480687"/>
            <ac:picMk id="184" creationId="{AFED1142-4815-9DC1-0AC5-8C11E8AFD60A}"/>
          </ac:picMkLst>
        </pc:picChg>
        <pc:picChg chg="add del mod topLvl">
          <ac:chgData name="Nunes, Marta Rafaela" userId="64e258cc-da3c-4cb9-a36b-1ce753c6c460" providerId="ADAL" clId="{06DC152B-A079-46BC-83AB-2B49C1DAC4B7}" dt="2026-01-19T18:18:50.207" v="24223"/>
          <ac:picMkLst>
            <pc:docMk/>
            <pc:sldMk cId="179103848" sldId="2147480687"/>
            <ac:picMk id="189" creationId="{00E75E0D-328A-F107-E51B-D33301E04561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19T16:25:38.594" v="23428" actId="20577"/>
              <pc2:cmMkLst xmlns:pc2="http://schemas.microsoft.com/office/powerpoint/2019/9/main/command">
                <pc:docMk/>
                <pc:sldMk cId="179103848" sldId="2147480687"/>
                <pc2:cmMk id="{C1605485-81CD-4D7E-BA03-455DB8778C02}"/>
              </pc2:cmMkLst>
            </pc226:cmChg>
          </p:ext>
        </pc:extLst>
      </pc:sldChg>
      <pc:sldChg chg="addSp delSp modSp add del mod">
        <pc:chgData name="Nunes, Marta Rafaela" userId="64e258cc-da3c-4cb9-a36b-1ce753c6c460" providerId="ADAL" clId="{06DC152B-A079-46BC-83AB-2B49C1DAC4B7}" dt="2026-01-19T20:42:24.895" v="24414" actId="47"/>
        <pc:sldMkLst>
          <pc:docMk/>
          <pc:sldMk cId="2058423029" sldId="2147480688"/>
        </pc:sldMkLst>
        <pc:spChg chg="add mod">
          <ac:chgData name="Nunes, Marta Rafaela" userId="64e258cc-da3c-4cb9-a36b-1ce753c6c460" providerId="ADAL" clId="{06DC152B-A079-46BC-83AB-2B49C1DAC4B7}" dt="2026-01-19T18:11:39.406" v="24007"/>
          <ac:spMkLst>
            <pc:docMk/>
            <pc:sldMk cId="2058423029" sldId="2147480688"/>
            <ac:spMk id="6" creationId="{99AA80E0-2FDC-3DF5-3B14-30CDEF8FD770}"/>
          </ac:spMkLst>
        </pc:spChg>
        <pc:spChg chg="add mod">
          <ac:chgData name="Nunes, Marta Rafaela" userId="64e258cc-da3c-4cb9-a36b-1ce753c6c460" providerId="ADAL" clId="{06DC152B-A079-46BC-83AB-2B49C1DAC4B7}" dt="2026-01-19T18:12:39.251" v="24017"/>
          <ac:spMkLst>
            <pc:docMk/>
            <pc:sldMk cId="2058423029" sldId="2147480688"/>
            <ac:spMk id="11" creationId="{8149AAC8-E697-9858-6506-E74A9B275184}"/>
          </ac:spMkLst>
        </pc:spChg>
        <pc:spChg chg="add mod">
          <ac:chgData name="Nunes, Marta Rafaela" userId="64e258cc-da3c-4cb9-a36b-1ce753c6c460" providerId="ADAL" clId="{06DC152B-A079-46BC-83AB-2B49C1DAC4B7}" dt="2026-01-19T18:20:26.732" v="24236" actId="20577"/>
          <ac:spMkLst>
            <pc:docMk/>
            <pc:sldMk cId="2058423029" sldId="2147480688"/>
            <ac:spMk id="62" creationId="{1894B66F-2213-4A94-3EE7-BB6E39464DFF}"/>
          </ac:spMkLst>
        </pc:spChg>
        <pc:spChg chg="mod">
          <ac:chgData name="Nunes, Marta Rafaela" userId="64e258cc-da3c-4cb9-a36b-1ce753c6c460" providerId="ADAL" clId="{06DC152B-A079-46BC-83AB-2B49C1DAC4B7}" dt="2026-01-19T18:12:44.105" v="24018"/>
          <ac:spMkLst>
            <pc:docMk/>
            <pc:sldMk cId="2058423029" sldId="2147480688"/>
            <ac:spMk id="133" creationId="{DD2539CC-7010-6E32-D72A-B3271FF9701C}"/>
          </ac:spMkLst>
        </pc:spChg>
        <pc:spChg chg="mod">
          <ac:chgData name="Nunes, Marta Rafaela" userId="64e258cc-da3c-4cb9-a36b-1ce753c6c460" providerId="ADAL" clId="{06DC152B-A079-46BC-83AB-2B49C1DAC4B7}" dt="2026-01-19T18:12:44.105" v="24018"/>
          <ac:spMkLst>
            <pc:docMk/>
            <pc:sldMk cId="2058423029" sldId="2147480688"/>
            <ac:spMk id="134" creationId="{ACD5EC0C-291A-5C17-68F2-816B3877214C}"/>
          </ac:spMkLst>
        </pc:spChg>
        <pc:spChg chg="mod">
          <ac:chgData name="Nunes, Marta Rafaela" userId="64e258cc-da3c-4cb9-a36b-1ce753c6c460" providerId="ADAL" clId="{06DC152B-A079-46BC-83AB-2B49C1DAC4B7}" dt="2026-01-19T18:12:44.105" v="24018"/>
          <ac:spMkLst>
            <pc:docMk/>
            <pc:sldMk cId="2058423029" sldId="2147480688"/>
            <ac:spMk id="138" creationId="{C04F9D37-30FA-C6CC-D343-60FA78F37658}"/>
          </ac:spMkLst>
        </pc:spChg>
        <pc:spChg chg="mod">
          <ac:chgData name="Nunes, Marta Rafaela" userId="64e258cc-da3c-4cb9-a36b-1ce753c6c460" providerId="ADAL" clId="{06DC152B-A079-46BC-83AB-2B49C1DAC4B7}" dt="2026-01-19T18:12:44.105" v="24018"/>
          <ac:spMkLst>
            <pc:docMk/>
            <pc:sldMk cId="2058423029" sldId="2147480688"/>
            <ac:spMk id="139" creationId="{D5650B31-0E85-334F-4A23-E5E8BB6CDACA}"/>
          </ac:spMkLst>
        </pc:spChg>
        <pc:spChg chg="mod">
          <ac:chgData name="Nunes, Marta Rafaela" userId="64e258cc-da3c-4cb9-a36b-1ce753c6c460" providerId="ADAL" clId="{06DC152B-A079-46BC-83AB-2B49C1DAC4B7}" dt="2026-01-19T18:12:44.105" v="24018"/>
          <ac:spMkLst>
            <pc:docMk/>
            <pc:sldMk cId="2058423029" sldId="2147480688"/>
            <ac:spMk id="140" creationId="{4CB916DF-3885-78CC-54C0-B00F2A2005C4}"/>
          </ac:spMkLst>
        </pc:spChg>
        <pc:spChg chg="mod">
          <ac:chgData name="Nunes, Marta Rafaela" userId="64e258cc-da3c-4cb9-a36b-1ce753c6c460" providerId="ADAL" clId="{06DC152B-A079-46BC-83AB-2B49C1DAC4B7}" dt="2026-01-19T18:23:36.518" v="24243" actId="6549"/>
          <ac:spMkLst>
            <pc:docMk/>
            <pc:sldMk cId="2058423029" sldId="2147480688"/>
            <ac:spMk id="141" creationId="{DF591A83-1439-56EA-316F-5465D0232CD4}"/>
          </ac:spMkLst>
        </pc:spChg>
        <pc:spChg chg="mod">
          <ac:chgData name="Nunes, Marta Rafaela" userId="64e258cc-da3c-4cb9-a36b-1ce753c6c460" providerId="ADAL" clId="{06DC152B-A079-46BC-83AB-2B49C1DAC4B7}" dt="2026-01-19T18:12:44.105" v="24018"/>
          <ac:spMkLst>
            <pc:docMk/>
            <pc:sldMk cId="2058423029" sldId="2147480688"/>
            <ac:spMk id="142" creationId="{C26E4DA9-DA26-B7D8-4D83-D173957C8354}"/>
          </ac:spMkLst>
        </pc:spChg>
        <pc:spChg chg="mod">
          <ac:chgData name="Nunes, Marta Rafaela" userId="64e258cc-da3c-4cb9-a36b-1ce753c6c460" providerId="ADAL" clId="{06DC152B-A079-46BC-83AB-2B49C1DAC4B7}" dt="2026-01-19T18:12:44.105" v="24018"/>
          <ac:spMkLst>
            <pc:docMk/>
            <pc:sldMk cId="2058423029" sldId="2147480688"/>
            <ac:spMk id="143" creationId="{A24B8043-B0C0-625C-51B4-70E05EA9DE6F}"/>
          </ac:spMkLst>
        </pc:spChg>
        <pc:spChg chg="mod">
          <ac:chgData name="Nunes, Marta Rafaela" userId="64e258cc-da3c-4cb9-a36b-1ce753c6c460" providerId="ADAL" clId="{06DC152B-A079-46BC-83AB-2B49C1DAC4B7}" dt="2026-01-19T18:22:24.134" v="24237"/>
          <ac:spMkLst>
            <pc:docMk/>
            <pc:sldMk cId="2058423029" sldId="2147480688"/>
            <ac:spMk id="151" creationId="{DCB143C1-19B8-B298-1774-E7B966508669}"/>
          </ac:spMkLst>
        </pc:spChg>
        <pc:spChg chg="mod">
          <ac:chgData name="Nunes, Marta Rafaela" userId="64e258cc-da3c-4cb9-a36b-1ce753c6c460" providerId="ADAL" clId="{06DC152B-A079-46BC-83AB-2B49C1DAC4B7}" dt="2026-01-19T18:22:24.134" v="24237"/>
          <ac:spMkLst>
            <pc:docMk/>
            <pc:sldMk cId="2058423029" sldId="2147480688"/>
            <ac:spMk id="152" creationId="{391DF0C4-3DE8-85AB-B4BA-D40E96F2104B}"/>
          </ac:spMkLst>
        </pc:spChg>
        <pc:spChg chg="mod">
          <ac:chgData name="Nunes, Marta Rafaela" userId="64e258cc-da3c-4cb9-a36b-1ce753c6c460" providerId="ADAL" clId="{06DC152B-A079-46BC-83AB-2B49C1DAC4B7}" dt="2026-01-19T18:22:24.134" v="24237"/>
          <ac:spMkLst>
            <pc:docMk/>
            <pc:sldMk cId="2058423029" sldId="2147480688"/>
            <ac:spMk id="153" creationId="{B847AA16-DDC4-2553-6815-2A4F42AABD70}"/>
          </ac:spMkLst>
        </pc:spChg>
        <pc:spChg chg="mod">
          <ac:chgData name="Nunes, Marta Rafaela" userId="64e258cc-da3c-4cb9-a36b-1ce753c6c460" providerId="ADAL" clId="{06DC152B-A079-46BC-83AB-2B49C1DAC4B7}" dt="2026-01-19T18:22:24.134" v="24237"/>
          <ac:spMkLst>
            <pc:docMk/>
            <pc:sldMk cId="2058423029" sldId="2147480688"/>
            <ac:spMk id="154" creationId="{D51E3B13-D3A1-3EB0-6A16-CFC7A6827586}"/>
          </ac:spMkLst>
        </pc:spChg>
        <pc:spChg chg="mod">
          <ac:chgData name="Nunes, Marta Rafaela" userId="64e258cc-da3c-4cb9-a36b-1ce753c6c460" providerId="ADAL" clId="{06DC152B-A079-46BC-83AB-2B49C1DAC4B7}" dt="2026-01-19T18:22:24.134" v="24237"/>
          <ac:spMkLst>
            <pc:docMk/>
            <pc:sldMk cId="2058423029" sldId="2147480688"/>
            <ac:spMk id="158" creationId="{C977AF61-3AF8-F095-D870-23C0BA53BA95}"/>
          </ac:spMkLst>
        </pc:spChg>
        <pc:spChg chg="mod">
          <ac:chgData name="Nunes, Marta Rafaela" userId="64e258cc-da3c-4cb9-a36b-1ce753c6c460" providerId="ADAL" clId="{06DC152B-A079-46BC-83AB-2B49C1DAC4B7}" dt="2026-01-19T18:22:24.134" v="24237"/>
          <ac:spMkLst>
            <pc:docMk/>
            <pc:sldMk cId="2058423029" sldId="2147480688"/>
            <ac:spMk id="160" creationId="{FF165615-521C-89E5-510F-8D31D02D983D}"/>
          </ac:spMkLst>
        </pc:spChg>
        <pc:spChg chg="mod">
          <ac:chgData name="Nunes, Marta Rafaela" userId="64e258cc-da3c-4cb9-a36b-1ce753c6c460" providerId="ADAL" clId="{06DC152B-A079-46BC-83AB-2B49C1DAC4B7}" dt="2026-01-19T18:22:33.954" v="24240" actId="20577"/>
          <ac:spMkLst>
            <pc:docMk/>
            <pc:sldMk cId="2058423029" sldId="2147480688"/>
            <ac:spMk id="162" creationId="{033EAC10-15E7-54C2-3E47-ACB1A21864B6}"/>
          </ac:spMkLst>
        </pc:spChg>
        <pc:spChg chg="mod">
          <ac:chgData name="Nunes, Marta Rafaela" userId="64e258cc-da3c-4cb9-a36b-1ce753c6c460" providerId="ADAL" clId="{06DC152B-A079-46BC-83AB-2B49C1DAC4B7}" dt="2026-01-19T18:22:24.134" v="24237"/>
          <ac:spMkLst>
            <pc:docMk/>
            <pc:sldMk cId="2058423029" sldId="2147480688"/>
            <ac:spMk id="163" creationId="{4E4B59FD-A71B-FF64-8A48-915A4CE6C1DC}"/>
          </ac:spMkLst>
        </pc:spChg>
        <pc:grpChg chg="del">
          <ac:chgData name="Nunes, Marta Rafaela" userId="64e258cc-da3c-4cb9-a36b-1ce753c6c460" providerId="ADAL" clId="{06DC152B-A079-46BC-83AB-2B49C1DAC4B7}" dt="2026-01-19T18:11:57.462" v="24009" actId="478"/>
          <ac:grpSpMkLst>
            <pc:docMk/>
            <pc:sldMk cId="2058423029" sldId="2147480688"/>
            <ac:grpSpMk id="61" creationId="{848A837B-2107-3083-B4B4-671B1E862F26}"/>
          </ac:grpSpMkLst>
        </pc:grpChg>
        <pc:picChg chg="mod">
          <ac:chgData name="Nunes, Marta Rafaela" userId="64e258cc-da3c-4cb9-a36b-1ce753c6c460" providerId="ADAL" clId="{06DC152B-A079-46BC-83AB-2B49C1DAC4B7}" dt="2026-01-19T18:12:44.105" v="24018"/>
          <ac:picMkLst>
            <pc:docMk/>
            <pc:sldMk cId="2058423029" sldId="2147480688"/>
            <ac:picMk id="132" creationId="{BA037E77-5EC2-14DC-244D-6866FB6047FF}"/>
          </ac:picMkLst>
        </pc:picChg>
        <pc:picChg chg="mod">
          <ac:chgData name="Nunes, Marta Rafaela" userId="64e258cc-da3c-4cb9-a36b-1ce753c6c460" providerId="ADAL" clId="{06DC152B-A079-46BC-83AB-2B49C1DAC4B7}" dt="2026-01-19T18:12:44.105" v="24018"/>
          <ac:picMkLst>
            <pc:docMk/>
            <pc:sldMk cId="2058423029" sldId="2147480688"/>
            <ac:picMk id="136" creationId="{8A3A6D40-E923-26ED-65DE-F65C97E61413}"/>
          </ac:picMkLst>
        </pc:picChg>
        <pc:picChg chg="mod">
          <ac:chgData name="Nunes, Marta Rafaela" userId="64e258cc-da3c-4cb9-a36b-1ce753c6c460" providerId="ADAL" clId="{06DC152B-A079-46BC-83AB-2B49C1DAC4B7}" dt="2026-01-19T18:22:24.134" v="24237"/>
          <ac:picMkLst>
            <pc:docMk/>
            <pc:sldMk cId="2058423029" sldId="2147480688"/>
            <ac:picMk id="150" creationId="{06724C9E-0F34-0A3F-4E42-69CFD33D5CC1}"/>
          </ac:picMkLst>
        </pc:picChg>
        <pc:picChg chg="mod">
          <ac:chgData name="Nunes, Marta Rafaela" userId="64e258cc-da3c-4cb9-a36b-1ce753c6c460" providerId="ADAL" clId="{06DC152B-A079-46BC-83AB-2B49C1DAC4B7}" dt="2026-01-19T18:22:24.134" v="24237"/>
          <ac:picMkLst>
            <pc:docMk/>
            <pc:sldMk cId="2058423029" sldId="2147480688"/>
            <ac:picMk id="161" creationId="{97E78671-4A12-9F78-38D7-1408D3DAC093}"/>
          </ac:picMkLst>
        </pc:picChg>
      </pc:sldChg>
      <pc:sldChg chg="modSp add del mod modCm">
        <pc:chgData name="Nunes, Marta Rafaela" userId="64e258cc-da3c-4cb9-a36b-1ce753c6c460" providerId="ADAL" clId="{06DC152B-A079-46BC-83AB-2B49C1DAC4B7}" dt="2026-01-19T18:12:53.707" v="24020" actId="47"/>
        <pc:sldMkLst>
          <pc:docMk/>
          <pc:sldMk cId="1516974001" sldId="2147480689"/>
        </pc:sldMkLst>
        <pc:spChg chg="mod">
          <ac:chgData name="Nunes, Marta Rafaela" userId="64e258cc-da3c-4cb9-a36b-1ce753c6c460" providerId="ADAL" clId="{06DC152B-A079-46BC-83AB-2B49C1DAC4B7}" dt="2026-01-19T18:12:06.396" v="24013" actId="20577"/>
          <ac:spMkLst>
            <pc:docMk/>
            <pc:sldMk cId="1516974001" sldId="2147480689"/>
            <ac:spMk id="27" creationId="{7695E387-A9FE-AA65-47DB-76ACD15BC946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19T18:12:06.396" v="24013" actId="20577"/>
              <pc2:cmMkLst xmlns:pc2="http://schemas.microsoft.com/office/powerpoint/2019/9/main/command">
                <pc:docMk/>
                <pc:sldMk cId="1516974001" sldId="2147480689"/>
                <pc2:cmMk id="{BBD7753D-8DF8-4F82-AEC0-9A9100ED1F71}"/>
              </pc2:cmMkLst>
            </pc226:cmChg>
          </p:ext>
        </pc:extLst>
      </pc:sldChg>
      <pc:sldChg chg="addSp delSp modSp add del mod modCm">
        <pc:chgData name="Nunes, Marta Rafaela" userId="64e258cc-da3c-4cb9-a36b-1ce753c6c460" providerId="ADAL" clId="{06DC152B-A079-46BC-83AB-2B49C1DAC4B7}" dt="2026-01-19T16:15:29.084" v="23182" actId="47"/>
        <pc:sldMkLst>
          <pc:docMk/>
          <pc:sldMk cId="2964218511" sldId="2147480689"/>
        </pc:sldMkLst>
        <pc:spChg chg="add del mod">
          <ac:chgData name="Nunes, Marta Rafaela" userId="64e258cc-da3c-4cb9-a36b-1ce753c6c460" providerId="ADAL" clId="{06DC152B-A079-46BC-83AB-2B49C1DAC4B7}" dt="2026-01-19T16:04:06.070" v="22655" actId="478"/>
          <ac:spMkLst>
            <pc:docMk/>
            <pc:sldMk cId="2964218511" sldId="2147480689"/>
            <ac:spMk id="17" creationId="{83C76E1A-4D2F-AF2D-FF55-5A39CB86FA67}"/>
          </ac:spMkLst>
        </pc:spChg>
        <pc:spChg chg="mod">
          <ac:chgData name="Nunes, Marta Rafaela" userId="64e258cc-da3c-4cb9-a36b-1ce753c6c460" providerId="ADAL" clId="{06DC152B-A079-46BC-83AB-2B49C1DAC4B7}" dt="2026-01-19T16:06:51.192" v="22777" actId="20577"/>
          <ac:spMkLst>
            <pc:docMk/>
            <pc:sldMk cId="2964218511" sldId="2147480689"/>
            <ac:spMk id="33" creationId="{5AEB610E-5E7A-0BF3-1069-DAC14104097A}"/>
          </ac:spMkLst>
        </pc:spChg>
        <pc:spChg chg="mod">
          <ac:chgData name="Nunes, Marta Rafaela" userId="64e258cc-da3c-4cb9-a36b-1ce753c6c460" providerId="ADAL" clId="{06DC152B-A079-46BC-83AB-2B49C1DAC4B7}" dt="2026-01-19T16:07:43.089" v="22887" actId="20577"/>
          <ac:spMkLst>
            <pc:docMk/>
            <pc:sldMk cId="2964218511" sldId="2147480689"/>
            <ac:spMk id="34" creationId="{61648553-9A47-4A60-E35D-726E95C7BAE4}"/>
          </ac:spMkLst>
        </pc:spChg>
        <pc:spChg chg="mod">
          <ac:chgData name="Nunes, Marta Rafaela" userId="64e258cc-da3c-4cb9-a36b-1ce753c6c460" providerId="ADAL" clId="{06DC152B-A079-46BC-83AB-2B49C1DAC4B7}" dt="2026-01-19T16:08:44.285" v="23015" actId="20577"/>
          <ac:spMkLst>
            <pc:docMk/>
            <pc:sldMk cId="2964218511" sldId="2147480689"/>
            <ac:spMk id="35" creationId="{5F95731E-3577-CFDA-00A6-F727B4C4CED3}"/>
          </ac:spMkLst>
        </pc:spChg>
        <pc:spChg chg="mod">
          <ac:chgData name="Nunes, Marta Rafaela" userId="64e258cc-da3c-4cb9-a36b-1ce753c6c460" providerId="ADAL" clId="{06DC152B-A079-46BC-83AB-2B49C1DAC4B7}" dt="2026-01-19T16:04:11.344" v="22657" actId="113"/>
          <ac:spMkLst>
            <pc:docMk/>
            <pc:sldMk cId="2964218511" sldId="2147480689"/>
            <ac:spMk id="42" creationId="{B5145F37-9B0C-E5B8-9DDC-70E041E8CA47}"/>
          </ac:spMkLst>
        </pc:spChg>
        <pc:spChg chg="mod">
          <ac:chgData name="Nunes, Marta Rafaela" userId="64e258cc-da3c-4cb9-a36b-1ce753c6c460" providerId="ADAL" clId="{06DC152B-A079-46BC-83AB-2B49C1DAC4B7}" dt="2026-01-19T16:14:57.536" v="23173" actId="20577"/>
          <ac:spMkLst>
            <pc:docMk/>
            <pc:sldMk cId="2964218511" sldId="2147480689"/>
            <ac:spMk id="51" creationId="{3B310AF3-B7A4-EA6E-1416-F897EC8C5F6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19T16:04:08.425" v="22656" actId="20577"/>
              <pc2:cmMkLst xmlns:pc2="http://schemas.microsoft.com/office/powerpoint/2019/9/main/command">
                <pc:docMk/>
                <pc:sldMk cId="2964218511" sldId="2147480689"/>
                <pc2:cmMk id="{63639B4F-A49E-4C00-A616-D8C744C37863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19T16:03:59.226" v="22654" actId="20577"/>
              <pc2:cmMkLst xmlns:pc2="http://schemas.microsoft.com/office/powerpoint/2019/9/main/command">
                <pc:docMk/>
                <pc:sldMk cId="2964218511" sldId="2147480689"/>
                <pc2:cmMk id="{402D0DED-4A64-4372-8D0F-7C92B35CA7EF}"/>
              </pc2:cmMkLst>
            </pc226:cmChg>
          </p:ext>
        </pc:extLst>
      </pc:sldChg>
      <pc:sldChg chg="addSp delSp modSp add del mod">
        <pc:chgData name="Nunes, Marta Rafaela" userId="64e258cc-da3c-4cb9-a36b-1ce753c6c460" providerId="ADAL" clId="{06DC152B-A079-46BC-83AB-2B49C1DAC4B7}" dt="2026-01-19T21:50:59.157" v="25767" actId="47"/>
        <pc:sldMkLst>
          <pc:docMk/>
          <pc:sldMk cId="2398194293" sldId="2147480690"/>
        </pc:sldMkLst>
        <pc:spChg chg="add del">
          <ac:chgData name="Nunes, Marta Rafaela" userId="64e258cc-da3c-4cb9-a36b-1ce753c6c460" providerId="ADAL" clId="{06DC152B-A079-46BC-83AB-2B49C1DAC4B7}" dt="2026-01-19T21:47:49.224" v="25729" actId="478"/>
          <ac:spMkLst>
            <pc:docMk/>
            <pc:sldMk cId="2398194293" sldId="2147480690"/>
            <ac:spMk id="5" creationId="{0223987F-95E6-F9DF-00DB-9DAED2260DC9}"/>
          </ac:spMkLst>
        </pc:spChg>
        <pc:spChg chg="add del mod ord">
          <ac:chgData name="Nunes, Marta Rafaela" userId="64e258cc-da3c-4cb9-a36b-1ce753c6c460" providerId="ADAL" clId="{06DC152B-A079-46BC-83AB-2B49C1DAC4B7}" dt="2026-01-19T21:48:57.574" v="25743" actId="478"/>
          <ac:spMkLst>
            <pc:docMk/>
            <pc:sldMk cId="2398194293" sldId="2147480690"/>
            <ac:spMk id="7" creationId="{84043F2B-A95E-4032-73AF-D4855A508C32}"/>
          </ac:spMkLst>
        </pc:spChg>
        <pc:spChg chg="add del">
          <ac:chgData name="Nunes, Marta Rafaela" userId="64e258cc-da3c-4cb9-a36b-1ce753c6c460" providerId="ADAL" clId="{06DC152B-A079-46BC-83AB-2B49C1DAC4B7}" dt="2026-01-19T21:48:20.744" v="25737" actId="22"/>
          <ac:spMkLst>
            <pc:docMk/>
            <pc:sldMk cId="2398194293" sldId="2147480690"/>
            <ac:spMk id="9" creationId="{71EFBECC-79AC-CE6F-FA47-04543DF317B7}"/>
          </ac:spMkLst>
        </pc:spChg>
        <pc:spChg chg="add del mod ord">
          <ac:chgData name="Nunes, Marta Rafaela" userId="64e258cc-da3c-4cb9-a36b-1ce753c6c460" providerId="ADAL" clId="{06DC152B-A079-46BC-83AB-2B49C1DAC4B7}" dt="2026-01-19T21:48:55.717" v="25742" actId="478"/>
          <ac:spMkLst>
            <pc:docMk/>
            <pc:sldMk cId="2398194293" sldId="2147480690"/>
            <ac:spMk id="10" creationId="{292571AB-9EF0-0795-1500-12C7F16ED83B}"/>
          </ac:spMkLst>
        </pc:spChg>
        <pc:spChg chg="mod">
          <ac:chgData name="Nunes, Marta Rafaela" userId="64e258cc-da3c-4cb9-a36b-1ce753c6c460" providerId="ADAL" clId="{06DC152B-A079-46BC-83AB-2B49C1DAC4B7}" dt="2026-01-19T20:43:31.875" v="24421" actId="693"/>
          <ac:spMkLst>
            <pc:docMk/>
            <pc:sldMk cId="2398194293" sldId="2147480690"/>
            <ac:spMk id="194" creationId="{8E162151-9665-9FF1-F3DB-0700C4B5D7F7}"/>
          </ac:spMkLst>
        </pc:spChg>
        <pc:grpChg chg="mod">
          <ac:chgData name="Nunes, Marta Rafaela" userId="64e258cc-da3c-4cb9-a36b-1ce753c6c460" providerId="ADAL" clId="{06DC152B-A079-46BC-83AB-2B49C1DAC4B7}" dt="2026-01-19T20:42:41.265" v="24417" actId="14100"/>
          <ac:grpSpMkLst>
            <pc:docMk/>
            <pc:sldMk cId="2398194293" sldId="2147480690"/>
            <ac:grpSpMk id="55" creationId="{3C5F27B2-5A76-D246-CE85-49E3E97F04B5}"/>
          </ac:grpSpMkLst>
        </pc:grpChg>
      </pc:sldChg>
      <pc:sldChg chg="addSp delSp modSp add mod modCm">
        <pc:chgData name="Nunes, Marta Rafaela" userId="64e258cc-da3c-4cb9-a36b-1ce753c6c460" providerId="ADAL" clId="{06DC152B-A079-46BC-83AB-2B49C1DAC4B7}" dt="2026-01-20T13:08:17.908" v="34152"/>
        <pc:sldMkLst>
          <pc:docMk/>
          <pc:sldMk cId="1711388009" sldId="2147480691"/>
        </pc:sldMkLst>
        <pc:spChg chg="add mod">
          <ac:chgData name="Nunes, Marta Rafaela" userId="64e258cc-da3c-4cb9-a36b-1ce753c6c460" providerId="ADAL" clId="{06DC152B-A079-46BC-83AB-2B49C1DAC4B7}" dt="2026-01-20T12:07:51.967" v="32250" actId="164"/>
          <ac:spMkLst>
            <pc:docMk/>
            <pc:sldMk cId="1711388009" sldId="2147480691"/>
            <ac:spMk id="2" creationId="{7A98776B-BA2F-3188-314A-329672057988}"/>
          </ac:spMkLst>
        </pc:spChg>
        <pc:spChg chg="mod">
          <ac:chgData name="Nunes, Marta Rafaela" userId="64e258cc-da3c-4cb9-a36b-1ce753c6c460" providerId="ADAL" clId="{06DC152B-A079-46BC-83AB-2B49C1DAC4B7}" dt="2026-01-20T12:24:31.079" v="33211" actId="255"/>
          <ac:spMkLst>
            <pc:docMk/>
            <pc:sldMk cId="1711388009" sldId="2147480691"/>
            <ac:spMk id="3" creationId="{7BA0982F-0AAB-0163-F352-90E3428D1FB2}"/>
          </ac:spMkLst>
        </pc:spChg>
        <pc:spChg chg="del">
          <ac:chgData name="Nunes, Marta Rafaela" userId="64e258cc-da3c-4cb9-a36b-1ce753c6c460" providerId="ADAL" clId="{06DC152B-A079-46BC-83AB-2B49C1DAC4B7}" dt="2026-01-19T21:17:10.580" v="24783" actId="478"/>
          <ac:spMkLst>
            <pc:docMk/>
            <pc:sldMk cId="1711388009" sldId="2147480691"/>
            <ac:spMk id="8" creationId="{E4F47196-B7FC-241A-62A4-111A9E8F7623}"/>
          </ac:spMkLst>
        </pc:spChg>
        <pc:spChg chg="add del mod">
          <ac:chgData name="Nunes, Marta Rafaela" userId="64e258cc-da3c-4cb9-a36b-1ce753c6c460" providerId="ADAL" clId="{06DC152B-A079-46BC-83AB-2B49C1DAC4B7}" dt="2026-01-20T12:07:20.802" v="32223" actId="478"/>
          <ac:spMkLst>
            <pc:docMk/>
            <pc:sldMk cId="1711388009" sldId="2147480691"/>
            <ac:spMk id="9" creationId="{D31302D1-93FE-F8FB-6AFF-61FCC50D4E05}"/>
          </ac:spMkLst>
        </pc:spChg>
        <pc:spChg chg="add del mod">
          <ac:chgData name="Nunes, Marta Rafaela" userId="64e258cc-da3c-4cb9-a36b-1ce753c6c460" providerId="ADAL" clId="{06DC152B-A079-46BC-83AB-2B49C1DAC4B7}" dt="2026-01-19T21:28:41.031" v="24970" actId="478"/>
          <ac:spMkLst>
            <pc:docMk/>
            <pc:sldMk cId="1711388009" sldId="2147480691"/>
            <ac:spMk id="10" creationId="{D88AA6A6-4D08-4FF6-1F2E-69629B5330BF}"/>
          </ac:spMkLst>
        </pc:spChg>
        <pc:spChg chg="add del mod">
          <ac:chgData name="Nunes, Marta Rafaela" userId="64e258cc-da3c-4cb9-a36b-1ce753c6c460" providerId="ADAL" clId="{06DC152B-A079-46BC-83AB-2B49C1DAC4B7}" dt="2026-01-20T12:05:20.088" v="31964" actId="478"/>
          <ac:spMkLst>
            <pc:docMk/>
            <pc:sldMk cId="1711388009" sldId="2147480691"/>
            <ac:spMk id="11" creationId="{27ED8C0D-6B59-E1E4-2F21-E4A8EF81EDF2}"/>
          </ac:spMkLst>
        </pc:spChg>
        <pc:spChg chg="add del mod">
          <ac:chgData name="Nunes, Marta Rafaela" userId="64e258cc-da3c-4cb9-a36b-1ce753c6c460" providerId="ADAL" clId="{06DC152B-A079-46BC-83AB-2B49C1DAC4B7}" dt="2026-01-20T12:06:25.310" v="32128" actId="478"/>
          <ac:spMkLst>
            <pc:docMk/>
            <pc:sldMk cId="1711388009" sldId="2147480691"/>
            <ac:spMk id="15" creationId="{788EBAD6-97D7-A2F7-9168-34AB1DF44802}"/>
          </ac:spMkLst>
        </pc:spChg>
        <pc:spChg chg="add del mod">
          <ac:chgData name="Nunes, Marta Rafaela" userId="64e258cc-da3c-4cb9-a36b-1ce753c6c460" providerId="ADAL" clId="{06DC152B-A079-46BC-83AB-2B49C1DAC4B7}" dt="2026-01-20T12:06:27.642" v="32129" actId="478"/>
          <ac:spMkLst>
            <pc:docMk/>
            <pc:sldMk cId="1711388009" sldId="2147480691"/>
            <ac:spMk id="17" creationId="{A9C0749E-DC03-CAF2-2327-54E0FBD9776F}"/>
          </ac:spMkLst>
        </pc:spChg>
        <pc:spChg chg="mod">
          <ac:chgData name="Nunes, Marta Rafaela" userId="64e258cc-da3c-4cb9-a36b-1ce753c6c460" providerId="ADAL" clId="{06DC152B-A079-46BC-83AB-2B49C1DAC4B7}" dt="2026-01-20T12:08:07.140" v="32255" actId="20577"/>
          <ac:spMkLst>
            <pc:docMk/>
            <pc:sldMk cId="1711388009" sldId="2147480691"/>
            <ac:spMk id="19" creationId="{6882B298-3FB8-D337-5DC0-C7E883AFA8DD}"/>
          </ac:spMkLst>
        </pc:spChg>
        <pc:spChg chg="mod">
          <ac:chgData name="Nunes, Marta Rafaela" userId="64e258cc-da3c-4cb9-a36b-1ce753c6c460" providerId="ADAL" clId="{06DC152B-A079-46BC-83AB-2B49C1DAC4B7}" dt="2026-01-20T12:08:13.233" v="32258" actId="20577"/>
          <ac:spMkLst>
            <pc:docMk/>
            <pc:sldMk cId="1711388009" sldId="2147480691"/>
            <ac:spMk id="22" creationId="{A2CCE56A-19DC-5C7E-F0DA-A36C031688F4}"/>
          </ac:spMkLst>
        </pc:spChg>
        <pc:spChg chg="add del mod">
          <ac:chgData name="Nunes, Marta Rafaela" userId="64e258cc-da3c-4cb9-a36b-1ce753c6c460" providerId="ADAL" clId="{06DC152B-A079-46BC-83AB-2B49C1DAC4B7}" dt="2026-01-20T12:09:30.935" v="32290" actId="21"/>
          <ac:spMkLst>
            <pc:docMk/>
            <pc:sldMk cId="1711388009" sldId="2147480691"/>
            <ac:spMk id="23" creationId="{76EAC049-BB0B-1F20-2D95-8BB4B8FC32CD}"/>
          </ac:spMkLst>
        </pc:spChg>
        <pc:spChg chg="add del mod">
          <ac:chgData name="Nunes, Marta Rafaela" userId="64e258cc-da3c-4cb9-a36b-1ce753c6c460" providerId="ADAL" clId="{06DC152B-A079-46BC-83AB-2B49C1DAC4B7}" dt="2026-01-20T12:09:49.148" v="32389" actId="21"/>
          <ac:spMkLst>
            <pc:docMk/>
            <pc:sldMk cId="1711388009" sldId="2147480691"/>
            <ac:spMk id="24" creationId="{76EAC049-BB0B-1F20-2D95-8BB4B8FC32CD}"/>
          </ac:spMkLst>
        </pc:spChg>
        <pc:spChg chg="add del mod">
          <ac:chgData name="Nunes, Marta Rafaela" userId="64e258cc-da3c-4cb9-a36b-1ce753c6c460" providerId="ADAL" clId="{06DC152B-A079-46BC-83AB-2B49C1DAC4B7}" dt="2026-01-20T12:10:59.008" v="32536" actId="478"/>
          <ac:spMkLst>
            <pc:docMk/>
            <pc:sldMk cId="1711388009" sldId="2147480691"/>
            <ac:spMk id="25" creationId="{76EAC049-BB0B-1F20-2D95-8BB4B8FC32CD}"/>
          </ac:spMkLst>
        </pc:spChg>
        <pc:spChg chg="add del mod">
          <ac:chgData name="Nunes, Marta Rafaela" userId="64e258cc-da3c-4cb9-a36b-1ce753c6c460" providerId="ADAL" clId="{06DC152B-A079-46BC-83AB-2B49C1DAC4B7}" dt="2026-01-20T12:10:26.361" v="32451" actId="478"/>
          <ac:spMkLst>
            <pc:docMk/>
            <pc:sldMk cId="1711388009" sldId="2147480691"/>
            <ac:spMk id="26" creationId="{9A84D434-3B5C-9F1A-C9F8-029C90D96846}"/>
          </ac:spMkLst>
        </pc:spChg>
        <pc:spChg chg="add del mod">
          <ac:chgData name="Nunes, Marta Rafaela" userId="64e258cc-da3c-4cb9-a36b-1ce753c6c460" providerId="ADAL" clId="{06DC152B-A079-46BC-83AB-2B49C1DAC4B7}" dt="2026-01-20T12:13:54.207" v="32769" actId="478"/>
          <ac:spMkLst>
            <pc:docMk/>
            <pc:sldMk cId="1711388009" sldId="2147480691"/>
            <ac:spMk id="28" creationId="{CEA21919-5931-06C1-5EED-7DF6D7C4DF78}"/>
          </ac:spMkLst>
        </pc:spChg>
        <pc:spChg chg="add mod">
          <ac:chgData name="Nunes, Marta Rafaela" userId="64e258cc-da3c-4cb9-a36b-1ce753c6c460" providerId="ADAL" clId="{06DC152B-A079-46BC-83AB-2B49C1DAC4B7}" dt="2026-01-20T13:08:01.912" v="34148" actId="20577"/>
          <ac:spMkLst>
            <pc:docMk/>
            <pc:sldMk cId="1711388009" sldId="2147480691"/>
            <ac:spMk id="29" creationId="{010C41E0-A9E2-693F-8556-C78B92A4EAA0}"/>
          </ac:spMkLst>
        </pc:spChg>
        <pc:spChg chg="mod">
          <ac:chgData name="Nunes, Marta Rafaela" userId="64e258cc-da3c-4cb9-a36b-1ce753c6c460" providerId="ADAL" clId="{06DC152B-A079-46BC-83AB-2B49C1DAC4B7}" dt="2026-01-20T12:24:27.974" v="33210" actId="255"/>
          <ac:spMkLst>
            <pc:docMk/>
            <pc:sldMk cId="1711388009" sldId="2147480691"/>
            <ac:spMk id="33" creationId="{1D7F027D-6B13-6155-FDD6-C2E232468A02}"/>
          </ac:spMkLst>
        </pc:spChg>
        <pc:grpChg chg="add mod">
          <ac:chgData name="Nunes, Marta Rafaela" userId="64e258cc-da3c-4cb9-a36b-1ce753c6c460" providerId="ADAL" clId="{06DC152B-A079-46BC-83AB-2B49C1DAC4B7}" dt="2026-01-20T12:09:05.302" v="32279" actId="14100"/>
          <ac:grpSpMkLst>
            <pc:docMk/>
            <pc:sldMk cId="1711388009" sldId="2147480691"/>
            <ac:grpSpMk id="10" creationId="{CFF9B51D-EDFF-EDD4-084B-D51DA05CDA90}"/>
          </ac:grpSpMkLst>
        </pc:grpChg>
        <pc:grpChg chg="add mod">
          <ac:chgData name="Nunes, Marta Rafaela" userId="64e258cc-da3c-4cb9-a36b-1ce753c6c460" providerId="ADAL" clId="{06DC152B-A079-46BC-83AB-2B49C1DAC4B7}" dt="2026-01-20T12:14:09.504" v="32770" actId="465"/>
          <ac:grpSpMkLst>
            <pc:docMk/>
            <pc:sldMk cId="1711388009" sldId="2147480691"/>
            <ac:grpSpMk id="12" creationId="{50831E77-57A3-073B-DACA-F7B241CC09A0}"/>
          </ac:grpSpMkLst>
        </pc:grpChg>
        <pc:grpChg chg="add mod">
          <ac:chgData name="Nunes, Marta Rafaela" userId="64e258cc-da3c-4cb9-a36b-1ce753c6c460" providerId="ADAL" clId="{06DC152B-A079-46BC-83AB-2B49C1DAC4B7}" dt="2026-01-20T12:13:52.784" v="32768" actId="1036"/>
          <ac:grpSpMkLst>
            <pc:docMk/>
            <pc:sldMk cId="1711388009" sldId="2147480691"/>
            <ac:grpSpMk id="20" creationId="{46CA5EB8-6CCF-BA03-9D40-473795E81381}"/>
          </ac:grpSpMkLst>
        </pc:grpChg>
        <pc:graphicFrameChg chg="del">
          <ac:chgData name="Nunes, Marta Rafaela" userId="64e258cc-da3c-4cb9-a36b-1ce753c6c460" providerId="ADAL" clId="{06DC152B-A079-46BC-83AB-2B49C1DAC4B7}" dt="2026-01-19T21:17:08.647" v="24782" actId="478"/>
          <ac:graphicFrameMkLst>
            <pc:docMk/>
            <pc:sldMk cId="1711388009" sldId="2147480691"/>
            <ac:graphicFrameMk id="2" creationId="{10FF0DFE-951B-A7FA-C241-71D7932BF01C}"/>
          </ac:graphicFrameMkLst>
        </pc:graphicFrameChg>
        <pc:graphicFrameChg chg="mod modGraphic">
          <ac:chgData name="Nunes, Marta Rafaela" userId="64e258cc-da3c-4cb9-a36b-1ce753c6c460" providerId="ADAL" clId="{06DC152B-A079-46BC-83AB-2B49C1DAC4B7}" dt="2026-01-20T13:08:09.729" v="34150" actId="947"/>
          <ac:graphicFrameMkLst>
            <pc:docMk/>
            <pc:sldMk cId="1711388009" sldId="2147480691"/>
            <ac:graphicFrameMk id="4" creationId="{EB4ECD44-64B4-023D-ACB2-05B19B3AD74B}"/>
          </ac:graphicFrameMkLst>
        </pc:graphicFrameChg>
        <pc:graphicFrameChg chg="add mod modGraphic">
          <ac:chgData name="Nunes, Marta Rafaela" userId="64e258cc-da3c-4cb9-a36b-1ce753c6c460" providerId="ADAL" clId="{06DC152B-A079-46BC-83AB-2B49C1DAC4B7}" dt="2026-01-20T13:08:16.357" v="34151"/>
          <ac:graphicFrameMkLst>
            <pc:docMk/>
            <pc:sldMk cId="1711388009" sldId="2147480691"/>
            <ac:graphicFrameMk id="5" creationId="{AE15B6AA-3910-878B-20C2-53EB12786E61}"/>
          </ac:graphicFrameMkLst>
        </pc:graphicFrameChg>
        <pc:graphicFrameChg chg="add mod modGraphic">
          <ac:chgData name="Nunes, Marta Rafaela" userId="64e258cc-da3c-4cb9-a36b-1ce753c6c460" providerId="ADAL" clId="{06DC152B-A079-46BC-83AB-2B49C1DAC4B7}" dt="2026-01-20T13:08:17.908" v="34152"/>
          <ac:graphicFrameMkLst>
            <pc:docMk/>
            <pc:sldMk cId="1711388009" sldId="2147480691"/>
            <ac:graphicFrameMk id="6" creationId="{DDD7EE5E-1987-ED7E-6583-AB90A8E57377}"/>
          </ac:graphicFrameMkLst>
        </pc:graphicFrameChg>
        <pc:graphicFrameChg chg="add mod">
          <ac:chgData name="Nunes, Marta Rafaela" userId="64e258cc-da3c-4cb9-a36b-1ce753c6c460" providerId="ADAL" clId="{06DC152B-A079-46BC-83AB-2B49C1DAC4B7}" dt="2026-01-20T12:11:18.721" v="32541"/>
          <ac:graphicFrameMkLst>
            <pc:docMk/>
            <pc:sldMk cId="1711388009" sldId="2147480691"/>
            <ac:graphicFrameMk id="27" creationId="{92BEC105-CA07-DB48-DA7D-30C6F79FCE72}"/>
          </ac:graphicFrameMkLst>
        </pc:graphicFrameChg>
        <pc:cxnChg chg="add mod ord">
          <ac:chgData name="Nunes, Marta Rafaela" userId="64e258cc-da3c-4cb9-a36b-1ce753c6c460" providerId="ADAL" clId="{06DC152B-A079-46BC-83AB-2B49C1DAC4B7}" dt="2026-01-20T12:07:51.967" v="32250" actId="164"/>
          <ac:cxnSpMkLst>
            <pc:docMk/>
            <pc:sldMk cId="1711388009" sldId="2147480691"/>
            <ac:cxnSpMk id="7" creationId="{EB5AD936-2DB9-A6FF-075B-9BFBB1B57A90}"/>
          </ac:cxnSpMkLst>
        </pc:cxnChg>
        <pc:cxnChg chg="add del mod">
          <ac:chgData name="Nunes, Marta Rafaela" userId="64e258cc-da3c-4cb9-a36b-1ce753c6c460" providerId="ADAL" clId="{06DC152B-A079-46BC-83AB-2B49C1DAC4B7}" dt="2026-01-20T12:07:20.802" v="32223" actId="478"/>
          <ac:cxnSpMkLst>
            <pc:docMk/>
            <pc:sldMk cId="1711388009" sldId="2147480691"/>
            <ac:cxnSpMk id="8" creationId="{6E63B511-BEB6-4CAC-90DA-26811724E83E}"/>
          </ac:cxnSpMkLst>
        </pc:cxnChg>
        <pc:cxnChg chg="add del mod">
          <ac:chgData name="Nunes, Marta Rafaela" userId="64e258cc-da3c-4cb9-a36b-1ce753c6c460" providerId="ADAL" clId="{06DC152B-A079-46BC-83AB-2B49C1DAC4B7}" dt="2026-01-19T21:26:59.965" v="24955" actId="478"/>
          <ac:cxnSpMkLst>
            <pc:docMk/>
            <pc:sldMk cId="1711388009" sldId="2147480691"/>
            <ac:cxnSpMk id="9" creationId="{ACA49A33-272D-E4D1-FD18-A19BA32ED21C}"/>
          </ac:cxnSpMkLst>
        </pc:cxnChg>
        <pc:cxnChg chg="add del mod ord">
          <ac:chgData name="Nunes, Marta Rafaela" userId="64e258cc-da3c-4cb9-a36b-1ce753c6c460" providerId="ADAL" clId="{06DC152B-A079-46BC-83AB-2B49C1DAC4B7}" dt="2026-01-20T12:05:20.088" v="31964" actId="478"/>
          <ac:cxnSpMkLst>
            <pc:docMk/>
            <pc:sldMk cId="1711388009" sldId="2147480691"/>
            <ac:cxnSpMk id="13" creationId="{CD9088C0-A871-AC63-6A4B-201DF86BE36C}"/>
          </ac:cxnSpMkLst>
        </pc:cxnChg>
        <pc:cxnChg chg="add del mod">
          <ac:chgData name="Nunes, Marta Rafaela" userId="64e258cc-da3c-4cb9-a36b-1ce753c6c460" providerId="ADAL" clId="{06DC152B-A079-46BC-83AB-2B49C1DAC4B7}" dt="2026-01-20T12:06:25.310" v="32128" actId="478"/>
          <ac:cxnSpMkLst>
            <pc:docMk/>
            <pc:sldMk cId="1711388009" sldId="2147480691"/>
            <ac:cxnSpMk id="14" creationId="{778FDC82-1541-5D43-8814-BD37E8795C05}"/>
          </ac:cxnSpMkLst>
        </pc:cxnChg>
        <pc:cxnChg chg="add del mod">
          <ac:chgData name="Nunes, Marta Rafaela" userId="64e258cc-da3c-4cb9-a36b-1ce753c6c460" providerId="ADAL" clId="{06DC152B-A079-46BC-83AB-2B49C1DAC4B7}" dt="2026-01-20T12:06:27.642" v="32129" actId="478"/>
          <ac:cxnSpMkLst>
            <pc:docMk/>
            <pc:sldMk cId="1711388009" sldId="2147480691"/>
            <ac:cxnSpMk id="16" creationId="{23995070-9D7D-263D-9026-B607CBC9FEBA}"/>
          </ac:cxnSpMkLst>
        </pc:cxnChg>
        <pc:cxnChg chg="mod">
          <ac:chgData name="Nunes, Marta Rafaela" userId="64e258cc-da3c-4cb9-a36b-1ce753c6c460" providerId="ADAL" clId="{06DC152B-A079-46BC-83AB-2B49C1DAC4B7}" dt="2026-01-20T12:07:55.374" v="32251"/>
          <ac:cxnSpMkLst>
            <pc:docMk/>
            <pc:sldMk cId="1711388009" sldId="2147480691"/>
            <ac:cxnSpMk id="18" creationId="{1C51048C-B5BE-D9CB-890C-9C0C997AFCEA}"/>
          </ac:cxnSpMkLst>
        </pc:cxnChg>
        <pc:cxnChg chg="mod">
          <ac:chgData name="Nunes, Marta Rafaela" userId="64e258cc-da3c-4cb9-a36b-1ce753c6c460" providerId="ADAL" clId="{06DC152B-A079-46BC-83AB-2B49C1DAC4B7}" dt="2026-01-20T12:08:09.759" v="32256"/>
          <ac:cxnSpMkLst>
            <pc:docMk/>
            <pc:sldMk cId="1711388009" sldId="2147480691"/>
            <ac:cxnSpMk id="21" creationId="{4EBE5646-F9DF-E0B9-21D3-2566D3B0C6FC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20T12:46:10.553" v="33753" actId="20577"/>
              <pc2:cmMkLst xmlns:pc2="http://schemas.microsoft.com/office/powerpoint/2019/9/main/command">
                <pc:docMk/>
                <pc:sldMk cId="1711388009" sldId="2147480691"/>
                <pc2:cmMk id="{7F6D30C4-C302-4398-87CD-CCC43AD3394C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20T12:27:13.132" v="33218" actId="20577"/>
              <pc2:cmMkLst xmlns:pc2="http://schemas.microsoft.com/office/powerpoint/2019/9/main/command">
                <pc:docMk/>
                <pc:sldMk cId="1711388009" sldId="2147480691"/>
                <pc2:cmMk id="{7F88BCED-A993-44E4-8E58-CF90403BF92A}"/>
              </pc2:cmMkLst>
            </pc226:cmChg>
          </p:ext>
        </pc:extLst>
      </pc:sldChg>
      <pc:sldChg chg="add del">
        <pc:chgData name="Nunes, Marta Rafaela" userId="64e258cc-da3c-4cb9-a36b-1ce753c6c460" providerId="ADAL" clId="{06DC152B-A079-46BC-83AB-2B49C1DAC4B7}" dt="2026-01-19T21:10:33.908" v="24627" actId="47"/>
        <pc:sldMkLst>
          <pc:docMk/>
          <pc:sldMk cId="2226534517" sldId="2147480691"/>
        </pc:sldMkLst>
      </pc:sldChg>
      <pc:sldChg chg="addSp delSp modSp add del mod">
        <pc:chgData name="Nunes, Marta Rafaela" userId="64e258cc-da3c-4cb9-a36b-1ce753c6c460" providerId="ADAL" clId="{06DC152B-A079-46BC-83AB-2B49C1DAC4B7}" dt="2026-01-19T21:53:13.218" v="25811" actId="47"/>
        <pc:sldMkLst>
          <pc:docMk/>
          <pc:sldMk cId="143680847" sldId="2147480692"/>
        </pc:sldMkLst>
        <pc:spChg chg="mod">
          <ac:chgData name="Nunes, Marta Rafaela" userId="64e258cc-da3c-4cb9-a36b-1ce753c6c460" providerId="ADAL" clId="{06DC152B-A079-46BC-83AB-2B49C1DAC4B7}" dt="2026-01-19T21:50:15.583" v="25758" actId="554"/>
          <ac:spMkLst>
            <pc:docMk/>
            <pc:sldMk cId="143680847" sldId="2147480692"/>
            <ac:spMk id="4" creationId="{30653744-EE46-5162-FB03-10BD69BCF07D}"/>
          </ac:spMkLst>
        </pc:spChg>
        <pc:spChg chg="mod">
          <ac:chgData name="Nunes, Marta Rafaela" userId="64e258cc-da3c-4cb9-a36b-1ce753c6c460" providerId="ADAL" clId="{06DC152B-A079-46BC-83AB-2B49C1DAC4B7}" dt="2026-01-19T21:50:08.255" v="25756" actId="408"/>
          <ac:spMkLst>
            <pc:docMk/>
            <pc:sldMk cId="143680847" sldId="2147480692"/>
            <ac:spMk id="6" creationId="{14C39D08-77CD-2473-ECB2-B80EE9B30B33}"/>
          </ac:spMkLst>
        </pc:spChg>
        <pc:spChg chg="mod">
          <ac:chgData name="Nunes, Marta Rafaela" userId="64e258cc-da3c-4cb9-a36b-1ce753c6c460" providerId="ADAL" clId="{06DC152B-A079-46BC-83AB-2B49C1DAC4B7}" dt="2026-01-19T21:50:53.101" v="25764"/>
          <ac:spMkLst>
            <pc:docMk/>
            <pc:sldMk cId="143680847" sldId="2147480692"/>
            <ac:spMk id="8" creationId="{2E000158-B3C2-2C1D-AAC6-5C925547850A}"/>
          </ac:spMkLst>
        </pc:spChg>
        <pc:spChg chg="mod">
          <ac:chgData name="Nunes, Marta Rafaela" userId="64e258cc-da3c-4cb9-a36b-1ce753c6c460" providerId="ADAL" clId="{06DC152B-A079-46BC-83AB-2B49C1DAC4B7}" dt="2026-01-19T21:50:53.101" v="25764"/>
          <ac:spMkLst>
            <pc:docMk/>
            <pc:sldMk cId="143680847" sldId="2147480692"/>
            <ac:spMk id="9" creationId="{A555E066-F487-D198-362E-0F92A10C44D5}"/>
          </ac:spMkLst>
        </pc:spChg>
        <pc:spChg chg="mod">
          <ac:chgData name="Nunes, Marta Rafaela" userId="64e258cc-da3c-4cb9-a36b-1ce753c6c460" providerId="ADAL" clId="{06DC152B-A079-46BC-83AB-2B49C1DAC4B7}" dt="2026-01-19T21:50:53.101" v="25764"/>
          <ac:spMkLst>
            <pc:docMk/>
            <pc:sldMk cId="143680847" sldId="2147480692"/>
            <ac:spMk id="10" creationId="{B5158DE6-D00B-4EDE-484B-AF792EE91853}"/>
          </ac:spMkLst>
        </pc:spChg>
        <pc:spChg chg="mod">
          <ac:chgData name="Nunes, Marta Rafaela" userId="64e258cc-da3c-4cb9-a36b-1ce753c6c460" providerId="ADAL" clId="{06DC152B-A079-46BC-83AB-2B49C1DAC4B7}" dt="2026-01-19T21:51:14.405" v="25770" actId="14100"/>
          <ac:spMkLst>
            <pc:docMk/>
            <pc:sldMk cId="143680847" sldId="2147480692"/>
            <ac:spMk id="11" creationId="{A88608C5-2CA0-7477-EEA4-D03705A590C6}"/>
          </ac:spMkLst>
        </pc:spChg>
        <pc:spChg chg="mod">
          <ac:chgData name="Nunes, Marta Rafaela" userId="64e258cc-da3c-4cb9-a36b-1ce753c6c460" providerId="ADAL" clId="{06DC152B-A079-46BC-83AB-2B49C1DAC4B7}" dt="2026-01-19T21:50:53.101" v="25764"/>
          <ac:spMkLst>
            <pc:docMk/>
            <pc:sldMk cId="143680847" sldId="2147480692"/>
            <ac:spMk id="17" creationId="{19B6A453-7BD4-474A-73AA-E296C776489F}"/>
          </ac:spMkLst>
        </pc:spChg>
        <pc:spChg chg="mod">
          <ac:chgData name="Nunes, Marta Rafaela" userId="64e258cc-da3c-4cb9-a36b-1ce753c6c460" providerId="ADAL" clId="{06DC152B-A079-46BC-83AB-2B49C1DAC4B7}" dt="2026-01-19T21:50:53.101" v="25764"/>
          <ac:spMkLst>
            <pc:docMk/>
            <pc:sldMk cId="143680847" sldId="2147480692"/>
            <ac:spMk id="18" creationId="{6B24054C-4678-0C0C-FAC7-E4617BFAAA30}"/>
          </ac:spMkLst>
        </pc:spChg>
        <pc:spChg chg="mod">
          <ac:chgData name="Nunes, Marta Rafaela" userId="64e258cc-da3c-4cb9-a36b-1ce753c6c460" providerId="ADAL" clId="{06DC152B-A079-46BC-83AB-2B49C1DAC4B7}" dt="2026-01-19T21:50:53.101" v="25764"/>
          <ac:spMkLst>
            <pc:docMk/>
            <pc:sldMk cId="143680847" sldId="2147480692"/>
            <ac:spMk id="21" creationId="{E6DB37AA-CDD0-C393-2CCE-D4C695EF8F8C}"/>
          </ac:spMkLst>
        </pc:spChg>
        <pc:spChg chg="mod">
          <ac:chgData name="Nunes, Marta Rafaela" userId="64e258cc-da3c-4cb9-a36b-1ce753c6c460" providerId="ADAL" clId="{06DC152B-A079-46BC-83AB-2B49C1DAC4B7}" dt="2026-01-19T21:50:53.101" v="25764"/>
          <ac:spMkLst>
            <pc:docMk/>
            <pc:sldMk cId="143680847" sldId="2147480692"/>
            <ac:spMk id="22" creationId="{CD5A171F-367E-7DE5-3960-4F9224B97EAD}"/>
          </ac:spMkLst>
        </pc:spChg>
        <pc:spChg chg="mod">
          <ac:chgData name="Nunes, Marta Rafaela" userId="64e258cc-da3c-4cb9-a36b-1ce753c6c460" providerId="ADAL" clId="{06DC152B-A079-46BC-83AB-2B49C1DAC4B7}" dt="2026-01-19T21:50:53.101" v="25764"/>
          <ac:spMkLst>
            <pc:docMk/>
            <pc:sldMk cId="143680847" sldId="2147480692"/>
            <ac:spMk id="23" creationId="{EBDB9EB5-282A-1E78-01D2-418A00EBC4AC}"/>
          </ac:spMkLst>
        </pc:spChg>
        <pc:spChg chg="mod">
          <ac:chgData name="Nunes, Marta Rafaela" userId="64e258cc-da3c-4cb9-a36b-1ce753c6c460" providerId="ADAL" clId="{06DC152B-A079-46BC-83AB-2B49C1DAC4B7}" dt="2026-01-19T21:50:53.101" v="25764"/>
          <ac:spMkLst>
            <pc:docMk/>
            <pc:sldMk cId="143680847" sldId="2147480692"/>
            <ac:spMk id="24" creationId="{A646153B-F007-3CB3-5075-0128FCAC5BDC}"/>
          </ac:spMkLst>
        </pc:spChg>
        <pc:spChg chg="add mod ord">
          <ac:chgData name="Nunes, Marta Rafaela" userId="64e258cc-da3c-4cb9-a36b-1ce753c6c460" providerId="ADAL" clId="{06DC152B-A079-46BC-83AB-2B49C1DAC4B7}" dt="2026-01-19T21:51:07.029" v="25769" actId="167"/>
          <ac:spMkLst>
            <pc:docMk/>
            <pc:sldMk cId="143680847" sldId="2147480692"/>
            <ac:spMk id="25" creationId="{8708430C-331E-4191-057A-DCE53D20FCF7}"/>
          </ac:spMkLst>
        </pc:spChg>
        <pc:spChg chg="mod">
          <ac:chgData name="Nunes, Marta Rafaela" userId="64e258cc-da3c-4cb9-a36b-1ce753c6c460" providerId="ADAL" clId="{06DC152B-A079-46BC-83AB-2B49C1DAC4B7}" dt="2026-01-19T21:49:37.967" v="25749" actId="1076"/>
          <ac:spMkLst>
            <pc:docMk/>
            <pc:sldMk cId="143680847" sldId="2147480692"/>
            <ac:spMk id="35" creationId="{777D6449-D6FA-6793-A6CB-E85110EC30C2}"/>
          </ac:spMkLst>
        </pc:spChg>
        <pc:spChg chg="mod">
          <ac:chgData name="Nunes, Marta Rafaela" userId="64e258cc-da3c-4cb9-a36b-1ce753c6c460" providerId="ADAL" clId="{06DC152B-A079-46BC-83AB-2B49C1DAC4B7}" dt="2026-01-19T21:49:37.967" v="25749" actId="1076"/>
          <ac:spMkLst>
            <pc:docMk/>
            <pc:sldMk cId="143680847" sldId="2147480692"/>
            <ac:spMk id="44" creationId="{848DCB49-546F-26DE-7492-4F24A9D1DFD6}"/>
          </ac:spMkLst>
        </pc:spChg>
        <pc:spChg chg="mod">
          <ac:chgData name="Nunes, Marta Rafaela" userId="64e258cc-da3c-4cb9-a36b-1ce753c6c460" providerId="ADAL" clId="{06DC152B-A079-46BC-83AB-2B49C1DAC4B7}" dt="2026-01-19T21:49:37.967" v="25749" actId="1076"/>
          <ac:spMkLst>
            <pc:docMk/>
            <pc:sldMk cId="143680847" sldId="2147480692"/>
            <ac:spMk id="45" creationId="{6D5B034E-B94F-C163-4879-D624B10C7B14}"/>
          </ac:spMkLst>
        </pc:spChg>
        <pc:spChg chg="mod">
          <ac:chgData name="Nunes, Marta Rafaela" userId="64e258cc-da3c-4cb9-a36b-1ce753c6c460" providerId="ADAL" clId="{06DC152B-A079-46BC-83AB-2B49C1DAC4B7}" dt="2026-01-19T21:49:37.967" v="25749" actId="1076"/>
          <ac:spMkLst>
            <pc:docMk/>
            <pc:sldMk cId="143680847" sldId="2147480692"/>
            <ac:spMk id="46" creationId="{813F209C-C37F-09D4-8F8E-3584D216228D}"/>
          </ac:spMkLst>
        </pc:spChg>
        <pc:spChg chg="mod">
          <ac:chgData name="Nunes, Marta Rafaela" userId="64e258cc-da3c-4cb9-a36b-1ce753c6c460" providerId="ADAL" clId="{06DC152B-A079-46BC-83AB-2B49C1DAC4B7}" dt="2026-01-19T21:49:37.967" v="25749" actId="1076"/>
          <ac:spMkLst>
            <pc:docMk/>
            <pc:sldMk cId="143680847" sldId="2147480692"/>
            <ac:spMk id="49" creationId="{C8CAB5CF-B09E-A626-3D4C-888CB84579CE}"/>
          </ac:spMkLst>
        </pc:spChg>
        <pc:spChg chg="mod">
          <ac:chgData name="Nunes, Marta Rafaela" userId="64e258cc-da3c-4cb9-a36b-1ce753c6c460" providerId="ADAL" clId="{06DC152B-A079-46BC-83AB-2B49C1DAC4B7}" dt="2026-01-19T21:49:37.967" v="25749" actId="1076"/>
          <ac:spMkLst>
            <pc:docMk/>
            <pc:sldMk cId="143680847" sldId="2147480692"/>
            <ac:spMk id="51" creationId="{26D3CE12-D08C-A225-95FA-20A1945EC3E4}"/>
          </ac:spMkLst>
        </pc:spChg>
        <pc:spChg chg="mod">
          <ac:chgData name="Nunes, Marta Rafaela" userId="64e258cc-da3c-4cb9-a36b-1ce753c6c460" providerId="ADAL" clId="{06DC152B-A079-46BC-83AB-2B49C1DAC4B7}" dt="2026-01-19T21:49:37.967" v="25749" actId="1076"/>
          <ac:spMkLst>
            <pc:docMk/>
            <pc:sldMk cId="143680847" sldId="2147480692"/>
            <ac:spMk id="53" creationId="{99F89B7E-2781-E782-B89D-1832BAFDE2DC}"/>
          </ac:spMkLst>
        </pc:spChg>
        <pc:spChg chg="mod">
          <ac:chgData name="Nunes, Marta Rafaela" userId="64e258cc-da3c-4cb9-a36b-1ce753c6c460" providerId="ADAL" clId="{06DC152B-A079-46BC-83AB-2B49C1DAC4B7}" dt="2026-01-19T21:49:37.967" v="25749" actId="1076"/>
          <ac:spMkLst>
            <pc:docMk/>
            <pc:sldMk cId="143680847" sldId="2147480692"/>
            <ac:spMk id="54" creationId="{4CD82203-D362-1805-D8F1-469515A0EC6D}"/>
          </ac:spMkLst>
        </pc:spChg>
        <pc:spChg chg="mod">
          <ac:chgData name="Nunes, Marta Rafaela" userId="64e258cc-da3c-4cb9-a36b-1ce753c6c460" providerId="ADAL" clId="{06DC152B-A079-46BC-83AB-2B49C1DAC4B7}" dt="2026-01-19T21:50:33.159" v="25761" actId="554"/>
          <ac:spMkLst>
            <pc:docMk/>
            <pc:sldMk cId="143680847" sldId="2147480692"/>
            <ac:spMk id="169" creationId="{36231CA6-404D-119E-A1AF-B1131EDBDB27}"/>
          </ac:spMkLst>
        </pc:spChg>
        <pc:spChg chg="mod">
          <ac:chgData name="Nunes, Marta Rafaela" userId="64e258cc-da3c-4cb9-a36b-1ce753c6c460" providerId="ADAL" clId="{06DC152B-A079-46BC-83AB-2B49C1DAC4B7}" dt="2026-01-19T21:50:33.159" v="25761" actId="554"/>
          <ac:spMkLst>
            <pc:docMk/>
            <pc:sldMk cId="143680847" sldId="2147480692"/>
            <ac:spMk id="170" creationId="{6FB12354-C04C-2904-5911-8889E0A2C0EC}"/>
          </ac:spMkLst>
        </pc:spChg>
        <pc:spChg chg="mod">
          <ac:chgData name="Nunes, Marta Rafaela" userId="64e258cc-da3c-4cb9-a36b-1ce753c6c460" providerId="ADAL" clId="{06DC152B-A079-46BC-83AB-2B49C1DAC4B7}" dt="2026-01-19T21:50:33.159" v="25761" actId="554"/>
          <ac:spMkLst>
            <pc:docMk/>
            <pc:sldMk cId="143680847" sldId="2147480692"/>
            <ac:spMk id="173" creationId="{58F4B399-4166-3E9A-A044-437FA1A532D7}"/>
          </ac:spMkLst>
        </pc:spChg>
        <pc:spChg chg="mod">
          <ac:chgData name="Nunes, Marta Rafaela" userId="64e258cc-da3c-4cb9-a36b-1ce753c6c460" providerId="ADAL" clId="{06DC152B-A079-46BC-83AB-2B49C1DAC4B7}" dt="2026-01-19T21:50:33.159" v="25761" actId="554"/>
          <ac:spMkLst>
            <pc:docMk/>
            <pc:sldMk cId="143680847" sldId="2147480692"/>
            <ac:spMk id="174" creationId="{530737B3-6436-0182-5ECB-F48086C662ED}"/>
          </ac:spMkLst>
        </pc:spChg>
        <pc:spChg chg="mod">
          <ac:chgData name="Nunes, Marta Rafaela" userId="64e258cc-da3c-4cb9-a36b-1ce753c6c460" providerId="ADAL" clId="{06DC152B-A079-46BC-83AB-2B49C1DAC4B7}" dt="2026-01-19T21:50:33.159" v="25761" actId="554"/>
          <ac:spMkLst>
            <pc:docMk/>
            <pc:sldMk cId="143680847" sldId="2147480692"/>
            <ac:spMk id="175" creationId="{927CB684-A1E6-79F5-FC31-720CF2F691FB}"/>
          </ac:spMkLst>
        </pc:spChg>
        <pc:spChg chg="mod">
          <ac:chgData name="Nunes, Marta Rafaela" userId="64e258cc-da3c-4cb9-a36b-1ce753c6c460" providerId="ADAL" clId="{06DC152B-A079-46BC-83AB-2B49C1DAC4B7}" dt="2026-01-19T21:50:33.159" v="25761" actId="554"/>
          <ac:spMkLst>
            <pc:docMk/>
            <pc:sldMk cId="143680847" sldId="2147480692"/>
            <ac:spMk id="176" creationId="{78CB6308-27C3-4AFD-41E5-F4721965D229}"/>
          </ac:spMkLst>
        </pc:spChg>
        <pc:spChg chg="mod">
          <ac:chgData name="Nunes, Marta Rafaela" userId="64e258cc-da3c-4cb9-a36b-1ce753c6c460" providerId="ADAL" clId="{06DC152B-A079-46BC-83AB-2B49C1DAC4B7}" dt="2026-01-19T21:50:33.159" v="25761" actId="554"/>
          <ac:spMkLst>
            <pc:docMk/>
            <pc:sldMk cId="143680847" sldId="2147480692"/>
            <ac:spMk id="177" creationId="{D3115CF3-7CD3-61EB-8288-9E88A99702D3}"/>
          </ac:spMkLst>
        </pc:spChg>
        <pc:spChg chg="mod">
          <ac:chgData name="Nunes, Marta Rafaela" userId="64e258cc-da3c-4cb9-a36b-1ce753c6c460" providerId="ADAL" clId="{06DC152B-A079-46BC-83AB-2B49C1DAC4B7}" dt="2026-01-19T21:50:33.159" v="25761" actId="554"/>
          <ac:spMkLst>
            <pc:docMk/>
            <pc:sldMk cId="143680847" sldId="2147480692"/>
            <ac:spMk id="178" creationId="{1F64DE75-E859-1F26-A775-79847756DFD3}"/>
          </ac:spMkLst>
        </pc:spChg>
        <pc:spChg chg="mod">
          <ac:chgData name="Nunes, Marta Rafaela" userId="64e258cc-da3c-4cb9-a36b-1ce753c6c460" providerId="ADAL" clId="{06DC152B-A079-46BC-83AB-2B49C1DAC4B7}" dt="2026-01-19T21:50:15.583" v="25758" actId="554"/>
          <ac:spMkLst>
            <pc:docMk/>
            <pc:sldMk cId="143680847" sldId="2147480692"/>
            <ac:spMk id="185" creationId="{94332711-97B5-D41F-DBF9-9A791DB46FCC}"/>
          </ac:spMkLst>
        </pc:spChg>
        <pc:spChg chg="mod">
          <ac:chgData name="Nunes, Marta Rafaela" userId="64e258cc-da3c-4cb9-a36b-1ce753c6c460" providerId="ADAL" clId="{06DC152B-A079-46BC-83AB-2B49C1DAC4B7}" dt="2026-01-19T21:50:15.583" v="25758" actId="554"/>
          <ac:spMkLst>
            <pc:docMk/>
            <pc:sldMk cId="143680847" sldId="2147480692"/>
            <ac:spMk id="187" creationId="{159969E6-0EA3-6210-74A4-2D0F39929BF2}"/>
          </ac:spMkLst>
        </pc:spChg>
        <pc:spChg chg="mod">
          <ac:chgData name="Nunes, Marta Rafaela" userId="64e258cc-da3c-4cb9-a36b-1ce753c6c460" providerId="ADAL" clId="{06DC152B-A079-46BC-83AB-2B49C1DAC4B7}" dt="2026-01-19T21:50:15.583" v="25758" actId="554"/>
          <ac:spMkLst>
            <pc:docMk/>
            <pc:sldMk cId="143680847" sldId="2147480692"/>
            <ac:spMk id="190" creationId="{1478CE26-BF6F-7C85-618E-F068ADF8D264}"/>
          </ac:spMkLst>
        </pc:spChg>
        <pc:spChg chg="mod">
          <ac:chgData name="Nunes, Marta Rafaela" userId="64e258cc-da3c-4cb9-a36b-1ce753c6c460" providerId="ADAL" clId="{06DC152B-A079-46BC-83AB-2B49C1DAC4B7}" dt="2026-01-19T21:50:15.583" v="25758" actId="554"/>
          <ac:spMkLst>
            <pc:docMk/>
            <pc:sldMk cId="143680847" sldId="2147480692"/>
            <ac:spMk id="191" creationId="{845CDFAC-4567-DCAE-E22E-967FFF55805F}"/>
          </ac:spMkLst>
        </pc:spChg>
        <pc:spChg chg="mod">
          <ac:chgData name="Nunes, Marta Rafaela" userId="64e258cc-da3c-4cb9-a36b-1ce753c6c460" providerId="ADAL" clId="{06DC152B-A079-46BC-83AB-2B49C1DAC4B7}" dt="2026-01-19T21:50:15.583" v="25758" actId="554"/>
          <ac:spMkLst>
            <pc:docMk/>
            <pc:sldMk cId="143680847" sldId="2147480692"/>
            <ac:spMk id="192" creationId="{3FA54CBD-627F-AC6C-50DB-66C74015B6D2}"/>
          </ac:spMkLst>
        </pc:spChg>
        <pc:spChg chg="mod">
          <ac:chgData name="Nunes, Marta Rafaela" userId="64e258cc-da3c-4cb9-a36b-1ce753c6c460" providerId="ADAL" clId="{06DC152B-A079-46BC-83AB-2B49C1DAC4B7}" dt="2026-01-19T21:50:15.583" v="25758" actId="554"/>
          <ac:spMkLst>
            <pc:docMk/>
            <pc:sldMk cId="143680847" sldId="2147480692"/>
            <ac:spMk id="193" creationId="{5B4DB459-EBA6-829B-6EAB-A9E301199982}"/>
          </ac:spMkLst>
        </pc:spChg>
        <pc:spChg chg="mod">
          <ac:chgData name="Nunes, Marta Rafaela" userId="64e258cc-da3c-4cb9-a36b-1ce753c6c460" providerId="ADAL" clId="{06DC152B-A079-46BC-83AB-2B49C1DAC4B7}" dt="2026-01-19T21:50:15.583" v="25758" actId="554"/>
          <ac:spMkLst>
            <pc:docMk/>
            <pc:sldMk cId="143680847" sldId="2147480692"/>
            <ac:spMk id="194" creationId="{F4BB0A85-81A0-3D94-C18B-791A2F15C0EB}"/>
          </ac:spMkLst>
        </pc:spChg>
        <pc:spChg chg="mod">
          <ac:chgData name="Nunes, Marta Rafaela" userId="64e258cc-da3c-4cb9-a36b-1ce753c6c460" providerId="ADAL" clId="{06DC152B-A079-46BC-83AB-2B49C1DAC4B7}" dt="2026-01-19T21:50:15.583" v="25758" actId="554"/>
          <ac:spMkLst>
            <pc:docMk/>
            <pc:sldMk cId="143680847" sldId="2147480692"/>
            <ac:spMk id="195" creationId="{30F2A4FE-B775-6334-2E58-0DEA6A3FF345}"/>
          </ac:spMkLst>
        </pc:spChg>
        <pc:grpChg chg="del mod">
          <ac:chgData name="Nunes, Marta Rafaela" userId="64e258cc-da3c-4cb9-a36b-1ce753c6c460" providerId="ADAL" clId="{06DC152B-A079-46BC-83AB-2B49C1DAC4B7}" dt="2026-01-19T21:50:57.141" v="25766" actId="478"/>
          <ac:grpSpMkLst>
            <pc:docMk/>
            <pc:sldMk cId="143680847" sldId="2147480692"/>
            <ac:grpSpMk id="5" creationId="{8060DFDC-B244-1AC9-F359-35D187258D9D}"/>
          </ac:grpSpMkLst>
        </pc:grpChg>
        <pc:grpChg chg="mod">
          <ac:chgData name="Nunes, Marta Rafaela" userId="64e258cc-da3c-4cb9-a36b-1ce753c6c460" providerId="ADAL" clId="{06DC152B-A079-46BC-83AB-2B49C1DAC4B7}" dt="2026-01-19T21:50:43.718" v="25763" actId="408"/>
          <ac:grpSpMkLst>
            <pc:docMk/>
            <pc:sldMk cId="143680847" sldId="2147480692"/>
            <ac:grpSpMk id="28" creationId="{14A962CE-AEB1-90A7-CD02-59B3694923A7}"/>
          </ac:grpSpMkLst>
        </pc:grpChg>
        <pc:grpChg chg="mod">
          <ac:chgData name="Nunes, Marta Rafaela" userId="64e258cc-da3c-4cb9-a36b-1ce753c6c460" providerId="ADAL" clId="{06DC152B-A079-46BC-83AB-2B49C1DAC4B7}" dt="2026-01-19T21:50:39.940" v="25762" actId="552"/>
          <ac:grpSpMkLst>
            <pc:docMk/>
            <pc:sldMk cId="143680847" sldId="2147480692"/>
            <ac:grpSpMk id="42" creationId="{023F088C-3E81-1D4E-F306-61E0FF1C3195}"/>
          </ac:grpSpMkLst>
        </pc:grpChg>
        <pc:grpChg chg="del">
          <ac:chgData name="Nunes, Marta Rafaela" userId="64e258cc-da3c-4cb9-a36b-1ce753c6c460" providerId="ADAL" clId="{06DC152B-A079-46BC-83AB-2B49C1DAC4B7}" dt="2026-01-19T21:49:23.290" v="25745" actId="478"/>
          <ac:grpSpMkLst>
            <pc:docMk/>
            <pc:sldMk cId="143680847" sldId="2147480692"/>
            <ac:grpSpMk id="55" creationId="{CA91A9D0-D537-6B3C-D5CE-758B1E88D505}"/>
          </ac:grpSpMkLst>
        </pc:grpChg>
        <pc:grpChg chg="mod">
          <ac:chgData name="Nunes, Marta Rafaela" userId="64e258cc-da3c-4cb9-a36b-1ce753c6c460" providerId="ADAL" clId="{06DC152B-A079-46BC-83AB-2B49C1DAC4B7}" dt="2026-01-19T21:50:39.940" v="25762" actId="552"/>
          <ac:grpSpMkLst>
            <pc:docMk/>
            <pc:sldMk cId="143680847" sldId="2147480692"/>
            <ac:grpSpMk id="163" creationId="{BFFA138E-5AAF-54D6-FD00-A8699D1C1C6A}"/>
          </ac:grpSpMkLst>
        </pc:grpChg>
        <pc:picChg chg="mod">
          <ac:chgData name="Nunes, Marta Rafaela" userId="64e258cc-da3c-4cb9-a36b-1ce753c6c460" providerId="ADAL" clId="{06DC152B-A079-46BC-83AB-2B49C1DAC4B7}" dt="2026-01-19T21:50:53.101" v="25764"/>
          <ac:picMkLst>
            <pc:docMk/>
            <pc:sldMk cId="143680847" sldId="2147480692"/>
            <ac:picMk id="12" creationId="{50AFB79B-4C9C-2030-FC3F-4557994DA1E4}"/>
          </ac:picMkLst>
        </pc:picChg>
        <pc:picChg chg="mod">
          <ac:chgData name="Nunes, Marta Rafaela" userId="64e258cc-da3c-4cb9-a36b-1ce753c6c460" providerId="ADAL" clId="{06DC152B-A079-46BC-83AB-2B49C1DAC4B7}" dt="2026-01-19T21:49:37.967" v="25749" actId="1076"/>
          <ac:picMkLst>
            <pc:docMk/>
            <pc:sldMk cId="143680847" sldId="2147480692"/>
            <ac:picMk id="34" creationId="{24B7E3EF-69CC-E282-AA99-2F7102300042}"/>
          </ac:picMkLst>
        </pc:picChg>
        <pc:picChg chg="mod">
          <ac:chgData name="Nunes, Marta Rafaela" userId="64e258cc-da3c-4cb9-a36b-1ce753c6c460" providerId="ADAL" clId="{06DC152B-A079-46BC-83AB-2B49C1DAC4B7}" dt="2026-01-19T21:50:33.159" v="25761" actId="554"/>
          <ac:picMkLst>
            <pc:docMk/>
            <pc:sldMk cId="143680847" sldId="2147480692"/>
            <ac:picMk id="172" creationId="{34400580-2EC1-E5C3-4C0F-36F01B15A8A6}"/>
          </ac:picMkLst>
        </pc:picChg>
        <pc:picChg chg="mod">
          <ac:chgData name="Nunes, Marta Rafaela" userId="64e258cc-da3c-4cb9-a36b-1ce753c6c460" providerId="ADAL" clId="{06DC152B-A079-46BC-83AB-2B49C1DAC4B7}" dt="2026-01-19T21:50:15.583" v="25758" actId="554"/>
          <ac:picMkLst>
            <pc:docMk/>
            <pc:sldMk cId="143680847" sldId="2147480692"/>
            <ac:picMk id="189" creationId="{48D2393B-C8E7-4E0F-3F87-1AD7E9380B69}"/>
          </ac:picMkLst>
        </pc:picChg>
      </pc:sldChg>
      <pc:sldChg chg="addSp delSp modSp add mod">
        <pc:chgData name="Nunes, Marta Rafaela" userId="64e258cc-da3c-4cb9-a36b-1ce753c6c460" providerId="ADAL" clId="{06DC152B-A079-46BC-83AB-2B49C1DAC4B7}" dt="2026-01-20T13:22:10.508" v="34260" actId="20577"/>
        <pc:sldMkLst>
          <pc:docMk/>
          <pc:sldMk cId="274517492" sldId="2147480693"/>
        </pc:sldMkLst>
        <pc:spChg chg="mod">
          <ac:chgData name="Nunes, Marta Rafaela" userId="64e258cc-da3c-4cb9-a36b-1ce753c6c460" providerId="ADAL" clId="{06DC152B-A079-46BC-83AB-2B49C1DAC4B7}" dt="2026-01-20T10:39:40.256" v="29386" actId="552"/>
          <ac:spMkLst>
            <pc:docMk/>
            <pc:sldMk cId="274517492" sldId="2147480693"/>
            <ac:spMk id="2" creationId="{C264A093-4A4C-CADD-2A02-561486401CCF}"/>
          </ac:spMkLst>
        </pc:spChg>
        <pc:spChg chg="mod">
          <ac:chgData name="Nunes, Marta Rafaela" userId="64e258cc-da3c-4cb9-a36b-1ce753c6c460" providerId="ADAL" clId="{06DC152B-A079-46BC-83AB-2B49C1DAC4B7}" dt="2026-01-20T10:52:59.781" v="29734" actId="14100"/>
          <ac:spMkLst>
            <pc:docMk/>
            <pc:sldMk cId="274517492" sldId="2147480693"/>
            <ac:spMk id="4" creationId="{F2F76C41-C91B-AABC-32B2-416FC0FF6A7D}"/>
          </ac:spMkLst>
        </pc:spChg>
        <pc:spChg chg="add mod ord">
          <ac:chgData name="Nunes, Marta Rafaela" userId="64e258cc-da3c-4cb9-a36b-1ce753c6c460" providerId="ADAL" clId="{06DC152B-A079-46BC-83AB-2B49C1DAC4B7}" dt="2026-01-20T10:54:14.639" v="29749" actId="14100"/>
          <ac:spMkLst>
            <pc:docMk/>
            <pc:sldMk cId="274517492" sldId="2147480693"/>
            <ac:spMk id="5" creationId="{6864DA2F-3365-BE96-953C-66F6C90FB64B}"/>
          </ac:spMkLst>
        </pc:spChg>
        <pc:spChg chg="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6" creationId="{6F5ECB6B-6338-BF1D-A82A-8705AD4ACBC3}"/>
          </ac:spMkLst>
        </pc:spChg>
        <pc:spChg chg="add del mod">
          <ac:chgData name="Nunes, Marta Rafaela" userId="64e258cc-da3c-4cb9-a36b-1ce753c6c460" providerId="ADAL" clId="{06DC152B-A079-46BC-83AB-2B49C1DAC4B7}" dt="2026-01-19T21:52:18.918" v="25781" actId="478"/>
          <ac:spMkLst>
            <pc:docMk/>
            <pc:sldMk cId="274517492" sldId="2147480693"/>
            <ac:spMk id="7" creationId="{1FBA3AB8-BA36-986E-29B3-5DBD4A8AEADC}"/>
          </ac:spMkLst>
        </pc:spChg>
        <pc:spChg chg="add mod">
          <ac:chgData name="Nunes, Marta Rafaela" userId="64e258cc-da3c-4cb9-a36b-1ce753c6c460" providerId="ADAL" clId="{06DC152B-A079-46BC-83AB-2B49C1DAC4B7}" dt="2026-01-20T10:39:34.305" v="29385"/>
          <ac:spMkLst>
            <pc:docMk/>
            <pc:sldMk cId="274517492" sldId="2147480693"/>
            <ac:spMk id="7" creationId="{64C4576E-311E-296E-ED0B-D895AFE56A2E}"/>
          </ac:spMkLst>
        </pc:spChg>
        <pc:spChg chg="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1" creationId="{ED549A6D-8588-AE98-92A4-B9C3DF2B9B3B}"/>
          </ac:spMkLst>
        </pc:spChg>
        <pc:spChg chg="add mod">
          <ac:chgData name="Nunes, Marta Rafaela" userId="64e258cc-da3c-4cb9-a36b-1ce753c6c460" providerId="ADAL" clId="{06DC152B-A079-46BC-83AB-2B49C1DAC4B7}" dt="2026-01-20T10:46:31.964" v="29571"/>
          <ac:spMkLst>
            <pc:docMk/>
            <pc:sldMk cId="274517492" sldId="2147480693"/>
            <ac:spMk id="15" creationId="{9C01D664-6DD9-F951-8B91-0E47FF06A865}"/>
          </ac:spMkLst>
        </pc:spChg>
        <pc:spChg chg="add mod">
          <ac:chgData name="Nunes, Marta Rafaela" userId="64e258cc-da3c-4cb9-a36b-1ce753c6c460" providerId="ADAL" clId="{06DC152B-A079-46BC-83AB-2B49C1DAC4B7}" dt="2026-01-20T10:46:36.111" v="29572"/>
          <ac:spMkLst>
            <pc:docMk/>
            <pc:sldMk cId="274517492" sldId="2147480693"/>
            <ac:spMk id="16" creationId="{5834E218-9A91-AF40-58E3-F16C0D3DEBBD}"/>
          </ac:spMkLst>
        </pc:spChg>
        <pc:spChg chg="add mod">
          <ac:chgData name="Nunes, Marta Rafaela" userId="64e258cc-da3c-4cb9-a36b-1ce753c6c460" providerId="ADAL" clId="{06DC152B-A079-46BC-83AB-2B49C1DAC4B7}" dt="2026-01-20T10:46:42.818" v="29575" actId="1076"/>
          <ac:spMkLst>
            <pc:docMk/>
            <pc:sldMk cId="274517492" sldId="2147480693"/>
            <ac:spMk id="17" creationId="{FEA7CCBF-A31A-3703-F23D-B90659DF507A}"/>
          </ac:spMkLst>
        </pc:spChg>
        <pc:spChg chg="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19" creationId="{DD7D62E8-758F-C992-B43E-63635A21483A}"/>
          </ac:spMkLst>
        </pc:spChg>
        <pc:spChg chg="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21" creationId="{A1AA004D-A2D9-6509-200B-3ECFE2F03B6A}"/>
          </ac:spMkLst>
        </pc:spChg>
        <pc:spChg chg="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23" creationId="{81451381-E7D5-0EA0-9318-02B04C05AE4B}"/>
          </ac:spMkLst>
        </pc:spChg>
        <pc:spChg chg="del">
          <ac:chgData name="Nunes, Marta Rafaela" userId="64e258cc-da3c-4cb9-a36b-1ce753c6c460" providerId="ADAL" clId="{06DC152B-A079-46BC-83AB-2B49C1DAC4B7}" dt="2026-01-19T21:51:27.333" v="25772" actId="478"/>
          <ac:spMkLst>
            <pc:docMk/>
            <pc:sldMk cId="274517492" sldId="2147480693"/>
            <ac:spMk id="25" creationId="{09526B20-2A05-141B-5F51-71E7ECA8120F}"/>
          </ac:spMkLst>
        </pc:spChg>
        <pc:spChg chg="mod">
          <ac:chgData name="Nunes, Marta Rafaela" userId="64e258cc-da3c-4cb9-a36b-1ce753c6c460" providerId="ADAL" clId="{06DC152B-A079-46BC-83AB-2B49C1DAC4B7}" dt="2026-01-20T10:48:17.259" v="29592" actId="165"/>
          <ac:spMkLst>
            <pc:docMk/>
            <pc:sldMk cId="274517492" sldId="2147480693"/>
            <ac:spMk id="35" creationId="{465033FF-8F70-1948-5CC0-5623022A4065}"/>
          </ac:spMkLst>
        </pc:spChg>
        <pc:spChg chg="mod">
          <ac:chgData name="Nunes, Marta Rafaela" userId="64e258cc-da3c-4cb9-a36b-1ce753c6c460" providerId="ADAL" clId="{06DC152B-A079-46BC-83AB-2B49C1DAC4B7}" dt="2026-01-20T10:39:50.625" v="29387" actId="552"/>
          <ac:spMkLst>
            <pc:docMk/>
            <pc:sldMk cId="274517492" sldId="2147480693"/>
            <ac:spMk id="43" creationId="{27C19C9D-1AB2-9D61-FF4C-1C80F324E6F5}"/>
          </ac:spMkLst>
        </pc:spChg>
        <pc:spChg chg="mod">
          <ac:chgData name="Nunes, Marta Rafaela" userId="64e258cc-da3c-4cb9-a36b-1ce753c6c460" providerId="ADAL" clId="{06DC152B-A079-46BC-83AB-2B49C1DAC4B7}" dt="2026-01-20T10:48:17.259" v="29592" actId="165"/>
          <ac:spMkLst>
            <pc:docMk/>
            <pc:sldMk cId="274517492" sldId="2147480693"/>
            <ac:spMk id="44" creationId="{C037ABC9-0FC5-ABE6-3277-AF3FE0560EA3}"/>
          </ac:spMkLst>
        </pc:spChg>
        <pc:spChg chg="mod topLvl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45" creationId="{48D9B72B-25D2-06D0-6019-65FC5F217327}"/>
          </ac:spMkLst>
        </pc:spChg>
        <pc:spChg chg="del mod topLvl">
          <ac:chgData name="Nunes, Marta Rafaela" userId="64e258cc-da3c-4cb9-a36b-1ce753c6c460" providerId="ADAL" clId="{06DC152B-A079-46BC-83AB-2B49C1DAC4B7}" dt="2026-01-20T10:48:58.506" v="29606" actId="478"/>
          <ac:spMkLst>
            <pc:docMk/>
            <pc:sldMk cId="274517492" sldId="2147480693"/>
            <ac:spMk id="46" creationId="{C861415E-2568-DC41-5430-468B561C62BC}"/>
          </ac:spMkLst>
        </pc:spChg>
        <pc:spChg chg="del mod topLvl">
          <ac:chgData name="Nunes, Marta Rafaela" userId="64e258cc-da3c-4cb9-a36b-1ce753c6c460" providerId="ADAL" clId="{06DC152B-A079-46BC-83AB-2B49C1DAC4B7}" dt="2026-01-20T10:46:28.118" v="29570" actId="478"/>
          <ac:spMkLst>
            <pc:docMk/>
            <pc:sldMk cId="274517492" sldId="2147480693"/>
            <ac:spMk id="49" creationId="{AC854AD3-8917-8008-8794-C656BACB5D36}"/>
          </ac:spMkLst>
        </pc:spChg>
        <pc:spChg chg="mod">
          <ac:chgData name="Nunes, Marta Rafaela" userId="64e258cc-da3c-4cb9-a36b-1ce753c6c460" providerId="ADAL" clId="{06DC152B-A079-46BC-83AB-2B49C1DAC4B7}" dt="2026-01-20T10:46:27.012" v="29569" actId="165"/>
          <ac:spMkLst>
            <pc:docMk/>
            <pc:sldMk cId="274517492" sldId="2147480693"/>
            <ac:spMk id="51" creationId="{7C98CC5F-C349-78EC-5806-911ED60AE0D5}"/>
          </ac:spMkLst>
        </pc:spChg>
        <pc:spChg chg="mod topLvl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53" creationId="{7C0003E4-5A39-4168-5295-70B109BE459F}"/>
          </ac:spMkLst>
        </pc:spChg>
        <pc:spChg chg="del mod topLvl">
          <ac:chgData name="Nunes, Marta Rafaela" userId="64e258cc-da3c-4cb9-a36b-1ce753c6c460" providerId="ADAL" clId="{06DC152B-A079-46BC-83AB-2B49C1DAC4B7}" dt="2026-01-20T10:47:05.183" v="29578" actId="478"/>
          <ac:spMkLst>
            <pc:docMk/>
            <pc:sldMk cId="274517492" sldId="2147480693"/>
            <ac:spMk id="54" creationId="{A0137E9B-7AF1-F3B9-97D9-70B4F61A2A60}"/>
          </ac:spMkLst>
        </pc:spChg>
        <pc:spChg chg="mod">
          <ac:chgData name="Nunes, Marta Rafaela" userId="64e258cc-da3c-4cb9-a36b-1ce753c6c460" providerId="ADAL" clId="{06DC152B-A079-46BC-83AB-2B49C1DAC4B7}" dt="2026-01-20T10:47:37.003" v="29586"/>
          <ac:spMkLst>
            <pc:docMk/>
            <pc:sldMk cId="274517492" sldId="2147480693"/>
            <ac:spMk id="55" creationId="{370FD054-E6D4-BE2E-23CE-C1531690626E}"/>
          </ac:spMkLst>
        </pc:spChg>
        <pc:spChg chg="mod">
          <ac:chgData name="Nunes, Marta Rafaela" userId="64e258cc-da3c-4cb9-a36b-1ce753c6c460" providerId="ADAL" clId="{06DC152B-A079-46BC-83AB-2B49C1DAC4B7}" dt="2026-01-20T10:47:37.003" v="29586"/>
          <ac:spMkLst>
            <pc:docMk/>
            <pc:sldMk cId="274517492" sldId="2147480693"/>
            <ac:spMk id="57" creationId="{BD124241-19E3-D899-EBB1-2FA8BD5A0986}"/>
          </ac:spMkLst>
        </pc:spChg>
        <pc:spChg chg="mod">
          <ac:chgData name="Nunes, Marta Rafaela" userId="64e258cc-da3c-4cb9-a36b-1ce753c6c460" providerId="ADAL" clId="{06DC152B-A079-46BC-83AB-2B49C1DAC4B7}" dt="2026-01-20T10:47:37.003" v="29586"/>
          <ac:spMkLst>
            <pc:docMk/>
            <pc:sldMk cId="274517492" sldId="2147480693"/>
            <ac:spMk id="59" creationId="{555797BC-6E74-A074-4B33-FCD8ADD92F27}"/>
          </ac:spMkLst>
        </pc:spChg>
        <pc:spChg chg="add mod">
          <ac:chgData name="Nunes, Marta Rafaela" userId="64e258cc-da3c-4cb9-a36b-1ce753c6c460" providerId="ADAL" clId="{06DC152B-A079-46BC-83AB-2B49C1DAC4B7}" dt="2026-01-20T10:47:50.252" v="29588"/>
          <ac:spMkLst>
            <pc:docMk/>
            <pc:sldMk cId="274517492" sldId="2147480693"/>
            <ac:spMk id="61" creationId="{59D608AD-91A5-9B11-484B-74F05EACA1B9}"/>
          </ac:spMkLst>
        </pc:spChg>
        <pc:spChg chg="add mod">
          <ac:chgData name="Nunes, Marta Rafaela" userId="64e258cc-da3c-4cb9-a36b-1ce753c6c460" providerId="ADAL" clId="{06DC152B-A079-46BC-83AB-2B49C1DAC4B7}" dt="2026-01-20T10:47:53.294" v="29589"/>
          <ac:spMkLst>
            <pc:docMk/>
            <pc:sldMk cId="274517492" sldId="2147480693"/>
            <ac:spMk id="62" creationId="{D5302532-180F-7218-1C09-380A0F720FFF}"/>
          </ac:spMkLst>
        </pc:spChg>
        <pc:spChg chg="add 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128" creationId="{C2926E12-F8C2-50AD-85D6-A5202BAEBA92}"/>
          </ac:spMkLst>
        </pc:spChg>
        <pc:spChg chg="add 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129" creationId="{5867F3B7-A0DC-ED0B-8643-A41D6F208C4A}"/>
          </ac:spMkLst>
        </pc:spChg>
        <pc:spChg chg="add 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130" creationId="{004210C5-04FB-519C-68D9-95CF09787FF6}"/>
          </ac:spMkLst>
        </pc:spChg>
        <pc:spChg chg="add 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34" creationId="{A22A1640-3317-C70B-E978-15A5240FEE84}"/>
          </ac:spMkLst>
        </pc:spChg>
        <pc:spChg chg="add 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35" creationId="{96BF89EB-5C3E-D6FB-E97E-FFFF27084C7D}"/>
          </ac:spMkLst>
        </pc:spChg>
        <pc:spChg chg="add 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36" creationId="{E13319A8-895A-C235-1B8F-2B7ABA6DB26F}"/>
          </ac:spMkLst>
        </pc:spChg>
        <pc:spChg chg="add mod">
          <ac:chgData name="Nunes, Marta Rafaela" userId="64e258cc-da3c-4cb9-a36b-1ce753c6c460" providerId="ADAL" clId="{06DC152B-A079-46BC-83AB-2B49C1DAC4B7}" dt="2026-01-20T10:51:09.830" v="29656"/>
          <ac:spMkLst>
            <pc:docMk/>
            <pc:sldMk cId="274517492" sldId="2147480693"/>
            <ac:spMk id="141" creationId="{47AEF95F-883B-7B36-E92B-53254A904160}"/>
          </ac:spMkLst>
        </pc:spChg>
        <pc:spChg chg="add mod">
          <ac:chgData name="Nunes, Marta Rafaela" userId="64e258cc-da3c-4cb9-a36b-1ce753c6c460" providerId="ADAL" clId="{06DC152B-A079-46BC-83AB-2B49C1DAC4B7}" dt="2026-01-20T10:51:09.830" v="29656"/>
          <ac:spMkLst>
            <pc:docMk/>
            <pc:sldMk cId="274517492" sldId="2147480693"/>
            <ac:spMk id="142" creationId="{4F482FF0-F82A-E519-18DF-2C016CF3FFA9}"/>
          </ac:spMkLst>
        </pc:spChg>
        <pc:spChg chg="add mod">
          <ac:chgData name="Nunes, Marta Rafaela" userId="64e258cc-da3c-4cb9-a36b-1ce753c6c460" providerId="ADAL" clId="{06DC152B-A079-46BC-83AB-2B49C1DAC4B7}" dt="2026-01-20T10:51:28.620" v="29657"/>
          <ac:spMkLst>
            <pc:docMk/>
            <pc:sldMk cId="274517492" sldId="2147480693"/>
            <ac:spMk id="144" creationId="{A542E290-F0EC-6BF3-581D-A4277CF4DA64}"/>
          </ac:spMkLst>
        </pc:spChg>
        <pc:spChg chg="add mod">
          <ac:chgData name="Nunes, Marta Rafaela" userId="64e258cc-da3c-4cb9-a36b-1ce753c6c460" providerId="ADAL" clId="{06DC152B-A079-46BC-83AB-2B49C1DAC4B7}" dt="2026-01-20T10:51:28.620" v="29657"/>
          <ac:spMkLst>
            <pc:docMk/>
            <pc:sldMk cId="274517492" sldId="2147480693"/>
            <ac:spMk id="145" creationId="{8D115DDA-8055-0AA6-5F2A-BC5DA113EA79}"/>
          </ac:spMkLst>
        </pc:spChg>
        <pc:spChg chg="add 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47" creationId="{D68CC37D-6A25-7BB0-2959-7F163CF83F56}"/>
          </ac:spMkLst>
        </pc:spChg>
        <pc:spChg chg="add 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48" creationId="{66512152-D67C-9670-B3F9-4D0999010A0B}"/>
          </ac:spMkLst>
        </pc:spChg>
        <pc:spChg chg="add 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49" creationId="{4F76BAB3-F453-69F3-5021-322153735850}"/>
          </ac:spMkLst>
        </pc:spChg>
        <pc:spChg chg="mod">
          <ac:chgData name="Nunes, Marta Rafaela" userId="64e258cc-da3c-4cb9-a36b-1ce753c6c460" providerId="ADAL" clId="{06DC152B-A079-46BC-83AB-2B49C1DAC4B7}" dt="2026-01-20T10:50:29.992" v="29638" actId="165"/>
          <ac:spMkLst>
            <pc:docMk/>
            <pc:sldMk cId="274517492" sldId="2147480693"/>
            <ac:spMk id="169" creationId="{E55A6AFF-70CB-EB27-62DD-5D9F5570F460}"/>
          </ac:spMkLst>
        </pc:spChg>
        <pc:spChg chg="mod">
          <ac:chgData name="Nunes, Marta Rafaela" userId="64e258cc-da3c-4cb9-a36b-1ce753c6c460" providerId="ADAL" clId="{06DC152B-A079-46BC-83AB-2B49C1DAC4B7}" dt="2026-01-20T10:50:29.992" v="29638" actId="165"/>
          <ac:spMkLst>
            <pc:docMk/>
            <pc:sldMk cId="274517492" sldId="2147480693"/>
            <ac:spMk id="170" creationId="{E4335607-A21F-C7F1-CC98-0FB91C910246}"/>
          </ac:spMkLst>
        </pc:spChg>
        <pc:spChg chg="mod">
          <ac:chgData name="Nunes, Marta Rafaela" userId="64e258cc-da3c-4cb9-a36b-1ce753c6c460" providerId="ADAL" clId="{06DC152B-A079-46BC-83AB-2B49C1DAC4B7}" dt="2026-01-20T10:50:29.992" v="29638" actId="165"/>
          <ac:spMkLst>
            <pc:docMk/>
            <pc:sldMk cId="274517492" sldId="2147480693"/>
            <ac:spMk id="173" creationId="{A794B6D0-9AD0-9C86-A716-644EA702F126}"/>
          </ac:spMkLst>
        </pc:spChg>
        <pc:spChg chg="mod">
          <ac:chgData name="Nunes, Marta Rafaela" userId="64e258cc-da3c-4cb9-a36b-1ce753c6c460" providerId="ADAL" clId="{06DC152B-A079-46BC-83AB-2B49C1DAC4B7}" dt="2026-01-20T10:50:29.992" v="29638" actId="165"/>
          <ac:spMkLst>
            <pc:docMk/>
            <pc:sldMk cId="274517492" sldId="2147480693"/>
            <ac:spMk id="174" creationId="{DE391195-B92F-76D1-F411-69CC70AD14F1}"/>
          </ac:spMkLst>
        </pc:spChg>
        <pc:spChg chg="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75" creationId="{1D480DDF-5F99-FBCE-78D1-0EC7BC5948B5}"/>
          </ac:spMkLst>
        </pc:spChg>
        <pc:spChg chg="mod">
          <ac:chgData name="Nunes, Marta Rafaela" userId="64e258cc-da3c-4cb9-a36b-1ce753c6c460" providerId="ADAL" clId="{06DC152B-A079-46BC-83AB-2B49C1DAC4B7}" dt="2026-01-20T13:22:10.508" v="34260" actId="20577"/>
          <ac:spMkLst>
            <pc:docMk/>
            <pc:sldMk cId="274517492" sldId="2147480693"/>
            <ac:spMk id="176" creationId="{E84C4356-04DF-585C-F9B9-3379265945FC}"/>
          </ac:spMkLst>
        </pc:spChg>
        <pc:spChg chg="del mod">
          <ac:chgData name="Nunes, Marta Rafaela" userId="64e258cc-da3c-4cb9-a36b-1ce753c6c460" providerId="ADAL" clId="{06DC152B-A079-46BC-83AB-2B49C1DAC4B7}" dt="2026-01-20T10:50:35.799" v="29641" actId="478"/>
          <ac:spMkLst>
            <pc:docMk/>
            <pc:sldMk cId="274517492" sldId="2147480693"/>
            <ac:spMk id="177" creationId="{428B985F-160B-B6B2-0CA4-B67AB87492A0}"/>
          </ac:spMkLst>
        </pc:spChg>
        <pc:spChg chg="del mod">
          <ac:chgData name="Nunes, Marta Rafaela" userId="64e258cc-da3c-4cb9-a36b-1ce753c6c460" providerId="ADAL" clId="{06DC152B-A079-46BC-83AB-2B49C1DAC4B7}" dt="2026-01-20T10:50:34.209" v="29640" actId="478"/>
          <ac:spMkLst>
            <pc:docMk/>
            <pc:sldMk cId="274517492" sldId="2147480693"/>
            <ac:spMk id="178" creationId="{9F1F6906-A653-315D-95ED-338E17CB1FCE}"/>
          </ac:spMkLst>
        </pc:spChg>
        <pc:spChg chg="mod">
          <ac:chgData name="Nunes, Marta Rafaela" userId="64e258cc-da3c-4cb9-a36b-1ce753c6c460" providerId="ADAL" clId="{06DC152B-A079-46BC-83AB-2B49C1DAC4B7}" dt="2026-01-20T10:45:34.085" v="29549" actId="165"/>
          <ac:spMkLst>
            <pc:docMk/>
            <pc:sldMk cId="274517492" sldId="2147480693"/>
            <ac:spMk id="185" creationId="{2CFDDAF9-4127-9F27-EDB3-712BE77DB83C}"/>
          </ac:spMkLst>
        </pc:spChg>
        <pc:spChg chg="mod">
          <ac:chgData name="Nunes, Marta Rafaela" userId="64e258cc-da3c-4cb9-a36b-1ce753c6c460" providerId="ADAL" clId="{06DC152B-A079-46BC-83AB-2B49C1DAC4B7}" dt="2026-01-20T10:45:34.085" v="29549" actId="165"/>
          <ac:spMkLst>
            <pc:docMk/>
            <pc:sldMk cId="274517492" sldId="2147480693"/>
            <ac:spMk id="187" creationId="{4D07744F-DC8C-ACB3-EB76-4388F6ADE882}"/>
          </ac:spMkLst>
        </pc:spChg>
        <pc:spChg chg="mod topLvl">
          <ac:chgData name="Nunes, Marta Rafaela" userId="64e258cc-da3c-4cb9-a36b-1ce753c6c460" providerId="ADAL" clId="{06DC152B-A079-46BC-83AB-2B49C1DAC4B7}" dt="2026-01-20T10:45:31.941" v="29548" actId="165"/>
          <ac:spMkLst>
            <pc:docMk/>
            <pc:sldMk cId="274517492" sldId="2147480693"/>
            <ac:spMk id="190" creationId="{9EBF72E2-CF95-B017-915A-BE9F46661DB3}"/>
          </ac:spMkLst>
        </pc:spChg>
        <pc:spChg chg="mod">
          <ac:chgData name="Nunes, Marta Rafaela" userId="64e258cc-da3c-4cb9-a36b-1ce753c6c460" providerId="ADAL" clId="{06DC152B-A079-46BC-83AB-2B49C1DAC4B7}" dt="2026-01-20T10:45:31.941" v="29548" actId="165"/>
          <ac:spMkLst>
            <pc:docMk/>
            <pc:sldMk cId="274517492" sldId="2147480693"/>
            <ac:spMk id="191" creationId="{674D27F4-AB98-02C6-76BF-C6AF87273C9A}"/>
          </ac:spMkLst>
        </pc:spChg>
        <pc:spChg chg="mod">
          <ac:chgData name="Nunes, Marta Rafaela" userId="64e258cc-da3c-4cb9-a36b-1ce753c6c460" providerId="ADAL" clId="{06DC152B-A079-46BC-83AB-2B49C1DAC4B7}" dt="2026-01-20T10:45:34.085" v="29549" actId="165"/>
          <ac:spMkLst>
            <pc:docMk/>
            <pc:sldMk cId="274517492" sldId="2147480693"/>
            <ac:spMk id="192" creationId="{F06B7AA5-7A40-C5E8-DE45-68E369C004F8}"/>
          </ac:spMkLst>
        </pc:spChg>
        <pc:spChg chg="mod topLvl">
          <ac:chgData name="Nunes, Marta Rafaela" userId="64e258cc-da3c-4cb9-a36b-1ce753c6c460" providerId="ADAL" clId="{06DC152B-A079-46BC-83AB-2B49C1DAC4B7}" dt="2026-01-20T10:44:45.134" v="29544" actId="1035"/>
          <ac:spMkLst>
            <pc:docMk/>
            <pc:sldMk cId="274517492" sldId="2147480693"/>
            <ac:spMk id="193" creationId="{81CCCA09-89A1-5712-93A6-09413F245159}"/>
          </ac:spMkLst>
        </pc:spChg>
        <pc:spChg chg="mod">
          <ac:chgData name="Nunes, Marta Rafaela" userId="64e258cc-da3c-4cb9-a36b-1ce753c6c460" providerId="ADAL" clId="{06DC152B-A079-46BC-83AB-2B49C1DAC4B7}" dt="2026-01-20T10:45:34.085" v="29549" actId="165"/>
          <ac:spMkLst>
            <pc:docMk/>
            <pc:sldMk cId="274517492" sldId="2147480693"/>
            <ac:spMk id="194" creationId="{CC2536E2-EEB4-EFC7-DA6A-0A358AC0192C}"/>
          </ac:spMkLst>
        </pc:spChg>
        <pc:spChg chg="mod topLvl">
          <ac:chgData name="Nunes, Marta Rafaela" userId="64e258cc-da3c-4cb9-a36b-1ce753c6c460" providerId="ADAL" clId="{06DC152B-A079-46BC-83AB-2B49C1DAC4B7}" dt="2026-01-20T10:45:50.672" v="29561" actId="164"/>
          <ac:spMkLst>
            <pc:docMk/>
            <pc:sldMk cId="274517492" sldId="2147480693"/>
            <ac:spMk id="195" creationId="{F30721A8-2565-004B-898E-E87A9F22C27B}"/>
          </ac:spMkLst>
        </pc:spChg>
        <pc:spChg chg="del">
          <ac:chgData name="Nunes, Marta Rafaela" userId="64e258cc-da3c-4cb9-a36b-1ce753c6c460" providerId="ADAL" clId="{06DC152B-A079-46BC-83AB-2B49C1DAC4B7}" dt="2026-01-19T21:52:35.754" v="25784" actId="478"/>
          <ac:spMkLst>
            <pc:docMk/>
            <pc:sldMk cId="274517492" sldId="2147480693"/>
            <ac:spMk id="211" creationId="{081654D6-F46E-708E-115C-C294F11DA3E6}"/>
          </ac:spMkLst>
        </pc:spChg>
        <pc:grpChg chg="add mod topLvl">
          <ac:chgData name="Nunes, Marta Rafaela" userId="64e258cc-da3c-4cb9-a36b-1ce753c6c460" providerId="ADAL" clId="{06DC152B-A079-46BC-83AB-2B49C1DAC4B7}" dt="2026-01-20T10:45:53.779" v="29562" actId="164"/>
          <ac:grpSpMkLst>
            <pc:docMk/>
            <pc:sldMk cId="274517492" sldId="2147480693"/>
            <ac:grpSpMk id="8" creationId="{512CA554-6449-2726-6D97-D570824B6244}"/>
          </ac:grpSpMkLst>
        </pc:grpChg>
        <pc:grpChg chg="add del mod">
          <ac:chgData name="Nunes, Marta Rafaela" userId="64e258cc-da3c-4cb9-a36b-1ce753c6c460" providerId="ADAL" clId="{06DC152B-A079-46BC-83AB-2B49C1DAC4B7}" dt="2026-01-20T10:45:34.085" v="29549" actId="165"/>
          <ac:grpSpMkLst>
            <pc:docMk/>
            <pc:sldMk cId="274517492" sldId="2147480693"/>
            <ac:grpSpMk id="9" creationId="{C5F90C0F-2F4B-2A77-54FB-0D292AE9066F}"/>
          </ac:grpSpMkLst>
        </pc:grpChg>
        <pc:grpChg chg="add mod topLvl">
          <ac:chgData name="Nunes, Marta Rafaela" userId="64e258cc-da3c-4cb9-a36b-1ce753c6c460" providerId="ADAL" clId="{06DC152B-A079-46BC-83AB-2B49C1DAC4B7}" dt="2026-01-20T10:45:50.672" v="29561" actId="164"/>
          <ac:grpSpMkLst>
            <pc:docMk/>
            <pc:sldMk cId="274517492" sldId="2147480693"/>
            <ac:grpSpMk id="10" creationId="{915D32C7-7CD4-870D-C838-5F486A249A02}"/>
          </ac:grpSpMkLst>
        </pc:grpChg>
        <pc:grpChg chg="add del mod">
          <ac:chgData name="Nunes, Marta Rafaela" userId="64e258cc-da3c-4cb9-a36b-1ce753c6c460" providerId="ADAL" clId="{06DC152B-A079-46BC-83AB-2B49C1DAC4B7}" dt="2026-01-20T10:45:31.941" v="29548" actId="165"/>
          <ac:grpSpMkLst>
            <pc:docMk/>
            <pc:sldMk cId="274517492" sldId="2147480693"/>
            <ac:grpSpMk id="12" creationId="{BA784246-BF6D-AD4C-FD2A-6B7FB5D55135}"/>
          </ac:grpSpMkLst>
        </pc:grpChg>
        <pc:grpChg chg="add mod">
          <ac:chgData name="Nunes, Marta Rafaela" userId="64e258cc-da3c-4cb9-a36b-1ce753c6c460" providerId="ADAL" clId="{06DC152B-A079-46BC-83AB-2B49C1DAC4B7}" dt="2026-01-20T10:47:15.891" v="29580" actId="553"/>
          <ac:grpSpMkLst>
            <pc:docMk/>
            <pc:sldMk cId="274517492" sldId="2147480693"/>
            <ac:grpSpMk id="13" creationId="{61F298B3-A3EE-EF77-3E89-3742315BC8E6}"/>
          </ac:grpSpMkLst>
        </pc:grpChg>
        <pc:grpChg chg="add mod">
          <ac:chgData name="Nunes, Marta Rafaela" userId="64e258cc-da3c-4cb9-a36b-1ce753c6c460" providerId="ADAL" clId="{06DC152B-A079-46BC-83AB-2B49C1DAC4B7}" dt="2026-01-20T10:49:31.452" v="29622" actId="552"/>
          <ac:grpSpMkLst>
            <pc:docMk/>
            <pc:sldMk cId="274517492" sldId="2147480693"/>
            <ac:grpSpMk id="14" creationId="{C845D7C1-FE81-05A9-F237-C03593F3C034}"/>
          </ac:grpSpMkLst>
        </pc:grpChg>
        <pc:grpChg chg="add mod">
          <ac:chgData name="Nunes, Marta Rafaela" userId="64e258cc-da3c-4cb9-a36b-1ce753c6c460" providerId="ADAL" clId="{06DC152B-A079-46BC-83AB-2B49C1DAC4B7}" dt="2026-01-20T10:53:54.123" v="29739" actId="164"/>
          <ac:grpSpMkLst>
            <pc:docMk/>
            <pc:sldMk cId="274517492" sldId="2147480693"/>
            <ac:grpSpMk id="18" creationId="{1F3B75AD-82C0-7125-7A58-7EA43C2F556E}"/>
          </ac:grpSpMkLst>
        </pc:grpChg>
        <pc:grpChg chg="mod">
          <ac:chgData name="Nunes, Marta Rafaela" userId="64e258cc-da3c-4cb9-a36b-1ce753c6c460" providerId="ADAL" clId="{06DC152B-A079-46BC-83AB-2B49C1DAC4B7}" dt="2026-01-20T10:46:59.449" v="29576"/>
          <ac:grpSpMkLst>
            <pc:docMk/>
            <pc:sldMk cId="274517492" sldId="2147480693"/>
            <ac:grpSpMk id="20" creationId="{15CB58A7-8D26-9369-24D2-14BA914677CE}"/>
          </ac:grpSpMkLst>
        </pc:grpChg>
        <pc:grpChg chg="mod">
          <ac:chgData name="Nunes, Marta Rafaela" userId="64e258cc-da3c-4cb9-a36b-1ce753c6c460" providerId="ADAL" clId="{06DC152B-A079-46BC-83AB-2B49C1DAC4B7}" dt="2026-01-20T10:46:59.449" v="29576"/>
          <ac:grpSpMkLst>
            <pc:docMk/>
            <pc:sldMk cId="274517492" sldId="2147480693"/>
            <ac:grpSpMk id="22" creationId="{98F678CA-3CCF-CDC2-939B-3695A3846BB8}"/>
          </ac:grpSpMkLst>
        </pc:grpChg>
        <pc:grpChg chg="add del mod">
          <ac:chgData name="Nunes, Marta Rafaela" userId="64e258cc-da3c-4cb9-a36b-1ce753c6c460" providerId="ADAL" clId="{06DC152B-A079-46BC-83AB-2B49C1DAC4B7}" dt="2026-01-20T10:47:45.701" v="29587" actId="478"/>
          <ac:grpSpMkLst>
            <pc:docMk/>
            <pc:sldMk cId="274517492" sldId="2147480693"/>
            <ac:grpSpMk id="25" creationId="{5DFD06E3-7A11-F0C9-DF1C-FBFA68FDB0A2}"/>
          </ac:grpSpMkLst>
        </pc:grpChg>
        <pc:grpChg chg="del mod topLvl">
          <ac:chgData name="Nunes, Marta Rafaela" userId="64e258cc-da3c-4cb9-a36b-1ce753c6c460" providerId="ADAL" clId="{06DC152B-A079-46BC-83AB-2B49C1DAC4B7}" dt="2026-01-20T10:40:43.556" v="29392" actId="165"/>
          <ac:grpSpMkLst>
            <pc:docMk/>
            <pc:sldMk cId="274517492" sldId="2147480693"/>
            <ac:grpSpMk id="27" creationId="{8401F5AA-7F04-6886-3EF0-38302ED9D689}"/>
          </ac:grpSpMkLst>
        </pc:grpChg>
        <pc:grpChg chg="mod">
          <ac:chgData name="Nunes, Marta Rafaela" userId="64e258cc-da3c-4cb9-a36b-1ce753c6c460" providerId="ADAL" clId="{06DC152B-A079-46BC-83AB-2B49C1DAC4B7}" dt="2026-01-20T10:45:04.936" v="29547" actId="553"/>
          <ac:grpSpMkLst>
            <pc:docMk/>
            <pc:sldMk cId="274517492" sldId="2147480693"/>
            <ac:grpSpMk id="28" creationId="{F1785780-A306-AB3B-C08F-04D62B4B95DD}"/>
          </ac:grpSpMkLst>
        </pc:grpChg>
        <pc:grpChg chg="del">
          <ac:chgData name="Nunes, Marta Rafaela" userId="64e258cc-da3c-4cb9-a36b-1ce753c6c460" providerId="ADAL" clId="{06DC152B-A079-46BC-83AB-2B49C1DAC4B7}" dt="2026-01-20T10:46:14.441" v="29565" actId="165"/>
          <ac:grpSpMkLst>
            <pc:docMk/>
            <pc:sldMk cId="274517492" sldId="2147480693"/>
            <ac:grpSpMk id="29" creationId="{A3C02FF6-D5E6-9DFC-A6CB-CA8E1E6BA393}"/>
          </ac:grpSpMkLst>
        </pc:grpChg>
        <pc:grpChg chg="add del">
          <ac:chgData name="Nunes, Marta Rafaela" userId="64e258cc-da3c-4cb9-a36b-1ce753c6c460" providerId="ADAL" clId="{06DC152B-A079-46BC-83AB-2B49C1DAC4B7}" dt="2026-01-20T10:48:17.259" v="29592" actId="165"/>
          <ac:grpSpMkLst>
            <pc:docMk/>
            <pc:sldMk cId="274517492" sldId="2147480693"/>
            <ac:grpSpMk id="30" creationId="{F5EF4100-141C-A978-C8F1-2B52350407FD}"/>
          </ac:grpSpMkLst>
        </pc:grpChg>
        <pc:grpChg chg="add del mod topLvl">
          <ac:chgData name="Nunes, Marta Rafaela" userId="64e258cc-da3c-4cb9-a36b-1ce753c6c460" providerId="ADAL" clId="{06DC152B-A079-46BC-83AB-2B49C1DAC4B7}" dt="2026-01-20T10:48:53.701" v="29605" actId="165"/>
          <ac:grpSpMkLst>
            <pc:docMk/>
            <pc:sldMk cId="274517492" sldId="2147480693"/>
            <ac:grpSpMk id="31" creationId="{CB9BEFCD-B251-7081-4D4A-D37619D3721C}"/>
          </ac:grpSpMkLst>
        </pc:grpChg>
        <pc:grpChg chg="del mod topLvl">
          <ac:chgData name="Nunes, Marta Rafaela" userId="64e258cc-da3c-4cb9-a36b-1ce753c6c460" providerId="ADAL" clId="{06DC152B-A079-46BC-83AB-2B49C1DAC4B7}" dt="2026-01-20T10:48:58.506" v="29606" actId="478"/>
          <ac:grpSpMkLst>
            <pc:docMk/>
            <pc:sldMk cId="274517492" sldId="2147480693"/>
            <ac:grpSpMk id="32" creationId="{A67F8095-CDE6-D8FC-1DA9-5D1FC4421BE6}"/>
          </ac:grpSpMkLst>
        </pc:grpChg>
        <pc:grpChg chg="mod">
          <ac:chgData name="Nunes, Marta Rafaela" userId="64e258cc-da3c-4cb9-a36b-1ce753c6c460" providerId="ADAL" clId="{06DC152B-A079-46BC-83AB-2B49C1DAC4B7}" dt="2026-01-20T10:48:17.259" v="29592" actId="165"/>
          <ac:grpSpMkLst>
            <pc:docMk/>
            <pc:sldMk cId="274517492" sldId="2147480693"/>
            <ac:grpSpMk id="33" creationId="{035F4A9A-50C5-8F76-7179-13A20C3FB10E}"/>
          </ac:grpSpMkLst>
        </pc:grpChg>
        <pc:grpChg chg="mod topLvl">
          <ac:chgData name="Nunes, Marta Rafaela" userId="64e258cc-da3c-4cb9-a36b-1ce753c6c460" providerId="ADAL" clId="{06DC152B-A079-46BC-83AB-2B49C1DAC4B7}" dt="2026-01-20T10:45:31.941" v="29548" actId="165"/>
          <ac:grpSpMkLst>
            <pc:docMk/>
            <pc:sldMk cId="274517492" sldId="2147480693"/>
            <ac:grpSpMk id="36" creationId="{718C9428-8053-F9DF-6B3F-DB63DB0860DB}"/>
          </ac:grpSpMkLst>
        </pc:grpChg>
        <pc:grpChg chg="del mod topLvl">
          <ac:chgData name="Nunes, Marta Rafaela" userId="64e258cc-da3c-4cb9-a36b-1ce753c6c460" providerId="ADAL" clId="{06DC152B-A079-46BC-83AB-2B49C1DAC4B7}" dt="2026-01-20T10:43:16.139" v="29468" actId="165"/>
          <ac:grpSpMkLst>
            <pc:docMk/>
            <pc:sldMk cId="274517492" sldId="2147480693"/>
            <ac:grpSpMk id="37" creationId="{F36A8EBC-A88A-4A6C-78AC-CCE6EB947F43}"/>
          </ac:grpSpMkLst>
        </pc:grpChg>
        <pc:grpChg chg="del mod topLvl">
          <ac:chgData name="Nunes, Marta Rafaela" userId="64e258cc-da3c-4cb9-a36b-1ce753c6c460" providerId="ADAL" clId="{06DC152B-A079-46BC-83AB-2B49C1DAC4B7}" dt="2026-01-20T10:42:34.813" v="29463" actId="165"/>
          <ac:grpSpMkLst>
            <pc:docMk/>
            <pc:sldMk cId="274517492" sldId="2147480693"/>
            <ac:grpSpMk id="38" creationId="{D6B5748A-8BDD-2154-0CAC-3B7D5485E8CE}"/>
          </ac:grpSpMkLst>
        </pc:grpChg>
        <pc:grpChg chg="del">
          <ac:chgData name="Nunes, Marta Rafaela" userId="64e258cc-da3c-4cb9-a36b-1ce753c6c460" providerId="ADAL" clId="{06DC152B-A079-46BC-83AB-2B49C1DAC4B7}" dt="2026-01-20T10:42:20.990" v="29462" actId="165"/>
          <ac:grpSpMkLst>
            <pc:docMk/>
            <pc:sldMk cId="274517492" sldId="2147480693"/>
            <ac:grpSpMk id="39" creationId="{6D8ACD9A-81EB-33C6-91EF-32BE1D985008}"/>
          </ac:grpSpMkLst>
        </pc:grpChg>
        <pc:grpChg chg="mod topLvl">
          <ac:chgData name="Nunes, Marta Rafaela" userId="64e258cc-da3c-4cb9-a36b-1ce753c6c460" providerId="ADAL" clId="{06DC152B-A079-46BC-83AB-2B49C1DAC4B7}" dt="2026-01-20T10:45:53.779" v="29562" actId="164"/>
          <ac:grpSpMkLst>
            <pc:docMk/>
            <pc:sldMk cId="274517492" sldId="2147480693"/>
            <ac:grpSpMk id="40" creationId="{790595D9-48C9-DB59-B2BA-C938068A969A}"/>
          </ac:grpSpMkLst>
        </pc:grpChg>
        <pc:grpChg chg="del">
          <ac:chgData name="Nunes, Marta Rafaela" userId="64e258cc-da3c-4cb9-a36b-1ce753c6c460" providerId="ADAL" clId="{06DC152B-A079-46BC-83AB-2B49C1DAC4B7}" dt="2026-01-20T10:40:40.306" v="29391" actId="165"/>
          <ac:grpSpMkLst>
            <pc:docMk/>
            <pc:sldMk cId="274517492" sldId="2147480693"/>
            <ac:grpSpMk id="41" creationId="{17BF2EBE-0DAC-2B78-849E-32D71C750519}"/>
          </ac:grpSpMkLst>
        </pc:grpChg>
        <pc:grpChg chg="add del mod topLvl">
          <ac:chgData name="Nunes, Marta Rafaela" userId="64e258cc-da3c-4cb9-a36b-1ce753c6c460" providerId="ADAL" clId="{06DC152B-A079-46BC-83AB-2B49C1DAC4B7}" dt="2026-01-20T10:46:24.089" v="29568" actId="165"/>
          <ac:grpSpMkLst>
            <pc:docMk/>
            <pc:sldMk cId="274517492" sldId="2147480693"/>
            <ac:grpSpMk id="47" creationId="{18590236-D58F-0344-CA21-800230A39020}"/>
          </ac:grpSpMkLst>
        </pc:grpChg>
        <pc:grpChg chg="add del mod topLvl">
          <ac:chgData name="Nunes, Marta Rafaela" userId="64e258cc-da3c-4cb9-a36b-1ce753c6c460" providerId="ADAL" clId="{06DC152B-A079-46BC-83AB-2B49C1DAC4B7}" dt="2026-01-20T10:46:27.012" v="29569" actId="165"/>
          <ac:grpSpMkLst>
            <pc:docMk/>
            <pc:sldMk cId="274517492" sldId="2147480693"/>
            <ac:grpSpMk id="48" creationId="{1835F00F-558F-2FD2-975D-224CD82CF3D9}"/>
          </ac:grpSpMkLst>
        </pc:grpChg>
        <pc:grpChg chg="del mod topLvl">
          <ac:chgData name="Nunes, Marta Rafaela" userId="64e258cc-da3c-4cb9-a36b-1ce753c6c460" providerId="ADAL" clId="{06DC152B-A079-46BC-83AB-2B49C1DAC4B7}" dt="2026-01-20T10:46:28.118" v="29570" actId="478"/>
          <ac:grpSpMkLst>
            <pc:docMk/>
            <pc:sldMk cId="274517492" sldId="2147480693"/>
            <ac:grpSpMk id="50" creationId="{E613B410-8DAC-371D-052B-EC6EDB11B733}"/>
          </ac:grpSpMkLst>
        </pc:grpChg>
        <pc:grpChg chg="mod">
          <ac:chgData name="Nunes, Marta Rafaela" userId="64e258cc-da3c-4cb9-a36b-1ce753c6c460" providerId="ADAL" clId="{06DC152B-A079-46BC-83AB-2B49C1DAC4B7}" dt="2026-01-20T10:47:37.003" v="29586"/>
          <ac:grpSpMkLst>
            <pc:docMk/>
            <pc:sldMk cId="274517492" sldId="2147480693"/>
            <ac:grpSpMk id="56" creationId="{F6A8D7C2-6C85-B067-1046-B3AC17125965}"/>
          </ac:grpSpMkLst>
        </pc:grpChg>
        <pc:grpChg chg="mod">
          <ac:chgData name="Nunes, Marta Rafaela" userId="64e258cc-da3c-4cb9-a36b-1ce753c6c460" providerId="ADAL" clId="{06DC152B-A079-46BC-83AB-2B49C1DAC4B7}" dt="2026-01-20T10:47:37.003" v="29586"/>
          <ac:grpSpMkLst>
            <pc:docMk/>
            <pc:sldMk cId="274517492" sldId="2147480693"/>
            <ac:grpSpMk id="58" creationId="{560C7B63-4734-FDD8-8E97-1203A45BA822}"/>
          </ac:grpSpMkLst>
        </pc:grpChg>
        <pc:grpChg chg="add mod">
          <ac:chgData name="Nunes, Marta Rafaela" userId="64e258cc-da3c-4cb9-a36b-1ce753c6c460" providerId="ADAL" clId="{06DC152B-A079-46BC-83AB-2B49C1DAC4B7}" dt="2026-01-20T10:49:58.052" v="29636" actId="554"/>
          <ac:grpSpMkLst>
            <pc:docMk/>
            <pc:sldMk cId="274517492" sldId="2147480693"/>
            <ac:grpSpMk id="132" creationId="{989015BA-8E78-3EBD-B236-FDA622B00E33}"/>
          </ac:grpSpMkLst>
        </pc:grpChg>
        <pc:grpChg chg="add mod">
          <ac:chgData name="Nunes, Marta Rafaela" userId="64e258cc-da3c-4cb9-a36b-1ce753c6c460" providerId="ADAL" clId="{06DC152B-A079-46BC-83AB-2B49C1DAC4B7}" dt="2026-01-20T10:53:54.123" v="29739" actId="164"/>
          <ac:grpSpMkLst>
            <pc:docMk/>
            <pc:sldMk cId="274517492" sldId="2147480693"/>
            <ac:grpSpMk id="133" creationId="{5957E367-89E0-81A7-E9A1-FA03DACBCE6F}"/>
          </ac:grpSpMkLst>
        </pc:grpChg>
        <pc:grpChg chg="add mod">
          <ac:chgData name="Nunes, Marta Rafaela" userId="64e258cc-da3c-4cb9-a36b-1ce753c6c460" providerId="ADAL" clId="{06DC152B-A079-46BC-83AB-2B49C1DAC4B7}" dt="2026-01-20T10:52:49.391" v="29733" actId="554"/>
          <ac:grpSpMkLst>
            <pc:docMk/>
            <pc:sldMk cId="274517492" sldId="2147480693"/>
            <ac:grpSpMk id="139" creationId="{537F0034-B3F4-97F5-B372-0D834BA839C8}"/>
          </ac:grpSpMkLst>
        </pc:grpChg>
        <pc:grpChg chg="add mod">
          <ac:chgData name="Nunes, Marta Rafaela" userId="64e258cc-da3c-4cb9-a36b-1ce753c6c460" providerId="ADAL" clId="{06DC152B-A079-46BC-83AB-2B49C1DAC4B7}" dt="2026-01-20T10:54:28.365" v="29756" actId="164"/>
          <ac:grpSpMkLst>
            <pc:docMk/>
            <pc:sldMk cId="274517492" sldId="2147480693"/>
            <ac:grpSpMk id="140" creationId="{1D24D43F-C53B-04D0-49D0-6CBA4F6B3413}"/>
          </ac:grpSpMkLst>
        </pc:grpChg>
        <pc:grpChg chg="add mod">
          <ac:chgData name="Nunes, Marta Rafaela" userId="64e258cc-da3c-4cb9-a36b-1ce753c6c460" providerId="ADAL" clId="{06DC152B-A079-46BC-83AB-2B49C1DAC4B7}" dt="2026-01-20T10:54:28.365" v="29756" actId="164"/>
          <ac:grpSpMkLst>
            <pc:docMk/>
            <pc:sldMk cId="274517492" sldId="2147480693"/>
            <ac:grpSpMk id="151" creationId="{F5D76C62-4150-977C-0D45-BC68D4BE3E46}"/>
          </ac:grpSpMkLst>
        </pc:grpChg>
        <pc:grpChg chg="add mod">
          <ac:chgData name="Nunes, Marta Rafaela" userId="64e258cc-da3c-4cb9-a36b-1ce753c6c460" providerId="ADAL" clId="{06DC152B-A079-46BC-83AB-2B49C1DAC4B7}" dt="2026-01-20T10:53:54.123" v="29739" actId="164"/>
          <ac:grpSpMkLst>
            <pc:docMk/>
            <pc:sldMk cId="274517492" sldId="2147480693"/>
            <ac:grpSpMk id="152" creationId="{C7BFFD1D-BE49-C3A0-AD02-47F52F6B1CD4}"/>
          </ac:grpSpMkLst>
        </pc:grpChg>
        <pc:grpChg chg="add mod">
          <ac:chgData name="Nunes, Marta Rafaela" userId="64e258cc-da3c-4cb9-a36b-1ce753c6c460" providerId="ADAL" clId="{06DC152B-A079-46BC-83AB-2B49C1DAC4B7}" dt="2026-01-20T10:54:28.365" v="29756" actId="164"/>
          <ac:grpSpMkLst>
            <pc:docMk/>
            <pc:sldMk cId="274517492" sldId="2147480693"/>
            <ac:grpSpMk id="153" creationId="{E9DFF714-D99A-9673-5ADD-1C47C971EDF4}"/>
          </ac:grpSpMkLst>
        </pc:grpChg>
        <pc:grpChg chg="mod">
          <ac:chgData name="Nunes, Marta Rafaela" userId="64e258cc-da3c-4cb9-a36b-1ce753c6c460" providerId="ADAL" clId="{06DC152B-A079-46BC-83AB-2B49C1DAC4B7}" dt="2026-01-20T10:54:28.365" v="29756" actId="164"/>
          <ac:grpSpMkLst>
            <pc:docMk/>
            <pc:sldMk cId="274517492" sldId="2147480693"/>
            <ac:grpSpMk id="164" creationId="{DB780C18-5EBA-8887-0F3F-3BB145BC785F}"/>
          </ac:grpSpMkLst>
        </pc:grpChg>
        <pc:grpChg chg="del">
          <ac:chgData name="Nunes, Marta Rafaela" userId="64e258cc-da3c-4cb9-a36b-1ce753c6c460" providerId="ADAL" clId="{06DC152B-A079-46BC-83AB-2B49C1DAC4B7}" dt="2026-01-20T10:50:32.304" v="29639" actId="478"/>
          <ac:grpSpMkLst>
            <pc:docMk/>
            <pc:sldMk cId="274517492" sldId="2147480693"/>
            <ac:grpSpMk id="165" creationId="{37F7843D-A4DD-9FDE-D24F-C74A226777E4}"/>
          </ac:grpSpMkLst>
        </pc:grpChg>
        <pc:grpChg chg="del">
          <ac:chgData name="Nunes, Marta Rafaela" userId="64e258cc-da3c-4cb9-a36b-1ce753c6c460" providerId="ADAL" clId="{06DC152B-A079-46BC-83AB-2B49C1DAC4B7}" dt="2026-01-20T10:50:37.044" v="29642" actId="478"/>
          <ac:grpSpMkLst>
            <pc:docMk/>
            <pc:sldMk cId="274517492" sldId="2147480693"/>
            <ac:grpSpMk id="166" creationId="{C4B0D2B0-227E-4018-6F67-E1FB20DBB3BA}"/>
          </ac:grpSpMkLst>
        </pc:grpChg>
        <pc:grpChg chg="mod topLvl">
          <ac:chgData name="Nunes, Marta Rafaela" userId="64e258cc-da3c-4cb9-a36b-1ce753c6c460" providerId="ADAL" clId="{06DC152B-A079-46BC-83AB-2B49C1DAC4B7}" dt="2026-01-20T10:45:34.085" v="29549" actId="165"/>
          <ac:grpSpMkLst>
            <pc:docMk/>
            <pc:sldMk cId="274517492" sldId="2147480693"/>
            <ac:grpSpMk id="183" creationId="{7108D6DC-6BB4-C1DB-071F-8E6A893D0247}"/>
          </ac:grpSpMkLst>
        </pc:grpChg>
        <pc:picChg chg="mod">
          <ac:chgData name="Nunes, Marta Rafaela" userId="64e258cc-da3c-4cb9-a36b-1ce753c6c460" providerId="ADAL" clId="{06DC152B-A079-46BC-83AB-2B49C1DAC4B7}" dt="2026-01-20T10:54:06.406" v="29747" actId="1036"/>
          <ac:picMkLst>
            <pc:docMk/>
            <pc:sldMk cId="274517492" sldId="2147480693"/>
            <ac:picMk id="24" creationId="{DAFC3775-4532-43DD-4B09-42880404639F}"/>
          </ac:picMkLst>
        </pc:picChg>
        <pc:picChg chg="mod">
          <ac:chgData name="Nunes, Marta Rafaela" userId="64e258cc-da3c-4cb9-a36b-1ce753c6c460" providerId="ADAL" clId="{06DC152B-A079-46BC-83AB-2B49C1DAC4B7}" dt="2026-01-20T10:48:17.259" v="29592" actId="165"/>
          <ac:picMkLst>
            <pc:docMk/>
            <pc:sldMk cId="274517492" sldId="2147480693"/>
            <ac:picMk id="34" creationId="{288FDBF2-D143-CF15-A002-5B27719A0106}"/>
          </ac:picMkLst>
        </pc:picChg>
        <pc:picChg chg="mod">
          <ac:chgData name="Nunes, Marta Rafaela" userId="64e258cc-da3c-4cb9-a36b-1ce753c6c460" providerId="ADAL" clId="{06DC152B-A079-46BC-83AB-2B49C1DAC4B7}" dt="2026-01-20T10:46:27.012" v="29569" actId="165"/>
          <ac:picMkLst>
            <pc:docMk/>
            <pc:sldMk cId="274517492" sldId="2147480693"/>
            <ac:picMk id="52" creationId="{7BFBDC56-C043-446D-EE5D-B28B2BDE8D43}"/>
          </ac:picMkLst>
        </pc:picChg>
        <pc:picChg chg="mod">
          <ac:chgData name="Nunes, Marta Rafaela" userId="64e258cc-da3c-4cb9-a36b-1ce753c6c460" providerId="ADAL" clId="{06DC152B-A079-46BC-83AB-2B49C1DAC4B7}" dt="2026-01-20T10:47:37.003" v="29586"/>
          <ac:picMkLst>
            <pc:docMk/>
            <pc:sldMk cId="274517492" sldId="2147480693"/>
            <ac:picMk id="60" creationId="{B2030028-93F9-BB3F-D076-A4DA353E7A74}"/>
          </ac:picMkLst>
        </pc:picChg>
        <pc:picChg chg="add mod">
          <ac:chgData name="Nunes, Marta Rafaela" userId="64e258cc-da3c-4cb9-a36b-1ce753c6c460" providerId="ADAL" clId="{06DC152B-A079-46BC-83AB-2B49C1DAC4B7}" dt="2026-01-20T10:47:53.294" v="29589"/>
          <ac:picMkLst>
            <pc:docMk/>
            <pc:sldMk cId="274517492" sldId="2147480693"/>
            <ac:picMk id="63" creationId="{A2A21223-7FF1-7C84-81DB-153ED8875153}"/>
          </ac:picMkLst>
        </pc:picChg>
        <pc:picChg chg="add mod">
          <ac:chgData name="Nunes, Marta Rafaela" userId="64e258cc-da3c-4cb9-a36b-1ce753c6c460" providerId="ADAL" clId="{06DC152B-A079-46BC-83AB-2B49C1DAC4B7}" dt="2026-01-20T10:49:58.052" v="29636" actId="554"/>
          <ac:picMkLst>
            <pc:docMk/>
            <pc:sldMk cId="274517492" sldId="2147480693"/>
            <ac:picMk id="131" creationId="{7DEAEDEC-F3B7-F664-E305-DA7B1F7F8253}"/>
          </ac:picMkLst>
        </pc:picChg>
        <pc:picChg chg="add mod">
          <ac:chgData name="Nunes, Marta Rafaela" userId="64e258cc-da3c-4cb9-a36b-1ce753c6c460" providerId="ADAL" clId="{06DC152B-A079-46BC-83AB-2B49C1DAC4B7}" dt="2026-01-20T10:54:33.795" v="29765" actId="1035"/>
          <ac:picMkLst>
            <pc:docMk/>
            <pc:sldMk cId="274517492" sldId="2147480693"/>
            <ac:picMk id="138" creationId="{72DBE1D9-C433-3C06-5EF0-83C62A40D2B3}"/>
          </ac:picMkLst>
        </pc:picChg>
        <pc:picChg chg="add mod">
          <ac:chgData name="Nunes, Marta Rafaela" userId="64e258cc-da3c-4cb9-a36b-1ce753c6c460" providerId="ADAL" clId="{06DC152B-A079-46BC-83AB-2B49C1DAC4B7}" dt="2026-01-20T10:51:09.830" v="29656"/>
          <ac:picMkLst>
            <pc:docMk/>
            <pc:sldMk cId="274517492" sldId="2147480693"/>
            <ac:picMk id="143" creationId="{9CD75BEA-8FD2-933E-B189-5F8DA3DC08F3}"/>
          </ac:picMkLst>
        </pc:picChg>
        <pc:picChg chg="add mod">
          <ac:chgData name="Nunes, Marta Rafaela" userId="64e258cc-da3c-4cb9-a36b-1ce753c6c460" providerId="ADAL" clId="{06DC152B-A079-46BC-83AB-2B49C1DAC4B7}" dt="2026-01-20T10:51:28.620" v="29657"/>
          <ac:picMkLst>
            <pc:docMk/>
            <pc:sldMk cId="274517492" sldId="2147480693"/>
            <ac:picMk id="146" creationId="{CC76AC64-ED71-322E-7AB3-B08B55919D67}"/>
          </ac:picMkLst>
        </pc:picChg>
        <pc:picChg chg="add mod">
          <ac:chgData name="Nunes, Marta Rafaela" userId="64e258cc-da3c-4cb9-a36b-1ce753c6c460" providerId="ADAL" clId="{06DC152B-A079-46BC-83AB-2B49C1DAC4B7}" dt="2026-01-20T10:51:51.923" v="29659" actId="164"/>
          <ac:picMkLst>
            <pc:docMk/>
            <pc:sldMk cId="274517492" sldId="2147480693"/>
            <ac:picMk id="150" creationId="{BDA82C1E-2DCA-B391-3908-D83EB39B70BB}"/>
          </ac:picMkLst>
        </pc:picChg>
        <pc:picChg chg="mod">
          <ac:chgData name="Nunes, Marta Rafaela" userId="64e258cc-da3c-4cb9-a36b-1ce753c6c460" providerId="ADAL" clId="{06DC152B-A079-46BC-83AB-2B49C1DAC4B7}" dt="2026-01-20T10:50:29.992" v="29638" actId="165"/>
          <ac:picMkLst>
            <pc:docMk/>
            <pc:sldMk cId="274517492" sldId="2147480693"/>
            <ac:picMk id="168" creationId="{F559AC26-69CA-926B-25EA-7BEF452176F8}"/>
          </ac:picMkLst>
        </pc:picChg>
        <pc:picChg chg="mod">
          <ac:chgData name="Nunes, Marta Rafaela" userId="64e258cc-da3c-4cb9-a36b-1ce753c6c460" providerId="ADAL" clId="{06DC152B-A079-46BC-83AB-2B49C1DAC4B7}" dt="2026-01-20T10:50:29.992" v="29638" actId="165"/>
          <ac:picMkLst>
            <pc:docMk/>
            <pc:sldMk cId="274517492" sldId="2147480693"/>
            <ac:picMk id="172" creationId="{F829CE43-E792-5530-EE3E-9F00ADD94E88}"/>
          </ac:picMkLst>
        </pc:picChg>
        <pc:picChg chg="mod topLvl">
          <ac:chgData name="Nunes, Marta Rafaela" userId="64e258cc-da3c-4cb9-a36b-1ce753c6c460" providerId="ADAL" clId="{06DC152B-A079-46BC-83AB-2B49C1DAC4B7}" dt="2026-01-20T10:45:34.085" v="29549" actId="165"/>
          <ac:picMkLst>
            <pc:docMk/>
            <pc:sldMk cId="274517492" sldId="2147480693"/>
            <ac:picMk id="184" creationId="{0BCFCDAC-4766-7BD9-310F-B7AFC6DBEE3D}"/>
          </ac:picMkLst>
        </pc:picChg>
        <pc:picChg chg="mod">
          <ac:chgData name="Nunes, Marta Rafaela" userId="64e258cc-da3c-4cb9-a36b-1ce753c6c460" providerId="ADAL" clId="{06DC152B-A079-46BC-83AB-2B49C1DAC4B7}" dt="2026-01-20T10:45:31.941" v="29548" actId="165"/>
          <ac:picMkLst>
            <pc:docMk/>
            <pc:sldMk cId="274517492" sldId="2147480693"/>
            <ac:picMk id="189" creationId="{0F096E35-8018-3D2B-6550-F0B068E73120}"/>
          </ac:picMkLst>
        </pc:picChg>
      </pc:sldChg>
      <pc:sldChg chg="addSp delSp modSp add del mod">
        <pc:chgData name="Nunes, Marta Rafaela" userId="64e258cc-da3c-4cb9-a36b-1ce753c6c460" providerId="ADAL" clId="{06DC152B-A079-46BC-83AB-2B49C1DAC4B7}" dt="2026-01-20T12:00:43.660" v="31724" actId="47"/>
        <pc:sldMkLst>
          <pc:docMk/>
          <pc:sldMk cId="439292061" sldId="2147480694"/>
        </pc:sldMkLst>
        <pc:spChg chg="del mod">
          <ac:chgData name="Nunes, Marta Rafaela" userId="64e258cc-da3c-4cb9-a36b-1ce753c6c460" providerId="ADAL" clId="{06DC152B-A079-46BC-83AB-2B49C1DAC4B7}" dt="2026-01-20T11:54:28.034" v="31568" actId="478"/>
          <ac:spMkLst>
            <pc:docMk/>
            <pc:sldMk cId="439292061" sldId="2147480694"/>
            <ac:spMk id="2" creationId="{022A36DA-22B3-944C-910C-5CA89CA3821B}"/>
          </ac:spMkLst>
        </pc:spChg>
        <pc:spChg chg="mod">
          <ac:chgData name="Nunes, Marta Rafaela" userId="64e258cc-da3c-4cb9-a36b-1ce753c6c460" providerId="ADAL" clId="{06DC152B-A079-46BC-83AB-2B49C1DAC4B7}" dt="2026-01-19T22:28:37.054" v="27111" actId="20577"/>
          <ac:spMkLst>
            <pc:docMk/>
            <pc:sldMk cId="439292061" sldId="2147480694"/>
            <ac:spMk id="3" creationId="{3DA5B29C-FD08-1144-8E2D-0D6B20E39B66}"/>
          </ac:spMkLst>
        </pc:spChg>
        <pc:spChg chg="mod">
          <ac:chgData name="Nunes, Marta Rafaela" userId="64e258cc-da3c-4cb9-a36b-1ce753c6c460" providerId="ADAL" clId="{06DC152B-A079-46BC-83AB-2B49C1DAC4B7}" dt="2026-01-20T11:54:53.173" v="31591" actId="12789"/>
          <ac:spMkLst>
            <pc:docMk/>
            <pc:sldMk cId="439292061" sldId="2147480694"/>
            <ac:spMk id="4" creationId="{A1FB3304-8BD8-5ACC-0806-E8D88B2D5D6B}"/>
          </ac:spMkLst>
        </pc:spChg>
        <pc:spChg chg="mod">
          <ac:chgData name="Nunes, Marta Rafaela" userId="64e258cc-da3c-4cb9-a36b-1ce753c6c460" providerId="ADAL" clId="{06DC152B-A079-46BC-83AB-2B49C1DAC4B7}" dt="2026-01-20T11:54:53.173" v="31591" actId="12789"/>
          <ac:spMkLst>
            <pc:docMk/>
            <pc:sldMk cId="439292061" sldId="2147480694"/>
            <ac:spMk id="5" creationId="{1B3EE182-AD24-825F-2FAE-5EC59907F4F6}"/>
          </ac:spMkLst>
        </pc:spChg>
        <pc:spChg chg="mod">
          <ac:chgData name="Nunes, Marta Rafaela" userId="64e258cc-da3c-4cb9-a36b-1ce753c6c460" providerId="ADAL" clId="{06DC152B-A079-46BC-83AB-2B49C1DAC4B7}" dt="2026-01-20T11:54:53.173" v="31591" actId="12789"/>
          <ac:spMkLst>
            <pc:docMk/>
            <pc:sldMk cId="439292061" sldId="2147480694"/>
            <ac:spMk id="8" creationId="{159AE141-EABB-64FC-62DD-8B1EBCC4B558}"/>
          </ac:spMkLst>
        </pc:spChg>
        <pc:spChg chg="mod">
          <ac:chgData name="Nunes, Marta Rafaela" userId="64e258cc-da3c-4cb9-a36b-1ce753c6c460" providerId="ADAL" clId="{06DC152B-A079-46BC-83AB-2B49C1DAC4B7}" dt="2026-01-20T11:57:02.759" v="31602" actId="14100"/>
          <ac:spMkLst>
            <pc:docMk/>
            <pc:sldMk cId="439292061" sldId="2147480694"/>
            <ac:spMk id="9" creationId="{66FEADDD-8BD0-DD20-2F86-1C9E6FA43F04}"/>
          </ac:spMkLst>
        </pc:spChg>
        <pc:spChg chg="add mod">
          <ac:chgData name="Nunes, Marta Rafaela" userId="64e258cc-da3c-4cb9-a36b-1ce753c6c460" providerId="ADAL" clId="{06DC152B-A079-46BC-83AB-2B49C1DAC4B7}" dt="2026-01-20T11:53:56.897" v="31538" actId="14100"/>
          <ac:spMkLst>
            <pc:docMk/>
            <pc:sldMk cId="439292061" sldId="2147480694"/>
            <ac:spMk id="10" creationId="{35E983E8-4F2B-E558-7B5B-C892383C8517}"/>
          </ac:spMkLst>
        </pc:spChg>
        <pc:spChg chg="del mod">
          <ac:chgData name="Nunes, Marta Rafaela" userId="64e258cc-da3c-4cb9-a36b-1ce753c6c460" providerId="ADAL" clId="{06DC152B-A079-46BC-83AB-2B49C1DAC4B7}" dt="2026-01-20T11:53:51.785" v="31537" actId="478"/>
          <ac:spMkLst>
            <pc:docMk/>
            <pc:sldMk cId="439292061" sldId="2147480694"/>
            <ac:spMk id="11" creationId="{12D4732F-6F31-7CEF-FE54-EE8076FB1D35}"/>
          </ac:spMkLst>
        </pc:spChg>
        <pc:spChg chg="add mod">
          <ac:chgData name="Nunes, Marta Rafaela" userId="64e258cc-da3c-4cb9-a36b-1ce753c6c460" providerId="ADAL" clId="{06DC152B-A079-46BC-83AB-2B49C1DAC4B7}" dt="2026-01-20T11:53:42.230" v="31535"/>
          <ac:spMkLst>
            <pc:docMk/>
            <pc:sldMk cId="439292061" sldId="2147480694"/>
            <ac:spMk id="31" creationId="{F266B616-69DD-6F5E-C4E1-A7AC09EC9FAB}"/>
          </ac:spMkLst>
        </pc:spChg>
        <pc:spChg chg="mod">
          <ac:chgData name="Nunes, Marta Rafaela" userId="64e258cc-da3c-4cb9-a36b-1ce753c6c460" providerId="ADAL" clId="{06DC152B-A079-46BC-83AB-2B49C1DAC4B7}" dt="2026-01-19T22:28:24.530" v="27076" actId="20577"/>
          <ac:spMkLst>
            <pc:docMk/>
            <pc:sldMk cId="439292061" sldId="2147480694"/>
            <ac:spMk id="33" creationId="{BF114C40-E8C1-C38C-0090-510B20D5CDDD}"/>
          </ac:spMkLst>
        </pc:spChg>
        <pc:spChg chg="add mod">
          <ac:chgData name="Nunes, Marta Rafaela" userId="64e258cc-da3c-4cb9-a36b-1ce753c6c460" providerId="ADAL" clId="{06DC152B-A079-46BC-83AB-2B49C1DAC4B7}" dt="2026-01-20T11:54:53.173" v="31591" actId="12789"/>
          <ac:spMkLst>
            <pc:docMk/>
            <pc:sldMk cId="439292061" sldId="2147480694"/>
            <ac:spMk id="38" creationId="{5B4BF1F3-233D-EC87-B8D5-9F54A1C08C25}"/>
          </ac:spMkLst>
        </pc:spChg>
        <pc:spChg chg="add del mod">
          <ac:chgData name="Nunes, Marta Rafaela" userId="64e258cc-da3c-4cb9-a36b-1ce753c6c460" providerId="ADAL" clId="{06DC152B-A079-46BC-83AB-2B49C1DAC4B7}" dt="2026-01-20T11:54:25.534" v="31567" actId="478"/>
          <ac:spMkLst>
            <pc:docMk/>
            <pc:sldMk cId="439292061" sldId="2147480694"/>
            <ac:spMk id="39" creationId="{387DD8C0-1D97-91CC-6EDC-CD9BEEF4BE27}"/>
          </ac:spMkLst>
        </pc:spChg>
        <pc:spChg chg="del">
          <ac:chgData name="Nunes, Marta Rafaela" userId="64e258cc-da3c-4cb9-a36b-1ce753c6c460" providerId="ADAL" clId="{06DC152B-A079-46BC-83AB-2B49C1DAC4B7}" dt="2026-01-20T11:53:44.968" v="31536" actId="478"/>
          <ac:spMkLst>
            <pc:docMk/>
            <pc:sldMk cId="439292061" sldId="2147480694"/>
            <ac:spMk id="40" creationId="{33C6BBF8-B08B-39AF-9490-81261A955386}"/>
          </ac:spMkLst>
        </pc:spChg>
        <pc:spChg chg="add del mod">
          <ac:chgData name="Nunes, Marta Rafaela" userId="64e258cc-da3c-4cb9-a36b-1ce753c6c460" providerId="ADAL" clId="{06DC152B-A079-46BC-83AB-2B49C1DAC4B7}" dt="2026-01-20T11:54:29.840" v="31569" actId="478"/>
          <ac:spMkLst>
            <pc:docMk/>
            <pc:sldMk cId="439292061" sldId="2147480694"/>
            <ac:spMk id="41" creationId="{5EC433C4-B8F6-D8AE-F6AA-7F20940AC92F}"/>
          </ac:spMkLst>
        </pc:spChg>
      </pc:sldChg>
      <pc:sldChg chg="addSp delSp modSp add del mod ord">
        <pc:chgData name="Nunes, Marta Rafaela" userId="64e258cc-da3c-4cb9-a36b-1ce753c6c460" providerId="ADAL" clId="{06DC152B-A079-46BC-83AB-2B49C1DAC4B7}" dt="2026-01-19T22:27:30.518" v="27053" actId="47"/>
        <pc:sldMkLst>
          <pc:docMk/>
          <pc:sldMk cId="2098825295" sldId="2147480694"/>
        </pc:sldMkLst>
        <pc:spChg chg="mod">
          <ac:chgData name="Nunes, Marta Rafaela" userId="64e258cc-da3c-4cb9-a36b-1ce753c6c460" providerId="ADAL" clId="{06DC152B-A079-46BC-83AB-2B49C1DAC4B7}" dt="2026-01-19T22:06:11.433" v="26433" actId="207"/>
          <ac:spMkLst>
            <pc:docMk/>
            <pc:sldMk cId="2098825295" sldId="2147480694"/>
            <ac:spMk id="2" creationId="{8A56C31B-20EF-6B70-4541-A0D26F11D200}"/>
          </ac:spMkLst>
        </pc:spChg>
        <pc:spChg chg="mod">
          <ac:chgData name="Nunes, Marta Rafaela" userId="64e258cc-da3c-4cb9-a36b-1ce753c6c460" providerId="ADAL" clId="{06DC152B-A079-46BC-83AB-2B49C1DAC4B7}" dt="2026-01-19T22:06:11.433" v="26433" actId="207"/>
          <ac:spMkLst>
            <pc:docMk/>
            <pc:sldMk cId="2098825295" sldId="2147480694"/>
            <ac:spMk id="3" creationId="{0F64E81B-E8D8-4DF3-62A4-DB0DABA7A509}"/>
          </ac:spMkLst>
        </pc:spChg>
        <pc:spChg chg="mod">
          <ac:chgData name="Nunes, Marta Rafaela" userId="64e258cc-da3c-4cb9-a36b-1ce753c6c460" providerId="ADAL" clId="{06DC152B-A079-46BC-83AB-2B49C1DAC4B7}" dt="2026-01-19T22:05:28.514" v="26419" actId="20577"/>
          <ac:spMkLst>
            <pc:docMk/>
            <pc:sldMk cId="2098825295" sldId="2147480694"/>
            <ac:spMk id="6" creationId="{AFB0F933-6C2D-2D8E-5FA6-17D7C3E9A69F}"/>
          </ac:spMkLst>
        </pc:spChg>
        <pc:spChg chg="mod">
          <ac:chgData name="Nunes, Marta Rafaela" userId="64e258cc-da3c-4cb9-a36b-1ce753c6c460" providerId="ADAL" clId="{06DC152B-A079-46BC-83AB-2B49C1DAC4B7}" dt="2026-01-19T22:06:11.433" v="26433" actId="207"/>
          <ac:spMkLst>
            <pc:docMk/>
            <pc:sldMk cId="2098825295" sldId="2147480694"/>
            <ac:spMk id="8" creationId="{A0275C1B-BF76-16EE-31C6-4DEFF2B9856F}"/>
          </ac:spMkLst>
        </pc:spChg>
        <pc:spChg chg="mod">
          <ac:chgData name="Nunes, Marta Rafaela" userId="64e258cc-da3c-4cb9-a36b-1ce753c6c460" providerId="ADAL" clId="{06DC152B-A079-46BC-83AB-2B49C1DAC4B7}" dt="2026-01-19T22:06:11.433" v="26433" actId="207"/>
          <ac:spMkLst>
            <pc:docMk/>
            <pc:sldMk cId="2098825295" sldId="2147480694"/>
            <ac:spMk id="9" creationId="{3D087461-CDE2-0D99-B54B-2B7736FD03F8}"/>
          </ac:spMkLst>
        </pc:spChg>
        <pc:spChg chg="del">
          <ac:chgData name="Nunes, Marta Rafaela" userId="64e258cc-da3c-4cb9-a36b-1ce753c6c460" providerId="ADAL" clId="{06DC152B-A079-46BC-83AB-2B49C1DAC4B7}" dt="2026-01-19T22:06:27.442" v="26435" actId="478"/>
          <ac:spMkLst>
            <pc:docMk/>
            <pc:sldMk cId="2098825295" sldId="2147480694"/>
            <ac:spMk id="11" creationId="{5BB2142F-E284-01BD-1B66-5D71ADC358FF}"/>
          </ac:spMkLst>
        </pc:spChg>
        <pc:spChg chg="mod">
          <ac:chgData name="Nunes, Marta Rafaela" userId="64e258cc-da3c-4cb9-a36b-1ce753c6c460" providerId="ADAL" clId="{06DC152B-A079-46BC-83AB-2B49C1DAC4B7}" dt="2026-01-19T22:06:11.433" v="26433" actId="207"/>
          <ac:spMkLst>
            <pc:docMk/>
            <pc:sldMk cId="2098825295" sldId="2147480694"/>
            <ac:spMk id="12" creationId="{42DD8DE4-C9BC-CDA8-179C-6B4F5865AFDB}"/>
          </ac:spMkLst>
        </pc:spChg>
        <pc:spChg chg="mod">
          <ac:chgData name="Nunes, Marta Rafaela" userId="64e258cc-da3c-4cb9-a36b-1ce753c6c460" providerId="ADAL" clId="{06DC152B-A079-46BC-83AB-2B49C1DAC4B7}" dt="2026-01-19T22:06:11.433" v="26433" actId="207"/>
          <ac:spMkLst>
            <pc:docMk/>
            <pc:sldMk cId="2098825295" sldId="2147480694"/>
            <ac:spMk id="13" creationId="{3209B232-452E-66BC-BE04-1F68CA2C3EDB}"/>
          </ac:spMkLst>
        </pc:spChg>
        <pc:spChg chg="mod">
          <ac:chgData name="Nunes, Marta Rafaela" userId="64e258cc-da3c-4cb9-a36b-1ce753c6c460" providerId="ADAL" clId="{06DC152B-A079-46BC-83AB-2B49C1DAC4B7}" dt="2026-01-19T22:06:11.433" v="26433" actId="207"/>
          <ac:spMkLst>
            <pc:docMk/>
            <pc:sldMk cId="2098825295" sldId="2147480694"/>
            <ac:spMk id="14" creationId="{66FB1170-281A-BF0A-AA1B-A61DFBFE81D7}"/>
          </ac:spMkLst>
        </pc:spChg>
        <pc:spChg chg="mod">
          <ac:chgData name="Nunes, Marta Rafaela" userId="64e258cc-da3c-4cb9-a36b-1ce753c6c460" providerId="ADAL" clId="{06DC152B-A079-46BC-83AB-2B49C1DAC4B7}" dt="2026-01-19T22:06:11.433" v="26433" actId="207"/>
          <ac:spMkLst>
            <pc:docMk/>
            <pc:sldMk cId="2098825295" sldId="2147480694"/>
            <ac:spMk id="15" creationId="{0A17E642-846D-BFD9-9080-6148EC20036E}"/>
          </ac:spMkLst>
        </pc:spChg>
        <pc:spChg chg="add mod">
          <ac:chgData name="Nunes, Marta Rafaela" userId="64e258cc-da3c-4cb9-a36b-1ce753c6c460" providerId="ADAL" clId="{06DC152B-A079-46BC-83AB-2B49C1DAC4B7}" dt="2026-01-19T22:04:21.257" v="26330" actId="403"/>
          <ac:spMkLst>
            <pc:docMk/>
            <pc:sldMk cId="2098825295" sldId="2147480694"/>
            <ac:spMk id="16" creationId="{3928A802-A511-83C8-8630-4A9C3F72CA97}"/>
          </ac:spMkLst>
        </pc:spChg>
        <pc:spChg chg="add del mod">
          <ac:chgData name="Nunes, Marta Rafaela" userId="64e258cc-da3c-4cb9-a36b-1ce753c6c460" providerId="ADAL" clId="{06DC152B-A079-46BC-83AB-2B49C1DAC4B7}" dt="2026-01-19T21:58:25.392" v="25945" actId="478"/>
          <ac:spMkLst>
            <pc:docMk/>
            <pc:sldMk cId="2098825295" sldId="2147480694"/>
            <ac:spMk id="17" creationId="{D27B793B-C4B2-C767-B112-65AFFA3014A3}"/>
          </ac:spMkLst>
        </pc:spChg>
        <pc:spChg chg="add mod">
          <ac:chgData name="Nunes, Marta Rafaela" userId="64e258cc-da3c-4cb9-a36b-1ce753c6c460" providerId="ADAL" clId="{06DC152B-A079-46BC-83AB-2B49C1DAC4B7}" dt="2026-01-19T22:04:21.257" v="26330" actId="403"/>
          <ac:spMkLst>
            <pc:docMk/>
            <pc:sldMk cId="2098825295" sldId="2147480694"/>
            <ac:spMk id="18" creationId="{BE7FB616-DC8F-CAAA-301D-69604A3F14D0}"/>
          </ac:spMkLst>
        </pc:spChg>
        <pc:spChg chg="add mod">
          <ac:chgData name="Nunes, Marta Rafaela" userId="64e258cc-da3c-4cb9-a36b-1ce753c6c460" providerId="ADAL" clId="{06DC152B-A079-46BC-83AB-2B49C1DAC4B7}" dt="2026-01-19T22:04:21.257" v="26330" actId="403"/>
          <ac:spMkLst>
            <pc:docMk/>
            <pc:sldMk cId="2098825295" sldId="2147480694"/>
            <ac:spMk id="19" creationId="{EEDAFFF8-4BF6-4A7D-A1FB-3EDDFE081B14}"/>
          </ac:spMkLst>
        </pc:spChg>
        <pc:spChg chg="add mod">
          <ac:chgData name="Nunes, Marta Rafaela" userId="64e258cc-da3c-4cb9-a36b-1ce753c6c460" providerId="ADAL" clId="{06DC152B-A079-46BC-83AB-2B49C1DAC4B7}" dt="2026-01-19T22:04:21.257" v="26330" actId="403"/>
          <ac:spMkLst>
            <pc:docMk/>
            <pc:sldMk cId="2098825295" sldId="2147480694"/>
            <ac:spMk id="20" creationId="{5A404D40-6A36-5227-32BB-80CF147834F8}"/>
          </ac:spMkLst>
        </pc:spChg>
        <pc:spChg chg="add del mod">
          <ac:chgData name="Nunes, Marta Rafaela" userId="64e258cc-da3c-4cb9-a36b-1ce753c6c460" providerId="ADAL" clId="{06DC152B-A079-46BC-83AB-2B49C1DAC4B7}" dt="2026-01-19T22:00:43.127" v="26100" actId="478"/>
          <ac:spMkLst>
            <pc:docMk/>
            <pc:sldMk cId="2098825295" sldId="2147480694"/>
            <ac:spMk id="21" creationId="{F4536008-5563-25A9-D429-6FD0CE3FC654}"/>
          </ac:spMkLst>
        </pc:spChg>
      </pc:sldChg>
      <pc:sldChg chg="modSp add del mod">
        <pc:chgData name="Nunes, Marta Rafaela" userId="64e258cc-da3c-4cb9-a36b-1ce753c6c460" providerId="ADAL" clId="{06DC152B-A079-46BC-83AB-2B49C1DAC4B7}" dt="2026-01-19T22:33:50.459" v="27342" actId="47"/>
        <pc:sldMkLst>
          <pc:docMk/>
          <pc:sldMk cId="275428239" sldId="2147480695"/>
        </pc:sldMkLst>
        <pc:spChg chg="mod">
          <ac:chgData name="Nunes, Marta Rafaela" userId="64e258cc-da3c-4cb9-a36b-1ce753c6c460" providerId="ADAL" clId="{06DC152B-A079-46BC-83AB-2B49C1DAC4B7}" dt="2026-01-19T22:29:16.457" v="27167" actId="20577"/>
          <ac:spMkLst>
            <pc:docMk/>
            <pc:sldMk cId="275428239" sldId="2147480695"/>
            <ac:spMk id="3" creationId="{29276FC1-3DDF-56B9-DDF8-C4CCEAE5E3FB}"/>
          </ac:spMkLst>
        </pc:spChg>
        <pc:spChg chg="mod">
          <ac:chgData name="Nunes, Marta Rafaela" userId="64e258cc-da3c-4cb9-a36b-1ce753c6c460" providerId="ADAL" clId="{06DC152B-A079-46BC-83AB-2B49C1DAC4B7}" dt="2026-01-19T22:29:45.932" v="27203" actId="20577"/>
          <ac:spMkLst>
            <pc:docMk/>
            <pc:sldMk cId="275428239" sldId="2147480695"/>
            <ac:spMk id="11" creationId="{7566859A-FE83-71C5-396D-2C596103521D}"/>
          </ac:spMkLst>
        </pc:spChg>
      </pc:sldChg>
      <pc:sldChg chg="addSp delSp modSp add del mod">
        <pc:chgData name="Nunes, Marta Rafaela" userId="64e258cc-da3c-4cb9-a36b-1ce753c6c460" providerId="ADAL" clId="{06DC152B-A079-46BC-83AB-2B49C1DAC4B7}" dt="2026-01-19T22:27:34.827" v="27054" actId="47"/>
        <pc:sldMkLst>
          <pc:docMk/>
          <pc:sldMk cId="3994959379" sldId="2147480695"/>
        </pc:sldMkLst>
        <pc:spChg chg="mod">
          <ac:chgData name="Nunes, Marta Rafaela" userId="64e258cc-da3c-4cb9-a36b-1ce753c6c460" providerId="ADAL" clId="{06DC152B-A079-46BC-83AB-2B49C1DAC4B7}" dt="2026-01-19T22:05:43.605" v="26429" actId="207"/>
          <ac:spMkLst>
            <pc:docMk/>
            <pc:sldMk cId="3994959379" sldId="2147480695"/>
            <ac:spMk id="2" creationId="{577F6C38-C4D3-EE59-B31C-3E3E083AB727}"/>
          </ac:spMkLst>
        </pc:spChg>
        <pc:spChg chg="mod">
          <ac:chgData name="Nunes, Marta Rafaela" userId="64e258cc-da3c-4cb9-a36b-1ce753c6c460" providerId="ADAL" clId="{06DC152B-A079-46BC-83AB-2B49C1DAC4B7}" dt="2026-01-19T22:05:51.312" v="26431" actId="207"/>
          <ac:spMkLst>
            <pc:docMk/>
            <pc:sldMk cId="3994959379" sldId="2147480695"/>
            <ac:spMk id="3" creationId="{746090B8-0F5B-8ADA-ABA9-A5B1F0581143}"/>
          </ac:spMkLst>
        </pc:spChg>
        <pc:spChg chg="mod">
          <ac:chgData name="Nunes, Marta Rafaela" userId="64e258cc-da3c-4cb9-a36b-1ce753c6c460" providerId="ADAL" clId="{06DC152B-A079-46BC-83AB-2B49C1DAC4B7}" dt="2026-01-19T22:05:43.605" v="26429" actId="207"/>
          <ac:spMkLst>
            <pc:docMk/>
            <pc:sldMk cId="3994959379" sldId="2147480695"/>
            <ac:spMk id="4" creationId="{C1383291-6D64-6E28-2C33-B757D007B7AD}"/>
          </ac:spMkLst>
        </pc:spChg>
        <pc:spChg chg="mod">
          <ac:chgData name="Nunes, Marta Rafaela" userId="64e258cc-da3c-4cb9-a36b-1ce753c6c460" providerId="ADAL" clId="{06DC152B-A079-46BC-83AB-2B49C1DAC4B7}" dt="2026-01-19T22:05:51.312" v="26431" actId="207"/>
          <ac:spMkLst>
            <pc:docMk/>
            <pc:sldMk cId="3994959379" sldId="2147480695"/>
            <ac:spMk id="5" creationId="{AB575752-AD7E-5B97-4513-6041486BFD7E}"/>
          </ac:spMkLst>
        </pc:spChg>
        <pc:spChg chg="mod">
          <ac:chgData name="Nunes, Marta Rafaela" userId="64e258cc-da3c-4cb9-a36b-1ce753c6c460" providerId="ADAL" clId="{06DC152B-A079-46BC-83AB-2B49C1DAC4B7}" dt="2026-01-19T22:05:35.952" v="26426" actId="20577"/>
          <ac:spMkLst>
            <pc:docMk/>
            <pc:sldMk cId="3994959379" sldId="2147480695"/>
            <ac:spMk id="6" creationId="{5855BAF7-B508-7235-4B55-8E19F488CD61}"/>
          </ac:spMkLst>
        </pc:spChg>
        <pc:spChg chg="mod">
          <ac:chgData name="Nunes, Marta Rafaela" userId="64e258cc-da3c-4cb9-a36b-1ce753c6c460" providerId="ADAL" clId="{06DC152B-A079-46BC-83AB-2B49C1DAC4B7}" dt="2026-01-19T22:03:39.711" v="26261" actId="555"/>
          <ac:spMkLst>
            <pc:docMk/>
            <pc:sldMk cId="3994959379" sldId="2147480695"/>
            <ac:spMk id="8" creationId="{BC39C360-3595-A2B5-CB53-34F9177FF1DB}"/>
          </ac:spMkLst>
        </pc:spChg>
        <pc:spChg chg="mod">
          <ac:chgData name="Nunes, Marta Rafaela" userId="64e258cc-da3c-4cb9-a36b-1ce753c6c460" providerId="ADAL" clId="{06DC152B-A079-46BC-83AB-2B49C1DAC4B7}" dt="2026-01-19T22:03:39.711" v="26261" actId="555"/>
          <ac:spMkLst>
            <pc:docMk/>
            <pc:sldMk cId="3994959379" sldId="2147480695"/>
            <ac:spMk id="9" creationId="{CD3235F4-FCA0-CC8D-4B23-093AB250C569}"/>
          </ac:spMkLst>
        </pc:spChg>
        <pc:spChg chg="del">
          <ac:chgData name="Nunes, Marta Rafaela" userId="64e258cc-da3c-4cb9-a36b-1ce753c6c460" providerId="ADAL" clId="{06DC152B-A079-46BC-83AB-2B49C1DAC4B7}" dt="2026-01-19T22:06:22.051" v="26434" actId="478"/>
          <ac:spMkLst>
            <pc:docMk/>
            <pc:sldMk cId="3994959379" sldId="2147480695"/>
            <ac:spMk id="11" creationId="{92CF9D0B-CCC2-6015-4830-03A8594D4ADA}"/>
          </ac:spMkLst>
        </pc:spChg>
        <pc:spChg chg="mod">
          <ac:chgData name="Nunes, Marta Rafaela" userId="64e258cc-da3c-4cb9-a36b-1ce753c6c460" providerId="ADAL" clId="{06DC152B-A079-46BC-83AB-2B49C1DAC4B7}" dt="2026-01-19T22:05:43.605" v="26429" actId="207"/>
          <ac:spMkLst>
            <pc:docMk/>
            <pc:sldMk cId="3994959379" sldId="2147480695"/>
            <ac:spMk id="12" creationId="{D4E5C99E-F1D0-299A-5592-2814F02213F8}"/>
          </ac:spMkLst>
        </pc:spChg>
        <pc:spChg chg="mod">
          <ac:chgData name="Nunes, Marta Rafaela" userId="64e258cc-da3c-4cb9-a36b-1ce753c6c460" providerId="ADAL" clId="{06DC152B-A079-46BC-83AB-2B49C1DAC4B7}" dt="2026-01-19T22:05:51.312" v="26431" actId="207"/>
          <ac:spMkLst>
            <pc:docMk/>
            <pc:sldMk cId="3994959379" sldId="2147480695"/>
            <ac:spMk id="13" creationId="{59E17112-5E6C-C639-3176-FE60F9B686BC}"/>
          </ac:spMkLst>
        </pc:spChg>
        <pc:spChg chg="mod">
          <ac:chgData name="Nunes, Marta Rafaela" userId="64e258cc-da3c-4cb9-a36b-1ce753c6c460" providerId="ADAL" clId="{06DC152B-A079-46BC-83AB-2B49C1DAC4B7}" dt="2026-01-19T22:05:43.605" v="26429" actId="207"/>
          <ac:spMkLst>
            <pc:docMk/>
            <pc:sldMk cId="3994959379" sldId="2147480695"/>
            <ac:spMk id="14" creationId="{A737A023-D4A5-5CDE-FB14-A16B1AF917B1}"/>
          </ac:spMkLst>
        </pc:spChg>
        <pc:spChg chg="mod">
          <ac:chgData name="Nunes, Marta Rafaela" userId="64e258cc-da3c-4cb9-a36b-1ce753c6c460" providerId="ADAL" clId="{06DC152B-A079-46BC-83AB-2B49C1DAC4B7}" dt="2026-01-19T22:05:51.312" v="26431" actId="207"/>
          <ac:spMkLst>
            <pc:docMk/>
            <pc:sldMk cId="3994959379" sldId="2147480695"/>
            <ac:spMk id="15" creationId="{F92E86E9-1678-AA18-47FF-650D84E33920}"/>
          </ac:spMkLst>
        </pc:spChg>
        <pc:spChg chg="del">
          <ac:chgData name="Nunes, Marta Rafaela" userId="64e258cc-da3c-4cb9-a36b-1ce753c6c460" providerId="ADAL" clId="{06DC152B-A079-46BC-83AB-2B49C1DAC4B7}" dt="2026-01-19T22:02:54.202" v="26187" actId="478"/>
          <ac:spMkLst>
            <pc:docMk/>
            <pc:sldMk cId="3994959379" sldId="2147480695"/>
            <ac:spMk id="16" creationId="{C3F8E9E9-F4DC-5C31-AA07-07FB08C7309C}"/>
          </ac:spMkLst>
        </pc:spChg>
        <pc:spChg chg="add mod">
          <ac:chgData name="Nunes, Marta Rafaela" userId="64e258cc-da3c-4cb9-a36b-1ce753c6c460" providerId="ADAL" clId="{06DC152B-A079-46BC-83AB-2B49C1DAC4B7}" dt="2026-01-19T22:04:59.947" v="26373" actId="114"/>
          <ac:spMkLst>
            <pc:docMk/>
            <pc:sldMk cId="3994959379" sldId="2147480695"/>
            <ac:spMk id="17" creationId="{BB219DA9-34E7-CF79-E049-3F8C3519D8EA}"/>
          </ac:spMkLst>
        </pc:spChg>
        <pc:spChg chg="del">
          <ac:chgData name="Nunes, Marta Rafaela" userId="64e258cc-da3c-4cb9-a36b-1ce753c6c460" providerId="ADAL" clId="{06DC152B-A079-46BC-83AB-2B49C1DAC4B7}" dt="2026-01-19T22:02:54.202" v="26187" actId="478"/>
          <ac:spMkLst>
            <pc:docMk/>
            <pc:sldMk cId="3994959379" sldId="2147480695"/>
            <ac:spMk id="18" creationId="{193CB6B6-BD2F-3DD8-B2A7-ED524249E549}"/>
          </ac:spMkLst>
        </pc:spChg>
        <pc:spChg chg="del">
          <ac:chgData name="Nunes, Marta Rafaela" userId="64e258cc-da3c-4cb9-a36b-1ce753c6c460" providerId="ADAL" clId="{06DC152B-A079-46BC-83AB-2B49C1DAC4B7}" dt="2026-01-19T22:02:54.202" v="26187" actId="478"/>
          <ac:spMkLst>
            <pc:docMk/>
            <pc:sldMk cId="3994959379" sldId="2147480695"/>
            <ac:spMk id="19" creationId="{116EB59F-60B9-07A8-A8DA-1D66037E9EC0}"/>
          </ac:spMkLst>
        </pc:spChg>
        <pc:spChg chg="mod">
          <ac:chgData name="Nunes, Marta Rafaela" userId="64e258cc-da3c-4cb9-a36b-1ce753c6c460" providerId="ADAL" clId="{06DC152B-A079-46BC-83AB-2B49C1DAC4B7}" dt="2026-01-19T22:04:46.700" v="26343" actId="552"/>
          <ac:spMkLst>
            <pc:docMk/>
            <pc:sldMk cId="3994959379" sldId="2147480695"/>
            <ac:spMk id="20" creationId="{BD12DD07-B766-B1FD-C4AB-163BB641B987}"/>
          </ac:spMkLst>
        </pc:spChg>
      </pc:sldChg>
      <pc:sldChg chg="modSp add del mod">
        <pc:chgData name="Nunes, Marta Rafaela" userId="64e258cc-da3c-4cb9-a36b-1ce753c6c460" providerId="ADAL" clId="{06DC152B-A079-46BC-83AB-2B49C1DAC4B7}" dt="2026-01-19T22:38:46.742" v="27539" actId="47"/>
        <pc:sldMkLst>
          <pc:docMk/>
          <pc:sldMk cId="1641710067" sldId="2147480696"/>
        </pc:sldMkLst>
        <pc:spChg chg="mod">
          <ac:chgData name="Nunes, Marta Rafaela" userId="64e258cc-da3c-4cb9-a36b-1ce753c6c460" providerId="ADAL" clId="{06DC152B-A079-46BC-83AB-2B49C1DAC4B7}" dt="2026-01-19T22:29:21.975" v="27177" actId="20577"/>
          <ac:spMkLst>
            <pc:docMk/>
            <pc:sldMk cId="1641710067" sldId="2147480696"/>
            <ac:spMk id="3" creationId="{8CAF1BB4-39F4-6AB5-FDD1-5FCD92E7CB67}"/>
          </ac:spMkLst>
        </pc:spChg>
        <pc:spChg chg="mod">
          <ac:chgData name="Nunes, Marta Rafaela" userId="64e258cc-da3c-4cb9-a36b-1ce753c6c460" providerId="ADAL" clId="{06DC152B-A079-46BC-83AB-2B49C1DAC4B7}" dt="2026-01-19T22:29:41.071" v="27195" actId="20577"/>
          <ac:spMkLst>
            <pc:docMk/>
            <pc:sldMk cId="1641710067" sldId="2147480696"/>
            <ac:spMk id="11" creationId="{D3E06B39-D1A2-20C6-00D6-E5C1FCBD65D5}"/>
          </ac:spMkLst>
        </pc:spChg>
      </pc:sldChg>
      <pc:sldChg chg="modSp add del mod">
        <pc:chgData name="Nunes, Marta Rafaela" userId="64e258cc-da3c-4cb9-a36b-1ce753c6c460" providerId="ADAL" clId="{06DC152B-A079-46BC-83AB-2B49C1DAC4B7}" dt="2026-01-19T22:27:37.259" v="27055" actId="47"/>
        <pc:sldMkLst>
          <pc:docMk/>
          <pc:sldMk cId="2714076343" sldId="2147480696"/>
        </pc:sldMkLst>
        <pc:spChg chg="mod">
          <ac:chgData name="Nunes, Marta Rafaela" userId="64e258cc-da3c-4cb9-a36b-1ce753c6c460" providerId="ADAL" clId="{06DC152B-A079-46BC-83AB-2B49C1DAC4B7}" dt="2026-01-19T22:06:42.997" v="26439" actId="207"/>
          <ac:spMkLst>
            <pc:docMk/>
            <pc:sldMk cId="2714076343" sldId="2147480696"/>
            <ac:spMk id="8" creationId="{AE39A397-3226-A054-BA46-AABA6D243718}"/>
          </ac:spMkLst>
        </pc:spChg>
        <pc:spChg chg="mod">
          <ac:chgData name="Nunes, Marta Rafaela" userId="64e258cc-da3c-4cb9-a36b-1ce753c6c460" providerId="ADAL" clId="{06DC152B-A079-46BC-83AB-2B49C1DAC4B7}" dt="2026-01-19T22:06:42.997" v="26439" actId="207"/>
          <ac:spMkLst>
            <pc:docMk/>
            <pc:sldMk cId="2714076343" sldId="2147480696"/>
            <ac:spMk id="9" creationId="{1C368FB2-3D7D-23C9-EA5E-1CD580B06121}"/>
          </ac:spMkLst>
        </pc:spChg>
        <pc:spChg chg="mod">
          <ac:chgData name="Nunes, Marta Rafaela" userId="64e258cc-da3c-4cb9-a36b-1ce753c6c460" providerId="ADAL" clId="{06DC152B-A079-46BC-83AB-2B49C1DAC4B7}" dt="2026-01-19T22:07:49.994" v="26611" actId="1036"/>
          <ac:spMkLst>
            <pc:docMk/>
            <pc:sldMk cId="2714076343" sldId="2147480696"/>
            <ac:spMk id="12" creationId="{379481F4-78B3-72FD-83F5-00F67F7A1A6B}"/>
          </ac:spMkLst>
        </pc:spChg>
        <pc:spChg chg="mod">
          <ac:chgData name="Nunes, Marta Rafaela" userId="64e258cc-da3c-4cb9-a36b-1ce753c6c460" providerId="ADAL" clId="{06DC152B-A079-46BC-83AB-2B49C1DAC4B7}" dt="2026-01-19T22:07:49.994" v="26611" actId="1036"/>
          <ac:spMkLst>
            <pc:docMk/>
            <pc:sldMk cId="2714076343" sldId="2147480696"/>
            <ac:spMk id="13" creationId="{FFD896C0-1EDB-1446-4F7E-F0EA531FD91C}"/>
          </ac:spMkLst>
        </pc:spChg>
        <pc:spChg chg="mod">
          <ac:chgData name="Nunes, Marta Rafaela" userId="64e258cc-da3c-4cb9-a36b-1ce753c6c460" providerId="ADAL" clId="{06DC152B-A079-46BC-83AB-2B49C1DAC4B7}" dt="2026-01-19T22:07:49.994" v="26611" actId="1036"/>
          <ac:spMkLst>
            <pc:docMk/>
            <pc:sldMk cId="2714076343" sldId="2147480696"/>
            <ac:spMk id="14" creationId="{C4B50CF6-75C6-85E5-7C4E-60E96705C019}"/>
          </ac:spMkLst>
        </pc:spChg>
        <pc:spChg chg="mod">
          <ac:chgData name="Nunes, Marta Rafaela" userId="64e258cc-da3c-4cb9-a36b-1ce753c6c460" providerId="ADAL" clId="{06DC152B-A079-46BC-83AB-2B49C1DAC4B7}" dt="2026-01-19T22:07:49.994" v="26611" actId="1036"/>
          <ac:spMkLst>
            <pc:docMk/>
            <pc:sldMk cId="2714076343" sldId="2147480696"/>
            <ac:spMk id="15" creationId="{46D611ED-F751-2CDF-1CC8-94F402168B36}"/>
          </ac:spMkLst>
        </pc:spChg>
        <pc:spChg chg="mod">
          <ac:chgData name="Nunes, Marta Rafaela" userId="64e258cc-da3c-4cb9-a36b-1ce753c6c460" providerId="ADAL" clId="{06DC152B-A079-46BC-83AB-2B49C1DAC4B7}" dt="2026-01-19T22:07:49.994" v="26611" actId="1036"/>
          <ac:spMkLst>
            <pc:docMk/>
            <pc:sldMk cId="2714076343" sldId="2147480696"/>
            <ac:spMk id="17" creationId="{BA9251E2-5368-2144-D9AB-363B55358534}"/>
          </ac:spMkLst>
        </pc:spChg>
        <pc:spChg chg="mod">
          <ac:chgData name="Nunes, Marta Rafaela" userId="64e258cc-da3c-4cb9-a36b-1ce753c6c460" providerId="ADAL" clId="{06DC152B-A079-46BC-83AB-2B49C1DAC4B7}" dt="2026-01-19T22:07:49.994" v="26611" actId="1036"/>
          <ac:spMkLst>
            <pc:docMk/>
            <pc:sldMk cId="2714076343" sldId="2147480696"/>
            <ac:spMk id="20" creationId="{95BC1A2D-1D90-4548-5568-E7CD26D78595}"/>
          </ac:spMkLst>
        </pc:spChg>
      </pc:sldChg>
      <pc:sldChg chg="add del">
        <pc:chgData name="Nunes, Marta Rafaela" userId="64e258cc-da3c-4cb9-a36b-1ce753c6c460" providerId="ADAL" clId="{06DC152B-A079-46BC-83AB-2B49C1DAC4B7}" dt="2026-01-19T22:06:34.716" v="26436" actId="47"/>
        <pc:sldMkLst>
          <pc:docMk/>
          <pc:sldMk cId="2803249094" sldId="2147480696"/>
        </pc:sldMkLst>
      </pc:sldChg>
      <pc:sldChg chg="addSp modSp add del mod">
        <pc:chgData name="Nunes, Marta Rafaela" userId="64e258cc-da3c-4cb9-a36b-1ce753c6c460" providerId="ADAL" clId="{06DC152B-A079-46BC-83AB-2B49C1DAC4B7}" dt="2026-01-19T22:27:39.107" v="27056" actId="47"/>
        <pc:sldMkLst>
          <pc:docMk/>
          <pc:sldMk cId="961340234" sldId="2147480697"/>
        </pc:sldMkLst>
        <pc:spChg chg="add mod">
          <ac:chgData name="Nunes, Marta Rafaela" userId="64e258cc-da3c-4cb9-a36b-1ce753c6c460" providerId="ADAL" clId="{06DC152B-A079-46BC-83AB-2B49C1DAC4B7}" dt="2026-01-19T22:09:00.770" v="26759" actId="20577"/>
          <ac:spMkLst>
            <pc:docMk/>
            <pc:sldMk cId="961340234" sldId="2147480697"/>
            <ac:spMk id="11" creationId="{6773B147-3D4C-19EF-12D7-8FC4696A22E8}"/>
          </ac:spMkLst>
        </pc:spChg>
        <pc:spChg chg="mod">
          <ac:chgData name="Nunes, Marta Rafaela" userId="64e258cc-da3c-4cb9-a36b-1ce753c6c460" providerId="ADAL" clId="{06DC152B-A079-46BC-83AB-2B49C1DAC4B7}" dt="2026-01-19T22:08:02.299" v="26613" actId="207"/>
          <ac:spMkLst>
            <pc:docMk/>
            <pc:sldMk cId="961340234" sldId="2147480697"/>
            <ac:spMk id="12" creationId="{8A8A67DB-8F24-BEA6-3258-FFCDBD1D5AB2}"/>
          </ac:spMkLst>
        </pc:spChg>
        <pc:spChg chg="mod">
          <ac:chgData name="Nunes, Marta Rafaela" userId="64e258cc-da3c-4cb9-a36b-1ce753c6c460" providerId="ADAL" clId="{06DC152B-A079-46BC-83AB-2B49C1DAC4B7}" dt="2026-01-19T22:08:02.299" v="26613" actId="207"/>
          <ac:spMkLst>
            <pc:docMk/>
            <pc:sldMk cId="961340234" sldId="2147480697"/>
            <ac:spMk id="13" creationId="{65E81052-37AC-FA78-11B2-84B2D0E55DE0}"/>
          </ac:spMkLst>
        </pc:spChg>
        <pc:spChg chg="mod">
          <ac:chgData name="Nunes, Marta Rafaela" userId="64e258cc-da3c-4cb9-a36b-1ce753c6c460" providerId="ADAL" clId="{06DC152B-A079-46BC-83AB-2B49C1DAC4B7}" dt="2026-01-19T22:08:19.413" v="26678" actId="1036"/>
          <ac:spMkLst>
            <pc:docMk/>
            <pc:sldMk cId="961340234" sldId="2147480697"/>
            <ac:spMk id="14" creationId="{182FC976-7D3A-FC99-ECAB-366A18A639F3}"/>
          </ac:spMkLst>
        </pc:spChg>
        <pc:spChg chg="mod">
          <ac:chgData name="Nunes, Marta Rafaela" userId="64e258cc-da3c-4cb9-a36b-1ce753c6c460" providerId="ADAL" clId="{06DC152B-A079-46BC-83AB-2B49C1DAC4B7}" dt="2026-01-19T22:08:19.413" v="26678" actId="1036"/>
          <ac:spMkLst>
            <pc:docMk/>
            <pc:sldMk cId="961340234" sldId="2147480697"/>
            <ac:spMk id="15" creationId="{361305DB-95E2-950A-C398-014A17B03106}"/>
          </ac:spMkLst>
        </pc:spChg>
        <pc:spChg chg="mod">
          <ac:chgData name="Nunes, Marta Rafaela" userId="64e258cc-da3c-4cb9-a36b-1ce753c6c460" providerId="ADAL" clId="{06DC152B-A079-46BC-83AB-2B49C1DAC4B7}" dt="2026-01-19T22:08:54.704" v="26735" actId="552"/>
          <ac:spMkLst>
            <pc:docMk/>
            <pc:sldMk cId="961340234" sldId="2147480697"/>
            <ac:spMk id="17" creationId="{E97816E8-B7B6-3DB9-7FDC-F2F51897A692}"/>
          </ac:spMkLst>
        </pc:spChg>
        <pc:spChg chg="mod">
          <ac:chgData name="Nunes, Marta Rafaela" userId="64e258cc-da3c-4cb9-a36b-1ce753c6c460" providerId="ADAL" clId="{06DC152B-A079-46BC-83AB-2B49C1DAC4B7}" dt="2026-01-19T22:08:33.321" v="26718" actId="20577"/>
          <ac:spMkLst>
            <pc:docMk/>
            <pc:sldMk cId="961340234" sldId="2147480697"/>
            <ac:spMk id="20" creationId="{27221B9F-17FF-EBEA-F4AC-4E8C9839B19C}"/>
          </ac:spMkLst>
        </pc:spChg>
      </pc:sldChg>
      <pc:sldChg chg="modSp add del mod">
        <pc:chgData name="Nunes, Marta Rafaela" userId="64e258cc-da3c-4cb9-a36b-1ce753c6c460" providerId="ADAL" clId="{06DC152B-A079-46BC-83AB-2B49C1DAC4B7}" dt="2026-01-20T11:51:23.295" v="31432" actId="47"/>
        <pc:sldMkLst>
          <pc:docMk/>
          <pc:sldMk cId="2847267374" sldId="2147480697"/>
        </pc:sldMkLst>
        <pc:spChg chg="mod">
          <ac:chgData name="Nunes, Marta Rafaela" userId="64e258cc-da3c-4cb9-a36b-1ce753c6c460" providerId="ADAL" clId="{06DC152B-A079-46BC-83AB-2B49C1DAC4B7}" dt="2026-01-19T22:33:49.073" v="27341"/>
          <ac:spMkLst>
            <pc:docMk/>
            <pc:sldMk cId="2847267374" sldId="2147480697"/>
            <ac:spMk id="3" creationId="{A45D072B-E254-743C-54AB-8C8752F11407}"/>
          </ac:spMkLst>
        </pc:spChg>
        <pc:spChg chg="mod">
          <ac:chgData name="Nunes, Marta Rafaela" userId="64e258cc-da3c-4cb9-a36b-1ce753c6c460" providerId="ADAL" clId="{06DC152B-A079-46BC-83AB-2B49C1DAC4B7}" dt="2026-01-19T22:36:19.330" v="27454" actId="6549"/>
          <ac:spMkLst>
            <pc:docMk/>
            <pc:sldMk cId="2847267374" sldId="2147480697"/>
            <ac:spMk id="5" creationId="{D3544FD9-4848-8762-C391-AE3761C12C72}"/>
          </ac:spMkLst>
        </pc:spChg>
        <pc:spChg chg="mod">
          <ac:chgData name="Nunes, Marta Rafaela" userId="64e258cc-da3c-4cb9-a36b-1ce753c6c460" providerId="ADAL" clId="{06DC152B-A079-46BC-83AB-2B49C1DAC4B7}" dt="2026-01-19T22:36:09.268" v="27449" actId="20577"/>
          <ac:spMkLst>
            <pc:docMk/>
            <pc:sldMk cId="2847267374" sldId="2147480697"/>
            <ac:spMk id="8" creationId="{05F909C2-2C30-0239-6620-2FCA96FE3F75}"/>
          </ac:spMkLst>
        </pc:spChg>
        <pc:spChg chg="mod">
          <ac:chgData name="Nunes, Marta Rafaela" userId="64e258cc-da3c-4cb9-a36b-1ce753c6c460" providerId="ADAL" clId="{06DC152B-A079-46BC-83AB-2B49C1DAC4B7}" dt="2026-01-19T22:36:56.930" v="27466" actId="113"/>
          <ac:spMkLst>
            <pc:docMk/>
            <pc:sldMk cId="2847267374" sldId="2147480697"/>
            <ac:spMk id="37" creationId="{02260D4A-58BA-893D-0305-E4F39AEB8EF6}"/>
          </ac:spMkLst>
        </pc:spChg>
        <pc:spChg chg="mod">
          <ac:chgData name="Nunes, Marta Rafaela" userId="64e258cc-da3c-4cb9-a36b-1ce753c6c460" providerId="ADAL" clId="{06DC152B-A079-46BC-83AB-2B49C1DAC4B7}" dt="2026-01-19T22:36:54.805" v="27465" actId="14100"/>
          <ac:spMkLst>
            <pc:docMk/>
            <pc:sldMk cId="2847267374" sldId="2147480697"/>
            <ac:spMk id="42" creationId="{7CD3B811-7FBE-032C-0FD7-40463EC2F872}"/>
          </ac:spMkLst>
        </pc:spChg>
      </pc:sldChg>
      <pc:sldChg chg="modSp add del mod">
        <pc:chgData name="Nunes, Marta Rafaela" userId="64e258cc-da3c-4cb9-a36b-1ce753c6c460" providerId="ADAL" clId="{06DC152B-A079-46BC-83AB-2B49C1DAC4B7}" dt="2026-01-20T11:52:17.165" v="31488" actId="47"/>
        <pc:sldMkLst>
          <pc:docMk/>
          <pc:sldMk cId="3968841437" sldId="2147480698"/>
        </pc:sldMkLst>
        <pc:spChg chg="mod">
          <ac:chgData name="Nunes, Marta Rafaela" userId="64e258cc-da3c-4cb9-a36b-1ce753c6c460" providerId="ADAL" clId="{06DC152B-A079-46BC-83AB-2B49C1DAC4B7}" dt="2026-01-19T22:37:13.841" v="27492" actId="20577"/>
          <ac:spMkLst>
            <pc:docMk/>
            <pc:sldMk cId="3968841437" sldId="2147480698"/>
            <ac:spMk id="3" creationId="{382152B7-376B-BC42-4019-55C65047118D}"/>
          </ac:spMkLst>
        </pc:spChg>
        <pc:spChg chg="mod">
          <ac:chgData name="Nunes, Marta Rafaela" userId="64e258cc-da3c-4cb9-a36b-1ce753c6c460" providerId="ADAL" clId="{06DC152B-A079-46BC-83AB-2B49C1DAC4B7}" dt="2026-01-19T22:37:44.051" v="27520" actId="20577"/>
          <ac:spMkLst>
            <pc:docMk/>
            <pc:sldMk cId="3968841437" sldId="2147480698"/>
            <ac:spMk id="5" creationId="{9570AD59-A148-09C1-EBC6-611545EFF8A0}"/>
          </ac:spMkLst>
        </pc:spChg>
        <pc:spChg chg="mod">
          <ac:chgData name="Nunes, Marta Rafaela" userId="64e258cc-da3c-4cb9-a36b-1ce753c6c460" providerId="ADAL" clId="{06DC152B-A079-46BC-83AB-2B49C1DAC4B7}" dt="2026-01-19T22:38:09.591" v="27529" actId="20577"/>
          <ac:spMkLst>
            <pc:docMk/>
            <pc:sldMk cId="3968841437" sldId="2147480698"/>
            <ac:spMk id="8" creationId="{57ABE9E6-3B73-B6A9-BD04-E5E1EE54A42D}"/>
          </ac:spMkLst>
        </pc:spChg>
        <pc:spChg chg="mod">
          <ac:chgData name="Nunes, Marta Rafaela" userId="64e258cc-da3c-4cb9-a36b-1ce753c6c460" providerId="ADAL" clId="{06DC152B-A079-46BC-83AB-2B49C1DAC4B7}" dt="2026-01-19T22:38:35.712" v="27537" actId="14100"/>
          <ac:spMkLst>
            <pc:docMk/>
            <pc:sldMk cId="3968841437" sldId="2147480698"/>
            <ac:spMk id="37" creationId="{35557003-7B5A-6BC8-39A6-71BCF3DF8D79}"/>
          </ac:spMkLst>
        </pc:spChg>
        <pc:spChg chg="mod">
          <ac:chgData name="Nunes, Marta Rafaela" userId="64e258cc-da3c-4cb9-a36b-1ce753c6c460" providerId="ADAL" clId="{06DC152B-A079-46BC-83AB-2B49C1DAC4B7}" dt="2026-01-19T22:38:38.010" v="27538" actId="14100"/>
          <ac:spMkLst>
            <pc:docMk/>
            <pc:sldMk cId="3968841437" sldId="2147480698"/>
            <ac:spMk id="42" creationId="{3372262E-0D84-E2DD-11B7-D66AAB8FBA5F}"/>
          </ac:spMkLst>
        </pc:spChg>
      </pc:sldChg>
      <pc:sldChg chg="modSp add del mod">
        <pc:chgData name="Nunes, Marta Rafaela" userId="64e258cc-da3c-4cb9-a36b-1ce753c6c460" providerId="ADAL" clId="{06DC152B-A079-46BC-83AB-2B49C1DAC4B7}" dt="2026-01-20T11:53:09.190" v="31532" actId="47"/>
        <pc:sldMkLst>
          <pc:docMk/>
          <pc:sldMk cId="3304571476" sldId="2147480699"/>
        </pc:sldMkLst>
        <pc:spChg chg="mod">
          <ac:chgData name="Nunes, Marta Rafaela" userId="64e258cc-da3c-4cb9-a36b-1ce753c6c460" providerId="ADAL" clId="{06DC152B-A079-46BC-83AB-2B49C1DAC4B7}" dt="2026-01-19T22:39:01.148" v="27569" actId="114"/>
          <ac:spMkLst>
            <pc:docMk/>
            <pc:sldMk cId="3304571476" sldId="2147480699"/>
            <ac:spMk id="3" creationId="{C2A0C9A2-700A-AC3B-EF53-9D3B84A3CC11}"/>
          </ac:spMkLst>
        </pc:spChg>
        <pc:spChg chg="mod">
          <ac:chgData name="Nunes, Marta Rafaela" userId="64e258cc-da3c-4cb9-a36b-1ce753c6c460" providerId="ADAL" clId="{06DC152B-A079-46BC-83AB-2B49C1DAC4B7}" dt="2026-01-19T22:40:04.676" v="27646" actId="20577"/>
          <ac:spMkLst>
            <pc:docMk/>
            <pc:sldMk cId="3304571476" sldId="2147480699"/>
            <ac:spMk id="8" creationId="{C76FA9A9-563E-9C99-EA7E-E48D17846FF5}"/>
          </ac:spMkLst>
        </pc:spChg>
        <pc:spChg chg="mod">
          <ac:chgData name="Nunes, Marta Rafaela" userId="64e258cc-da3c-4cb9-a36b-1ce753c6c460" providerId="ADAL" clId="{06DC152B-A079-46BC-83AB-2B49C1DAC4B7}" dt="2026-01-19T22:40:23.524" v="27654" actId="14100"/>
          <ac:spMkLst>
            <pc:docMk/>
            <pc:sldMk cId="3304571476" sldId="2147480699"/>
            <ac:spMk id="37" creationId="{CBCACAC2-5514-3D75-0C2A-9BFEF526A519}"/>
          </ac:spMkLst>
        </pc:spChg>
        <pc:spChg chg="mod">
          <ac:chgData name="Nunes, Marta Rafaela" userId="64e258cc-da3c-4cb9-a36b-1ce753c6c460" providerId="ADAL" clId="{06DC152B-A079-46BC-83AB-2B49C1DAC4B7}" dt="2026-01-19T22:40:28.591" v="27655" actId="14100"/>
          <ac:spMkLst>
            <pc:docMk/>
            <pc:sldMk cId="3304571476" sldId="2147480699"/>
            <ac:spMk id="42" creationId="{0CFD8A37-708A-8B8B-9771-E031708EEFDF}"/>
          </ac:spMkLst>
        </pc:spChg>
      </pc:sldChg>
      <pc:sldChg chg="addSp delSp modSp add del mod">
        <pc:chgData name="Nunes, Marta Rafaela" userId="64e258cc-da3c-4cb9-a36b-1ce753c6c460" providerId="ADAL" clId="{06DC152B-A079-46BC-83AB-2B49C1DAC4B7}" dt="2026-01-19T22:49:43.685" v="27758" actId="47"/>
        <pc:sldMkLst>
          <pc:docMk/>
          <pc:sldMk cId="2795132343" sldId="2147480700"/>
        </pc:sldMkLst>
        <pc:spChg chg="mod">
          <ac:chgData name="Nunes, Marta Rafaela" userId="64e258cc-da3c-4cb9-a36b-1ce753c6c460" providerId="ADAL" clId="{06DC152B-A079-46BC-83AB-2B49C1DAC4B7}" dt="2026-01-19T22:44:35.161" v="27734" actId="20577"/>
          <ac:spMkLst>
            <pc:docMk/>
            <pc:sldMk cId="2795132343" sldId="2147480700"/>
            <ac:spMk id="3" creationId="{0B942716-84D3-8352-B128-2019E67F1C65}"/>
          </ac:spMkLst>
        </pc:spChg>
        <pc:spChg chg="del">
          <ac:chgData name="Nunes, Marta Rafaela" userId="64e258cc-da3c-4cb9-a36b-1ce753c6c460" providerId="ADAL" clId="{06DC152B-A079-46BC-83AB-2B49C1DAC4B7}" dt="2026-01-19T22:45:27.001" v="27740" actId="478"/>
          <ac:spMkLst>
            <pc:docMk/>
            <pc:sldMk cId="2795132343" sldId="2147480700"/>
            <ac:spMk id="15" creationId="{2B96990E-5970-D01B-F330-6E639471DC7B}"/>
          </ac:spMkLst>
        </pc:spChg>
        <pc:spChg chg="del">
          <ac:chgData name="Nunes, Marta Rafaela" userId="64e258cc-da3c-4cb9-a36b-1ce753c6c460" providerId="ADAL" clId="{06DC152B-A079-46BC-83AB-2B49C1DAC4B7}" dt="2026-01-19T22:45:10.693" v="27738" actId="478"/>
          <ac:spMkLst>
            <pc:docMk/>
            <pc:sldMk cId="2795132343" sldId="2147480700"/>
            <ac:spMk id="17" creationId="{949DBEB1-3595-960F-FCFE-15C0B18BBE9D}"/>
          </ac:spMkLst>
        </pc:spChg>
        <pc:graphicFrameChg chg="add mod">
          <ac:chgData name="Nunes, Marta Rafaela" userId="64e258cc-da3c-4cb9-a36b-1ce753c6c460" providerId="ADAL" clId="{06DC152B-A079-46BC-83AB-2B49C1DAC4B7}" dt="2026-01-19T22:45:31.446" v="27741" actId="1076"/>
          <ac:graphicFrameMkLst>
            <pc:docMk/>
            <pc:sldMk cId="2795132343" sldId="2147480700"/>
            <ac:graphicFrameMk id="2" creationId="{9D8AC36C-F0A2-7E27-89C5-376CAC1E2F87}"/>
          </ac:graphicFrameMkLst>
        </pc:graphicFrameChg>
        <pc:graphicFrameChg chg="del">
          <ac:chgData name="Nunes, Marta Rafaela" userId="64e258cc-da3c-4cb9-a36b-1ce753c6c460" providerId="ADAL" clId="{06DC152B-A079-46BC-83AB-2B49C1DAC4B7}" dt="2026-01-19T22:45:05.343" v="27736" actId="478"/>
          <ac:graphicFrameMkLst>
            <pc:docMk/>
            <pc:sldMk cId="2795132343" sldId="2147480700"/>
            <ac:graphicFrameMk id="4" creationId="{586CEAD0-6FEC-FE60-7113-E64703B729E4}"/>
          </ac:graphicFrameMkLst>
        </pc:graphicFrameChg>
        <pc:graphicFrameChg chg="del">
          <ac:chgData name="Nunes, Marta Rafaela" userId="64e258cc-da3c-4cb9-a36b-1ce753c6c460" providerId="ADAL" clId="{06DC152B-A079-46BC-83AB-2B49C1DAC4B7}" dt="2026-01-19T22:45:07.933" v="27737" actId="478"/>
          <ac:graphicFrameMkLst>
            <pc:docMk/>
            <pc:sldMk cId="2795132343" sldId="2147480700"/>
            <ac:graphicFrameMk id="5" creationId="{0EB91D80-A913-FEBA-1D46-5E561684561E}"/>
          </ac:graphicFrameMkLst>
        </pc:graphicFrameChg>
        <pc:graphicFrameChg chg="del">
          <ac:chgData name="Nunes, Marta Rafaela" userId="64e258cc-da3c-4cb9-a36b-1ce753c6c460" providerId="ADAL" clId="{06DC152B-A079-46BC-83AB-2B49C1DAC4B7}" dt="2026-01-19T22:45:07.933" v="27737" actId="478"/>
          <ac:graphicFrameMkLst>
            <pc:docMk/>
            <pc:sldMk cId="2795132343" sldId="2147480700"/>
            <ac:graphicFrameMk id="6" creationId="{782365B9-7184-C85E-D58D-633D9A7491B6}"/>
          </ac:graphicFrameMkLst>
        </pc:graphicFrameChg>
        <pc:graphicFrameChg chg="add del mod">
          <ac:chgData name="Nunes, Marta Rafaela" userId="64e258cc-da3c-4cb9-a36b-1ce753c6c460" providerId="ADAL" clId="{06DC152B-A079-46BC-83AB-2B49C1DAC4B7}" dt="2026-01-19T22:46:07.744" v="27744" actId="478"/>
          <ac:graphicFrameMkLst>
            <pc:docMk/>
            <pc:sldMk cId="2795132343" sldId="2147480700"/>
            <ac:graphicFrameMk id="7" creationId="{A18DE590-1648-82A5-0E84-21D87364844F}"/>
          </ac:graphicFrameMkLst>
        </pc:graphicFrameChg>
        <pc:graphicFrameChg chg="add mod">
          <ac:chgData name="Nunes, Marta Rafaela" userId="64e258cc-da3c-4cb9-a36b-1ce753c6c460" providerId="ADAL" clId="{06DC152B-A079-46BC-83AB-2B49C1DAC4B7}" dt="2026-01-19T22:46:20.144" v="27746" actId="1076"/>
          <ac:graphicFrameMkLst>
            <pc:docMk/>
            <pc:sldMk cId="2795132343" sldId="2147480700"/>
            <ac:graphicFrameMk id="8" creationId="{C24C23A1-5E92-4D59-602A-4F0164B6C8E7}"/>
          </ac:graphicFrameMkLst>
        </pc:graphicFrameChg>
        <pc:cxnChg chg="del">
          <ac:chgData name="Nunes, Marta Rafaela" userId="64e258cc-da3c-4cb9-a36b-1ce753c6c460" providerId="ADAL" clId="{06DC152B-A079-46BC-83AB-2B49C1DAC4B7}" dt="2026-01-19T22:45:27.001" v="27740" actId="478"/>
          <ac:cxnSpMkLst>
            <pc:docMk/>
            <pc:sldMk cId="2795132343" sldId="2147480700"/>
            <ac:cxnSpMk id="14" creationId="{BE94CB47-05E1-CC79-156B-90F90A4B4C3A}"/>
          </ac:cxnSpMkLst>
        </pc:cxnChg>
        <pc:cxnChg chg="del">
          <ac:chgData name="Nunes, Marta Rafaela" userId="64e258cc-da3c-4cb9-a36b-1ce753c6c460" providerId="ADAL" clId="{06DC152B-A079-46BC-83AB-2B49C1DAC4B7}" dt="2026-01-19T22:45:10.693" v="27738" actId="478"/>
          <ac:cxnSpMkLst>
            <pc:docMk/>
            <pc:sldMk cId="2795132343" sldId="2147480700"/>
            <ac:cxnSpMk id="16" creationId="{937A296B-B7E7-F6CB-3DC1-0986EF099457}"/>
          </ac:cxnSpMkLst>
        </pc:cxnChg>
      </pc:sldChg>
      <pc:sldChg chg="addSp delSp modSp add mod">
        <pc:chgData name="Nunes, Marta Rafaela" userId="64e258cc-da3c-4cb9-a36b-1ce753c6c460" providerId="ADAL" clId="{06DC152B-A079-46BC-83AB-2B49C1DAC4B7}" dt="2026-01-20T13:07:29.566" v="34139" actId="20577"/>
        <pc:sldMkLst>
          <pc:docMk/>
          <pc:sldMk cId="3653993616" sldId="2147480701"/>
        </pc:sldMkLst>
        <pc:spChg chg="mod">
          <ac:chgData name="Nunes, Marta Rafaela" userId="64e258cc-da3c-4cb9-a36b-1ce753c6c460" providerId="ADAL" clId="{06DC152B-A079-46BC-83AB-2B49C1DAC4B7}" dt="2026-01-20T12:28:18.312" v="33225" actId="20577"/>
          <ac:spMkLst>
            <pc:docMk/>
            <pc:sldMk cId="3653993616" sldId="2147480701"/>
            <ac:spMk id="3" creationId="{C7C3A879-7E3B-A464-9E07-7ACC333987E5}"/>
          </ac:spMkLst>
        </pc:spChg>
        <pc:spChg chg="mod">
          <ac:chgData name="Nunes, Marta Rafaela" userId="64e258cc-da3c-4cb9-a36b-1ce753c6c460" providerId="ADAL" clId="{06DC152B-A079-46BC-83AB-2B49C1DAC4B7}" dt="2026-01-20T12:11:07.423" v="32537"/>
          <ac:spMkLst>
            <pc:docMk/>
            <pc:sldMk cId="3653993616" sldId="2147480701"/>
            <ac:spMk id="7" creationId="{50765BBB-F4F8-5664-8837-9CBECE0B64EB}"/>
          </ac:spMkLst>
        </pc:spChg>
        <pc:spChg chg="add mod">
          <ac:chgData name="Nunes, Marta Rafaela" userId="64e258cc-da3c-4cb9-a36b-1ce753c6c460" providerId="ADAL" clId="{06DC152B-A079-46BC-83AB-2B49C1DAC4B7}" dt="2026-01-20T12:29:30.066" v="33340" actId="552"/>
          <ac:spMkLst>
            <pc:docMk/>
            <pc:sldMk cId="3653993616" sldId="2147480701"/>
            <ac:spMk id="9" creationId="{5360D603-40D8-9F00-3405-A90EF0575B74}"/>
          </ac:spMkLst>
        </pc:spChg>
        <pc:spChg chg="add mod">
          <ac:chgData name="Nunes, Marta Rafaela" userId="64e258cc-da3c-4cb9-a36b-1ce753c6c460" providerId="ADAL" clId="{06DC152B-A079-46BC-83AB-2B49C1DAC4B7}" dt="2026-01-20T12:29:32.762" v="33348" actId="20577"/>
          <ac:spMkLst>
            <pc:docMk/>
            <pc:sldMk cId="3653993616" sldId="2147480701"/>
            <ac:spMk id="10" creationId="{C23904ED-5336-7818-82C5-42F1913D8E67}"/>
          </ac:spMkLst>
        </pc:spChg>
        <pc:spChg chg="del">
          <ac:chgData name="Nunes, Marta Rafaela" userId="64e258cc-da3c-4cb9-a36b-1ce753c6c460" providerId="ADAL" clId="{06DC152B-A079-46BC-83AB-2B49C1DAC4B7}" dt="2026-01-20T12:11:11.609" v="32539" actId="478"/>
          <ac:spMkLst>
            <pc:docMk/>
            <pc:sldMk cId="3653993616" sldId="2147480701"/>
            <ac:spMk id="11" creationId="{8C932E8E-5E7E-60B4-2EF8-55611F9F377B}"/>
          </ac:spMkLst>
        </pc:spChg>
        <pc:spChg chg="add mod">
          <ac:chgData name="Nunes, Marta Rafaela" userId="64e258cc-da3c-4cb9-a36b-1ce753c6c460" providerId="ADAL" clId="{06DC152B-A079-46BC-83AB-2B49C1DAC4B7}" dt="2026-01-20T13:03:27.532" v="34105"/>
          <ac:spMkLst>
            <pc:docMk/>
            <pc:sldMk cId="3653993616" sldId="2147480701"/>
            <ac:spMk id="12" creationId="{CD34B59E-5060-9197-CCB7-D030251F7E17}"/>
          </ac:spMkLst>
        </pc:spChg>
        <pc:spChg chg="mod">
          <ac:chgData name="Nunes, Marta Rafaela" userId="64e258cc-da3c-4cb9-a36b-1ce753c6c460" providerId="ADAL" clId="{06DC152B-A079-46BC-83AB-2B49C1DAC4B7}" dt="2026-01-20T12:24:35.129" v="33212" actId="255"/>
          <ac:spMkLst>
            <pc:docMk/>
            <pc:sldMk cId="3653993616" sldId="2147480701"/>
            <ac:spMk id="33" creationId="{3E301FDF-C1EB-19CE-99C0-E6B45C3BBE48}"/>
          </ac:spMkLst>
        </pc:spChg>
        <pc:grpChg chg="add mod ord">
          <ac:chgData name="Nunes, Marta Rafaela" userId="64e258cc-da3c-4cb9-a36b-1ce753c6c460" providerId="ADAL" clId="{06DC152B-A079-46BC-83AB-2B49C1DAC4B7}" dt="2026-01-20T12:11:09.917" v="32538" actId="167"/>
          <ac:grpSpMkLst>
            <pc:docMk/>
            <pc:sldMk cId="3653993616" sldId="2147480701"/>
            <ac:grpSpMk id="5" creationId="{D194110D-A747-F56E-7A12-CA37E0B5D3B6}"/>
          </ac:grpSpMkLst>
        </pc:grpChg>
        <pc:graphicFrameChg chg="add del mod ord modGraphic">
          <ac:chgData name="Nunes, Marta Rafaela" userId="64e258cc-da3c-4cb9-a36b-1ce753c6c460" providerId="ADAL" clId="{06DC152B-A079-46BC-83AB-2B49C1DAC4B7}" dt="2026-01-20T13:07:29.566" v="34139" actId="20577"/>
          <ac:graphicFrameMkLst>
            <pc:docMk/>
            <pc:sldMk cId="3653993616" sldId="2147480701"/>
            <ac:graphicFrameMk id="2" creationId="{5608606F-08B8-0D3D-93B8-191EC8754464}"/>
          </ac:graphicFrameMkLst>
        </pc:graphicFrameChg>
        <pc:graphicFrameChg chg="add mod modGraphic">
          <ac:chgData name="Nunes, Marta Rafaela" userId="64e258cc-da3c-4cb9-a36b-1ce753c6c460" providerId="ADAL" clId="{06DC152B-A079-46BC-83AB-2B49C1DAC4B7}" dt="2026-01-20T13:05:34.492" v="34123"/>
          <ac:graphicFrameMkLst>
            <pc:docMk/>
            <pc:sldMk cId="3653993616" sldId="2147480701"/>
            <ac:graphicFrameMk id="4" creationId="{B75C1B47-083A-E4AF-2945-1E68CB6A8D6E}"/>
          </ac:graphicFrameMkLst>
        </pc:graphicFrameChg>
        <pc:graphicFrameChg chg="add del mod">
          <ac:chgData name="Nunes, Marta Rafaela" userId="64e258cc-da3c-4cb9-a36b-1ce753c6c460" providerId="ADAL" clId="{06DC152B-A079-46BC-83AB-2B49C1DAC4B7}" dt="2026-01-20T12:11:36.610" v="32579" actId="478"/>
          <ac:graphicFrameMkLst>
            <pc:docMk/>
            <pc:sldMk cId="3653993616" sldId="2147480701"/>
            <ac:graphicFrameMk id="8" creationId="{95DC7C0B-09DD-18E2-43B9-2F8847CDA8AD}"/>
          </ac:graphicFrameMkLst>
        </pc:graphicFrameChg>
        <pc:graphicFrameChg chg="del mod">
          <ac:chgData name="Nunes, Marta Rafaela" userId="64e258cc-da3c-4cb9-a36b-1ce753c6c460" providerId="ADAL" clId="{06DC152B-A079-46BC-83AB-2B49C1DAC4B7}" dt="2026-01-19T22:46:35.023" v="27752" actId="478"/>
          <ac:graphicFrameMkLst>
            <pc:docMk/>
            <pc:sldMk cId="3653993616" sldId="2147480701"/>
            <ac:graphicFrameMk id="8" creationId="{D7D7F8E6-0D9B-E033-9D1B-D31F32E1D953}"/>
          </ac:graphicFrameMkLst>
        </pc:graphicFrameChg>
        <pc:cxnChg chg="mod">
          <ac:chgData name="Nunes, Marta Rafaela" userId="64e258cc-da3c-4cb9-a36b-1ce753c6c460" providerId="ADAL" clId="{06DC152B-A079-46BC-83AB-2B49C1DAC4B7}" dt="2026-01-20T12:11:07.423" v="32537"/>
          <ac:cxnSpMkLst>
            <pc:docMk/>
            <pc:sldMk cId="3653993616" sldId="2147480701"/>
            <ac:cxnSpMk id="6" creationId="{930789A9-9055-273A-F4EA-020050E1D3C4}"/>
          </ac:cxnSpMkLst>
        </pc:cxnChg>
        <pc:cxnChg chg="del">
          <ac:chgData name="Nunes, Marta Rafaela" userId="64e258cc-da3c-4cb9-a36b-1ce753c6c460" providerId="ADAL" clId="{06DC152B-A079-46BC-83AB-2B49C1DAC4B7}" dt="2026-01-20T12:11:14.026" v="32540" actId="478"/>
          <ac:cxnSpMkLst>
            <pc:docMk/>
            <pc:sldMk cId="3653993616" sldId="2147480701"/>
            <ac:cxnSpMk id="13" creationId="{3E605640-455E-4282-235F-9779E917B6C2}"/>
          </ac:cxnSpMkLst>
        </pc:cxnChg>
      </pc:sldChg>
      <pc:sldChg chg="addSp delSp modSp add del mod">
        <pc:chgData name="Nunes, Marta Rafaela" userId="64e258cc-da3c-4cb9-a36b-1ce753c6c460" providerId="ADAL" clId="{06DC152B-A079-46BC-83AB-2B49C1DAC4B7}" dt="2026-01-20T09:54:03.565" v="28492" actId="47"/>
        <pc:sldMkLst>
          <pc:docMk/>
          <pc:sldMk cId="552045348" sldId="2147480702"/>
        </pc:sldMkLst>
        <pc:spChg chg="add mod ord">
          <ac:chgData name="Nunes, Marta Rafaela" userId="64e258cc-da3c-4cb9-a36b-1ce753c6c460" providerId="ADAL" clId="{06DC152B-A079-46BC-83AB-2B49C1DAC4B7}" dt="2026-01-20T09:50:34.817" v="28367" actId="14861"/>
          <ac:spMkLst>
            <pc:docMk/>
            <pc:sldMk cId="552045348" sldId="2147480702"/>
            <ac:spMk id="2" creationId="{4CD26314-209D-4BC5-9E00-BBC8AC828A7C}"/>
          </ac:spMkLst>
        </pc:spChg>
        <pc:spChg chg="add del mod">
          <ac:chgData name="Nunes, Marta Rafaela" userId="64e258cc-da3c-4cb9-a36b-1ce753c6c460" providerId="ADAL" clId="{06DC152B-A079-46BC-83AB-2B49C1DAC4B7}" dt="2026-01-20T09:08:14.362" v="27855" actId="478"/>
          <ac:spMkLst>
            <pc:docMk/>
            <pc:sldMk cId="552045348" sldId="2147480702"/>
            <ac:spMk id="3" creationId="{01CA7DD8-5CAC-E1F2-FB35-C6DC6C3B1FA7}"/>
          </ac:spMkLst>
        </pc:spChg>
        <pc:spChg chg="add mod">
          <ac:chgData name="Nunes, Marta Rafaela" userId="64e258cc-da3c-4cb9-a36b-1ce753c6c460" providerId="ADAL" clId="{06DC152B-A079-46BC-83AB-2B49C1DAC4B7}" dt="2026-01-20T09:50:34.817" v="28367" actId="14861"/>
          <ac:spMkLst>
            <pc:docMk/>
            <pc:sldMk cId="552045348" sldId="2147480702"/>
            <ac:spMk id="4" creationId="{8B9C5E1E-3C82-0F05-7C2E-EBAD11720868}"/>
          </ac:spMkLst>
        </pc:spChg>
        <pc:spChg chg="add mod">
          <ac:chgData name="Nunes, Marta Rafaela" userId="64e258cc-da3c-4cb9-a36b-1ce753c6c460" providerId="ADAL" clId="{06DC152B-A079-46BC-83AB-2B49C1DAC4B7}" dt="2026-01-20T09:26:31.955" v="28362" actId="14100"/>
          <ac:spMkLst>
            <pc:docMk/>
            <pc:sldMk cId="552045348" sldId="2147480702"/>
            <ac:spMk id="5" creationId="{69C9D932-649C-1700-42E3-F4B29F3D1793}"/>
          </ac:spMkLst>
        </pc:spChg>
        <pc:spChg chg="add mod">
          <ac:chgData name="Nunes, Marta Rafaela" userId="64e258cc-da3c-4cb9-a36b-1ce753c6c460" providerId="ADAL" clId="{06DC152B-A079-46BC-83AB-2B49C1DAC4B7}" dt="2026-01-20T09:26:35.275" v="28363" actId="14100"/>
          <ac:spMkLst>
            <pc:docMk/>
            <pc:sldMk cId="552045348" sldId="2147480702"/>
            <ac:spMk id="6" creationId="{6CC5AC26-5805-B21E-0E38-B4A1E32222AA}"/>
          </ac:spMkLst>
        </pc:spChg>
        <pc:spChg chg="add mod">
          <ac:chgData name="Nunes, Marta Rafaela" userId="64e258cc-da3c-4cb9-a36b-1ce753c6c460" providerId="ADAL" clId="{06DC152B-A079-46BC-83AB-2B49C1DAC4B7}" dt="2026-01-20T09:26:37.986" v="28364" actId="14100"/>
          <ac:spMkLst>
            <pc:docMk/>
            <pc:sldMk cId="552045348" sldId="2147480702"/>
            <ac:spMk id="7" creationId="{AE3874D9-E2B7-638D-3FA2-FBD3E25FC821}"/>
          </ac:spMkLst>
        </pc:spChg>
        <pc:spChg chg="add mod">
          <ac:chgData name="Nunes, Marta Rafaela" userId="64e258cc-da3c-4cb9-a36b-1ce753c6c460" providerId="ADAL" clId="{06DC152B-A079-46BC-83AB-2B49C1DAC4B7}" dt="2026-01-20T09:26:31.955" v="28362" actId="14100"/>
          <ac:spMkLst>
            <pc:docMk/>
            <pc:sldMk cId="552045348" sldId="2147480702"/>
            <ac:spMk id="8" creationId="{91F7F6AD-FA9A-8351-B44E-EA90D018160B}"/>
          </ac:spMkLst>
        </pc:spChg>
        <pc:spChg chg="add mod">
          <ac:chgData name="Nunes, Marta Rafaela" userId="64e258cc-da3c-4cb9-a36b-1ce753c6c460" providerId="ADAL" clId="{06DC152B-A079-46BC-83AB-2B49C1DAC4B7}" dt="2026-01-20T09:26:24.672" v="28343" actId="1038"/>
          <ac:spMkLst>
            <pc:docMk/>
            <pc:sldMk cId="552045348" sldId="2147480702"/>
            <ac:spMk id="9" creationId="{288819BC-7557-D1FE-A825-F456754EB2C5}"/>
          </ac:spMkLst>
        </pc:spChg>
        <pc:spChg chg="add mod">
          <ac:chgData name="Nunes, Marta Rafaela" userId="64e258cc-da3c-4cb9-a36b-1ce753c6c460" providerId="ADAL" clId="{06DC152B-A079-46BC-83AB-2B49C1DAC4B7}" dt="2026-01-20T09:24:05.784" v="28294" actId="552"/>
          <ac:spMkLst>
            <pc:docMk/>
            <pc:sldMk cId="552045348" sldId="2147480702"/>
            <ac:spMk id="10" creationId="{DF016A77-742D-BCF1-8DE4-112725DEAB6A}"/>
          </ac:spMkLst>
        </pc:spChg>
        <pc:spChg chg="add del mod ord">
          <ac:chgData name="Nunes, Marta Rafaela" userId="64e258cc-da3c-4cb9-a36b-1ce753c6c460" providerId="ADAL" clId="{06DC152B-A079-46BC-83AB-2B49C1DAC4B7}" dt="2026-01-20T09:22:36.631" v="28222" actId="478"/>
          <ac:spMkLst>
            <pc:docMk/>
            <pc:sldMk cId="552045348" sldId="2147480702"/>
            <ac:spMk id="11" creationId="{5F79F6F0-5F2E-1E7E-4BB6-FDA319732E5E}"/>
          </ac:spMkLst>
        </pc:spChg>
        <pc:spChg chg="add mod">
          <ac:chgData name="Nunes, Marta Rafaela" userId="64e258cc-da3c-4cb9-a36b-1ce753c6c460" providerId="ADAL" clId="{06DC152B-A079-46BC-83AB-2B49C1DAC4B7}" dt="2026-01-20T09:24:05.784" v="28294" actId="552"/>
          <ac:spMkLst>
            <pc:docMk/>
            <pc:sldMk cId="552045348" sldId="2147480702"/>
            <ac:spMk id="12" creationId="{D79A61B8-87BF-B1E6-8418-849DA9512386}"/>
          </ac:spMkLst>
        </pc:spChg>
        <pc:spChg chg="add mod">
          <ac:chgData name="Nunes, Marta Rafaela" userId="64e258cc-da3c-4cb9-a36b-1ce753c6c460" providerId="ADAL" clId="{06DC152B-A079-46BC-83AB-2B49C1DAC4B7}" dt="2026-01-20T09:26:24.672" v="28343" actId="1038"/>
          <ac:spMkLst>
            <pc:docMk/>
            <pc:sldMk cId="552045348" sldId="2147480702"/>
            <ac:spMk id="13" creationId="{417C8A75-49DF-BA35-93D9-6A7E0C1619FA}"/>
          </ac:spMkLst>
        </pc:spChg>
        <pc:spChg chg="add del mod ord">
          <ac:chgData name="Nunes, Marta Rafaela" userId="64e258cc-da3c-4cb9-a36b-1ce753c6c460" providerId="ADAL" clId="{06DC152B-A079-46BC-83AB-2B49C1DAC4B7}" dt="2026-01-20T09:22:37.810" v="28223" actId="478"/>
          <ac:spMkLst>
            <pc:docMk/>
            <pc:sldMk cId="552045348" sldId="2147480702"/>
            <ac:spMk id="14" creationId="{A155653F-623B-2CBE-E7CB-DD500F030DE5}"/>
          </ac:spMkLst>
        </pc:spChg>
        <pc:spChg chg="add mod ord">
          <ac:chgData name="Nunes, Marta Rafaela" userId="64e258cc-da3c-4cb9-a36b-1ce753c6c460" providerId="ADAL" clId="{06DC152B-A079-46BC-83AB-2B49C1DAC4B7}" dt="2026-01-20T09:26:44.355" v="28365" actId="14100"/>
          <ac:spMkLst>
            <pc:docMk/>
            <pc:sldMk cId="552045348" sldId="2147480702"/>
            <ac:spMk id="15" creationId="{6B4FE6B1-51A8-6D1C-7BD5-29E6CD4C9A53}"/>
          </ac:spMkLst>
        </pc:spChg>
        <pc:spChg chg="add mod ord">
          <ac:chgData name="Nunes, Marta Rafaela" userId="64e258cc-da3c-4cb9-a36b-1ce753c6c460" providerId="ADAL" clId="{06DC152B-A079-46BC-83AB-2B49C1DAC4B7}" dt="2026-01-20T09:26:17.817" v="28325" actId="14100"/>
          <ac:spMkLst>
            <pc:docMk/>
            <pc:sldMk cId="552045348" sldId="2147480702"/>
            <ac:spMk id="16" creationId="{9AC7992F-BA31-EF0F-7182-96C7D1110B11}"/>
          </ac:spMkLst>
        </pc:spChg>
        <pc:spChg chg="del mod">
          <ac:chgData name="Nunes, Marta Rafaela" userId="64e258cc-da3c-4cb9-a36b-1ce753c6c460" providerId="ADAL" clId="{06DC152B-A079-46BC-83AB-2B49C1DAC4B7}" dt="2026-01-20T09:08:43.034" v="27860" actId="478"/>
          <ac:spMkLst>
            <pc:docMk/>
            <pc:sldMk cId="552045348" sldId="2147480702"/>
            <ac:spMk id="25" creationId="{B0C2CA63-CDB8-52AE-22DC-FA0D10B905E6}"/>
          </ac:spMkLst>
        </pc:spChg>
        <pc:spChg chg="mod">
          <ac:chgData name="Nunes, Marta Rafaela" userId="64e258cc-da3c-4cb9-a36b-1ce753c6c460" providerId="ADAL" clId="{06DC152B-A079-46BC-83AB-2B49C1DAC4B7}" dt="2026-01-20T09:25:53.056" v="28323" actId="113"/>
          <ac:spMkLst>
            <pc:docMk/>
            <pc:sldMk cId="552045348" sldId="2147480702"/>
            <ac:spMk id="26" creationId="{B675A565-AAAC-E216-0BC7-0E131BBFA1A3}"/>
          </ac:spMkLst>
        </pc:spChg>
        <pc:spChg chg="del mod ord">
          <ac:chgData name="Nunes, Marta Rafaela" userId="64e258cc-da3c-4cb9-a36b-1ce753c6c460" providerId="ADAL" clId="{06DC152B-A079-46BC-83AB-2B49C1DAC4B7}" dt="2026-01-20T09:18:53.895" v="28102" actId="478"/>
          <ac:spMkLst>
            <pc:docMk/>
            <pc:sldMk cId="552045348" sldId="2147480702"/>
            <ac:spMk id="27" creationId="{6333C592-9FC2-7560-C9B6-6932DE6A2C55}"/>
          </ac:spMkLst>
        </pc:spChg>
        <pc:spChg chg="mod">
          <ac:chgData name="Nunes, Marta Rafaela" userId="64e258cc-da3c-4cb9-a36b-1ce753c6c460" providerId="ADAL" clId="{06DC152B-A079-46BC-83AB-2B49C1DAC4B7}" dt="2026-01-20T09:02:58.269" v="27776" actId="20577"/>
          <ac:spMkLst>
            <pc:docMk/>
            <pc:sldMk cId="552045348" sldId="2147480702"/>
            <ac:spMk id="37" creationId="{F66BD260-9301-601B-C9BE-2022EF8914DE}"/>
          </ac:spMkLst>
        </pc:spChg>
        <pc:spChg chg="mod">
          <ac:chgData name="Nunes, Marta Rafaela" userId="64e258cc-da3c-4cb9-a36b-1ce753c6c460" providerId="ADAL" clId="{06DC152B-A079-46BC-83AB-2B49C1DAC4B7}" dt="2026-01-20T09:03:05.047" v="27803" actId="20577"/>
          <ac:spMkLst>
            <pc:docMk/>
            <pc:sldMk cId="552045348" sldId="2147480702"/>
            <ac:spMk id="47" creationId="{66AAD26B-0D81-FD5F-A2BA-48970C2CB1B6}"/>
          </ac:spMkLst>
        </pc:spChg>
        <pc:spChg chg="del">
          <ac:chgData name="Nunes, Marta Rafaela" userId="64e258cc-da3c-4cb9-a36b-1ce753c6c460" providerId="ADAL" clId="{06DC152B-A079-46BC-83AB-2B49C1DAC4B7}" dt="2026-01-20T09:06:44.458" v="27810" actId="478"/>
          <ac:spMkLst>
            <pc:docMk/>
            <pc:sldMk cId="552045348" sldId="2147480702"/>
            <ac:spMk id="48" creationId="{71FC6AE0-80D1-8064-53DB-72642A31AB1B}"/>
          </ac:spMkLst>
        </pc:spChg>
        <pc:graphicFrameChg chg="del">
          <ac:chgData name="Nunes, Marta Rafaela" userId="64e258cc-da3c-4cb9-a36b-1ce753c6c460" providerId="ADAL" clId="{06DC152B-A079-46BC-83AB-2B49C1DAC4B7}" dt="2026-01-20T09:06:41.987" v="27809" actId="478"/>
          <ac:graphicFrameMkLst>
            <pc:docMk/>
            <pc:sldMk cId="552045348" sldId="2147480702"/>
            <ac:graphicFrameMk id="23" creationId="{E192B4D8-7C36-9B06-D8B9-53EEBCE2FDED}"/>
          </ac:graphicFrameMkLst>
        </pc:graphicFrameChg>
        <pc:graphicFrameChg chg="del">
          <ac:chgData name="Nunes, Marta Rafaela" userId="64e258cc-da3c-4cb9-a36b-1ce753c6c460" providerId="ADAL" clId="{06DC152B-A079-46BC-83AB-2B49C1DAC4B7}" dt="2026-01-20T09:06:41.987" v="27809" actId="478"/>
          <ac:graphicFrameMkLst>
            <pc:docMk/>
            <pc:sldMk cId="552045348" sldId="2147480702"/>
            <ac:graphicFrameMk id="24" creationId="{0B25E93A-5064-52EC-7095-C0B054B7E54D}"/>
          </ac:graphicFrameMkLst>
        </pc:graphicFrameChg>
      </pc:sldChg>
      <pc:sldChg chg="addSp delSp modSp add mod">
        <pc:chgData name="Nunes, Marta Rafaela" userId="64e258cc-da3c-4cb9-a36b-1ce753c6c460" providerId="ADAL" clId="{06DC152B-A079-46BC-83AB-2B49C1DAC4B7}" dt="2026-01-20T10:07:22.557" v="28789" actId="20577"/>
        <pc:sldMkLst>
          <pc:docMk/>
          <pc:sldMk cId="3678322325" sldId="2147480703"/>
        </pc:sldMkLst>
        <pc:spChg chg="del">
          <ac:chgData name="Nunes, Marta Rafaela" userId="64e258cc-da3c-4cb9-a36b-1ce753c6c460" providerId="ADAL" clId="{06DC152B-A079-46BC-83AB-2B49C1DAC4B7}" dt="2026-01-20T09:51:04.954" v="28369" actId="478"/>
          <ac:spMkLst>
            <pc:docMk/>
            <pc:sldMk cId="3678322325" sldId="2147480703"/>
            <ac:spMk id="2" creationId="{4A4DB133-DB20-1DA4-AA99-6AA996E78FE5}"/>
          </ac:spMkLst>
        </pc:spChg>
        <pc:spChg chg="del">
          <ac:chgData name="Nunes, Marta Rafaela" userId="64e258cc-da3c-4cb9-a36b-1ce753c6c460" providerId="ADAL" clId="{06DC152B-A079-46BC-83AB-2B49C1DAC4B7}" dt="2026-01-20T09:51:06.649" v="28371" actId="478"/>
          <ac:spMkLst>
            <pc:docMk/>
            <pc:sldMk cId="3678322325" sldId="2147480703"/>
            <ac:spMk id="4" creationId="{AF794E2D-070B-9ABC-38C5-2D1EC9CBAF3B}"/>
          </ac:spMkLst>
        </pc:spChg>
        <pc:spChg chg="mod">
          <ac:chgData name="Nunes, Marta Rafaela" userId="64e258cc-da3c-4cb9-a36b-1ce753c6c460" providerId="ADAL" clId="{06DC152B-A079-46BC-83AB-2B49C1DAC4B7}" dt="2026-01-20T10:07:02.261" v="28781" actId="20577"/>
          <ac:spMkLst>
            <pc:docMk/>
            <pc:sldMk cId="3678322325" sldId="2147480703"/>
            <ac:spMk id="5" creationId="{872F9EB5-D2A4-0DF7-2527-EF66989F2C7D}"/>
          </ac:spMkLst>
        </pc:spChg>
        <pc:spChg chg="del">
          <ac:chgData name="Nunes, Marta Rafaela" userId="64e258cc-da3c-4cb9-a36b-1ce753c6c460" providerId="ADAL" clId="{06DC152B-A079-46BC-83AB-2B49C1DAC4B7}" dt="2026-01-20T09:51:45.507" v="28426" actId="478"/>
          <ac:spMkLst>
            <pc:docMk/>
            <pc:sldMk cId="3678322325" sldId="2147480703"/>
            <ac:spMk id="6" creationId="{A8A938AF-07D4-07B0-1655-5073FA8CC603}"/>
          </ac:spMkLst>
        </pc:spChg>
        <pc:spChg chg="mod">
          <ac:chgData name="Nunes, Marta Rafaela" userId="64e258cc-da3c-4cb9-a36b-1ce753c6c460" providerId="ADAL" clId="{06DC152B-A079-46BC-83AB-2B49C1DAC4B7}" dt="2026-01-20T10:07:22.557" v="28789" actId="20577"/>
          <ac:spMkLst>
            <pc:docMk/>
            <pc:sldMk cId="3678322325" sldId="2147480703"/>
            <ac:spMk id="7" creationId="{95D1F154-23CA-A068-BD81-7C8CF6F4963C}"/>
          </ac:spMkLst>
        </pc:spChg>
        <pc:spChg chg="del mod">
          <ac:chgData name="Nunes, Marta Rafaela" userId="64e258cc-da3c-4cb9-a36b-1ce753c6c460" providerId="ADAL" clId="{06DC152B-A079-46BC-83AB-2B49C1DAC4B7}" dt="2026-01-20T09:52:33.345" v="28484" actId="478"/>
          <ac:spMkLst>
            <pc:docMk/>
            <pc:sldMk cId="3678322325" sldId="2147480703"/>
            <ac:spMk id="8" creationId="{167FFD3A-2D4E-D7EB-9615-90BF97C8C64E}"/>
          </ac:spMkLst>
        </pc:spChg>
        <pc:spChg chg="del">
          <ac:chgData name="Nunes, Marta Rafaela" userId="64e258cc-da3c-4cb9-a36b-1ce753c6c460" providerId="ADAL" clId="{06DC152B-A079-46BC-83AB-2B49C1DAC4B7}" dt="2026-01-20T09:51:11.063" v="28373" actId="478"/>
          <ac:spMkLst>
            <pc:docMk/>
            <pc:sldMk cId="3678322325" sldId="2147480703"/>
            <ac:spMk id="9" creationId="{38EA0F8F-0874-7BC9-E9FE-D849B22A2118}"/>
          </ac:spMkLst>
        </pc:spChg>
        <pc:spChg chg="del mod">
          <ac:chgData name="Nunes, Marta Rafaela" userId="64e258cc-da3c-4cb9-a36b-1ce753c6c460" providerId="ADAL" clId="{06DC152B-A079-46BC-83AB-2B49C1DAC4B7}" dt="2026-01-20T09:52:29.573" v="28481" actId="478"/>
          <ac:spMkLst>
            <pc:docMk/>
            <pc:sldMk cId="3678322325" sldId="2147480703"/>
            <ac:spMk id="10" creationId="{D7F4235F-4214-F2C0-1DB0-E3056560100F}"/>
          </ac:spMkLst>
        </pc:spChg>
        <pc:spChg chg="del">
          <ac:chgData name="Nunes, Marta Rafaela" userId="64e258cc-da3c-4cb9-a36b-1ce753c6c460" providerId="ADAL" clId="{06DC152B-A079-46BC-83AB-2B49C1DAC4B7}" dt="2026-01-20T09:51:45.507" v="28426" actId="478"/>
          <ac:spMkLst>
            <pc:docMk/>
            <pc:sldMk cId="3678322325" sldId="2147480703"/>
            <ac:spMk id="12" creationId="{7E993855-2B9D-3852-EA6D-901C538FE6EE}"/>
          </ac:spMkLst>
        </pc:spChg>
        <pc:spChg chg="del">
          <ac:chgData name="Nunes, Marta Rafaela" userId="64e258cc-da3c-4cb9-a36b-1ce753c6c460" providerId="ADAL" clId="{06DC152B-A079-46BC-83AB-2B49C1DAC4B7}" dt="2026-01-20T09:52:31.648" v="28482" actId="478"/>
          <ac:spMkLst>
            <pc:docMk/>
            <pc:sldMk cId="3678322325" sldId="2147480703"/>
            <ac:spMk id="13" creationId="{C90A2745-D4C7-502C-B5B5-527E46D0430B}"/>
          </ac:spMkLst>
        </pc:spChg>
        <pc:spChg chg="del">
          <ac:chgData name="Nunes, Marta Rafaela" userId="64e258cc-da3c-4cb9-a36b-1ce753c6c460" providerId="ADAL" clId="{06DC152B-A079-46BC-83AB-2B49C1DAC4B7}" dt="2026-01-20T09:51:05.914" v="28370" actId="478"/>
          <ac:spMkLst>
            <pc:docMk/>
            <pc:sldMk cId="3678322325" sldId="2147480703"/>
            <ac:spMk id="15" creationId="{217F1640-3B2C-8879-7207-432BB6D05531}"/>
          </ac:spMkLst>
        </pc:spChg>
        <pc:spChg chg="del">
          <ac:chgData name="Nunes, Marta Rafaela" userId="64e258cc-da3c-4cb9-a36b-1ce753c6c460" providerId="ADAL" clId="{06DC152B-A079-46BC-83AB-2B49C1DAC4B7}" dt="2026-01-20T09:51:08.249" v="28372" actId="478"/>
          <ac:spMkLst>
            <pc:docMk/>
            <pc:sldMk cId="3678322325" sldId="2147480703"/>
            <ac:spMk id="16" creationId="{7A0E7785-A21D-3871-0B4D-83A2B7AD5A5E}"/>
          </ac:spMkLst>
        </pc:spChg>
        <pc:spChg chg="mod">
          <ac:chgData name="Nunes, Marta Rafaela" userId="64e258cc-da3c-4cb9-a36b-1ce753c6c460" providerId="ADAL" clId="{06DC152B-A079-46BC-83AB-2B49C1DAC4B7}" dt="2026-01-20T10:00:00.908" v="28568"/>
          <ac:spMkLst>
            <pc:docMk/>
            <pc:sldMk cId="3678322325" sldId="2147480703"/>
            <ac:spMk id="22" creationId="{B5D34210-0B6C-2018-F950-BAAA7E98C034}"/>
          </ac:spMkLst>
        </pc:spChg>
        <pc:spChg chg="mod">
          <ac:chgData name="Nunes, Marta Rafaela" userId="64e258cc-da3c-4cb9-a36b-1ce753c6c460" providerId="ADAL" clId="{06DC152B-A079-46BC-83AB-2B49C1DAC4B7}" dt="2026-01-20T10:00:00.908" v="28568"/>
          <ac:spMkLst>
            <pc:docMk/>
            <pc:sldMk cId="3678322325" sldId="2147480703"/>
            <ac:spMk id="23" creationId="{CC0199BB-CA46-7A74-A96D-C32EDF86AEA0}"/>
          </ac:spMkLst>
        </pc:spChg>
        <pc:spChg chg="add mod">
          <ac:chgData name="Nunes, Marta Rafaela" userId="64e258cc-da3c-4cb9-a36b-1ce753c6c460" providerId="ADAL" clId="{06DC152B-A079-46BC-83AB-2B49C1DAC4B7}" dt="2026-01-20T10:00:16.366" v="28570"/>
          <ac:spMkLst>
            <pc:docMk/>
            <pc:sldMk cId="3678322325" sldId="2147480703"/>
            <ac:spMk id="24" creationId="{2C79FD81-0FC4-715E-4285-A94C5842E631}"/>
          </ac:spMkLst>
        </pc:spChg>
        <pc:spChg chg="add mod">
          <ac:chgData name="Nunes, Marta Rafaela" userId="64e258cc-da3c-4cb9-a36b-1ce753c6c460" providerId="ADAL" clId="{06DC152B-A079-46BC-83AB-2B49C1DAC4B7}" dt="2026-01-20T10:06:28.276" v="28775" actId="1035"/>
          <ac:spMkLst>
            <pc:docMk/>
            <pc:sldMk cId="3678322325" sldId="2147480703"/>
            <ac:spMk id="25" creationId="{085DE8F0-2522-D4F3-C186-DA788900CBAE}"/>
          </ac:spMkLst>
        </pc:spChg>
        <pc:spChg chg="mod">
          <ac:chgData name="Nunes, Marta Rafaela" userId="64e258cc-da3c-4cb9-a36b-1ce753c6c460" providerId="ADAL" clId="{06DC152B-A079-46BC-83AB-2B49C1DAC4B7}" dt="2026-01-20T10:00:09.540" v="28569" actId="552"/>
          <ac:spMkLst>
            <pc:docMk/>
            <pc:sldMk cId="3678322325" sldId="2147480703"/>
            <ac:spMk id="26" creationId="{10E1FF07-80EA-D9A8-9D08-53C1DE4BD68A}"/>
          </ac:spMkLst>
        </pc:spChg>
        <pc:spChg chg="add del mod">
          <ac:chgData name="Nunes, Marta Rafaela" userId="64e258cc-da3c-4cb9-a36b-1ce753c6c460" providerId="ADAL" clId="{06DC152B-A079-46BC-83AB-2B49C1DAC4B7}" dt="2026-01-20T10:03:13.573" v="28645" actId="478"/>
          <ac:spMkLst>
            <pc:docMk/>
            <pc:sldMk cId="3678322325" sldId="2147480703"/>
            <ac:spMk id="27" creationId="{9C6BDC32-B155-920F-AE4E-049F328D1632}"/>
          </ac:spMkLst>
        </pc:spChg>
        <pc:spChg chg="add del mod">
          <ac:chgData name="Nunes, Marta Rafaela" userId="64e258cc-da3c-4cb9-a36b-1ce753c6c460" providerId="ADAL" clId="{06DC152B-A079-46BC-83AB-2B49C1DAC4B7}" dt="2026-01-20T10:03:42.599" v="28690" actId="478"/>
          <ac:spMkLst>
            <pc:docMk/>
            <pc:sldMk cId="3678322325" sldId="2147480703"/>
            <ac:spMk id="28" creationId="{32065ABF-5698-743B-8484-A6CF5DB7E004}"/>
          </ac:spMkLst>
        </pc:spChg>
        <pc:spChg chg="add del mod">
          <ac:chgData name="Nunes, Marta Rafaela" userId="64e258cc-da3c-4cb9-a36b-1ce753c6c460" providerId="ADAL" clId="{06DC152B-A079-46BC-83AB-2B49C1DAC4B7}" dt="2026-01-20T10:03:41.785" v="28689" actId="478"/>
          <ac:spMkLst>
            <pc:docMk/>
            <pc:sldMk cId="3678322325" sldId="2147480703"/>
            <ac:spMk id="29" creationId="{249905D7-2F8E-BEAA-5A0D-3982E3F54DA3}"/>
          </ac:spMkLst>
        </pc:spChg>
        <pc:spChg chg="add mod">
          <ac:chgData name="Nunes, Marta Rafaela" userId="64e258cc-da3c-4cb9-a36b-1ce753c6c460" providerId="ADAL" clId="{06DC152B-A079-46BC-83AB-2B49C1DAC4B7}" dt="2026-01-20T10:01:53.171" v="28616"/>
          <ac:spMkLst>
            <pc:docMk/>
            <pc:sldMk cId="3678322325" sldId="2147480703"/>
            <ac:spMk id="30" creationId="{281FE765-0C3F-FD05-050F-F558461F7BFB}"/>
          </ac:spMkLst>
        </pc:spChg>
        <pc:spChg chg="add mod">
          <ac:chgData name="Nunes, Marta Rafaela" userId="64e258cc-da3c-4cb9-a36b-1ce753c6c460" providerId="ADAL" clId="{06DC152B-A079-46BC-83AB-2B49C1DAC4B7}" dt="2026-01-20T10:06:28.276" v="28775" actId="1035"/>
          <ac:spMkLst>
            <pc:docMk/>
            <pc:sldMk cId="3678322325" sldId="2147480703"/>
            <ac:spMk id="31" creationId="{62DD7064-18A0-9D27-7D64-0835E015EEC4}"/>
          </ac:spMkLst>
        </pc:spChg>
        <pc:spChg chg="add mod">
          <ac:chgData name="Nunes, Marta Rafaela" userId="64e258cc-da3c-4cb9-a36b-1ce753c6c460" providerId="ADAL" clId="{06DC152B-A079-46BC-83AB-2B49C1DAC4B7}" dt="2026-01-20T10:05:39.613" v="28753" actId="1036"/>
          <ac:spMkLst>
            <pc:docMk/>
            <pc:sldMk cId="3678322325" sldId="2147480703"/>
            <ac:spMk id="32" creationId="{98408DCC-1070-E6E9-E749-AD1F4DE515AA}"/>
          </ac:spMkLst>
        </pc:spChg>
        <pc:spChg chg="add mod">
          <ac:chgData name="Nunes, Marta Rafaela" userId="64e258cc-da3c-4cb9-a36b-1ce753c6c460" providerId="ADAL" clId="{06DC152B-A079-46BC-83AB-2B49C1DAC4B7}" dt="2026-01-20T10:06:06.463" v="28757" actId="554"/>
          <ac:spMkLst>
            <pc:docMk/>
            <pc:sldMk cId="3678322325" sldId="2147480703"/>
            <ac:spMk id="33" creationId="{63F3C3B1-B9B7-17B1-EC16-8D3F2C56DBF6}"/>
          </ac:spMkLst>
        </pc:spChg>
        <pc:spChg chg="mod">
          <ac:chgData name="Nunes, Marta Rafaela" userId="64e258cc-da3c-4cb9-a36b-1ce753c6c460" providerId="ADAL" clId="{06DC152B-A079-46BC-83AB-2B49C1DAC4B7}" dt="2026-01-20T10:00:09.540" v="28569" actId="552"/>
          <ac:spMkLst>
            <pc:docMk/>
            <pc:sldMk cId="3678322325" sldId="2147480703"/>
            <ac:spMk id="37" creationId="{C06C23C8-BC69-8168-756C-3500BC41CF1F}"/>
          </ac:spMkLst>
        </pc:spChg>
        <pc:grpChg chg="add mod">
          <ac:chgData name="Nunes, Marta Rafaela" userId="64e258cc-da3c-4cb9-a36b-1ce753c6c460" providerId="ADAL" clId="{06DC152B-A079-46BC-83AB-2B49C1DAC4B7}" dt="2026-01-20T10:00:00.908" v="28568"/>
          <ac:grpSpMkLst>
            <pc:docMk/>
            <pc:sldMk cId="3678322325" sldId="2147480703"/>
            <ac:grpSpMk id="18" creationId="{57BD5FB5-29CF-5882-F3B3-674A4391BE31}"/>
          </ac:grpSpMkLst>
        </pc:grpChg>
        <pc:grpChg chg="mod">
          <ac:chgData name="Nunes, Marta Rafaela" userId="64e258cc-da3c-4cb9-a36b-1ce753c6c460" providerId="ADAL" clId="{06DC152B-A079-46BC-83AB-2B49C1DAC4B7}" dt="2026-01-20T10:00:00.908" v="28568"/>
          <ac:grpSpMkLst>
            <pc:docMk/>
            <pc:sldMk cId="3678322325" sldId="2147480703"/>
            <ac:grpSpMk id="20" creationId="{9ECDB4FD-B82C-3A9A-5EBB-3C89CA580601}"/>
          </ac:grpSpMkLst>
        </pc:grpChg>
        <pc:picChg chg="add mod">
          <ac:chgData name="Nunes, Marta Rafaela" userId="64e258cc-da3c-4cb9-a36b-1ce753c6c460" providerId="ADAL" clId="{06DC152B-A079-46BC-83AB-2B49C1DAC4B7}" dt="2026-01-20T09:53:17.331" v="28487"/>
          <ac:picMkLst>
            <pc:docMk/>
            <pc:sldMk cId="3678322325" sldId="2147480703"/>
            <ac:picMk id="3" creationId="{586B2DC3-803B-8CD3-6BFC-3F1D0CB5CAB2}"/>
          </ac:picMkLst>
        </pc:picChg>
        <pc:picChg chg="add mod">
          <ac:chgData name="Nunes, Marta Rafaela" userId="64e258cc-da3c-4cb9-a36b-1ce753c6c460" providerId="ADAL" clId="{06DC152B-A079-46BC-83AB-2B49C1DAC4B7}" dt="2026-01-20T09:53:17.331" v="28487"/>
          <ac:picMkLst>
            <pc:docMk/>
            <pc:sldMk cId="3678322325" sldId="2147480703"/>
            <ac:picMk id="11" creationId="{C23C1249-DDAA-9340-E4F6-0A31AEBB433A}"/>
          </ac:picMkLst>
        </pc:picChg>
        <pc:picChg chg="add mod">
          <ac:chgData name="Nunes, Marta Rafaela" userId="64e258cc-da3c-4cb9-a36b-1ce753c6c460" providerId="ADAL" clId="{06DC152B-A079-46BC-83AB-2B49C1DAC4B7}" dt="2026-01-20T09:53:17.331" v="28487"/>
          <ac:picMkLst>
            <pc:docMk/>
            <pc:sldMk cId="3678322325" sldId="2147480703"/>
            <ac:picMk id="14" creationId="{30B3933D-FAD1-BA84-683C-FAC8FBCB5A3A}"/>
          </ac:picMkLst>
        </pc:picChg>
        <pc:picChg chg="add mod">
          <ac:chgData name="Nunes, Marta Rafaela" userId="64e258cc-da3c-4cb9-a36b-1ce753c6c460" providerId="ADAL" clId="{06DC152B-A079-46BC-83AB-2B49C1DAC4B7}" dt="2026-01-20T09:53:17.331" v="28487"/>
          <ac:picMkLst>
            <pc:docMk/>
            <pc:sldMk cId="3678322325" sldId="2147480703"/>
            <ac:picMk id="17" creationId="{BA8C4B46-81A2-F35A-29D9-8269D8417792}"/>
          </ac:picMkLst>
        </pc:picChg>
        <pc:cxnChg chg="mod">
          <ac:chgData name="Nunes, Marta Rafaela" userId="64e258cc-da3c-4cb9-a36b-1ce753c6c460" providerId="ADAL" clId="{06DC152B-A079-46BC-83AB-2B49C1DAC4B7}" dt="2026-01-20T10:00:00.908" v="28568"/>
          <ac:cxnSpMkLst>
            <pc:docMk/>
            <pc:sldMk cId="3678322325" sldId="2147480703"/>
            <ac:cxnSpMk id="19" creationId="{28202287-B10B-01A3-33C4-EEA5D001318C}"/>
          </ac:cxnSpMkLst>
        </pc:cxnChg>
        <pc:cxnChg chg="mod">
          <ac:chgData name="Nunes, Marta Rafaela" userId="64e258cc-da3c-4cb9-a36b-1ce753c6c460" providerId="ADAL" clId="{06DC152B-A079-46BC-83AB-2B49C1DAC4B7}" dt="2026-01-20T10:00:00.908" v="28568"/>
          <ac:cxnSpMkLst>
            <pc:docMk/>
            <pc:sldMk cId="3678322325" sldId="2147480703"/>
            <ac:cxnSpMk id="21" creationId="{E71C8083-2233-F44F-5AA3-1C43A0157DF0}"/>
          </ac:cxnSpMkLst>
        </pc:cxnChg>
      </pc:sldChg>
      <pc:sldChg chg="addSp delSp modSp add mod">
        <pc:chgData name="Nunes, Marta Rafaela" userId="64e258cc-da3c-4cb9-a36b-1ce753c6c460" providerId="ADAL" clId="{06DC152B-A079-46BC-83AB-2B49C1DAC4B7}" dt="2026-01-20T10:33:01.291" v="29211" actId="1036"/>
        <pc:sldMkLst>
          <pc:docMk/>
          <pc:sldMk cId="1204584262" sldId="2147480704"/>
        </pc:sldMkLst>
        <pc:spChg chg="add mod ord">
          <ac:chgData name="Nunes, Marta Rafaela" userId="64e258cc-da3c-4cb9-a36b-1ce753c6c460" providerId="ADAL" clId="{06DC152B-A079-46BC-83AB-2B49C1DAC4B7}" dt="2026-01-20T10:21:41.424" v="29096" actId="207"/>
          <ac:spMkLst>
            <pc:docMk/>
            <pc:sldMk cId="1204584262" sldId="2147480704"/>
            <ac:spMk id="2" creationId="{725D4369-5089-19B2-3DC5-1922BD1ADDAB}"/>
          </ac:spMkLst>
        </pc:spChg>
        <pc:spChg chg="mod">
          <ac:chgData name="Nunes, Marta Rafaela" userId="64e258cc-da3c-4cb9-a36b-1ce753c6c460" providerId="ADAL" clId="{06DC152B-A079-46BC-83AB-2B49C1DAC4B7}" dt="2026-01-20T10:19:48.289" v="29049" actId="14100"/>
          <ac:spMkLst>
            <pc:docMk/>
            <pc:sldMk cId="1204584262" sldId="2147480704"/>
            <ac:spMk id="25" creationId="{CF1440E0-6101-9816-83D1-6321508F22B5}"/>
          </ac:spMkLst>
        </pc:spChg>
        <pc:spChg chg="mod">
          <ac:chgData name="Nunes, Marta Rafaela" userId="64e258cc-da3c-4cb9-a36b-1ce753c6c460" providerId="ADAL" clId="{06DC152B-A079-46BC-83AB-2B49C1DAC4B7}" dt="2026-01-20T10:25:28.056" v="29166" actId="123"/>
          <ac:spMkLst>
            <pc:docMk/>
            <pc:sldMk cId="1204584262" sldId="2147480704"/>
            <ac:spMk id="26" creationId="{0F5DA29A-B8CF-79FC-E59D-B00C16A29941}"/>
          </ac:spMkLst>
        </pc:spChg>
        <pc:spChg chg="del mod">
          <ac:chgData name="Nunes, Marta Rafaela" userId="64e258cc-da3c-4cb9-a36b-1ce753c6c460" providerId="ADAL" clId="{06DC152B-A079-46BC-83AB-2B49C1DAC4B7}" dt="2026-01-20T10:21:18.759" v="29093" actId="478"/>
          <ac:spMkLst>
            <pc:docMk/>
            <pc:sldMk cId="1204584262" sldId="2147480704"/>
            <ac:spMk id="27" creationId="{D434C5C0-9959-FCEC-2FCD-C6C8496E74B1}"/>
          </ac:spMkLst>
        </pc:spChg>
        <pc:graphicFrameChg chg="mod">
          <ac:chgData name="Nunes, Marta Rafaela" userId="64e258cc-da3c-4cb9-a36b-1ce753c6c460" providerId="ADAL" clId="{06DC152B-A079-46BC-83AB-2B49C1DAC4B7}" dt="2026-01-20T10:33:01.291" v="29211" actId="1036"/>
          <ac:graphicFrameMkLst>
            <pc:docMk/>
            <pc:sldMk cId="1204584262" sldId="2147480704"/>
            <ac:graphicFrameMk id="23" creationId="{7D700C98-6125-1FDB-F8F5-1D8559486737}"/>
          </ac:graphicFrameMkLst>
        </pc:graphicFrameChg>
      </pc:sldChg>
      <pc:sldChg chg="addSp delSp modSp add del mod">
        <pc:chgData name="Nunes, Marta Rafaela" userId="64e258cc-da3c-4cb9-a36b-1ce753c6c460" providerId="ADAL" clId="{06DC152B-A079-46BC-83AB-2B49C1DAC4B7}" dt="2026-01-20T10:02:42.613" v="28624" actId="47"/>
        <pc:sldMkLst>
          <pc:docMk/>
          <pc:sldMk cId="3635475722" sldId="2147480704"/>
        </pc:sldMkLst>
        <pc:spChg chg="mod">
          <ac:chgData name="Nunes, Marta Rafaela" userId="64e258cc-da3c-4cb9-a36b-1ce753c6c460" providerId="ADAL" clId="{06DC152B-A079-46BC-83AB-2B49C1DAC4B7}" dt="2026-01-20T10:02:12.248" v="28623" actId="552"/>
          <ac:spMkLst>
            <pc:docMk/>
            <pc:sldMk cId="3635475722" sldId="2147480704"/>
            <ac:spMk id="7" creationId="{D9A2449B-DFB6-3888-3026-4EC87E49CBEA}"/>
          </ac:spMkLst>
        </pc:spChg>
        <pc:spChg chg="del">
          <ac:chgData name="Nunes, Marta Rafaela" userId="64e258cc-da3c-4cb9-a36b-1ce753c6c460" providerId="ADAL" clId="{06DC152B-A079-46BC-83AB-2B49C1DAC4B7}" dt="2026-01-20T10:01:57.490" v="28618" actId="478"/>
          <ac:spMkLst>
            <pc:docMk/>
            <pc:sldMk cId="3635475722" sldId="2147480704"/>
            <ac:spMk id="25" creationId="{0DE36CEC-F218-89FE-4E77-85EA3DBFA5DF}"/>
          </ac:spMkLst>
        </pc:spChg>
        <pc:spChg chg="del">
          <ac:chgData name="Nunes, Marta Rafaela" userId="64e258cc-da3c-4cb9-a36b-1ce753c6c460" providerId="ADAL" clId="{06DC152B-A079-46BC-83AB-2B49C1DAC4B7}" dt="2026-01-20T10:02:00.182" v="28621" actId="478"/>
          <ac:spMkLst>
            <pc:docMk/>
            <pc:sldMk cId="3635475722" sldId="2147480704"/>
            <ac:spMk id="27" creationId="{187BCCF9-223A-1086-E96D-C1765F5EB6B8}"/>
          </ac:spMkLst>
        </pc:spChg>
        <pc:spChg chg="del">
          <ac:chgData name="Nunes, Marta Rafaela" userId="64e258cc-da3c-4cb9-a36b-1ce753c6c460" providerId="ADAL" clId="{06DC152B-A079-46BC-83AB-2B49C1DAC4B7}" dt="2026-01-20T10:01:58.253" v="28619" actId="478"/>
          <ac:spMkLst>
            <pc:docMk/>
            <pc:sldMk cId="3635475722" sldId="2147480704"/>
            <ac:spMk id="28" creationId="{A80E434C-0C4D-A50F-3F39-62175E32D9FE}"/>
          </ac:spMkLst>
        </pc:spChg>
        <pc:spChg chg="del">
          <ac:chgData name="Nunes, Marta Rafaela" userId="64e258cc-da3c-4cb9-a36b-1ce753c6c460" providerId="ADAL" clId="{06DC152B-A079-46BC-83AB-2B49C1DAC4B7}" dt="2026-01-20T10:01:58.877" v="28620" actId="478"/>
          <ac:spMkLst>
            <pc:docMk/>
            <pc:sldMk cId="3635475722" sldId="2147480704"/>
            <ac:spMk id="29" creationId="{47D31A75-301C-15C0-24D0-2CB3955CC2D3}"/>
          </ac:spMkLst>
        </pc:spChg>
        <pc:grpChg chg="add mod">
          <ac:chgData name="Nunes, Marta Rafaela" userId="64e258cc-da3c-4cb9-a36b-1ce753c6c460" providerId="ADAL" clId="{06DC152B-A079-46BC-83AB-2B49C1DAC4B7}" dt="2026-01-20T10:02:12.248" v="28623" actId="552"/>
          <ac:grpSpMkLst>
            <pc:docMk/>
            <pc:sldMk cId="3635475722" sldId="2147480704"/>
            <ac:grpSpMk id="2" creationId="{81DBBC51-7B97-A3A1-3988-B375D6E60BEB}"/>
          </ac:grpSpMkLst>
        </pc:grpChg>
        <pc:picChg chg="mod">
          <ac:chgData name="Nunes, Marta Rafaela" userId="64e258cc-da3c-4cb9-a36b-1ce753c6c460" providerId="ADAL" clId="{06DC152B-A079-46BC-83AB-2B49C1DAC4B7}" dt="2026-01-20T10:02:12.248" v="28623" actId="552"/>
          <ac:picMkLst>
            <pc:docMk/>
            <pc:sldMk cId="3635475722" sldId="2147480704"/>
            <ac:picMk id="3" creationId="{1FE33C7F-4BB1-49EA-0D6D-D1607D5E7B91}"/>
          </ac:picMkLst>
        </pc:picChg>
        <pc:picChg chg="mod">
          <ac:chgData name="Nunes, Marta Rafaela" userId="64e258cc-da3c-4cb9-a36b-1ce753c6c460" providerId="ADAL" clId="{06DC152B-A079-46BC-83AB-2B49C1DAC4B7}" dt="2026-01-20T10:02:12.248" v="28623" actId="552"/>
          <ac:picMkLst>
            <pc:docMk/>
            <pc:sldMk cId="3635475722" sldId="2147480704"/>
            <ac:picMk id="11" creationId="{B3EE2586-62BA-1C0E-AB15-1C07AD921600}"/>
          </ac:picMkLst>
        </pc:picChg>
        <pc:picChg chg="mod">
          <ac:chgData name="Nunes, Marta Rafaela" userId="64e258cc-da3c-4cb9-a36b-1ce753c6c460" providerId="ADAL" clId="{06DC152B-A079-46BC-83AB-2B49C1DAC4B7}" dt="2026-01-20T10:02:12.248" v="28623" actId="552"/>
          <ac:picMkLst>
            <pc:docMk/>
            <pc:sldMk cId="3635475722" sldId="2147480704"/>
            <ac:picMk id="14" creationId="{307D255A-4350-32BA-5244-0B0BBE81365C}"/>
          </ac:picMkLst>
        </pc:picChg>
        <pc:picChg chg="mod">
          <ac:chgData name="Nunes, Marta Rafaela" userId="64e258cc-da3c-4cb9-a36b-1ce753c6c460" providerId="ADAL" clId="{06DC152B-A079-46BC-83AB-2B49C1DAC4B7}" dt="2026-01-20T10:02:12.248" v="28623" actId="552"/>
          <ac:picMkLst>
            <pc:docMk/>
            <pc:sldMk cId="3635475722" sldId="2147480704"/>
            <ac:picMk id="17" creationId="{B28B6776-607F-4889-15D5-06D9396BE1FC}"/>
          </ac:picMkLst>
        </pc:picChg>
      </pc:sldChg>
      <pc:sldChg chg="modSp mod">
        <pc:chgData name="Nunes, Marta Rafaela" userId="64e258cc-da3c-4cb9-a36b-1ce753c6c460" providerId="ADAL" clId="{06DC152B-A079-46BC-83AB-2B49C1DAC4B7}" dt="2026-01-20T10:22:39.062" v="29105" actId="207"/>
        <pc:sldMkLst>
          <pc:docMk/>
          <pc:sldMk cId="1757529289" sldId="2147480705"/>
        </pc:sldMkLst>
        <pc:spChg chg="mod">
          <ac:chgData name="Nunes, Marta Rafaela" userId="64e258cc-da3c-4cb9-a36b-1ce753c6c460" providerId="ADAL" clId="{06DC152B-A079-46BC-83AB-2B49C1DAC4B7}" dt="2026-01-20T10:22:33.492" v="29102" actId="207"/>
          <ac:spMkLst>
            <pc:docMk/>
            <pc:sldMk cId="1757529289" sldId="2147480705"/>
            <ac:spMk id="25" creationId="{CB046B0B-432D-013E-8BB3-9AEC487AA2F4}"/>
          </ac:spMkLst>
        </pc:spChg>
        <pc:spChg chg="mod">
          <ac:chgData name="Nunes, Marta Rafaela" userId="64e258cc-da3c-4cb9-a36b-1ce753c6c460" providerId="ADAL" clId="{06DC152B-A079-46BC-83AB-2B49C1DAC4B7}" dt="2026-01-20T10:22:39.062" v="29105" actId="207"/>
          <ac:spMkLst>
            <pc:docMk/>
            <pc:sldMk cId="1757529289" sldId="2147480705"/>
            <ac:spMk id="26" creationId="{04DCE479-DB64-DDC2-3E88-339A2E716C58}"/>
          </ac:spMkLst>
        </pc:spChg>
        <pc:spChg chg="mod">
          <ac:chgData name="Nunes, Marta Rafaela" userId="64e258cc-da3c-4cb9-a36b-1ce753c6c460" providerId="ADAL" clId="{06DC152B-A079-46BC-83AB-2B49C1DAC4B7}" dt="2026-01-20T10:22:37.165" v="29104" actId="207"/>
          <ac:spMkLst>
            <pc:docMk/>
            <pc:sldMk cId="1757529289" sldId="2147480705"/>
            <ac:spMk id="27" creationId="{B08A408E-0510-B967-653F-2FCD3CDC676E}"/>
          </ac:spMkLst>
        </pc:spChg>
        <pc:spChg chg="mod">
          <ac:chgData name="Nunes, Marta Rafaela" userId="64e258cc-da3c-4cb9-a36b-1ce753c6c460" providerId="ADAL" clId="{06DC152B-A079-46BC-83AB-2B49C1DAC4B7}" dt="2026-01-20T10:22:35.406" v="29103" actId="207"/>
          <ac:spMkLst>
            <pc:docMk/>
            <pc:sldMk cId="1757529289" sldId="2147480705"/>
            <ac:spMk id="28" creationId="{1D43820E-60CD-8954-75EA-758C0D28B1F4}"/>
          </ac:spMkLst>
        </pc:spChg>
      </pc:sldChg>
      <pc:sldChg chg="addSp delSp modSp add mod ord">
        <pc:chgData name="Nunes, Marta Rafaela" userId="64e258cc-da3c-4cb9-a36b-1ce753c6c460" providerId="ADAL" clId="{06DC152B-A079-46BC-83AB-2B49C1DAC4B7}" dt="2026-01-20T11:47:28.458" v="31283"/>
        <pc:sldMkLst>
          <pc:docMk/>
          <pc:sldMk cId="930941865" sldId="2147480706"/>
        </pc:sldMkLst>
        <pc:spChg chg="mod">
          <ac:chgData name="Nunes, Marta Rafaela" userId="64e258cc-da3c-4cb9-a36b-1ce753c6c460" providerId="ADAL" clId="{06DC152B-A079-46BC-83AB-2B49C1DAC4B7}" dt="2026-01-20T11:13:22.752" v="30206" actId="14100"/>
          <ac:spMkLst>
            <pc:docMk/>
            <pc:sldMk cId="930941865" sldId="2147480706"/>
            <ac:spMk id="5" creationId="{85FEE4B1-F916-064E-0D8C-B3B4779C410E}"/>
          </ac:spMkLst>
        </pc:spChg>
        <pc:spChg chg="add del mod ord">
          <ac:chgData name="Nunes, Marta Rafaela" userId="64e258cc-da3c-4cb9-a36b-1ce753c6c460" providerId="ADAL" clId="{06DC152B-A079-46BC-83AB-2B49C1DAC4B7}" dt="2026-01-20T11:13:01.130" v="30191" actId="478"/>
          <ac:spMkLst>
            <pc:docMk/>
            <pc:sldMk cId="930941865" sldId="2147480706"/>
            <ac:spMk id="9" creationId="{140A57D3-AB84-76CE-35E5-12B90C429CD5}"/>
          </ac:spMkLst>
        </pc:spChg>
        <pc:spChg chg="add mod">
          <ac:chgData name="Nunes, Marta Rafaela" userId="64e258cc-da3c-4cb9-a36b-1ce753c6c460" providerId="ADAL" clId="{06DC152B-A079-46BC-83AB-2B49C1DAC4B7}" dt="2026-01-20T11:13:22.752" v="30206" actId="14100"/>
          <ac:spMkLst>
            <pc:docMk/>
            <pc:sldMk cId="930941865" sldId="2147480706"/>
            <ac:spMk id="10" creationId="{69AF86C0-A9AC-0863-49BC-27328AC4B1E9}"/>
          </ac:spMkLst>
        </pc:spChg>
        <pc:spChg chg="del mod">
          <ac:chgData name="Nunes, Marta Rafaela" userId="64e258cc-da3c-4cb9-a36b-1ce753c6c460" providerId="ADAL" clId="{06DC152B-A079-46BC-83AB-2B49C1DAC4B7}" dt="2026-01-20T11:12:37.536" v="30185" actId="478"/>
          <ac:spMkLst>
            <pc:docMk/>
            <pc:sldMk cId="930941865" sldId="2147480706"/>
            <ac:spMk id="14" creationId="{6A83E0BB-2F67-A477-1F22-C0E45C52C6D4}"/>
          </ac:spMkLst>
        </pc:spChg>
        <pc:graphicFrameChg chg="add del mod">
          <ac:chgData name="Nunes, Marta Rafaela" userId="64e258cc-da3c-4cb9-a36b-1ce753c6c460" providerId="ADAL" clId="{06DC152B-A079-46BC-83AB-2B49C1DAC4B7}" dt="2026-01-20T11:12:00.653" v="30174" actId="478"/>
          <ac:graphicFrameMkLst>
            <pc:docMk/>
            <pc:sldMk cId="930941865" sldId="2147480706"/>
            <ac:graphicFrameMk id="4" creationId="{E4EBD77E-50DC-5F34-6923-8F42F9A65399}"/>
          </ac:graphicFrameMkLst>
        </pc:graphicFrameChg>
        <pc:graphicFrameChg chg="mod modGraphic">
          <ac:chgData name="Nunes, Marta Rafaela" userId="64e258cc-da3c-4cb9-a36b-1ce753c6c460" providerId="ADAL" clId="{06DC152B-A079-46BC-83AB-2B49C1DAC4B7}" dt="2026-01-20T11:11:58.372" v="30173" actId="14100"/>
          <ac:graphicFrameMkLst>
            <pc:docMk/>
            <pc:sldMk cId="930941865" sldId="2147480706"/>
            <ac:graphicFrameMk id="12" creationId="{CD7CDCC1-B729-3D09-701A-E5DC990562CE}"/>
          </ac:graphicFrameMkLst>
        </pc:graphicFrameChg>
      </pc:sldChg>
      <pc:sldChg chg="addSp delSp modSp add mod">
        <pc:chgData name="Nunes, Marta Rafaela" userId="64e258cc-da3c-4cb9-a36b-1ce753c6c460" providerId="ADAL" clId="{06DC152B-A079-46BC-83AB-2B49C1DAC4B7}" dt="2026-01-20T16:25:57.246" v="34611" actId="1035"/>
        <pc:sldMkLst>
          <pc:docMk/>
          <pc:sldMk cId="646219024" sldId="2147480707"/>
        </pc:sldMkLst>
        <pc:spChg chg="mod">
          <ac:chgData name="Nunes, Marta Rafaela" userId="64e258cc-da3c-4cb9-a36b-1ce753c6c460" providerId="ADAL" clId="{06DC152B-A079-46BC-83AB-2B49C1DAC4B7}" dt="2026-01-20T12:22:49.104" v="33183" actId="403"/>
          <ac:spMkLst>
            <pc:docMk/>
            <pc:sldMk cId="646219024" sldId="2147480707"/>
            <ac:spMk id="2" creationId="{7F232FB3-2850-BE63-A5F2-B7796C9C4AB1}"/>
          </ac:spMkLst>
        </pc:spChg>
        <pc:spChg chg="mod">
          <ac:chgData name="Nunes, Marta Rafaela" userId="64e258cc-da3c-4cb9-a36b-1ce753c6c460" providerId="ADAL" clId="{06DC152B-A079-46BC-83AB-2B49C1DAC4B7}" dt="2026-01-20T12:38:08.664" v="33533" actId="20577"/>
          <ac:spMkLst>
            <pc:docMk/>
            <pc:sldMk cId="646219024" sldId="2147480707"/>
            <ac:spMk id="3" creationId="{B9BBA959-104A-7D8C-8BD2-03A8AD44BAA0}"/>
          </ac:spMkLst>
        </pc:spChg>
        <pc:spChg chg="mod">
          <ac:chgData name="Nunes, Marta Rafaela" userId="64e258cc-da3c-4cb9-a36b-1ce753c6c460" providerId="ADAL" clId="{06DC152B-A079-46BC-83AB-2B49C1DAC4B7}" dt="2026-01-20T11:34:02.026" v="30736" actId="20577"/>
          <ac:spMkLst>
            <pc:docMk/>
            <pc:sldMk cId="646219024" sldId="2147480707"/>
            <ac:spMk id="5" creationId="{AD6A3918-8372-452D-36B0-521E78E01303}"/>
          </ac:spMkLst>
        </pc:spChg>
        <pc:spChg chg="mod">
          <ac:chgData name="Nunes, Marta Rafaela" userId="64e258cc-da3c-4cb9-a36b-1ce753c6c460" providerId="ADAL" clId="{06DC152B-A079-46BC-83AB-2B49C1DAC4B7}" dt="2026-01-20T15:14:23.132" v="34328" actId="947"/>
          <ac:spMkLst>
            <pc:docMk/>
            <pc:sldMk cId="646219024" sldId="2147480707"/>
            <ac:spMk id="6" creationId="{1DE0F67C-4C89-D484-758C-C3508765E52B}"/>
          </ac:spMkLst>
        </pc:spChg>
        <pc:spChg chg="del mod">
          <ac:chgData name="Nunes, Marta Rafaela" userId="64e258cc-da3c-4cb9-a36b-1ce753c6c460" providerId="ADAL" clId="{06DC152B-A079-46BC-83AB-2B49C1DAC4B7}" dt="2026-01-20T11:43:48.875" v="31203" actId="478"/>
          <ac:spMkLst>
            <pc:docMk/>
            <pc:sldMk cId="646219024" sldId="2147480707"/>
            <ac:spMk id="7" creationId="{D70426DF-4A53-BA4D-5B0C-D0EF73BD594B}"/>
          </ac:spMkLst>
        </pc:spChg>
        <pc:spChg chg="add mod">
          <ac:chgData name="Nunes, Marta Rafaela" userId="64e258cc-da3c-4cb9-a36b-1ce753c6c460" providerId="ADAL" clId="{06DC152B-A079-46BC-83AB-2B49C1DAC4B7}" dt="2026-01-20T11:36:04.413" v="30759"/>
          <ac:spMkLst>
            <pc:docMk/>
            <pc:sldMk cId="646219024" sldId="2147480707"/>
            <ac:spMk id="9" creationId="{8BFAAEA6-EE9A-5133-37C8-E4E479C16E27}"/>
          </ac:spMkLst>
        </pc:spChg>
        <pc:spChg chg="add del mod ord">
          <ac:chgData name="Nunes, Marta Rafaela" userId="64e258cc-da3c-4cb9-a36b-1ce753c6c460" providerId="ADAL" clId="{06DC152B-A079-46BC-83AB-2B49C1DAC4B7}" dt="2026-01-20T16:17:53.138" v="34446" actId="478"/>
          <ac:spMkLst>
            <pc:docMk/>
            <pc:sldMk cId="646219024" sldId="2147480707"/>
            <ac:spMk id="10" creationId="{2A2DF0E7-653E-C763-D0FB-0BB9B1FA614D}"/>
          </ac:spMkLst>
        </pc:spChg>
        <pc:spChg chg="add del mod">
          <ac:chgData name="Nunes, Marta Rafaela" userId="64e258cc-da3c-4cb9-a36b-1ce753c6c460" providerId="ADAL" clId="{06DC152B-A079-46BC-83AB-2B49C1DAC4B7}" dt="2026-01-20T11:42:14.951" v="30900" actId="21"/>
          <ac:spMkLst>
            <pc:docMk/>
            <pc:sldMk cId="646219024" sldId="2147480707"/>
            <ac:spMk id="11" creationId="{774E72DC-AA90-EC63-2475-4DFC837777F0}"/>
          </ac:spMkLst>
        </pc:spChg>
        <pc:spChg chg="add del mod">
          <ac:chgData name="Nunes, Marta Rafaela" userId="64e258cc-da3c-4cb9-a36b-1ce753c6c460" providerId="ADAL" clId="{06DC152B-A079-46BC-83AB-2B49C1DAC4B7}" dt="2026-01-20T11:42:36.377" v="31006" actId="21"/>
          <ac:spMkLst>
            <pc:docMk/>
            <pc:sldMk cId="646219024" sldId="2147480707"/>
            <ac:spMk id="12" creationId="{774E72DC-AA90-EC63-2475-4DFC837777F0}"/>
          </ac:spMkLst>
        </pc:spChg>
        <pc:spChg chg="add mod ord">
          <ac:chgData name="Nunes, Marta Rafaela" userId="64e258cc-da3c-4cb9-a36b-1ce753c6c460" providerId="ADAL" clId="{06DC152B-A079-46BC-83AB-2B49C1DAC4B7}" dt="2026-01-20T11:43:50.230" v="31204"/>
          <ac:spMkLst>
            <pc:docMk/>
            <pc:sldMk cId="646219024" sldId="2147480707"/>
            <ac:spMk id="13" creationId="{6C628210-EE07-F322-0FC7-CF91B141EA72}"/>
          </ac:spMkLst>
        </pc:spChg>
        <pc:spChg chg="add mod">
          <ac:chgData name="Nunes, Marta Rafaela" userId="64e258cc-da3c-4cb9-a36b-1ce753c6c460" providerId="ADAL" clId="{06DC152B-A079-46BC-83AB-2B49C1DAC4B7}" dt="2026-01-20T15:14:05.987" v="34323"/>
          <ac:spMkLst>
            <pc:docMk/>
            <pc:sldMk cId="646219024" sldId="2147480707"/>
            <ac:spMk id="14" creationId="{1FBC3D96-E0B1-BCC3-5A6F-1BA0580BCD54}"/>
          </ac:spMkLst>
        </pc:spChg>
        <pc:spChg chg="add del mod">
          <ac:chgData name="Nunes, Marta Rafaela" userId="64e258cc-da3c-4cb9-a36b-1ce753c6c460" providerId="ADAL" clId="{06DC152B-A079-46BC-83AB-2B49C1DAC4B7}" dt="2026-01-20T16:25:53.195" v="34593" actId="478"/>
          <ac:spMkLst>
            <pc:docMk/>
            <pc:sldMk cId="646219024" sldId="2147480707"/>
            <ac:spMk id="15" creationId="{105E9198-BACE-8B74-D805-6244E69985C7}"/>
          </ac:spMkLst>
        </pc:spChg>
        <pc:spChg chg="mod">
          <ac:chgData name="Nunes, Marta Rafaela" userId="64e258cc-da3c-4cb9-a36b-1ce753c6c460" providerId="ADAL" clId="{06DC152B-A079-46BC-83AB-2B49C1DAC4B7}" dt="2026-01-20T11:33:44.755" v="30733"/>
          <ac:spMkLst>
            <pc:docMk/>
            <pc:sldMk cId="646219024" sldId="2147480707"/>
            <ac:spMk id="16" creationId="{BF6EA778-6D12-C067-E80B-63A20ECC5697}"/>
          </ac:spMkLst>
        </pc:spChg>
        <pc:spChg chg="add mod">
          <ac:chgData name="Nunes, Marta Rafaela" userId="64e258cc-da3c-4cb9-a36b-1ce753c6c460" providerId="ADAL" clId="{06DC152B-A079-46BC-83AB-2B49C1DAC4B7}" dt="2026-01-20T16:25:44.525" v="34591"/>
          <ac:spMkLst>
            <pc:docMk/>
            <pc:sldMk cId="646219024" sldId="2147480707"/>
            <ac:spMk id="17" creationId="{157FC533-CB6E-A646-AA56-0CC629B783E4}"/>
          </ac:spMkLst>
        </pc:spChg>
        <pc:spChg chg="add mod">
          <ac:chgData name="Nunes, Marta Rafaela" userId="64e258cc-da3c-4cb9-a36b-1ce753c6c460" providerId="ADAL" clId="{06DC152B-A079-46BC-83AB-2B49C1DAC4B7}" dt="2026-01-20T16:25:57.246" v="34611" actId="1035"/>
          <ac:spMkLst>
            <pc:docMk/>
            <pc:sldMk cId="646219024" sldId="2147480707"/>
            <ac:spMk id="18" creationId="{C032AC25-4733-760E-7E48-B0DCAE5B1390}"/>
          </ac:spMkLst>
        </pc:spChg>
        <pc:spChg chg="mod">
          <ac:chgData name="Nunes, Marta Rafaela" userId="64e258cc-da3c-4cb9-a36b-1ce753c6c460" providerId="ADAL" clId="{06DC152B-A079-46BC-83AB-2B49C1DAC4B7}" dt="2026-01-20T11:35:49.102" v="30756"/>
          <ac:spMkLst>
            <pc:docMk/>
            <pc:sldMk cId="646219024" sldId="2147480707"/>
            <ac:spMk id="27" creationId="{C3125105-C3DE-68A2-C220-5FBC9DC2F880}"/>
          </ac:spMkLst>
        </pc:spChg>
        <pc:spChg chg="mod">
          <ac:chgData name="Nunes, Marta Rafaela" userId="64e258cc-da3c-4cb9-a36b-1ce753c6c460" providerId="ADAL" clId="{06DC152B-A079-46BC-83AB-2B49C1DAC4B7}" dt="2026-01-20T11:35:54.406" v="30757"/>
          <ac:spMkLst>
            <pc:docMk/>
            <pc:sldMk cId="646219024" sldId="2147480707"/>
            <ac:spMk id="28" creationId="{A2A0D2EB-2F64-B6B0-A6F9-A19D92FEDBEA}"/>
          </ac:spMkLst>
        </pc:spChg>
        <pc:spChg chg="mod">
          <ac:chgData name="Nunes, Marta Rafaela" userId="64e258cc-da3c-4cb9-a36b-1ce753c6c460" providerId="ADAL" clId="{06DC152B-A079-46BC-83AB-2B49C1DAC4B7}" dt="2026-01-20T11:35:49.102" v="30756"/>
          <ac:spMkLst>
            <pc:docMk/>
            <pc:sldMk cId="646219024" sldId="2147480707"/>
            <ac:spMk id="30" creationId="{72203265-0B16-13E8-A9C1-0406F579F8A4}"/>
          </ac:spMkLst>
        </pc:spChg>
        <pc:spChg chg="mod">
          <ac:chgData name="Nunes, Marta Rafaela" userId="64e258cc-da3c-4cb9-a36b-1ce753c6c460" providerId="ADAL" clId="{06DC152B-A079-46BC-83AB-2B49C1DAC4B7}" dt="2026-01-20T11:35:54.406" v="30757"/>
          <ac:spMkLst>
            <pc:docMk/>
            <pc:sldMk cId="646219024" sldId="2147480707"/>
            <ac:spMk id="31" creationId="{4FBEE402-D751-0EA0-C0DF-336ABE05E6B9}"/>
          </ac:spMkLst>
        </pc:spChg>
        <pc:spChg chg="mod">
          <ac:chgData name="Nunes, Marta Rafaela" userId="64e258cc-da3c-4cb9-a36b-1ce753c6c460" providerId="ADAL" clId="{06DC152B-A079-46BC-83AB-2B49C1DAC4B7}" dt="2026-01-20T15:50:11.600" v="34346" actId="20577"/>
          <ac:spMkLst>
            <pc:docMk/>
            <pc:sldMk cId="646219024" sldId="2147480707"/>
            <ac:spMk id="33" creationId="{D6A518E6-F9EE-0F65-68CE-5B8E26CF0239}"/>
          </ac:spMkLst>
        </pc:spChg>
        <pc:spChg chg="add del mod">
          <ac:chgData name="Nunes, Marta Rafaela" userId="64e258cc-da3c-4cb9-a36b-1ce753c6c460" providerId="ADAL" clId="{06DC152B-A079-46BC-83AB-2B49C1DAC4B7}" dt="2026-01-20T11:36:21.305" v="30773" actId="478"/>
          <ac:spMkLst>
            <pc:docMk/>
            <pc:sldMk cId="646219024" sldId="2147480707"/>
            <ac:spMk id="34" creationId="{A2DD0E02-05AD-6CAC-3DBE-3645476BBCF4}"/>
          </ac:spMkLst>
        </pc:spChg>
        <pc:spChg chg="mod">
          <ac:chgData name="Nunes, Marta Rafaela" userId="64e258cc-da3c-4cb9-a36b-1ce753c6c460" providerId="ADAL" clId="{06DC152B-A079-46BC-83AB-2B49C1DAC4B7}" dt="2026-01-20T11:42:10.817" v="30899" actId="1035"/>
          <ac:spMkLst>
            <pc:docMk/>
            <pc:sldMk cId="646219024" sldId="2147480707"/>
            <ac:spMk id="35" creationId="{D776BBD9-86DE-C849-0E99-EE39230E9DE4}"/>
          </ac:spMkLst>
        </pc:spChg>
        <pc:spChg chg="mod">
          <ac:chgData name="Nunes, Marta Rafaela" userId="64e258cc-da3c-4cb9-a36b-1ce753c6c460" providerId="ADAL" clId="{06DC152B-A079-46BC-83AB-2B49C1DAC4B7}" dt="2026-01-20T13:11:35.812" v="34231" actId="20577"/>
          <ac:spMkLst>
            <pc:docMk/>
            <pc:sldMk cId="646219024" sldId="2147480707"/>
            <ac:spMk id="42" creationId="{19CDB1B5-0F3C-DE4A-90A6-542769D97355}"/>
          </ac:spMkLst>
        </pc:spChg>
        <pc:grpChg chg="mod">
          <ac:chgData name="Nunes, Marta Rafaela" userId="64e258cc-da3c-4cb9-a36b-1ce753c6c460" providerId="ADAL" clId="{06DC152B-A079-46BC-83AB-2B49C1DAC4B7}" dt="2026-01-20T11:35:54.406" v="30757"/>
          <ac:grpSpMkLst>
            <pc:docMk/>
            <pc:sldMk cId="646219024" sldId="2147480707"/>
            <ac:grpSpMk id="60" creationId="{EF69A612-AC9C-FA6A-2421-F1CE65B9B2FC}"/>
          </ac:grpSpMkLst>
        </pc:grpChg>
        <pc:grpChg chg="mod">
          <ac:chgData name="Nunes, Marta Rafaela" userId="64e258cc-da3c-4cb9-a36b-1ce753c6c460" providerId="ADAL" clId="{06DC152B-A079-46BC-83AB-2B49C1DAC4B7}" dt="2026-01-20T11:35:49.102" v="30756"/>
          <ac:grpSpMkLst>
            <pc:docMk/>
            <pc:sldMk cId="646219024" sldId="2147480707"/>
            <ac:grpSpMk id="61" creationId="{9AD921B3-807F-D17D-5765-247B83FA1432}"/>
          </ac:grpSpMkLst>
        </pc:grpChg>
        <pc:grpChg chg="mod">
          <ac:chgData name="Nunes, Marta Rafaela" userId="64e258cc-da3c-4cb9-a36b-1ce753c6c460" providerId="ADAL" clId="{06DC152B-A079-46BC-83AB-2B49C1DAC4B7}" dt="2026-01-20T11:35:54.406" v="30757"/>
          <ac:grpSpMkLst>
            <pc:docMk/>
            <pc:sldMk cId="646219024" sldId="2147480707"/>
            <ac:grpSpMk id="67" creationId="{D679B7F0-B0EB-3132-AD82-7C42691EDD43}"/>
          </ac:grpSpMkLst>
        </pc:grpChg>
        <pc:grpChg chg="mod">
          <ac:chgData name="Nunes, Marta Rafaela" userId="64e258cc-da3c-4cb9-a36b-1ce753c6c460" providerId="ADAL" clId="{06DC152B-A079-46BC-83AB-2B49C1DAC4B7}" dt="2026-01-20T11:35:49.102" v="30756"/>
          <ac:grpSpMkLst>
            <pc:docMk/>
            <pc:sldMk cId="646219024" sldId="2147480707"/>
            <ac:grpSpMk id="68" creationId="{857F736B-695E-DE38-1C38-5F3579522F35}"/>
          </ac:grpSpMkLst>
        </pc:grpChg>
        <pc:graphicFrameChg chg="add mod">
          <ac:chgData name="Nunes, Marta Rafaela" userId="64e258cc-da3c-4cb9-a36b-1ce753c6c460" providerId="ADAL" clId="{06DC152B-A079-46BC-83AB-2B49C1DAC4B7}" dt="2026-01-20T11:34:06.791" v="30738"/>
          <ac:graphicFrameMkLst>
            <pc:docMk/>
            <pc:sldMk cId="646219024" sldId="2147480707"/>
            <ac:graphicFrameMk id="4" creationId="{169485BF-4C23-33E1-A9F2-60280BC2CC73}"/>
          </ac:graphicFrameMkLst>
        </pc:graphicFrameChg>
        <pc:graphicFrameChg chg="add mod ord">
          <ac:chgData name="Nunes, Marta Rafaela" userId="64e258cc-da3c-4cb9-a36b-1ce753c6c460" providerId="ADAL" clId="{06DC152B-A079-46BC-83AB-2B49C1DAC4B7}" dt="2026-01-20T11:35:35.657" v="30754" actId="167"/>
          <ac:graphicFrameMkLst>
            <pc:docMk/>
            <pc:sldMk cId="646219024" sldId="2147480707"/>
            <ac:graphicFrameMk id="8" creationId="{C84F39AB-0D77-9593-8B59-58F73B1F8ED3}"/>
          </ac:graphicFrameMkLst>
        </pc:graphicFrameChg>
        <pc:graphicFrameChg chg="add del mod">
          <ac:chgData name="Nunes, Marta Rafaela" userId="64e258cc-da3c-4cb9-a36b-1ce753c6c460" providerId="ADAL" clId="{06DC152B-A079-46BC-83AB-2B49C1DAC4B7}" dt="2026-01-20T11:35:37.446" v="30755" actId="478"/>
          <ac:graphicFrameMkLst>
            <pc:docMk/>
            <pc:sldMk cId="646219024" sldId="2147480707"/>
            <ac:graphicFrameMk id="22" creationId="{9183C972-0BA2-E6D0-0871-A96A7829181F}"/>
          </ac:graphicFrameMkLst>
        </pc:graphicFrameChg>
        <pc:picChg chg="mod">
          <ac:chgData name="Nunes, Marta Rafaela" userId="64e258cc-da3c-4cb9-a36b-1ce753c6c460" providerId="ADAL" clId="{06DC152B-A079-46BC-83AB-2B49C1DAC4B7}" dt="2026-01-20T11:35:49.102" v="30756"/>
          <ac:picMkLst>
            <pc:docMk/>
            <pc:sldMk cId="646219024" sldId="2147480707"/>
            <ac:picMk id="37" creationId="{21EC1EEF-B1E2-658B-78D0-50AC14BAC827}"/>
          </ac:picMkLst>
        </pc:picChg>
        <pc:picChg chg="mod">
          <ac:chgData name="Nunes, Marta Rafaela" userId="64e258cc-da3c-4cb9-a36b-1ce753c6c460" providerId="ADAL" clId="{06DC152B-A079-46BC-83AB-2B49C1DAC4B7}" dt="2026-01-20T11:35:54.406" v="30757"/>
          <ac:picMkLst>
            <pc:docMk/>
            <pc:sldMk cId="646219024" sldId="2147480707"/>
            <ac:picMk id="54" creationId="{B0549604-3E62-9F05-638B-9978CB1F303D}"/>
          </ac:picMkLst>
        </pc:picChg>
      </pc:sldChg>
      <pc:sldChg chg="addSp delSp modSp add mod ord">
        <pc:chgData name="Nunes, Marta Rafaela" userId="64e258cc-da3c-4cb9-a36b-1ce753c6c460" providerId="ADAL" clId="{06DC152B-A079-46BC-83AB-2B49C1DAC4B7}" dt="2026-01-20T16:28:24.944" v="34724" actId="20577"/>
        <pc:sldMkLst>
          <pc:docMk/>
          <pc:sldMk cId="1906533855" sldId="2147480709"/>
        </pc:sldMkLst>
        <pc:spChg chg="mod">
          <ac:chgData name="Nunes, Marta Rafaela" userId="64e258cc-da3c-4cb9-a36b-1ce753c6c460" providerId="ADAL" clId="{06DC152B-A079-46BC-83AB-2B49C1DAC4B7}" dt="2026-01-20T12:22:43.862" v="33180" actId="404"/>
          <ac:spMkLst>
            <pc:docMk/>
            <pc:sldMk cId="1906533855" sldId="2147480709"/>
            <ac:spMk id="2" creationId="{5F2B046E-35C5-9160-DE4B-AB00596B8753}"/>
          </ac:spMkLst>
        </pc:spChg>
        <pc:spChg chg="mod">
          <ac:chgData name="Nunes, Marta Rafaela" userId="64e258cc-da3c-4cb9-a36b-1ce753c6c460" providerId="ADAL" clId="{06DC152B-A079-46BC-83AB-2B49C1DAC4B7}" dt="2026-01-20T12:38:13.125" v="33535" actId="20577"/>
          <ac:spMkLst>
            <pc:docMk/>
            <pc:sldMk cId="1906533855" sldId="2147480709"/>
            <ac:spMk id="3" creationId="{193DEACE-68C2-A179-C986-59323C060DDE}"/>
          </ac:spMkLst>
        </pc:spChg>
        <pc:spChg chg="mod">
          <ac:chgData name="Nunes, Marta Rafaela" userId="64e258cc-da3c-4cb9-a36b-1ce753c6c460" providerId="ADAL" clId="{06DC152B-A079-46BC-83AB-2B49C1DAC4B7}" dt="2026-01-20T11:37:27.319" v="30784" actId="20577"/>
          <ac:spMkLst>
            <pc:docMk/>
            <pc:sldMk cId="1906533855" sldId="2147480709"/>
            <ac:spMk id="5" creationId="{7838D209-082E-FCA3-D74D-AF4A215C237A}"/>
          </ac:spMkLst>
        </pc:spChg>
        <pc:spChg chg="mod">
          <ac:chgData name="Nunes, Marta Rafaela" userId="64e258cc-da3c-4cb9-a36b-1ce753c6c460" providerId="ADAL" clId="{06DC152B-A079-46BC-83AB-2B49C1DAC4B7}" dt="2026-01-20T15:14:15.237" v="34326" actId="947"/>
          <ac:spMkLst>
            <pc:docMk/>
            <pc:sldMk cId="1906533855" sldId="2147480709"/>
            <ac:spMk id="6" creationId="{1A2D2549-99E8-80F3-DE4F-D5A42C5B47DD}"/>
          </ac:spMkLst>
        </pc:spChg>
        <pc:spChg chg="del mod">
          <ac:chgData name="Nunes, Marta Rafaela" userId="64e258cc-da3c-4cb9-a36b-1ce753c6c460" providerId="ADAL" clId="{06DC152B-A079-46BC-83AB-2B49C1DAC4B7}" dt="2026-01-20T11:44:00.453" v="31206" actId="478"/>
          <ac:spMkLst>
            <pc:docMk/>
            <pc:sldMk cId="1906533855" sldId="2147480709"/>
            <ac:spMk id="7" creationId="{F39A48EA-B37D-6DE0-3D27-0C7E3D0A3FCF}"/>
          </ac:spMkLst>
        </pc:spChg>
        <pc:spChg chg="add mod">
          <ac:chgData name="Nunes, Marta Rafaela" userId="64e258cc-da3c-4cb9-a36b-1ce753c6c460" providerId="ADAL" clId="{06DC152B-A079-46BC-83AB-2B49C1DAC4B7}" dt="2026-01-20T16:28:24.944" v="34724" actId="20577"/>
          <ac:spMkLst>
            <pc:docMk/>
            <pc:sldMk cId="1906533855" sldId="2147480709"/>
            <ac:spMk id="9" creationId="{7CA1CB82-BB90-B831-9C06-219F6D27AF20}"/>
          </ac:spMkLst>
        </pc:spChg>
        <pc:spChg chg="mod">
          <ac:chgData name="Nunes, Marta Rafaela" userId="64e258cc-da3c-4cb9-a36b-1ce753c6c460" providerId="ADAL" clId="{06DC152B-A079-46BC-83AB-2B49C1DAC4B7}" dt="2026-01-20T11:42:53.704" v="31069" actId="1035"/>
          <ac:spMkLst>
            <pc:docMk/>
            <pc:sldMk cId="1906533855" sldId="2147480709"/>
            <ac:spMk id="10" creationId="{D5FAAF96-3047-40EC-0BBC-A12CE69FDD53}"/>
          </ac:spMkLst>
        </pc:spChg>
        <pc:spChg chg="add mod">
          <ac:chgData name="Nunes, Marta Rafaela" userId="64e258cc-da3c-4cb9-a36b-1ce753c6c460" providerId="ADAL" clId="{06DC152B-A079-46BC-83AB-2B49C1DAC4B7}" dt="2026-01-20T15:14:08.570" v="34324"/>
          <ac:spMkLst>
            <pc:docMk/>
            <pc:sldMk cId="1906533855" sldId="2147480709"/>
            <ac:spMk id="11" creationId="{9ED2FB64-009D-8C7E-AD98-9E1DB3C770A9}"/>
          </ac:spMkLst>
        </pc:spChg>
        <pc:spChg chg="add del mod">
          <ac:chgData name="Nunes, Marta Rafaela" userId="64e258cc-da3c-4cb9-a36b-1ce753c6c460" providerId="ADAL" clId="{06DC152B-A079-46BC-83AB-2B49C1DAC4B7}" dt="2026-01-20T11:43:07.903" v="31144" actId="478"/>
          <ac:spMkLst>
            <pc:docMk/>
            <pc:sldMk cId="1906533855" sldId="2147480709"/>
            <ac:spMk id="12" creationId="{774E72DC-AA90-EC63-2475-4DFC837777F0}"/>
          </ac:spMkLst>
        </pc:spChg>
        <pc:spChg chg="mod">
          <ac:chgData name="Nunes, Marta Rafaela" userId="64e258cc-da3c-4cb9-a36b-1ce753c6c460" providerId="ADAL" clId="{06DC152B-A079-46BC-83AB-2B49C1DAC4B7}" dt="2026-01-20T11:39:42.130" v="30794"/>
          <ac:spMkLst>
            <pc:docMk/>
            <pc:sldMk cId="1906533855" sldId="2147480709"/>
            <ac:spMk id="27" creationId="{9F059702-F3E4-1A87-5C36-475BF0184FE3}"/>
          </ac:spMkLst>
        </pc:spChg>
        <pc:spChg chg="mod">
          <ac:chgData name="Nunes, Marta Rafaela" userId="64e258cc-da3c-4cb9-a36b-1ce753c6c460" providerId="ADAL" clId="{06DC152B-A079-46BC-83AB-2B49C1DAC4B7}" dt="2026-01-20T11:39:53.331" v="30797"/>
          <ac:spMkLst>
            <pc:docMk/>
            <pc:sldMk cId="1906533855" sldId="2147480709"/>
            <ac:spMk id="29" creationId="{903927F2-0496-FF54-3A8D-0B9001FB917E}"/>
          </ac:spMkLst>
        </pc:spChg>
        <pc:spChg chg="mod">
          <ac:chgData name="Nunes, Marta Rafaela" userId="64e258cc-da3c-4cb9-a36b-1ce753c6c460" providerId="ADAL" clId="{06DC152B-A079-46BC-83AB-2B49C1DAC4B7}" dt="2026-01-20T11:39:42.130" v="30794"/>
          <ac:spMkLst>
            <pc:docMk/>
            <pc:sldMk cId="1906533855" sldId="2147480709"/>
            <ac:spMk id="30" creationId="{0D17EB17-FCFD-EA6F-2138-E8103BDE31C3}"/>
          </ac:spMkLst>
        </pc:spChg>
        <pc:spChg chg="mod">
          <ac:chgData name="Nunes, Marta Rafaela" userId="64e258cc-da3c-4cb9-a36b-1ce753c6c460" providerId="ADAL" clId="{06DC152B-A079-46BC-83AB-2B49C1DAC4B7}" dt="2026-01-20T11:39:53.331" v="30797"/>
          <ac:spMkLst>
            <pc:docMk/>
            <pc:sldMk cId="1906533855" sldId="2147480709"/>
            <ac:spMk id="32" creationId="{79D04378-147B-4D1A-DD13-02E303F5E1AE}"/>
          </ac:spMkLst>
        </pc:spChg>
        <pc:spChg chg="mod">
          <ac:chgData name="Nunes, Marta Rafaela" userId="64e258cc-da3c-4cb9-a36b-1ce753c6c460" providerId="ADAL" clId="{06DC152B-A079-46BC-83AB-2B49C1DAC4B7}" dt="2026-01-20T15:50:59.075" v="34348" actId="20577"/>
          <ac:spMkLst>
            <pc:docMk/>
            <pc:sldMk cId="1906533855" sldId="2147480709"/>
            <ac:spMk id="33" creationId="{457F1C79-13A0-5F3F-A8F0-1D9EA7609A94}"/>
          </ac:spMkLst>
        </pc:spChg>
        <pc:spChg chg="mod">
          <ac:chgData name="Nunes, Marta Rafaela" userId="64e258cc-da3c-4cb9-a36b-1ce753c6c460" providerId="ADAL" clId="{06DC152B-A079-46BC-83AB-2B49C1DAC4B7}" dt="2026-01-20T11:43:06.050" v="31143" actId="1035"/>
          <ac:spMkLst>
            <pc:docMk/>
            <pc:sldMk cId="1906533855" sldId="2147480709"/>
            <ac:spMk id="35" creationId="{2054BAD4-8F29-120B-FC3B-A7B7F492A848}"/>
          </ac:spMkLst>
        </pc:spChg>
        <pc:spChg chg="mod">
          <ac:chgData name="Nunes, Marta Rafaela" userId="64e258cc-da3c-4cb9-a36b-1ce753c6c460" providerId="ADAL" clId="{06DC152B-A079-46BC-83AB-2B49C1DAC4B7}" dt="2026-01-20T11:37:24.619" v="30782"/>
          <ac:spMkLst>
            <pc:docMk/>
            <pc:sldMk cId="1906533855" sldId="2147480709"/>
            <ac:spMk id="42" creationId="{F63077A9-B1C5-DDB7-37CC-7CF0F9FFCEE1}"/>
          </ac:spMkLst>
        </pc:spChg>
        <pc:grpChg chg="mod">
          <ac:chgData name="Nunes, Marta Rafaela" userId="64e258cc-da3c-4cb9-a36b-1ce753c6c460" providerId="ADAL" clId="{06DC152B-A079-46BC-83AB-2B49C1DAC4B7}" dt="2026-01-20T11:39:53.331" v="30797"/>
          <ac:grpSpMkLst>
            <pc:docMk/>
            <pc:sldMk cId="1906533855" sldId="2147480709"/>
            <ac:grpSpMk id="59" creationId="{C1693D05-0142-5F68-A12F-8563A3ABDAD9}"/>
          </ac:grpSpMkLst>
        </pc:grpChg>
        <pc:grpChg chg="mod">
          <ac:chgData name="Nunes, Marta Rafaela" userId="64e258cc-da3c-4cb9-a36b-1ce753c6c460" providerId="ADAL" clId="{06DC152B-A079-46BC-83AB-2B49C1DAC4B7}" dt="2026-01-20T11:39:42.130" v="30794"/>
          <ac:grpSpMkLst>
            <pc:docMk/>
            <pc:sldMk cId="1906533855" sldId="2147480709"/>
            <ac:grpSpMk id="61" creationId="{43961C5B-5F95-1CA5-8428-A82D875BE658}"/>
          </ac:grpSpMkLst>
        </pc:grpChg>
        <pc:grpChg chg="mod">
          <ac:chgData name="Nunes, Marta Rafaela" userId="64e258cc-da3c-4cb9-a36b-1ce753c6c460" providerId="ADAL" clId="{06DC152B-A079-46BC-83AB-2B49C1DAC4B7}" dt="2026-01-20T11:39:53.331" v="30797"/>
          <ac:grpSpMkLst>
            <pc:docMk/>
            <pc:sldMk cId="1906533855" sldId="2147480709"/>
            <ac:grpSpMk id="66" creationId="{85DFCE54-78AD-2EB9-E99F-9A06ED930093}"/>
          </ac:grpSpMkLst>
        </pc:grpChg>
        <pc:grpChg chg="mod">
          <ac:chgData name="Nunes, Marta Rafaela" userId="64e258cc-da3c-4cb9-a36b-1ce753c6c460" providerId="ADAL" clId="{06DC152B-A079-46BC-83AB-2B49C1DAC4B7}" dt="2026-01-20T11:39:42.130" v="30794"/>
          <ac:grpSpMkLst>
            <pc:docMk/>
            <pc:sldMk cId="1906533855" sldId="2147480709"/>
            <ac:grpSpMk id="68" creationId="{F7C71719-D8FC-9E2F-6AE8-CE56C47661DA}"/>
          </ac:grpSpMkLst>
        </pc:grpChg>
        <pc:graphicFrameChg chg="add mod">
          <ac:chgData name="Nunes, Marta Rafaela" userId="64e258cc-da3c-4cb9-a36b-1ce753c6c460" providerId="ADAL" clId="{06DC152B-A079-46BC-83AB-2B49C1DAC4B7}" dt="2026-01-20T11:39:34.468" v="30793"/>
          <ac:graphicFrameMkLst>
            <pc:docMk/>
            <pc:sldMk cId="1906533855" sldId="2147480709"/>
            <ac:graphicFrameMk id="4" creationId="{4735E868-37C5-4794-C9C5-0259E68F9199}"/>
          </ac:graphicFrameMkLst>
        </pc:graphicFrameChg>
        <pc:graphicFrameChg chg="del">
          <ac:chgData name="Nunes, Marta Rafaela" userId="64e258cc-da3c-4cb9-a36b-1ce753c6c460" providerId="ADAL" clId="{06DC152B-A079-46BC-83AB-2B49C1DAC4B7}" dt="2026-01-20T11:39:33.878" v="30792" actId="478"/>
          <ac:graphicFrameMkLst>
            <pc:docMk/>
            <pc:sldMk cId="1906533855" sldId="2147480709"/>
            <ac:graphicFrameMk id="8" creationId="{19CCFE9B-8BAF-D030-2E57-AAB08460AF6F}"/>
          </ac:graphicFrameMkLst>
        </pc:graphicFrameChg>
        <pc:picChg chg="mod">
          <ac:chgData name="Nunes, Marta Rafaela" userId="64e258cc-da3c-4cb9-a36b-1ce753c6c460" providerId="ADAL" clId="{06DC152B-A079-46BC-83AB-2B49C1DAC4B7}" dt="2026-01-20T11:39:42.130" v="30794"/>
          <ac:picMkLst>
            <pc:docMk/>
            <pc:sldMk cId="1906533855" sldId="2147480709"/>
            <ac:picMk id="37" creationId="{2663CC9C-0E67-B5C8-71ED-CE96811550CD}"/>
          </ac:picMkLst>
        </pc:picChg>
        <pc:picChg chg="mod">
          <ac:chgData name="Nunes, Marta Rafaela" userId="64e258cc-da3c-4cb9-a36b-1ce753c6c460" providerId="ADAL" clId="{06DC152B-A079-46BC-83AB-2B49C1DAC4B7}" dt="2026-01-20T11:39:53.331" v="30797"/>
          <ac:picMkLst>
            <pc:docMk/>
            <pc:sldMk cId="1906533855" sldId="2147480709"/>
            <ac:picMk id="52" creationId="{1A4BD96E-9456-F5B0-792E-8FF1559ECB89}"/>
          </ac:picMkLst>
        </pc:picChg>
      </pc:sldChg>
      <pc:sldChg chg="addSp delSp modSp add mod">
        <pc:chgData name="Nunes, Marta Rafaela" userId="64e258cc-da3c-4cb9-a36b-1ce753c6c460" providerId="ADAL" clId="{06DC152B-A079-46BC-83AB-2B49C1DAC4B7}" dt="2026-01-20T18:19:18.366" v="35908" actId="947"/>
        <pc:sldMkLst>
          <pc:docMk/>
          <pc:sldMk cId="4005636866" sldId="2147480710"/>
        </pc:sldMkLst>
        <pc:spChg chg="mod">
          <ac:chgData name="Nunes, Marta Rafaela" userId="64e258cc-da3c-4cb9-a36b-1ce753c6c460" providerId="ADAL" clId="{06DC152B-A079-46BC-83AB-2B49C1DAC4B7}" dt="2026-01-20T12:23:49.533" v="33198" actId="255"/>
          <ac:spMkLst>
            <pc:docMk/>
            <pc:sldMk cId="4005636866" sldId="2147480710"/>
            <ac:spMk id="3" creationId="{385EB5D0-7EEC-7F37-B03B-569CB2394F99}"/>
          </ac:spMkLst>
        </pc:spChg>
        <pc:spChg chg="del">
          <ac:chgData name="Nunes, Marta Rafaela" userId="64e258cc-da3c-4cb9-a36b-1ce753c6c460" providerId="ADAL" clId="{06DC152B-A079-46BC-83AB-2B49C1DAC4B7}" dt="2026-01-20T12:02:54.992" v="31921" actId="478"/>
          <ac:spMkLst>
            <pc:docMk/>
            <pc:sldMk cId="4005636866" sldId="2147480710"/>
            <ac:spMk id="4" creationId="{111DAB1A-71F3-8A4F-93CD-0D6A985F09EF}"/>
          </ac:spMkLst>
        </pc:spChg>
        <pc:spChg chg="mod">
          <ac:chgData name="Nunes, Marta Rafaela" userId="64e258cc-da3c-4cb9-a36b-1ce753c6c460" providerId="ADAL" clId="{06DC152B-A079-46BC-83AB-2B49C1DAC4B7}" dt="2026-01-20T11:50:48.559" v="31425"/>
          <ac:spMkLst>
            <pc:docMk/>
            <pc:sldMk cId="4005636866" sldId="2147480710"/>
            <ac:spMk id="5" creationId="{77AF01AD-47A4-FE3F-7EE0-9E037B9CD2E1}"/>
          </ac:spMkLst>
        </pc:spChg>
        <pc:spChg chg="mod">
          <ac:chgData name="Nunes, Marta Rafaela" userId="64e258cc-da3c-4cb9-a36b-1ce753c6c460" providerId="ADAL" clId="{06DC152B-A079-46BC-83AB-2B49C1DAC4B7}" dt="2026-01-20T11:50:54.347" v="31426"/>
          <ac:spMkLst>
            <pc:docMk/>
            <pc:sldMk cId="4005636866" sldId="2147480710"/>
            <ac:spMk id="8" creationId="{1AD08ECC-9A2F-1ECF-FD5E-A10BB5EED720}"/>
          </ac:spMkLst>
        </pc:spChg>
        <pc:spChg chg="mod">
          <ac:chgData name="Nunes, Marta Rafaela" userId="64e258cc-da3c-4cb9-a36b-1ce753c6c460" providerId="ADAL" clId="{06DC152B-A079-46BC-83AB-2B49C1DAC4B7}" dt="2026-01-20T12:17:42.463" v="32906" actId="14100"/>
          <ac:spMkLst>
            <pc:docMk/>
            <pc:sldMk cId="4005636866" sldId="2147480710"/>
            <ac:spMk id="9" creationId="{4DDCA759-C757-3FC2-936A-A305F8F93EDE}"/>
          </ac:spMkLst>
        </pc:spChg>
        <pc:spChg chg="del">
          <ac:chgData name="Nunes, Marta Rafaela" userId="64e258cc-da3c-4cb9-a36b-1ce753c6c460" providerId="ADAL" clId="{06DC152B-A079-46BC-83AB-2B49C1DAC4B7}" dt="2026-01-20T12:02:54.992" v="31921" actId="478"/>
          <ac:spMkLst>
            <pc:docMk/>
            <pc:sldMk cId="4005636866" sldId="2147480710"/>
            <ac:spMk id="10" creationId="{FA296892-5E1C-0F21-6270-B4DCFC4D0E85}"/>
          </ac:spMkLst>
        </pc:spChg>
        <pc:spChg chg="mod">
          <ac:chgData name="Nunes, Marta Rafaela" userId="64e258cc-da3c-4cb9-a36b-1ce753c6c460" providerId="ADAL" clId="{06DC152B-A079-46BC-83AB-2B49C1DAC4B7}" dt="2026-01-20T12:03:47.112" v="31934" actId="113"/>
          <ac:spMkLst>
            <pc:docMk/>
            <pc:sldMk cId="4005636866" sldId="2147480710"/>
            <ac:spMk id="13" creationId="{47E5C930-7C4C-B770-458E-72B3DCE06B51}"/>
          </ac:spMkLst>
        </pc:spChg>
        <pc:spChg chg="del">
          <ac:chgData name="Nunes, Marta Rafaela" userId="64e258cc-da3c-4cb9-a36b-1ce753c6c460" providerId="ADAL" clId="{06DC152B-A079-46BC-83AB-2B49C1DAC4B7}" dt="2026-01-20T12:02:32.352" v="31914" actId="478"/>
          <ac:spMkLst>
            <pc:docMk/>
            <pc:sldMk cId="4005636866" sldId="2147480710"/>
            <ac:spMk id="27" creationId="{3592EDCF-7F10-1974-C4B2-2772C2EA901F}"/>
          </ac:spMkLst>
        </pc:spChg>
        <pc:spChg chg="del">
          <ac:chgData name="Nunes, Marta Rafaela" userId="64e258cc-da3c-4cb9-a36b-1ce753c6c460" providerId="ADAL" clId="{06DC152B-A079-46BC-83AB-2B49C1DAC4B7}" dt="2026-01-20T12:02:32.352" v="31914" actId="478"/>
          <ac:spMkLst>
            <pc:docMk/>
            <pc:sldMk cId="4005636866" sldId="2147480710"/>
            <ac:spMk id="28" creationId="{044AA560-9FEB-9E79-250B-52F352CDF066}"/>
          </ac:spMkLst>
        </pc:spChg>
        <pc:spChg chg="del">
          <ac:chgData name="Nunes, Marta Rafaela" userId="64e258cc-da3c-4cb9-a36b-1ce753c6c460" providerId="ADAL" clId="{06DC152B-A079-46BC-83AB-2B49C1DAC4B7}" dt="2026-01-20T12:02:32.352" v="31914" actId="478"/>
          <ac:spMkLst>
            <pc:docMk/>
            <pc:sldMk cId="4005636866" sldId="2147480710"/>
            <ac:spMk id="29" creationId="{59B9633F-ACF4-5DE9-40B2-70B79D2CC34D}"/>
          </ac:spMkLst>
        </pc:spChg>
        <pc:spChg chg="del">
          <ac:chgData name="Nunes, Marta Rafaela" userId="64e258cc-da3c-4cb9-a36b-1ce753c6c460" providerId="ADAL" clId="{06DC152B-A079-46BC-83AB-2B49C1DAC4B7}" dt="2026-01-20T12:02:32.352" v="31914" actId="478"/>
          <ac:spMkLst>
            <pc:docMk/>
            <pc:sldMk cId="4005636866" sldId="2147480710"/>
            <ac:spMk id="30" creationId="{08E3E40A-F850-870E-45CF-18D695B44EB9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31" creationId="{F22D0969-F4D6-E77E-A72A-84DA4636C0F1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32" creationId="{D2350E81-5681-52DB-C42E-86DAFAAE0FF4}"/>
          </ac:spMkLst>
        </pc:spChg>
        <pc:spChg chg="mod">
          <ac:chgData name="Nunes, Marta Rafaela" userId="64e258cc-da3c-4cb9-a36b-1ce753c6c460" providerId="ADAL" clId="{06DC152B-A079-46BC-83AB-2B49C1DAC4B7}" dt="2026-01-20T12:23:46.656" v="33197" actId="255"/>
          <ac:spMkLst>
            <pc:docMk/>
            <pc:sldMk cId="4005636866" sldId="2147480710"/>
            <ac:spMk id="33" creationId="{EF24FEF0-C0C9-499F-947A-3EB6CE9B6CD5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34" creationId="{B3992623-9100-D127-33F8-72BB85E5B59D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35" creationId="{F15715C5-DB48-9E81-9ED3-604839140188}"/>
          </ac:spMkLst>
        </pc:spChg>
        <pc:spChg chg="mod">
          <ac:chgData name="Nunes, Marta Rafaela" userId="64e258cc-da3c-4cb9-a36b-1ce753c6c460" providerId="ADAL" clId="{06DC152B-A079-46BC-83AB-2B49C1DAC4B7}" dt="2026-01-20T18:19:18.366" v="35908" actId="947"/>
          <ac:spMkLst>
            <pc:docMk/>
            <pc:sldMk cId="4005636866" sldId="2147480710"/>
            <ac:spMk id="37" creationId="{D5AD73BC-9578-CDBB-2902-204C0D60952C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41" creationId="{F5C0DA8F-69CF-B873-4986-3535FEDB9FBD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42" creationId="{D21A1C15-0E25-739B-9C31-331FBC0A6C97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43" creationId="{F5BE3EEE-7477-3BC2-A18F-E02219729533}"/>
          </ac:spMkLst>
        </pc:spChg>
        <pc:spChg chg="add 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45" creationId="{AA28ABDA-B3D1-322E-5B94-64DC070AEF4A}"/>
          </ac:spMkLst>
        </pc:spChg>
        <pc:spChg chg="add 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46" creationId="{BDD7CBF5-820D-11D9-2638-1DF3F100E68A}"/>
          </ac:spMkLst>
        </pc:spChg>
        <pc:spChg chg="add 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47" creationId="{91F7F16C-D2C3-FAA3-8BA8-4B9639B2076E}"/>
          </ac:spMkLst>
        </pc:spChg>
        <pc:spChg chg="add mod ord">
          <ac:chgData name="Nunes, Marta Rafaela" userId="64e258cc-da3c-4cb9-a36b-1ce753c6c460" providerId="ADAL" clId="{06DC152B-A079-46BC-83AB-2B49C1DAC4B7}" dt="2026-01-20T12:03:10.990" v="31926" actId="167"/>
          <ac:spMkLst>
            <pc:docMk/>
            <pc:sldMk cId="4005636866" sldId="2147480710"/>
            <ac:spMk id="52" creationId="{A5A0A3CB-368F-BAF0-210D-0F5CA437C176}"/>
          </ac:spMkLst>
        </pc:spChg>
        <pc:spChg chg="add mod ord">
          <ac:chgData name="Nunes, Marta Rafaela" userId="64e258cc-da3c-4cb9-a36b-1ce753c6c460" providerId="ADAL" clId="{06DC152B-A079-46BC-83AB-2B49C1DAC4B7}" dt="2026-01-20T12:03:10.990" v="31926" actId="167"/>
          <ac:spMkLst>
            <pc:docMk/>
            <pc:sldMk cId="4005636866" sldId="2147480710"/>
            <ac:spMk id="53" creationId="{21098692-3B21-1EB3-6388-983E9BD40821}"/>
          </ac:spMkLst>
        </pc:spChg>
        <pc:grpChg chg="del">
          <ac:chgData name="Nunes, Marta Rafaela" userId="64e258cc-da3c-4cb9-a36b-1ce753c6c460" providerId="ADAL" clId="{06DC152B-A079-46BC-83AB-2B49C1DAC4B7}" dt="2026-01-20T12:02:32.352" v="31914" actId="478"/>
          <ac:grpSpMkLst>
            <pc:docMk/>
            <pc:sldMk cId="4005636866" sldId="2147480710"/>
            <ac:grpSpMk id="14" creationId="{796966C5-2312-82CA-7D89-B78267E4E310}"/>
          </ac:grpSpMkLst>
        </pc:grpChg>
        <pc:grpChg chg="del">
          <ac:chgData name="Nunes, Marta Rafaela" userId="64e258cc-da3c-4cb9-a36b-1ce753c6c460" providerId="ADAL" clId="{06DC152B-A079-46BC-83AB-2B49C1DAC4B7}" dt="2026-01-20T12:02:32.352" v="31914" actId="478"/>
          <ac:grpSpMkLst>
            <pc:docMk/>
            <pc:sldMk cId="4005636866" sldId="2147480710"/>
            <ac:grpSpMk id="21" creationId="{C3E82FCF-056A-5E34-60F7-B14AF1DE221E}"/>
          </ac:grpSpMkLst>
        </pc:grpChg>
        <pc:picChg chg="del">
          <ac:chgData name="Nunes, Marta Rafaela" userId="64e258cc-da3c-4cb9-a36b-1ce753c6c460" providerId="ADAL" clId="{06DC152B-A079-46BC-83AB-2B49C1DAC4B7}" dt="2026-01-20T12:02:32.352" v="31914" actId="478"/>
          <ac:picMkLst>
            <pc:docMk/>
            <pc:sldMk cId="4005636866" sldId="2147480710"/>
            <ac:picMk id="6" creationId="{AFE45C3E-AB40-B73F-C667-9B7D3446BA5D}"/>
          </ac:picMkLst>
        </pc:picChg>
        <pc:picChg chg="del">
          <ac:chgData name="Nunes, Marta Rafaela" userId="64e258cc-da3c-4cb9-a36b-1ce753c6c460" providerId="ADAL" clId="{06DC152B-A079-46BC-83AB-2B49C1DAC4B7}" dt="2026-01-20T12:02:32.352" v="31914" actId="478"/>
          <ac:picMkLst>
            <pc:docMk/>
            <pc:sldMk cId="4005636866" sldId="2147480710"/>
            <ac:picMk id="7" creationId="{CF3F4C85-D428-3B2E-9A9D-06F953CE35D7}"/>
          </ac:picMkLst>
        </pc:picChg>
        <pc:picChg chg="del">
          <ac:chgData name="Nunes, Marta Rafaela" userId="64e258cc-da3c-4cb9-a36b-1ce753c6c460" providerId="ADAL" clId="{06DC152B-A079-46BC-83AB-2B49C1DAC4B7}" dt="2026-01-20T12:02:32.352" v="31914" actId="478"/>
          <ac:picMkLst>
            <pc:docMk/>
            <pc:sldMk cId="4005636866" sldId="2147480710"/>
            <ac:picMk id="12" creationId="{7884C735-648C-E372-4BEF-A370DFC901D4}"/>
          </ac:picMkLst>
        </pc:picChg>
        <pc:cxnChg chg="del">
          <ac:chgData name="Nunes, Marta Rafaela" userId="64e258cc-da3c-4cb9-a36b-1ce753c6c460" providerId="ADAL" clId="{06DC152B-A079-46BC-83AB-2B49C1DAC4B7}" dt="2026-01-20T12:02:32.352" v="31914" actId="478"/>
          <ac:cxnSpMkLst>
            <pc:docMk/>
            <pc:sldMk cId="4005636866" sldId="2147480710"/>
            <ac:cxnSpMk id="19" creationId="{3E93CBCF-0CA1-3BB3-F262-93427914B927}"/>
          </ac:cxnSpMkLst>
        </pc:cxnChg>
      </pc:sldChg>
      <pc:sldChg chg="addSp delSp modSp add mod">
        <pc:chgData name="Nunes, Marta Rafaela" userId="64e258cc-da3c-4cb9-a36b-1ce753c6c460" providerId="ADAL" clId="{06DC152B-A079-46BC-83AB-2B49C1DAC4B7}" dt="2026-01-20T18:19:50.239" v="35914" actId="113"/>
        <pc:sldMkLst>
          <pc:docMk/>
          <pc:sldMk cId="4146962192" sldId="2147480711"/>
        </pc:sldMkLst>
        <pc:spChg chg="mod">
          <ac:chgData name="Nunes, Marta Rafaela" userId="64e258cc-da3c-4cb9-a36b-1ce753c6c460" providerId="ADAL" clId="{06DC152B-A079-46BC-83AB-2B49C1DAC4B7}" dt="2026-01-20T12:23:56.921" v="33200" actId="255"/>
          <ac:spMkLst>
            <pc:docMk/>
            <pc:sldMk cId="4146962192" sldId="2147480711"/>
            <ac:spMk id="3" creationId="{EC3E0653-7E5D-D7D0-C732-5D7B1BF7A4D7}"/>
          </ac:spMkLst>
        </pc:spChg>
        <pc:spChg chg="del">
          <ac:chgData name="Nunes, Marta Rafaela" userId="64e258cc-da3c-4cb9-a36b-1ce753c6c460" providerId="ADAL" clId="{06DC152B-A079-46BC-83AB-2B49C1DAC4B7}" dt="2026-01-20T12:02:43.336" v="31918" actId="478"/>
          <ac:spMkLst>
            <pc:docMk/>
            <pc:sldMk cId="4146962192" sldId="2147480711"/>
            <ac:spMk id="4" creationId="{6F0C0487-A62C-1C11-7EA4-34A70D9C265A}"/>
          </ac:spMkLst>
        </pc:spChg>
        <pc:spChg chg="mod">
          <ac:chgData name="Nunes, Marta Rafaela" userId="64e258cc-da3c-4cb9-a36b-1ce753c6c460" providerId="ADAL" clId="{06DC152B-A079-46BC-83AB-2B49C1DAC4B7}" dt="2026-01-20T11:51:52.404" v="31475"/>
          <ac:spMkLst>
            <pc:docMk/>
            <pc:sldMk cId="4146962192" sldId="2147480711"/>
            <ac:spMk id="5" creationId="{A4F2FBF6-E2F5-AE44-DB05-9B82B63DB4D3}"/>
          </ac:spMkLst>
        </pc:spChg>
        <pc:spChg chg="mod">
          <ac:chgData name="Nunes, Marta Rafaela" userId="64e258cc-da3c-4cb9-a36b-1ce753c6c460" providerId="ADAL" clId="{06DC152B-A079-46BC-83AB-2B49C1DAC4B7}" dt="2026-01-20T11:51:56.709" v="31476"/>
          <ac:spMkLst>
            <pc:docMk/>
            <pc:sldMk cId="4146962192" sldId="2147480711"/>
            <ac:spMk id="8" creationId="{D5DB6CD3-75D1-1991-E2EF-994F0B62F740}"/>
          </ac:spMkLst>
        </pc:spChg>
        <pc:spChg chg="mod">
          <ac:chgData name="Nunes, Marta Rafaela" userId="64e258cc-da3c-4cb9-a36b-1ce753c6c460" providerId="ADAL" clId="{06DC152B-A079-46BC-83AB-2B49C1DAC4B7}" dt="2026-01-20T12:17:20.656" v="32882" actId="14100"/>
          <ac:spMkLst>
            <pc:docMk/>
            <pc:sldMk cId="4146962192" sldId="2147480711"/>
            <ac:spMk id="9" creationId="{66DAA9DE-255D-CBB0-D465-6011BBAB8825}"/>
          </ac:spMkLst>
        </pc:spChg>
        <pc:spChg chg="del">
          <ac:chgData name="Nunes, Marta Rafaela" userId="64e258cc-da3c-4cb9-a36b-1ce753c6c460" providerId="ADAL" clId="{06DC152B-A079-46BC-83AB-2B49C1DAC4B7}" dt="2026-01-20T12:02:43.336" v="31918" actId="478"/>
          <ac:spMkLst>
            <pc:docMk/>
            <pc:sldMk cId="4146962192" sldId="2147480711"/>
            <ac:spMk id="10" creationId="{25BA6A65-4057-39AD-A9A2-7DD543B78FB0}"/>
          </ac:spMkLst>
        </pc:spChg>
        <pc:spChg chg="mod">
          <ac:chgData name="Nunes, Marta Rafaela" userId="64e258cc-da3c-4cb9-a36b-1ce753c6c460" providerId="ADAL" clId="{06DC152B-A079-46BC-83AB-2B49C1DAC4B7}" dt="2026-01-20T12:03:59.601" v="31938" actId="113"/>
          <ac:spMkLst>
            <pc:docMk/>
            <pc:sldMk cId="4146962192" sldId="2147480711"/>
            <ac:spMk id="13" creationId="{5B9F4D3E-94B7-2D05-D422-EC82F2F3B3C2}"/>
          </ac:spMkLst>
        </pc:spChg>
        <pc:spChg chg="del">
          <ac:chgData name="Nunes, Marta Rafaela" userId="64e258cc-da3c-4cb9-a36b-1ce753c6c460" providerId="ADAL" clId="{06DC152B-A079-46BC-83AB-2B49C1DAC4B7}" dt="2026-01-20T12:02:28.316" v="31912" actId="478"/>
          <ac:spMkLst>
            <pc:docMk/>
            <pc:sldMk cId="4146962192" sldId="2147480711"/>
            <ac:spMk id="27" creationId="{7BA92889-C8E9-7E55-1678-E2E4CCFA1354}"/>
          </ac:spMkLst>
        </pc:spChg>
        <pc:spChg chg="del">
          <ac:chgData name="Nunes, Marta Rafaela" userId="64e258cc-da3c-4cb9-a36b-1ce753c6c460" providerId="ADAL" clId="{06DC152B-A079-46BC-83AB-2B49C1DAC4B7}" dt="2026-01-20T12:02:28.316" v="31912" actId="478"/>
          <ac:spMkLst>
            <pc:docMk/>
            <pc:sldMk cId="4146962192" sldId="2147480711"/>
            <ac:spMk id="28" creationId="{E995B624-6803-4B89-3CB9-8B0730F1F5C5}"/>
          </ac:spMkLst>
        </pc:spChg>
        <pc:spChg chg="del">
          <ac:chgData name="Nunes, Marta Rafaela" userId="64e258cc-da3c-4cb9-a36b-1ce753c6c460" providerId="ADAL" clId="{06DC152B-A079-46BC-83AB-2B49C1DAC4B7}" dt="2026-01-20T12:02:28.316" v="31912" actId="478"/>
          <ac:spMkLst>
            <pc:docMk/>
            <pc:sldMk cId="4146962192" sldId="2147480711"/>
            <ac:spMk id="29" creationId="{9123D2A3-F32B-5657-A954-ABB1F3252456}"/>
          </ac:spMkLst>
        </pc:spChg>
        <pc:spChg chg="del">
          <ac:chgData name="Nunes, Marta Rafaela" userId="64e258cc-da3c-4cb9-a36b-1ce753c6c460" providerId="ADAL" clId="{06DC152B-A079-46BC-83AB-2B49C1DAC4B7}" dt="2026-01-20T12:02:28.316" v="31912" actId="478"/>
          <ac:spMkLst>
            <pc:docMk/>
            <pc:sldMk cId="4146962192" sldId="2147480711"/>
            <ac:spMk id="30" creationId="{D79E186E-0755-A66F-E35D-71B9FD5ED7A7}"/>
          </ac:spMkLst>
        </pc:spChg>
        <pc:spChg chg="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31" creationId="{52E94F11-3AF9-C58A-8CAB-B773E3E77572}"/>
          </ac:spMkLst>
        </pc:spChg>
        <pc:spChg chg="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32" creationId="{CC35B5C4-EC8E-445E-A96E-65801816B7DE}"/>
          </ac:spMkLst>
        </pc:spChg>
        <pc:spChg chg="mod">
          <ac:chgData name="Nunes, Marta Rafaela" userId="64e258cc-da3c-4cb9-a36b-1ce753c6c460" providerId="ADAL" clId="{06DC152B-A079-46BC-83AB-2B49C1DAC4B7}" dt="2026-01-20T12:23:53.478" v="33199" actId="255"/>
          <ac:spMkLst>
            <pc:docMk/>
            <pc:sldMk cId="4146962192" sldId="2147480711"/>
            <ac:spMk id="33" creationId="{89236E00-1774-2273-D3D9-37E05309E97A}"/>
          </ac:spMkLst>
        </pc:spChg>
        <pc:spChg chg="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35" creationId="{666F27FC-4CD7-F44A-1250-31CAD6CDF352}"/>
          </ac:spMkLst>
        </pc:spChg>
        <pc:spChg chg="mod">
          <ac:chgData name="Nunes, Marta Rafaela" userId="64e258cc-da3c-4cb9-a36b-1ce753c6c460" providerId="ADAL" clId="{06DC152B-A079-46BC-83AB-2B49C1DAC4B7}" dt="2026-01-20T18:19:50.239" v="35914" actId="113"/>
          <ac:spMkLst>
            <pc:docMk/>
            <pc:sldMk cId="4146962192" sldId="2147480711"/>
            <ac:spMk id="37" creationId="{509CABC7-F11B-9700-02D6-45723A862D21}"/>
          </ac:spMkLst>
        </pc:spChg>
        <pc:spChg chg="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0" creationId="{2BD8E5C9-47AE-C2F0-9083-10C5855352A6}"/>
          </ac:spMkLst>
        </pc:spChg>
        <pc:spChg chg="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1" creationId="{3EF055B9-D761-BEB9-706F-270171259218}"/>
          </ac:spMkLst>
        </pc:spChg>
        <pc:spChg chg="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2" creationId="{9E30862F-3D07-7C5F-074B-BF4EC0A7D1D8}"/>
          </ac:spMkLst>
        </pc:spChg>
        <pc:spChg chg="add 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5" creationId="{49FE6E2D-68AC-DD24-2AD2-1A8818CBCD7D}"/>
          </ac:spMkLst>
        </pc:spChg>
        <pc:spChg chg="add 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6" creationId="{BE348E2B-E547-B86B-3F75-DCB25E3480BA}"/>
          </ac:spMkLst>
        </pc:spChg>
        <pc:spChg chg="add 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7" creationId="{05EFBD17-587B-0713-4A06-C57F46BDE5A3}"/>
          </ac:spMkLst>
        </pc:spChg>
        <pc:spChg chg="add 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8" creationId="{3A8642AB-B07C-C165-9F21-CCB2B73661F8}"/>
          </ac:spMkLst>
        </pc:spChg>
        <pc:spChg chg="add mod ord">
          <ac:chgData name="Nunes, Marta Rafaela" userId="64e258cc-da3c-4cb9-a36b-1ce753c6c460" providerId="ADAL" clId="{06DC152B-A079-46BC-83AB-2B49C1DAC4B7}" dt="2026-01-20T12:02:46.103" v="31920" actId="167"/>
          <ac:spMkLst>
            <pc:docMk/>
            <pc:sldMk cId="4146962192" sldId="2147480711"/>
            <ac:spMk id="52" creationId="{A0EDA8FE-6DC6-C836-E006-4E6C91F27BA3}"/>
          </ac:spMkLst>
        </pc:spChg>
        <pc:spChg chg="add mod ord">
          <ac:chgData name="Nunes, Marta Rafaela" userId="64e258cc-da3c-4cb9-a36b-1ce753c6c460" providerId="ADAL" clId="{06DC152B-A079-46BC-83AB-2B49C1DAC4B7}" dt="2026-01-20T12:02:46.103" v="31920" actId="167"/>
          <ac:spMkLst>
            <pc:docMk/>
            <pc:sldMk cId="4146962192" sldId="2147480711"/>
            <ac:spMk id="53" creationId="{2A284742-0E1C-7913-75FB-C1EBDC61A8EC}"/>
          </ac:spMkLst>
        </pc:spChg>
        <pc:grpChg chg="del">
          <ac:chgData name="Nunes, Marta Rafaela" userId="64e258cc-da3c-4cb9-a36b-1ce753c6c460" providerId="ADAL" clId="{06DC152B-A079-46BC-83AB-2B49C1DAC4B7}" dt="2026-01-20T12:02:28.316" v="31912" actId="478"/>
          <ac:grpSpMkLst>
            <pc:docMk/>
            <pc:sldMk cId="4146962192" sldId="2147480711"/>
            <ac:grpSpMk id="14" creationId="{51A94D3A-2C9A-E06F-5A4E-1EE36B0A62F3}"/>
          </ac:grpSpMkLst>
        </pc:grpChg>
        <pc:grpChg chg="del">
          <ac:chgData name="Nunes, Marta Rafaela" userId="64e258cc-da3c-4cb9-a36b-1ce753c6c460" providerId="ADAL" clId="{06DC152B-A079-46BC-83AB-2B49C1DAC4B7}" dt="2026-01-20T12:02:28.316" v="31912" actId="478"/>
          <ac:grpSpMkLst>
            <pc:docMk/>
            <pc:sldMk cId="4146962192" sldId="2147480711"/>
            <ac:grpSpMk id="21" creationId="{94AFCE66-8804-A9D0-A936-2E5E6A4B68EA}"/>
          </ac:grpSpMkLst>
        </pc:grpChg>
        <pc:picChg chg="del">
          <ac:chgData name="Nunes, Marta Rafaela" userId="64e258cc-da3c-4cb9-a36b-1ce753c6c460" providerId="ADAL" clId="{06DC152B-A079-46BC-83AB-2B49C1DAC4B7}" dt="2026-01-20T12:02:28.316" v="31912" actId="478"/>
          <ac:picMkLst>
            <pc:docMk/>
            <pc:sldMk cId="4146962192" sldId="2147480711"/>
            <ac:picMk id="6" creationId="{D3ABD5BB-46C8-6638-BA34-AC8279984D2D}"/>
          </ac:picMkLst>
        </pc:picChg>
        <pc:picChg chg="del">
          <ac:chgData name="Nunes, Marta Rafaela" userId="64e258cc-da3c-4cb9-a36b-1ce753c6c460" providerId="ADAL" clId="{06DC152B-A079-46BC-83AB-2B49C1DAC4B7}" dt="2026-01-20T12:02:28.316" v="31912" actId="478"/>
          <ac:picMkLst>
            <pc:docMk/>
            <pc:sldMk cId="4146962192" sldId="2147480711"/>
            <ac:picMk id="7" creationId="{E9A475F7-E2EA-DA25-36AD-4126958F1AB4}"/>
          </ac:picMkLst>
        </pc:picChg>
        <pc:picChg chg="del">
          <ac:chgData name="Nunes, Marta Rafaela" userId="64e258cc-da3c-4cb9-a36b-1ce753c6c460" providerId="ADAL" clId="{06DC152B-A079-46BC-83AB-2B49C1DAC4B7}" dt="2026-01-20T12:02:28.316" v="31912" actId="478"/>
          <ac:picMkLst>
            <pc:docMk/>
            <pc:sldMk cId="4146962192" sldId="2147480711"/>
            <ac:picMk id="12" creationId="{E4B1045D-52A3-BB8A-9721-DCED5851CE67}"/>
          </ac:picMkLst>
        </pc:picChg>
        <pc:cxnChg chg="del">
          <ac:chgData name="Nunes, Marta Rafaela" userId="64e258cc-da3c-4cb9-a36b-1ce753c6c460" providerId="ADAL" clId="{06DC152B-A079-46BC-83AB-2B49C1DAC4B7}" dt="2026-01-20T12:02:28.316" v="31912" actId="478"/>
          <ac:cxnSpMkLst>
            <pc:docMk/>
            <pc:sldMk cId="4146962192" sldId="2147480711"/>
            <ac:cxnSpMk id="26" creationId="{781C3497-A03D-9C29-BEFA-95B5DE0B05DE}"/>
          </ac:cxnSpMkLst>
        </pc:cxnChg>
      </pc:sldChg>
      <pc:sldChg chg="addSp delSp modSp add mod">
        <pc:chgData name="Nunes, Marta Rafaela" userId="64e258cc-da3c-4cb9-a36b-1ce753c6c460" providerId="ADAL" clId="{06DC152B-A079-46BC-83AB-2B49C1DAC4B7}" dt="2026-01-20T18:19:47.093" v="35913" actId="113"/>
        <pc:sldMkLst>
          <pc:docMk/>
          <pc:sldMk cId="2021917803" sldId="2147480712"/>
        </pc:sldMkLst>
        <pc:spChg chg="mod">
          <ac:chgData name="Nunes, Marta Rafaela" userId="64e258cc-da3c-4cb9-a36b-1ce753c6c460" providerId="ADAL" clId="{06DC152B-A079-46BC-83AB-2B49C1DAC4B7}" dt="2026-01-20T12:24:06.370" v="33202" actId="255"/>
          <ac:spMkLst>
            <pc:docMk/>
            <pc:sldMk cId="2021917803" sldId="2147480712"/>
            <ac:spMk id="3" creationId="{E342A939-5159-36B4-C8F9-CEBA15BAE1F3}"/>
          </ac:spMkLst>
        </pc:spChg>
        <pc:spChg chg="del">
          <ac:chgData name="Nunes, Marta Rafaela" userId="64e258cc-da3c-4cb9-a36b-1ce753c6c460" providerId="ADAL" clId="{06DC152B-A079-46BC-83AB-2B49C1DAC4B7}" dt="2026-01-20T12:00:37.180" v="31722" actId="478"/>
          <ac:spMkLst>
            <pc:docMk/>
            <pc:sldMk cId="2021917803" sldId="2147480712"/>
            <ac:spMk id="4" creationId="{E98BC484-F884-AE08-5DEE-F2F5EE06E6AB}"/>
          </ac:spMkLst>
        </pc:spChg>
        <pc:spChg chg="mod">
          <ac:chgData name="Nunes, Marta Rafaela" userId="64e258cc-da3c-4cb9-a36b-1ce753c6c460" providerId="ADAL" clId="{06DC152B-A079-46BC-83AB-2B49C1DAC4B7}" dt="2026-01-20T11:52:53.073" v="31527" actId="20577"/>
          <ac:spMkLst>
            <pc:docMk/>
            <pc:sldMk cId="2021917803" sldId="2147480712"/>
            <ac:spMk id="5" creationId="{4106DA3B-4BDB-2E01-B7B0-B0D244DF6EC3}"/>
          </ac:spMkLst>
        </pc:spChg>
        <pc:spChg chg="mod">
          <ac:chgData name="Nunes, Marta Rafaela" userId="64e258cc-da3c-4cb9-a36b-1ce753c6c460" providerId="ADAL" clId="{06DC152B-A079-46BC-83AB-2B49C1DAC4B7}" dt="2026-01-20T11:52:58.098" v="31528"/>
          <ac:spMkLst>
            <pc:docMk/>
            <pc:sldMk cId="2021917803" sldId="2147480712"/>
            <ac:spMk id="8" creationId="{C4A56F06-6D51-971B-E13D-E8B0AF12F6D6}"/>
          </ac:spMkLst>
        </pc:spChg>
        <pc:spChg chg="mod">
          <ac:chgData name="Nunes, Marta Rafaela" userId="64e258cc-da3c-4cb9-a36b-1ce753c6c460" providerId="ADAL" clId="{06DC152B-A079-46BC-83AB-2B49C1DAC4B7}" dt="2026-01-20T12:17:24.917" v="32884" actId="14100"/>
          <ac:spMkLst>
            <pc:docMk/>
            <pc:sldMk cId="2021917803" sldId="2147480712"/>
            <ac:spMk id="9" creationId="{E5D249B1-89F4-163D-2C2C-0DB7E91B475C}"/>
          </ac:spMkLst>
        </pc:spChg>
        <pc:spChg chg="del">
          <ac:chgData name="Nunes, Marta Rafaela" userId="64e258cc-da3c-4cb9-a36b-1ce753c6c460" providerId="ADAL" clId="{06DC152B-A079-46BC-83AB-2B49C1DAC4B7}" dt="2026-01-20T12:00:35.581" v="31721" actId="478"/>
          <ac:spMkLst>
            <pc:docMk/>
            <pc:sldMk cId="2021917803" sldId="2147480712"/>
            <ac:spMk id="10" creationId="{8E37DDEF-791C-A09B-9AA3-C02E525FB0CF}"/>
          </ac:spMkLst>
        </pc:spChg>
        <pc:spChg chg="add mod ord">
          <ac:chgData name="Nunes, Marta Rafaela" userId="64e258cc-da3c-4cb9-a36b-1ce753c6c460" providerId="ADAL" clId="{06DC152B-A079-46BC-83AB-2B49C1DAC4B7}" dt="2026-01-20T12:02:23.925" v="31911" actId="167"/>
          <ac:spMkLst>
            <pc:docMk/>
            <pc:sldMk cId="2021917803" sldId="2147480712"/>
            <ac:spMk id="11" creationId="{DAA515A0-FDA2-8507-68E9-8B3C000FE0E3}"/>
          </ac:spMkLst>
        </pc:spChg>
        <pc:spChg chg="mod">
          <ac:chgData name="Nunes, Marta Rafaela" userId="64e258cc-da3c-4cb9-a36b-1ce753c6c460" providerId="ADAL" clId="{06DC152B-A079-46BC-83AB-2B49C1DAC4B7}" dt="2026-01-20T12:04:15.852" v="31942" actId="113"/>
          <ac:spMkLst>
            <pc:docMk/>
            <pc:sldMk cId="2021917803" sldId="2147480712"/>
            <ac:spMk id="13" creationId="{96DB3638-D729-EE90-0358-FBC5F030B6F8}"/>
          </ac:spMkLst>
        </pc:spChg>
        <pc:spChg chg="del">
          <ac:chgData name="Nunes, Marta Rafaela" userId="64e258cc-da3c-4cb9-a36b-1ce753c6c460" providerId="ADAL" clId="{06DC152B-A079-46BC-83AB-2B49C1DAC4B7}" dt="2026-01-20T12:02:10.233" v="31908" actId="478"/>
          <ac:spMkLst>
            <pc:docMk/>
            <pc:sldMk cId="2021917803" sldId="2147480712"/>
            <ac:spMk id="27" creationId="{C5EB1270-E2C0-A243-35D5-4E5A051C2FA5}"/>
          </ac:spMkLst>
        </pc:spChg>
        <pc:spChg chg="del">
          <ac:chgData name="Nunes, Marta Rafaela" userId="64e258cc-da3c-4cb9-a36b-1ce753c6c460" providerId="ADAL" clId="{06DC152B-A079-46BC-83AB-2B49C1DAC4B7}" dt="2026-01-20T12:02:10.233" v="31908" actId="478"/>
          <ac:spMkLst>
            <pc:docMk/>
            <pc:sldMk cId="2021917803" sldId="2147480712"/>
            <ac:spMk id="28" creationId="{7058A26F-71A0-6104-B434-E08BB8558E26}"/>
          </ac:spMkLst>
        </pc:spChg>
        <pc:spChg chg="del">
          <ac:chgData name="Nunes, Marta Rafaela" userId="64e258cc-da3c-4cb9-a36b-1ce753c6c460" providerId="ADAL" clId="{06DC152B-A079-46BC-83AB-2B49C1DAC4B7}" dt="2026-01-20T12:02:10.233" v="31908" actId="478"/>
          <ac:spMkLst>
            <pc:docMk/>
            <pc:sldMk cId="2021917803" sldId="2147480712"/>
            <ac:spMk id="29" creationId="{0F201AF5-15E6-1C49-05D2-8CBA4832E92D}"/>
          </ac:spMkLst>
        </pc:spChg>
        <pc:spChg chg="del">
          <ac:chgData name="Nunes, Marta Rafaela" userId="64e258cc-da3c-4cb9-a36b-1ce753c6c460" providerId="ADAL" clId="{06DC152B-A079-46BC-83AB-2B49C1DAC4B7}" dt="2026-01-20T12:02:10.233" v="31908" actId="478"/>
          <ac:spMkLst>
            <pc:docMk/>
            <pc:sldMk cId="2021917803" sldId="2147480712"/>
            <ac:spMk id="30" creationId="{1BBBFE52-609F-2452-60EB-DD5B147136FF}"/>
          </ac:spMkLst>
        </pc:spChg>
        <pc:spChg chg="add mod ord">
          <ac:chgData name="Nunes, Marta Rafaela" userId="64e258cc-da3c-4cb9-a36b-1ce753c6c460" providerId="ADAL" clId="{06DC152B-A079-46BC-83AB-2B49C1DAC4B7}" dt="2026-01-20T12:02:23.925" v="31911" actId="167"/>
          <ac:spMkLst>
            <pc:docMk/>
            <pc:sldMk cId="2021917803" sldId="2147480712"/>
            <ac:spMk id="31" creationId="{08D6A7D2-5940-9CF7-DFF0-E54E7C14C554}"/>
          </ac:spMkLst>
        </pc:spChg>
        <pc:spChg chg="mod">
          <ac:chgData name="Nunes, Marta Rafaela" userId="64e258cc-da3c-4cb9-a36b-1ce753c6c460" providerId="ADAL" clId="{06DC152B-A079-46BC-83AB-2B49C1DAC4B7}" dt="2026-01-20T12:24:03.217" v="33201" actId="255"/>
          <ac:spMkLst>
            <pc:docMk/>
            <pc:sldMk cId="2021917803" sldId="2147480712"/>
            <ac:spMk id="33" creationId="{322D76CF-7C89-B1EC-4CF6-C30E7E7CBFFE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34" creationId="{588897A3-AECD-C1DD-4195-9D67D4EC0B6B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35" creationId="{A025753B-CAC9-D9C0-A4BC-EF6472EE971A}"/>
          </ac:spMkLst>
        </pc:spChg>
        <pc:spChg chg="mod">
          <ac:chgData name="Nunes, Marta Rafaela" userId="64e258cc-da3c-4cb9-a36b-1ce753c6c460" providerId="ADAL" clId="{06DC152B-A079-46BC-83AB-2B49C1DAC4B7}" dt="2026-01-20T18:19:47.093" v="35913" actId="113"/>
          <ac:spMkLst>
            <pc:docMk/>
            <pc:sldMk cId="2021917803" sldId="2147480712"/>
            <ac:spMk id="37" creationId="{15BD42BB-0BEE-60BA-6892-E8BC7AC889E7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38" creationId="{3556F677-B1F4-A89E-B410-F3A706673BAF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2" creationId="{75D2FD36-BA97-B3A1-8F8B-91A0ACC9965E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3" creationId="{D7477028-FB94-03A3-D7B6-5317E28CBFA9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4" creationId="{D679C393-5F4D-5670-AE42-DE7D66E12C8A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5" creationId="{B9581F83-44B0-3224-10CE-5BE803BF7D0C}"/>
          </ac:spMkLst>
        </pc:spChg>
        <pc:spChg chg="add 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7" creationId="{8C4308F9-1C43-FDCE-38D6-6BF714F6E709}"/>
          </ac:spMkLst>
        </pc:spChg>
        <pc:spChg chg="add 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8" creationId="{31FCEA3C-A74B-1A2A-DD07-C40654D025DA}"/>
          </ac:spMkLst>
        </pc:spChg>
        <pc:spChg chg="add 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9" creationId="{DA6DA8B2-1494-3A2E-ACAC-24334EA2EA42}"/>
          </ac:spMkLst>
        </pc:spChg>
        <pc:grpChg chg="del">
          <ac:chgData name="Nunes, Marta Rafaela" userId="64e258cc-da3c-4cb9-a36b-1ce753c6c460" providerId="ADAL" clId="{06DC152B-A079-46BC-83AB-2B49C1DAC4B7}" dt="2026-01-20T12:02:10.233" v="31908" actId="478"/>
          <ac:grpSpMkLst>
            <pc:docMk/>
            <pc:sldMk cId="2021917803" sldId="2147480712"/>
            <ac:grpSpMk id="14" creationId="{92AD405B-271F-DDB0-EE9C-98DA57C8380F}"/>
          </ac:grpSpMkLst>
        </pc:grpChg>
        <pc:grpChg chg="del">
          <ac:chgData name="Nunes, Marta Rafaela" userId="64e258cc-da3c-4cb9-a36b-1ce753c6c460" providerId="ADAL" clId="{06DC152B-A079-46BC-83AB-2B49C1DAC4B7}" dt="2026-01-20T12:02:10.233" v="31908" actId="478"/>
          <ac:grpSpMkLst>
            <pc:docMk/>
            <pc:sldMk cId="2021917803" sldId="2147480712"/>
            <ac:grpSpMk id="21" creationId="{A586C7B1-52F7-A3A0-D18F-716497A8743E}"/>
          </ac:grpSpMkLst>
        </pc:grpChg>
        <pc:picChg chg="del">
          <ac:chgData name="Nunes, Marta Rafaela" userId="64e258cc-da3c-4cb9-a36b-1ce753c6c460" providerId="ADAL" clId="{06DC152B-A079-46BC-83AB-2B49C1DAC4B7}" dt="2026-01-20T12:02:10.233" v="31908" actId="478"/>
          <ac:picMkLst>
            <pc:docMk/>
            <pc:sldMk cId="2021917803" sldId="2147480712"/>
            <ac:picMk id="6" creationId="{AB777A71-36AE-5B8D-CC5B-37C9752548C6}"/>
          </ac:picMkLst>
        </pc:picChg>
        <pc:picChg chg="del">
          <ac:chgData name="Nunes, Marta Rafaela" userId="64e258cc-da3c-4cb9-a36b-1ce753c6c460" providerId="ADAL" clId="{06DC152B-A079-46BC-83AB-2B49C1DAC4B7}" dt="2026-01-20T12:02:10.233" v="31908" actId="478"/>
          <ac:picMkLst>
            <pc:docMk/>
            <pc:sldMk cId="2021917803" sldId="2147480712"/>
            <ac:picMk id="7" creationId="{48F83443-525F-1668-CA76-5354BD005C37}"/>
          </ac:picMkLst>
        </pc:picChg>
        <pc:picChg chg="del">
          <ac:chgData name="Nunes, Marta Rafaela" userId="64e258cc-da3c-4cb9-a36b-1ce753c6c460" providerId="ADAL" clId="{06DC152B-A079-46BC-83AB-2B49C1DAC4B7}" dt="2026-01-20T12:02:10.233" v="31908" actId="478"/>
          <ac:picMkLst>
            <pc:docMk/>
            <pc:sldMk cId="2021917803" sldId="2147480712"/>
            <ac:picMk id="12" creationId="{924CB991-4F14-A5CB-F58D-0C1C26C9B2AE}"/>
          </ac:picMkLst>
        </pc:picChg>
        <pc:cxnChg chg="del">
          <ac:chgData name="Nunes, Marta Rafaela" userId="64e258cc-da3c-4cb9-a36b-1ce753c6c460" providerId="ADAL" clId="{06DC152B-A079-46BC-83AB-2B49C1DAC4B7}" dt="2026-01-20T12:02:10.233" v="31908" actId="478"/>
          <ac:cxnSpMkLst>
            <pc:docMk/>
            <pc:sldMk cId="2021917803" sldId="2147480712"/>
            <ac:cxnSpMk id="26" creationId="{03FBDB4D-650D-5DB9-C179-C657FCDE63FE}"/>
          </ac:cxnSpMkLst>
        </pc:cxnChg>
      </pc:sldChg>
      <pc:sldChg chg="add del">
        <pc:chgData name="Nunes, Marta Rafaela" userId="64e258cc-da3c-4cb9-a36b-1ce753c6c460" providerId="ADAL" clId="{06DC152B-A079-46BC-83AB-2B49C1DAC4B7}" dt="2026-01-20T11:53:35.324" v="31534" actId="47"/>
        <pc:sldMkLst>
          <pc:docMk/>
          <pc:sldMk cId="1309938689" sldId="2147480713"/>
        </pc:sldMkLst>
      </pc:sldChg>
      <pc:sldChg chg="addSp delSp modSp add mod">
        <pc:chgData name="Nunes, Marta Rafaela" userId="64e258cc-da3c-4cb9-a36b-1ce753c6c460" providerId="ADAL" clId="{06DC152B-A079-46BC-83AB-2B49C1DAC4B7}" dt="2026-01-20T18:19:43.664" v="35912" actId="113"/>
        <pc:sldMkLst>
          <pc:docMk/>
          <pc:sldMk cId="4109187273" sldId="2147480713"/>
        </pc:sldMkLst>
        <pc:spChg chg="mod">
          <ac:chgData name="Nunes, Marta Rafaela" userId="64e258cc-da3c-4cb9-a36b-1ce753c6c460" providerId="ADAL" clId="{06DC152B-A079-46BC-83AB-2B49C1DAC4B7}" dt="2026-01-20T11:55:26.988" v="31598" actId="555"/>
          <ac:spMkLst>
            <pc:docMk/>
            <pc:sldMk cId="4109187273" sldId="2147480713"/>
            <ac:spMk id="2" creationId="{716F880F-0933-67AB-3781-A43F4A7F20F0}"/>
          </ac:spMkLst>
        </pc:spChg>
        <pc:spChg chg="mod">
          <ac:chgData name="Nunes, Marta Rafaela" userId="64e258cc-da3c-4cb9-a36b-1ce753c6c460" providerId="ADAL" clId="{06DC152B-A079-46BC-83AB-2B49C1DAC4B7}" dt="2026-01-20T12:24:14.265" v="33204" actId="255"/>
          <ac:spMkLst>
            <pc:docMk/>
            <pc:sldMk cId="4109187273" sldId="2147480713"/>
            <ac:spMk id="3" creationId="{80AFB2CF-4E29-64A5-B01C-2513318BA5C3}"/>
          </ac:spMkLst>
        </pc:spChg>
        <pc:spChg chg="mod ord">
          <ac:chgData name="Nunes, Marta Rafaela" userId="64e258cc-da3c-4cb9-a36b-1ce753c6c460" providerId="ADAL" clId="{06DC152B-A079-46BC-83AB-2B49C1DAC4B7}" dt="2026-01-20T12:02:19.637" v="31910" actId="167"/>
          <ac:spMkLst>
            <pc:docMk/>
            <pc:sldMk cId="4109187273" sldId="2147480713"/>
            <ac:spMk id="4" creationId="{E49E011D-ED57-7F15-A799-4EAB964F1500}"/>
          </ac:spMkLst>
        </pc:spChg>
        <pc:spChg chg="mod">
          <ac:chgData name="Nunes, Marta Rafaela" userId="64e258cc-da3c-4cb9-a36b-1ce753c6c460" providerId="ADAL" clId="{06DC152B-A079-46BC-83AB-2B49C1DAC4B7}" dt="2026-01-20T11:58:02.494" v="31708"/>
          <ac:spMkLst>
            <pc:docMk/>
            <pc:sldMk cId="4109187273" sldId="2147480713"/>
            <ac:spMk id="5" creationId="{FE69031A-6E79-1F70-28E9-C5BE3F962D83}"/>
          </ac:spMkLst>
        </pc:spChg>
        <pc:spChg chg="mod">
          <ac:chgData name="Nunes, Marta Rafaela" userId="64e258cc-da3c-4cb9-a36b-1ce753c6c460" providerId="ADAL" clId="{06DC152B-A079-46BC-83AB-2B49C1DAC4B7}" dt="2026-01-20T11:57:41.791" v="31664" actId="12789"/>
          <ac:spMkLst>
            <pc:docMk/>
            <pc:sldMk cId="4109187273" sldId="2147480713"/>
            <ac:spMk id="8" creationId="{AA52A807-7E30-2C43-C965-91AB2D204026}"/>
          </ac:spMkLst>
        </pc:spChg>
        <pc:spChg chg="mod">
          <ac:chgData name="Nunes, Marta Rafaela" userId="64e258cc-da3c-4cb9-a36b-1ce753c6c460" providerId="ADAL" clId="{06DC152B-A079-46BC-83AB-2B49C1DAC4B7}" dt="2026-01-20T12:17:28.967" v="32886" actId="14100"/>
          <ac:spMkLst>
            <pc:docMk/>
            <pc:sldMk cId="4109187273" sldId="2147480713"/>
            <ac:spMk id="9" creationId="{61BF4B30-E37A-31CA-7DD5-E0C0E07DABE8}"/>
          </ac:spMkLst>
        </pc:spChg>
        <pc:spChg chg="mod ord">
          <ac:chgData name="Nunes, Marta Rafaela" userId="64e258cc-da3c-4cb9-a36b-1ce753c6c460" providerId="ADAL" clId="{06DC152B-A079-46BC-83AB-2B49C1DAC4B7}" dt="2026-01-20T12:02:19.637" v="31910" actId="167"/>
          <ac:spMkLst>
            <pc:docMk/>
            <pc:sldMk cId="4109187273" sldId="2147480713"/>
            <ac:spMk id="10" creationId="{DFE19DB8-F492-6AE0-323C-EAE4492DB633}"/>
          </ac:spMkLst>
        </pc:spChg>
        <pc:spChg chg="mod">
          <ac:chgData name="Nunes, Marta Rafaela" userId="64e258cc-da3c-4cb9-a36b-1ce753c6c460" providerId="ADAL" clId="{06DC152B-A079-46BC-83AB-2B49C1DAC4B7}" dt="2026-01-20T12:04:28.202" v="31946" actId="113"/>
          <ac:spMkLst>
            <pc:docMk/>
            <pc:sldMk cId="4109187273" sldId="2147480713"/>
            <ac:spMk id="13" creationId="{E5373643-6F38-3353-E512-3E88AF95B78A}"/>
          </ac:spMkLst>
        </pc:spChg>
        <pc:spChg chg="add del mod">
          <ac:chgData name="Nunes, Marta Rafaela" userId="64e258cc-da3c-4cb9-a36b-1ce753c6c460" providerId="ADAL" clId="{06DC152B-A079-46BC-83AB-2B49C1DAC4B7}" dt="2026-01-20T12:02:05.568" v="31907" actId="21"/>
          <ac:spMkLst>
            <pc:docMk/>
            <pc:sldMk cId="4109187273" sldId="2147480713"/>
            <ac:spMk id="27" creationId="{0B8C7C52-9355-E262-59C2-081F58065ABB}"/>
          </ac:spMkLst>
        </pc:spChg>
        <pc:spChg chg="add del mod">
          <ac:chgData name="Nunes, Marta Rafaela" userId="64e258cc-da3c-4cb9-a36b-1ce753c6c460" providerId="ADAL" clId="{06DC152B-A079-46BC-83AB-2B49C1DAC4B7}" dt="2026-01-20T12:02:05.568" v="31907" actId="21"/>
          <ac:spMkLst>
            <pc:docMk/>
            <pc:sldMk cId="4109187273" sldId="2147480713"/>
            <ac:spMk id="28" creationId="{A7DC4FEC-A1D1-5CA0-4C0D-A7A122F67DDC}"/>
          </ac:spMkLst>
        </pc:spChg>
        <pc:spChg chg="add del mod">
          <ac:chgData name="Nunes, Marta Rafaela" userId="64e258cc-da3c-4cb9-a36b-1ce753c6c460" providerId="ADAL" clId="{06DC152B-A079-46BC-83AB-2B49C1DAC4B7}" dt="2026-01-20T12:02:05.568" v="31907" actId="21"/>
          <ac:spMkLst>
            <pc:docMk/>
            <pc:sldMk cId="4109187273" sldId="2147480713"/>
            <ac:spMk id="29" creationId="{49F20EE1-512B-1016-5D68-4603DF9A9442}"/>
          </ac:spMkLst>
        </pc:spChg>
        <pc:spChg chg="add del mod">
          <ac:chgData name="Nunes, Marta Rafaela" userId="64e258cc-da3c-4cb9-a36b-1ce753c6c460" providerId="ADAL" clId="{06DC152B-A079-46BC-83AB-2B49C1DAC4B7}" dt="2026-01-20T12:02:05.568" v="31907" actId="21"/>
          <ac:spMkLst>
            <pc:docMk/>
            <pc:sldMk cId="4109187273" sldId="2147480713"/>
            <ac:spMk id="30" creationId="{10A0DD3D-31C8-9ED3-E8BE-4B9204C2AD06}"/>
          </ac:spMkLst>
        </pc:spChg>
        <pc:spChg chg="add del">
          <ac:chgData name="Nunes, Marta Rafaela" userId="64e258cc-da3c-4cb9-a36b-1ce753c6c460" providerId="ADAL" clId="{06DC152B-A079-46BC-83AB-2B49C1DAC4B7}" dt="2026-01-20T11:55:15.862" v="31596" actId="22"/>
          <ac:spMkLst>
            <pc:docMk/>
            <pc:sldMk cId="4109187273" sldId="2147480713"/>
            <ac:spMk id="31" creationId="{3F49CD2C-307E-0DB4-0759-0089821B4820}"/>
          </ac:spMkLst>
        </pc:spChg>
        <pc:spChg chg="add mod">
          <ac:chgData name="Nunes, Marta Rafaela" userId="64e258cc-da3c-4cb9-a36b-1ce753c6c460" providerId="ADAL" clId="{06DC152B-A079-46BC-83AB-2B49C1DAC4B7}" dt="2026-01-20T11:57:41.791" v="31664" actId="12789"/>
          <ac:spMkLst>
            <pc:docMk/>
            <pc:sldMk cId="4109187273" sldId="2147480713"/>
            <ac:spMk id="32" creationId="{6F8DCF49-5556-9DBD-D707-1DF751058FD8}"/>
          </ac:spMkLst>
        </pc:spChg>
        <pc:spChg chg="mod">
          <ac:chgData name="Nunes, Marta Rafaela" userId="64e258cc-da3c-4cb9-a36b-1ce753c6c460" providerId="ADAL" clId="{06DC152B-A079-46BC-83AB-2B49C1DAC4B7}" dt="2026-01-20T12:24:10.793" v="33203" actId="255"/>
          <ac:spMkLst>
            <pc:docMk/>
            <pc:sldMk cId="4109187273" sldId="2147480713"/>
            <ac:spMk id="33" creationId="{5FECFADC-8E6E-2FAD-FAC2-75DD17A70E96}"/>
          </ac:spMkLst>
        </pc:spChg>
        <pc:spChg chg="add mod">
          <ac:chgData name="Nunes, Marta Rafaela" userId="64e258cc-da3c-4cb9-a36b-1ce753c6c460" providerId="ADAL" clId="{06DC152B-A079-46BC-83AB-2B49C1DAC4B7}" dt="2026-01-20T11:57:41.791" v="31664" actId="12789"/>
          <ac:spMkLst>
            <pc:docMk/>
            <pc:sldMk cId="4109187273" sldId="2147480713"/>
            <ac:spMk id="34" creationId="{1F68E06B-ED51-5352-E247-207F9B9827C4}"/>
          </ac:spMkLst>
        </pc:spChg>
        <pc:spChg chg="add del mod">
          <ac:chgData name="Nunes, Marta Rafaela" userId="64e258cc-da3c-4cb9-a36b-1ce753c6c460" providerId="ADAL" clId="{06DC152B-A079-46BC-83AB-2B49C1DAC4B7}" dt="2026-01-20T11:57:24.642" v="31655" actId="478"/>
          <ac:spMkLst>
            <pc:docMk/>
            <pc:sldMk cId="4109187273" sldId="2147480713"/>
            <ac:spMk id="35" creationId="{5CAD1CDC-B30D-EB87-CD57-55BBA8F721A0}"/>
          </ac:spMkLst>
        </pc:spChg>
        <pc:spChg chg="add del mod">
          <ac:chgData name="Nunes, Marta Rafaela" userId="64e258cc-da3c-4cb9-a36b-1ce753c6c460" providerId="ADAL" clId="{06DC152B-A079-46BC-83AB-2B49C1DAC4B7}" dt="2026-01-20T11:57:24.642" v="31655" actId="478"/>
          <ac:spMkLst>
            <pc:docMk/>
            <pc:sldMk cId="4109187273" sldId="2147480713"/>
            <ac:spMk id="36" creationId="{AC596D23-E5B4-027F-D3A1-89106007A606}"/>
          </ac:spMkLst>
        </pc:spChg>
        <pc:spChg chg="mod">
          <ac:chgData name="Nunes, Marta Rafaela" userId="64e258cc-da3c-4cb9-a36b-1ce753c6c460" providerId="ADAL" clId="{06DC152B-A079-46BC-83AB-2B49C1DAC4B7}" dt="2026-01-20T18:19:43.664" v="35912" actId="113"/>
          <ac:spMkLst>
            <pc:docMk/>
            <pc:sldMk cId="4109187273" sldId="2147480713"/>
            <ac:spMk id="37" creationId="{DDA02589-7D56-A5A2-19CA-51D715F19012}"/>
          </ac:spMkLst>
        </pc:spChg>
        <pc:spChg chg="add del mod">
          <ac:chgData name="Nunes, Marta Rafaela" userId="64e258cc-da3c-4cb9-a36b-1ce753c6c460" providerId="ADAL" clId="{06DC152B-A079-46BC-83AB-2B49C1DAC4B7}" dt="2026-01-20T11:57:24.642" v="31655" actId="478"/>
          <ac:spMkLst>
            <pc:docMk/>
            <pc:sldMk cId="4109187273" sldId="2147480713"/>
            <ac:spMk id="38" creationId="{84D90DDE-0623-2109-9C15-B7A72A27FC59}"/>
          </ac:spMkLst>
        </pc:spChg>
        <pc:spChg chg="add del mod">
          <ac:chgData name="Nunes, Marta Rafaela" userId="64e258cc-da3c-4cb9-a36b-1ce753c6c460" providerId="ADAL" clId="{06DC152B-A079-46BC-83AB-2B49C1DAC4B7}" dt="2026-01-20T11:57:24.642" v="31655" actId="478"/>
          <ac:spMkLst>
            <pc:docMk/>
            <pc:sldMk cId="4109187273" sldId="2147480713"/>
            <ac:spMk id="39" creationId="{E6A4065D-18D4-182D-C6DE-963F9A2B3546}"/>
          </ac:spMkLst>
        </pc:spChg>
        <pc:spChg chg="add del mod">
          <ac:chgData name="Nunes, Marta Rafaela" userId="64e258cc-da3c-4cb9-a36b-1ce753c6c460" providerId="ADAL" clId="{06DC152B-A079-46BC-83AB-2B49C1DAC4B7}" dt="2026-01-20T11:57:24.642" v="31655" actId="478"/>
          <ac:spMkLst>
            <pc:docMk/>
            <pc:sldMk cId="4109187273" sldId="2147480713"/>
            <ac:spMk id="40" creationId="{2EF5FC0E-40A8-126C-F147-66A78242CFFD}"/>
          </ac:spMkLst>
        </pc:spChg>
        <pc:spChg chg="add mod">
          <ac:chgData name="Nunes, Marta Rafaela" userId="64e258cc-da3c-4cb9-a36b-1ce753c6c460" providerId="ADAL" clId="{06DC152B-A079-46BC-83AB-2B49C1DAC4B7}" dt="2026-01-20T11:57:51.284" v="31706" actId="1035"/>
          <ac:spMkLst>
            <pc:docMk/>
            <pc:sldMk cId="4109187273" sldId="2147480713"/>
            <ac:spMk id="41" creationId="{FA837D41-AC6A-D5A4-0AC3-07A975A75504}"/>
          </ac:spMkLst>
        </pc:spChg>
        <pc:spChg chg="add mod">
          <ac:chgData name="Nunes, Marta Rafaela" userId="64e258cc-da3c-4cb9-a36b-1ce753c6c460" providerId="ADAL" clId="{06DC152B-A079-46BC-83AB-2B49C1DAC4B7}" dt="2026-01-20T11:57:57.513" v="31707"/>
          <ac:spMkLst>
            <pc:docMk/>
            <pc:sldMk cId="4109187273" sldId="2147480713"/>
            <ac:spMk id="42" creationId="{7C5A4CE5-E137-9392-31A7-8CB84133FB7C}"/>
          </ac:spMkLst>
        </pc:spChg>
        <pc:spChg chg="add mod">
          <ac:chgData name="Nunes, Marta Rafaela" userId="64e258cc-da3c-4cb9-a36b-1ce753c6c460" providerId="ADAL" clId="{06DC152B-A079-46BC-83AB-2B49C1DAC4B7}" dt="2026-01-20T11:57:51.284" v="31706" actId="1035"/>
          <ac:spMkLst>
            <pc:docMk/>
            <pc:sldMk cId="4109187273" sldId="2147480713"/>
            <ac:spMk id="43" creationId="{E0E982C0-0AB4-27BB-1DE5-0755E22B71E2}"/>
          </ac:spMkLst>
        </pc:spChg>
        <pc:spChg chg="add mod">
          <ac:chgData name="Nunes, Marta Rafaela" userId="64e258cc-da3c-4cb9-a36b-1ce753c6c460" providerId="ADAL" clId="{06DC152B-A079-46BC-83AB-2B49C1DAC4B7}" dt="2026-01-20T11:57:51.284" v="31706" actId="1035"/>
          <ac:spMkLst>
            <pc:docMk/>
            <pc:sldMk cId="4109187273" sldId="2147480713"/>
            <ac:spMk id="44" creationId="{753B6662-B9A3-E816-1BFB-4AC4FC9994CA}"/>
          </ac:spMkLst>
        </pc:spChg>
        <pc:spChg chg="add mod">
          <ac:chgData name="Nunes, Marta Rafaela" userId="64e258cc-da3c-4cb9-a36b-1ce753c6c460" providerId="ADAL" clId="{06DC152B-A079-46BC-83AB-2B49C1DAC4B7}" dt="2026-01-20T13:09:34.698" v="34214" actId="20577"/>
          <ac:spMkLst>
            <pc:docMk/>
            <pc:sldMk cId="4109187273" sldId="2147480713"/>
            <ac:spMk id="45" creationId="{ABF7D7B1-9743-E424-B7C2-868ACC9C86C3}"/>
          </ac:spMkLst>
        </pc:spChg>
        <pc:grpChg chg="add del mod">
          <ac:chgData name="Nunes, Marta Rafaela" userId="64e258cc-da3c-4cb9-a36b-1ce753c6c460" providerId="ADAL" clId="{06DC152B-A079-46BC-83AB-2B49C1DAC4B7}" dt="2026-01-20T12:02:05.568" v="31907" actId="21"/>
          <ac:grpSpMkLst>
            <pc:docMk/>
            <pc:sldMk cId="4109187273" sldId="2147480713"/>
            <ac:grpSpMk id="14" creationId="{E187AF6C-8510-4E07-A9D1-2DB954F69964}"/>
          </ac:grpSpMkLst>
        </pc:grpChg>
        <pc:grpChg chg="add del mod">
          <ac:chgData name="Nunes, Marta Rafaela" userId="64e258cc-da3c-4cb9-a36b-1ce753c6c460" providerId="ADAL" clId="{06DC152B-A079-46BC-83AB-2B49C1DAC4B7}" dt="2026-01-20T12:02:05.568" v="31907" actId="21"/>
          <ac:grpSpMkLst>
            <pc:docMk/>
            <pc:sldMk cId="4109187273" sldId="2147480713"/>
            <ac:grpSpMk id="21" creationId="{6A813670-D4E4-3F68-0627-FFAB4482EDA2}"/>
          </ac:grpSpMkLst>
        </pc:grpChg>
        <pc:picChg chg="add del mod">
          <ac:chgData name="Nunes, Marta Rafaela" userId="64e258cc-da3c-4cb9-a36b-1ce753c6c460" providerId="ADAL" clId="{06DC152B-A079-46BC-83AB-2B49C1DAC4B7}" dt="2026-01-20T12:02:05.568" v="31907" actId="21"/>
          <ac:picMkLst>
            <pc:docMk/>
            <pc:sldMk cId="4109187273" sldId="2147480713"/>
            <ac:picMk id="6" creationId="{9E1100F2-E38A-EA1B-9D2E-551ADC30AAFF}"/>
          </ac:picMkLst>
        </pc:picChg>
        <pc:picChg chg="add del mod">
          <ac:chgData name="Nunes, Marta Rafaela" userId="64e258cc-da3c-4cb9-a36b-1ce753c6c460" providerId="ADAL" clId="{06DC152B-A079-46BC-83AB-2B49C1DAC4B7}" dt="2026-01-20T12:02:05.568" v="31907" actId="21"/>
          <ac:picMkLst>
            <pc:docMk/>
            <pc:sldMk cId="4109187273" sldId="2147480713"/>
            <ac:picMk id="7" creationId="{9E2CFDA7-10E1-F1EC-9C7A-D01820FB56D6}"/>
          </ac:picMkLst>
        </pc:picChg>
        <pc:picChg chg="add del mod">
          <ac:chgData name="Nunes, Marta Rafaela" userId="64e258cc-da3c-4cb9-a36b-1ce753c6c460" providerId="ADAL" clId="{06DC152B-A079-46BC-83AB-2B49C1DAC4B7}" dt="2026-01-20T12:02:05.568" v="31907" actId="21"/>
          <ac:picMkLst>
            <pc:docMk/>
            <pc:sldMk cId="4109187273" sldId="2147480713"/>
            <ac:picMk id="12" creationId="{BD5E1704-70F6-D70E-933E-62CBCE0A4E66}"/>
          </ac:picMkLst>
        </pc:picChg>
        <pc:cxnChg chg="mod">
          <ac:chgData name="Nunes, Marta Rafaela" userId="64e258cc-da3c-4cb9-a36b-1ce753c6c460" providerId="ADAL" clId="{06DC152B-A079-46BC-83AB-2B49C1DAC4B7}" dt="2026-01-20T12:01:44.043" v="31873" actId="1037"/>
          <ac:cxnSpMkLst>
            <pc:docMk/>
            <pc:sldMk cId="4109187273" sldId="2147480713"/>
            <ac:cxnSpMk id="19" creationId="{E20125F6-8211-CD26-EAC8-202EEA663253}"/>
          </ac:cxnSpMkLst>
        </pc:cxnChg>
        <pc:cxnChg chg="add del mod">
          <ac:chgData name="Nunes, Marta Rafaela" userId="64e258cc-da3c-4cb9-a36b-1ce753c6c460" providerId="ADAL" clId="{06DC152B-A079-46BC-83AB-2B49C1DAC4B7}" dt="2026-01-20T12:02:05.568" v="31907" actId="21"/>
          <ac:cxnSpMkLst>
            <pc:docMk/>
            <pc:sldMk cId="4109187273" sldId="2147480713"/>
            <ac:cxnSpMk id="20" creationId="{D7E81E09-E493-2F70-51C0-F2750794DAC7}"/>
          </ac:cxnSpMkLst>
        </pc:cxnChg>
        <pc:cxnChg chg="mod">
          <ac:chgData name="Nunes, Marta Rafaela" userId="64e258cc-da3c-4cb9-a36b-1ce753c6c460" providerId="ADAL" clId="{06DC152B-A079-46BC-83AB-2B49C1DAC4B7}" dt="2026-01-20T12:01:11.680" v="31768" actId="1037"/>
          <ac:cxnSpMkLst>
            <pc:docMk/>
            <pc:sldMk cId="4109187273" sldId="2147480713"/>
            <ac:cxnSpMk id="26" creationId="{E72F1866-53D9-B409-F412-EFBB7847074C}"/>
          </ac:cxnSpMkLst>
        </pc:cxnChg>
      </pc:sldChg>
      <pc:sldChg chg="addSp modSp add mod">
        <pc:chgData name="Nunes, Marta Rafaela" userId="64e258cc-da3c-4cb9-a36b-1ce753c6c460" providerId="ADAL" clId="{06DC152B-A079-46BC-83AB-2B49C1DAC4B7}" dt="2026-01-20T13:07:43.065" v="34144" actId="20577"/>
        <pc:sldMkLst>
          <pc:docMk/>
          <pc:sldMk cId="915018631" sldId="2147480714"/>
        </pc:sldMkLst>
        <pc:spChg chg="mod">
          <ac:chgData name="Nunes, Marta Rafaela" userId="64e258cc-da3c-4cb9-a36b-1ce753c6c460" providerId="ADAL" clId="{06DC152B-A079-46BC-83AB-2B49C1DAC4B7}" dt="2026-01-20T12:37:15.473" v="33527" actId="20577"/>
          <ac:spMkLst>
            <pc:docMk/>
            <pc:sldMk cId="915018631" sldId="2147480714"/>
            <ac:spMk id="3" creationId="{755A9C35-DB7F-9647-B18C-CD69573FEA90}"/>
          </ac:spMkLst>
        </pc:spChg>
        <pc:spChg chg="mod">
          <ac:chgData name="Nunes, Marta Rafaela" userId="64e258cc-da3c-4cb9-a36b-1ce753c6c460" providerId="ADAL" clId="{06DC152B-A079-46BC-83AB-2B49C1DAC4B7}" dt="2026-01-20T12:37:12.144" v="33525" actId="20577"/>
          <ac:spMkLst>
            <pc:docMk/>
            <pc:sldMk cId="915018631" sldId="2147480714"/>
            <ac:spMk id="7" creationId="{F3B71E83-B1CD-2598-CAE4-11FF751E7C73}"/>
          </ac:spMkLst>
        </pc:spChg>
        <pc:spChg chg="add mod">
          <ac:chgData name="Nunes, Marta Rafaela" userId="64e258cc-da3c-4cb9-a36b-1ce753c6c460" providerId="ADAL" clId="{06DC152B-A079-46BC-83AB-2B49C1DAC4B7}" dt="2026-01-20T13:03:26.002" v="34104"/>
          <ac:spMkLst>
            <pc:docMk/>
            <pc:sldMk cId="915018631" sldId="2147480714"/>
            <ac:spMk id="8" creationId="{DCB739F7-3F4E-6B18-56AC-9C746F1A24AE}"/>
          </ac:spMkLst>
        </pc:spChg>
        <pc:graphicFrameChg chg="mod modGraphic">
          <ac:chgData name="Nunes, Marta Rafaela" userId="64e258cc-da3c-4cb9-a36b-1ce753c6c460" providerId="ADAL" clId="{06DC152B-A079-46BC-83AB-2B49C1DAC4B7}" dt="2026-01-20T13:07:43.065" v="34144" actId="20577"/>
          <ac:graphicFrameMkLst>
            <pc:docMk/>
            <pc:sldMk cId="915018631" sldId="2147480714"/>
            <ac:graphicFrameMk id="2" creationId="{B8870C20-5AE0-F59D-BAA7-EE27D61B0DA8}"/>
          </ac:graphicFrameMkLst>
        </pc:graphicFrameChg>
        <pc:graphicFrameChg chg="mod modGraphic">
          <ac:chgData name="Nunes, Marta Rafaela" userId="64e258cc-da3c-4cb9-a36b-1ce753c6c460" providerId="ADAL" clId="{06DC152B-A079-46BC-83AB-2B49C1DAC4B7}" dt="2026-01-20T13:05:32.050" v="34122"/>
          <ac:graphicFrameMkLst>
            <pc:docMk/>
            <pc:sldMk cId="915018631" sldId="2147480714"/>
            <ac:graphicFrameMk id="4" creationId="{243A7FE5-75F9-6119-DC37-0367A9CB8987}"/>
          </ac:graphicFrameMkLst>
        </pc:graphicFrameChg>
      </pc:sldChg>
      <pc:sldChg chg="addSp delSp modSp add mod">
        <pc:chgData name="Nunes, Marta Rafaela" userId="64e258cc-da3c-4cb9-a36b-1ce753c6c460" providerId="ADAL" clId="{06DC152B-A079-46BC-83AB-2B49C1DAC4B7}" dt="2026-01-20T13:07:53.929" v="34146" actId="20577"/>
        <pc:sldMkLst>
          <pc:docMk/>
          <pc:sldMk cId="4220002730" sldId="2147480715"/>
        </pc:sldMkLst>
        <pc:spChg chg="mod">
          <ac:chgData name="Nunes, Marta Rafaela" userId="64e258cc-da3c-4cb9-a36b-1ce753c6c460" providerId="ADAL" clId="{06DC152B-A079-46BC-83AB-2B49C1DAC4B7}" dt="2026-01-20T12:37:20.732" v="33529" actId="20577"/>
          <ac:spMkLst>
            <pc:docMk/>
            <pc:sldMk cId="4220002730" sldId="2147480715"/>
            <ac:spMk id="3" creationId="{7F93E47D-9D9B-E56C-92C4-2998FAC62549}"/>
          </ac:spMkLst>
        </pc:spChg>
        <pc:spChg chg="mod">
          <ac:chgData name="Nunes, Marta Rafaela" userId="64e258cc-da3c-4cb9-a36b-1ce753c6c460" providerId="ADAL" clId="{06DC152B-A079-46BC-83AB-2B49C1DAC4B7}" dt="2026-01-20T12:37:22.896" v="33531" actId="20577"/>
          <ac:spMkLst>
            <pc:docMk/>
            <pc:sldMk cId="4220002730" sldId="2147480715"/>
            <ac:spMk id="7" creationId="{3E88EA80-1891-D307-27C4-0C4C6681D2EF}"/>
          </ac:spMkLst>
        </pc:spChg>
        <pc:spChg chg="add mod">
          <ac:chgData name="Nunes, Marta Rafaela" userId="64e258cc-da3c-4cb9-a36b-1ce753c6c460" providerId="ADAL" clId="{06DC152B-A079-46BC-83AB-2B49C1DAC4B7}" dt="2026-01-20T13:02:53.070" v="34099" actId="20577"/>
          <ac:spMkLst>
            <pc:docMk/>
            <pc:sldMk cId="4220002730" sldId="2147480715"/>
            <ac:spMk id="8" creationId="{F4A64AA1-3E2A-2CF0-7842-7BF00A6DF4C9}"/>
          </ac:spMkLst>
        </pc:spChg>
        <pc:spChg chg="add del mod">
          <ac:chgData name="Nunes, Marta Rafaela" userId="64e258cc-da3c-4cb9-a36b-1ce753c6c460" providerId="ADAL" clId="{06DC152B-A079-46BC-83AB-2B49C1DAC4B7}" dt="2026-01-20T13:05:51.005" v="34124" actId="478"/>
          <ac:spMkLst>
            <pc:docMk/>
            <pc:sldMk cId="4220002730" sldId="2147480715"/>
            <ac:spMk id="11" creationId="{C49A2779-5644-04C9-F916-A11596E8C4C0}"/>
          </ac:spMkLst>
        </pc:spChg>
        <pc:graphicFrameChg chg="mod modGraphic">
          <ac:chgData name="Nunes, Marta Rafaela" userId="64e258cc-da3c-4cb9-a36b-1ce753c6c460" providerId="ADAL" clId="{06DC152B-A079-46BC-83AB-2B49C1DAC4B7}" dt="2026-01-20T13:07:53.929" v="34146" actId="20577"/>
          <ac:graphicFrameMkLst>
            <pc:docMk/>
            <pc:sldMk cId="4220002730" sldId="2147480715"/>
            <ac:graphicFrameMk id="2" creationId="{15E2E4F4-E308-A052-2A75-8751B664FB76}"/>
          </ac:graphicFrameMkLst>
        </pc:graphicFrameChg>
        <pc:graphicFrameChg chg="modGraphic">
          <ac:chgData name="Nunes, Marta Rafaela" userId="64e258cc-da3c-4cb9-a36b-1ce753c6c460" providerId="ADAL" clId="{06DC152B-A079-46BC-83AB-2B49C1DAC4B7}" dt="2026-01-20T13:03:19.193" v="34103" actId="20577"/>
          <ac:graphicFrameMkLst>
            <pc:docMk/>
            <pc:sldMk cId="4220002730" sldId="2147480715"/>
            <ac:graphicFrameMk id="4" creationId="{DA118FA1-93D2-8559-68F8-1F76A103AEDD}"/>
          </ac:graphicFrameMkLst>
        </pc:graphicFrameChg>
      </pc:sldChg>
      <pc:sldChg chg="addSp delSp modSp add mod">
        <pc:chgData name="Nunes, Marta Rafaela" userId="64e258cc-da3c-4cb9-a36b-1ce753c6c460" providerId="ADAL" clId="{06DC152B-A079-46BC-83AB-2B49C1DAC4B7}" dt="2026-01-20T16:51:35.470" v="35741" actId="20577"/>
        <pc:sldMkLst>
          <pc:docMk/>
          <pc:sldMk cId="3100834202" sldId="2147480717"/>
        </pc:sldMkLst>
        <pc:spChg chg="mod">
          <ac:chgData name="Nunes, Marta Rafaela" userId="64e258cc-da3c-4cb9-a36b-1ce753c6c460" providerId="ADAL" clId="{06DC152B-A079-46BC-83AB-2B49C1DAC4B7}" dt="2026-01-20T16:31:15.170" v="34784" actId="20577"/>
          <ac:spMkLst>
            <pc:docMk/>
            <pc:sldMk cId="3100834202" sldId="2147480717"/>
            <ac:spMk id="3" creationId="{6E4A27E2-6575-A301-F970-8B1C493E60D9}"/>
          </ac:spMkLst>
        </pc:spChg>
        <pc:spChg chg="del mod">
          <ac:chgData name="Nunes, Marta Rafaela" userId="64e258cc-da3c-4cb9-a36b-1ce753c6c460" providerId="ADAL" clId="{06DC152B-A079-46BC-83AB-2B49C1DAC4B7}" dt="2026-01-20T16:30:52.129" v="34730" actId="478"/>
          <ac:spMkLst>
            <pc:docMk/>
            <pc:sldMk cId="3100834202" sldId="2147480717"/>
            <ac:spMk id="8" creationId="{1DF4402D-E4DF-8D26-4620-ADCED3A6CB3F}"/>
          </ac:spMkLst>
        </pc:spChg>
        <pc:spChg chg="del">
          <ac:chgData name="Nunes, Marta Rafaela" userId="64e258cc-da3c-4cb9-a36b-1ce753c6c460" providerId="ADAL" clId="{06DC152B-A079-46BC-83AB-2B49C1DAC4B7}" dt="2026-01-20T16:30:54.776" v="34731" actId="478"/>
          <ac:spMkLst>
            <pc:docMk/>
            <pc:sldMk cId="3100834202" sldId="2147480717"/>
            <ac:spMk id="9" creationId="{21318441-400B-4778-D270-E46052C28ABB}"/>
          </ac:spMkLst>
        </pc:spChg>
        <pc:spChg chg="del">
          <ac:chgData name="Nunes, Marta Rafaela" userId="64e258cc-da3c-4cb9-a36b-1ce753c6c460" providerId="ADAL" clId="{06DC152B-A079-46BC-83AB-2B49C1DAC4B7}" dt="2026-01-20T16:30:49.479" v="34728" actId="478"/>
          <ac:spMkLst>
            <pc:docMk/>
            <pc:sldMk cId="3100834202" sldId="2147480717"/>
            <ac:spMk id="10" creationId="{83AAD040-7A13-A809-8ACE-B70143630FFF}"/>
          </ac:spMkLst>
        </pc:spChg>
        <pc:spChg chg="add mod">
          <ac:chgData name="Nunes, Marta Rafaela" userId="64e258cc-da3c-4cb9-a36b-1ce753c6c460" providerId="ADAL" clId="{06DC152B-A079-46BC-83AB-2B49C1DAC4B7}" dt="2026-01-20T16:31:27.981" v="34786" actId="20577"/>
          <ac:spMkLst>
            <pc:docMk/>
            <pc:sldMk cId="3100834202" sldId="2147480717"/>
            <ac:spMk id="11" creationId="{9ADF597D-4D15-EA0F-7F67-63AF6A90CA9F}"/>
          </ac:spMkLst>
        </pc:spChg>
        <pc:spChg chg="mod">
          <ac:chgData name="Nunes, Marta Rafaela" userId="64e258cc-da3c-4cb9-a36b-1ce753c6c460" providerId="ADAL" clId="{06DC152B-A079-46BC-83AB-2B49C1DAC4B7}" dt="2026-01-20T16:46:47.031" v="35603" actId="20577"/>
          <ac:spMkLst>
            <pc:docMk/>
            <pc:sldMk cId="3100834202" sldId="2147480717"/>
            <ac:spMk id="14" creationId="{59922E9E-EDB5-661F-20AC-1F9D0DDAF945}"/>
          </ac:spMkLst>
        </pc:spChg>
        <pc:spChg chg="add mod">
          <ac:chgData name="Nunes, Marta Rafaela" userId="64e258cc-da3c-4cb9-a36b-1ce753c6c460" providerId="ADAL" clId="{06DC152B-A079-46BC-83AB-2B49C1DAC4B7}" dt="2026-01-20T16:51:28.662" v="35738" actId="114"/>
          <ac:spMkLst>
            <pc:docMk/>
            <pc:sldMk cId="3100834202" sldId="2147480717"/>
            <ac:spMk id="15" creationId="{CD980336-1896-3B85-660B-944958D022B4}"/>
          </ac:spMkLst>
        </pc:spChg>
        <pc:spChg chg="mod">
          <ac:chgData name="Nunes, Marta Rafaela" userId="64e258cc-da3c-4cb9-a36b-1ce753c6c460" providerId="ADAL" clId="{06DC152B-A079-46BC-83AB-2B49C1DAC4B7}" dt="2026-01-20T16:46:54.232" v="35629" actId="20577"/>
          <ac:spMkLst>
            <pc:docMk/>
            <pc:sldMk cId="3100834202" sldId="2147480717"/>
            <ac:spMk id="18" creationId="{0CD3045E-044A-90A7-767F-E0D54AA35E66}"/>
          </ac:spMkLst>
        </pc:spChg>
        <pc:spChg chg="add mod">
          <ac:chgData name="Nunes, Marta Rafaela" userId="64e258cc-da3c-4cb9-a36b-1ce753c6c460" providerId="ADAL" clId="{06DC152B-A079-46BC-83AB-2B49C1DAC4B7}" dt="2026-01-20T16:51:35.470" v="35741" actId="20577"/>
          <ac:spMkLst>
            <pc:docMk/>
            <pc:sldMk cId="3100834202" sldId="2147480717"/>
            <ac:spMk id="19" creationId="{E2F3FCBC-9292-AE74-1AB3-A333AA9235AC}"/>
          </ac:spMkLst>
        </pc:spChg>
        <pc:grpChg chg="del">
          <ac:chgData name="Nunes, Marta Rafaela" userId="64e258cc-da3c-4cb9-a36b-1ce753c6c460" providerId="ADAL" clId="{06DC152B-A079-46BC-83AB-2B49C1DAC4B7}" dt="2026-01-20T16:30:16.421" v="34726" actId="478"/>
          <ac:grpSpMkLst>
            <pc:docMk/>
            <pc:sldMk cId="3100834202" sldId="2147480717"/>
            <ac:grpSpMk id="5" creationId="{B6866DD0-4259-9758-AE03-021992AC0A6A}"/>
          </ac:grpSpMkLst>
        </pc:grpChg>
        <pc:grpChg chg="add mod">
          <ac:chgData name="Nunes, Marta Rafaela" userId="64e258cc-da3c-4cb9-a36b-1ce753c6c460" providerId="ADAL" clId="{06DC152B-A079-46BC-83AB-2B49C1DAC4B7}" dt="2026-01-20T16:40:31.456" v="35310" actId="14100"/>
          <ac:grpSpMkLst>
            <pc:docMk/>
            <pc:sldMk cId="3100834202" sldId="2147480717"/>
            <ac:grpSpMk id="12" creationId="{141F8617-1B76-F115-385B-E376001D4C79}"/>
          </ac:grpSpMkLst>
        </pc:grpChg>
        <pc:grpChg chg="add mod">
          <ac:chgData name="Nunes, Marta Rafaela" userId="64e258cc-da3c-4cb9-a36b-1ce753c6c460" providerId="ADAL" clId="{06DC152B-A079-46BC-83AB-2B49C1DAC4B7}" dt="2026-01-20T16:39:45.536" v="35239" actId="552"/>
          <ac:grpSpMkLst>
            <pc:docMk/>
            <pc:sldMk cId="3100834202" sldId="2147480717"/>
            <ac:grpSpMk id="16" creationId="{B7784401-2156-4D81-B496-AB25A0047827}"/>
          </ac:grpSpMkLst>
        </pc:grpChg>
        <pc:graphicFrameChg chg="del">
          <ac:chgData name="Nunes, Marta Rafaela" userId="64e258cc-da3c-4cb9-a36b-1ce753c6c460" providerId="ADAL" clId="{06DC152B-A079-46BC-83AB-2B49C1DAC4B7}" dt="2026-01-20T16:30:18.577" v="34727" actId="478"/>
          <ac:graphicFrameMkLst>
            <pc:docMk/>
            <pc:sldMk cId="3100834202" sldId="2147480717"/>
            <ac:graphicFrameMk id="2" creationId="{7610A974-2191-69AE-86F7-D38F7BA80AF6}"/>
          </ac:graphicFrameMkLst>
        </pc:graphicFrameChg>
        <pc:graphicFrameChg chg="del">
          <ac:chgData name="Nunes, Marta Rafaela" userId="64e258cc-da3c-4cb9-a36b-1ce753c6c460" providerId="ADAL" clId="{06DC152B-A079-46BC-83AB-2B49C1DAC4B7}" dt="2026-01-20T16:30:49.479" v="34728" actId="478"/>
          <ac:graphicFrameMkLst>
            <pc:docMk/>
            <pc:sldMk cId="3100834202" sldId="2147480717"/>
            <ac:graphicFrameMk id="4" creationId="{601BA5D6-FA56-BF69-D371-F319A9B44D4C}"/>
          </ac:graphicFrameMkLst>
        </pc:graphicFrameChg>
        <pc:cxnChg chg="mod">
          <ac:chgData name="Nunes, Marta Rafaela" userId="64e258cc-da3c-4cb9-a36b-1ce753c6c460" providerId="ADAL" clId="{06DC152B-A079-46BC-83AB-2B49C1DAC4B7}" dt="2026-01-20T16:31:37.812" v="34787"/>
          <ac:cxnSpMkLst>
            <pc:docMk/>
            <pc:sldMk cId="3100834202" sldId="2147480717"/>
            <ac:cxnSpMk id="13" creationId="{F9F9A0CC-34BC-7F80-C409-34C083767696}"/>
          </ac:cxnSpMkLst>
        </pc:cxnChg>
        <pc:cxnChg chg="mod">
          <ac:chgData name="Nunes, Marta Rafaela" userId="64e258cc-da3c-4cb9-a36b-1ce753c6c460" providerId="ADAL" clId="{06DC152B-A079-46BC-83AB-2B49C1DAC4B7}" dt="2026-01-20T16:39:36.104" v="35202"/>
          <ac:cxnSpMkLst>
            <pc:docMk/>
            <pc:sldMk cId="3100834202" sldId="2147480717"/>
            <ac:cxnSpMk id="17" creationId="{75D08051-332D-348A-6E96-A11AC880F3A8}"/>
          </ac:cxnSpMkLst>
        </pc:cxnChg>
      </pc:sldChg>
      <pc:sldMasterChg chg="delSldLayout">
        <pc:chgData name="Nunes, Marta Rafaela" userId="64e258cc-da3c-4cb9-a36b-1ce753c6c460" providerId="ADAL" clId="{06DC152B-A079-46BC-83AB-2B49C1DAC4B7}" dt="2025-12-22T15:44:53.762" v="8989" actId="47"/>
        <pc:sldMasterMkLst>
          <pc:docMk/>
          <pc:sldMasterMk cId="1410050631" sldId="2147483664"/>
        </pc:sldMasterMkLst>
      </pc:sldMasterChg>
      <pc:sldMasterChg chg="delSldLayout">
        <pc:chgData name="Nunes, Marta Rafaela" userId="64e258cc-da3c-4cb9-a36b-1ce753c6c460" providerId="ADAL" clId="{06DC152B-A079-46BC-83AB-2B49C1DAC4B7}" dt="2026-01-19T22:27:39.107" v="27056" actId="47"/>
        <pc:sldMasterMkLst>
          <pc:docMk/>
          <pc:sldMasterMk cId="1991545490" sldId="2147483688"/>
        </pc:sldMasterMkLst>
        <pc:sldLayoutChg chg="del">
          <pc:chgData name="Nunes, Marta Rafaela" userId="64e258cc-da3c-4cb9-a36b-1ce753c6c460" providerId="ADAL" clId="{06DC152B-A079-46BC-83AB-2B49C1DAC4B7}" dt="2026-01-19T21:45:02.828" v="25651" actId="47"/>
          <pc:sldLayoutMkLst>
            <pc:docMk/>
            <pc:sldMasterMk cId="1991545490" sldId="2147483688"/>
            <pc:sldLayoutMk cId="3785328422" sldId="2147483734"/>
          </pc:sldLayoutMkLst>
        </pc:sldLayoutChg>
        <pc:sldLayoutChg chg="del">
          <pc:chgData name="Nunes, Marta Rafaela" userId="64e258cc-da3c-4cb9-a36b-1ce753c6c460" providerId="ADAL" clId="{06DC152B-A079-46BC-83AB-2B49C1DAC4B7}" dt="2026-01-19T21:45:02.828" v="25651" actId="47"/>
          <pc:sldLayoutMkLst>
            <pc:docMk/>
            <pc:sldMasterMk cId="1991545490" sldId="2147483688"/>
            <pc:sldLayoutMk cId="2665785546" sldId="2147483735"/>
          </pc:sldLayoutMkLst>
        </pc:sldLayoutChg>
        <pc:sldLayoutChg chg="del">
          <pc:chgData name="Nunes, Marta Rafaela" userId="64e258cc-da3c-4cb9-a36b-1ce753c6c460" providerId="ADAL" clId="{06DC152B-A079-46BC-83AB-2B49C1DAC4B7}" dt="2026-01-19T22:27:39.107" v="27056" actId="47"/>
          <pc:sldLayoutMkLst>
            <pc:docMk/>
            <pc:sldMasterMk cId="1991545490" sldId="2147483688"/>
            <pc:sldLayoutMk cId="2149096109" sldId="2147483737"/>
          </pc:sldLayoutMkLst>
        </pc:sldLayoutChg>
      </pc:sldMasterChg>
    </pc:docChg>
  </pc:docChgLst>
  <pc:docChgLst>
    <pc:chgData name="Marta Rafaela Teixeira Nunes" userId="fecb1cbf-9054-4e8a-94b9-f17588734626" providerId="ADAL" clId="{A523DBE1-7BB9-4798-B5D7-C7062E926ED6}"/>
    <pc:docChg chg="custSel mod modSld">
      <pc:chgData name="Marta Rafaela Teixeira Nunes" userId="fecb1cbf-9054-4e8a-94b9-f17588734626" providerId="ADAL" clId="{A523DBE1-7BB9-4798-B5D7-C7062E926ED6}" dt="2026-01-20T18:41:16" v="10" actId="1076"/>
      <pc:docMkLst>
        <pc:docMk/>
      </pc:docMkLst>
      <pc:sldChg chg="addSp delSp modSp mod">
        <pc:chgData name="Marta Rafaela Teixeira Nunes" userId="fecb1cbf-9054-4e8a-94b9-f17588734626" providerId="ADAL" clId="{A523DBE1-7BB9-4798-B5D7-C7062E926ED6}" dt="2026-01-20T18:41:16" v="10" actId="1076"/>
        <pc:sldMkLst>
          <pc:docMk/>
          <pc:sldMk cId="3100834202" sldId="2147480717"/>
        </pc:sldMkLst>
        <pc:graphicFrameChg chg="add del mod">
          <ac:chgData name="Marta Rafaela Teixeira Nunes" userId="fecb1cbf-9054-4e8a-94b9-f17588734626" providerId="ADAL" clId="{A523DBE1-7BB9-4798-B5D7-C7062E926ED6}" dt="2026-01-20T18:34:22.993" v="2" actId="478"/>
          <ac:graphicFrameMkLst>
            <pc:docMk/>
            <pc:sldMk cId="3100834202" sldId="2147480717"/>
            <ac:graphicFrameMk id="2" creationId="{83608950-DA06-8A3D-A9B6-857B4564BA43}"/>
          </ac:graphicFrameMkLst>
        </pc:graphicFrameChg>
        <pc:graphicFrameChg chg="add mod">
          <ac:chgData name="Marta Rafaela Teixeira Nunes" userId="fecb1cbf-9054-4e8a-94b9-f17588734626" providerId="ADAL" clId="{A523DBE1-7BB9-4798-B5D7-C7062E926ED6}" dt="2026-01-20T18:35:08.821" v="4" actId="1076"/>
          <ac:graphicFrameMkLst>
            <pc:docMk/>
            <pc:sldMk cId="3100834202" sldId="2147480717"/>
            <ac:graphicFrameMk id="4" creationId="{5E7CE9E7-466E-3D69-7B5A-1B2016A45398}"/>
          </ac:graphicFrameMkLst>
        </pc:graphicFrameChg>
        <pc:graphicFrameChg chg="add del mod">
          <ac:chgData name="Marta Rafaela Teixeira Nunes" userId="fecb1cbf-9054-4e8a-94b9-f17588734626" providerId="ADAL" clId="{A523DBE1-7BB9-4798-B5D7-C7062E926ED6}" dt="2026-01-20T18:38:57.992" v="8" actId="478"/>
          <ac:graphicFrameMkLst>
            <pc:docMk/>
            <pc:sldMk cId="3100834202" sldId="2147480717"/>
            <ac:graphicFrameMk id="5" creationId="{96469565-D7B1-DE77-B28C-EF930208C6C7}"/>
          </ac:graphicFrameMkLst>
        </pc:graphicFrameChg>
        <pc:graphicFrameChg chg="add mod">
          <ac:chgData name="Marta Rafaela Teixeira Nunes" userId="fecb1cbf-9054-4e8a-94b9-f17588734626" providerId="ADAL" clId="{A523DBE1-7BB9-4798-B5D7-C7062E926ED6}" dt="2026-01-20T18:41:16" v="10" actId="1076"/>
          <ac:graphicFrameMkLst>
            <pc:docMk/>
            <pc:sldMk cId="3100834202" sldId="2147480717"/>
            <ac:graphicFrameMk id="6" creationId="{B00B6173-144E-756D-5921-C8358414FA81}"/>
          </ac:graphicFrameMkLst>
        </pc:graphicFrameChg>
      </pc:sldChg>
    </pc:docChg>
  </pc:docChgLst>
  <pc:docChgLst>
    <pc:chgData name="Almeida, Luis Alexandre" userId="5df86c4b-e2b3-489b-9c00-1eef9e703c19" providerId="ADAL" clId="{6119D6FA-2335-4462-BA57-03F691092A6C}"/>
    <pc:docChg chg="undo custSel addSld delSld modSld sldOrd">
      <pc:chgData name="Almeida, Luis Alexandre" userId="5df86c4b-e2b3-489b-9c00-1eef9e703c19" providerId="ADAL" clId="{6119D6FA-2335-4462-BA57-03F691092A6C}" dt="2026-01-20T17:32:27.820" v="22317" actId="20577"/>
      <pc:docMkLst>
        <pc:docMk/>
      </pc:docMkLst>
      <pc:sldChg chg="modSp mod">
        <pc:chgData name="Almeida, Luis Alexandre" userId="5df86c4b-e2b3-489b-9c00-1eef9e703c19" providerId="ADAL" clId="{6119D6FA-2335-4462-BA57-03F691092A6C}" dt="2026-01-20T10:07:53.961" v="19537" actId="14100"/>
        <pc:sldMkLst>
          <pc:docMk/>
          <pc:sldMk cId="855580657" sldId="256"/>
        </pc:sldMkLst>
        <pc:spChg chg="mod">
          <ac:chgData name="Almeida, Luis Alexandre" userId="5df86c4b-e2b3-489b-9c00-1eef9e703c19" providerId="ADAL" clId="{6119D6FA-2335-4462-BA57-03F691092A6C}" dt="2026-01-20T01:29:08.420" v="19461" actId="20577"/>
          <ac:spMkLst>
            <pc:docMk/>
            <pc:sldMk cId="855580657" sldId="256"/>
            <ac:spMk id="3" creationId="{589BA500-778A-41B0-A062-8A11E44145C2}"/>
          </ac:spMkLst>
        </pc:spChg>
        <pc:spChg chg="mod">
          <ac:chgData name="Almeida, Luis Alexandre" userId="5df86c4b-e2b3-489b-9c00-1eef9e703c19" providerId="ADAL" clId="{6119D6FA-2335-4462-BA57-03F691092A6C}" dt="2026-01-20T10:07:53.961" v="19537" actId="14100"/>
          <ac:spMkLst>
            <pc:docMk/>
            <pc:sldMk cId="855580657" sldId="256"/>
            <ac:spMk id="4" creationId="{B7A138B7-010B-4261-B134-DFBC17016A9D}"/>
          </ac:spMkLst>
        </pc:spChg>
      </pc:sldChg>
      <pc:sldChg chg="addSp modSp mod">
        <pc:chgData name="Almeida, Luis Alexandre" userId="5df86c4b-e2b3-489b-9c00-1eef9e703c19" providerId="ADAL" clId="{6119D6FA-2335-4462-BA57-03F691092A6C}" dt="2026-01-19T12:02:03.829" v="16759" actId="20577"/>
        <pc:sldMkLst>
          <pc:docMk/>
          <pc:sldMk cId="1910780210" sldId="1916"/>
        </pc:sldMkLst>
        <pc:spChg chg="mod">
          <ac:chgData name="Almeida, Luis Alexandre" userId="5df86c4b-e2b3-489b-9c00-1eef9e703c19" providerId="ADAL" clId="{6119D6FA-2335-4462-BA57-03F691092A6C}" dt="2026-01-19T11:47:28.555" v="16286" actId="114"/>
          <ac:spMkLst>
            <pc:docMk/>
            <pc:sldMk cId="1910780210" sldId="1916"/>
            <ac:spMk id="3" creationId="{4698EFDE-2438-CE42-5FBE-163881B32270}"/>
          </ac:spMkLst>
        </pc:spChg>
        <pc:spChg chg="add mod">
          <ac:chgData name="Almeida, Luis Alexandre" userId="5df86c4b-e2b3-489b-9c00-1eef9e703c19" providerId="ADAL" clId="{6119D6FA-2335-4462-BA57-03F691092A6C}" dt="2026-01-19T11:41:36.843" v="16046" actId="20577"/>
          <ac:spMkLst>
            <pc:docMk/>
            <pc:sldMk cId="1910780210" sldId="1916"/>
            <ac:spMk id="4" creationId="{52A73FC1-6271-CDC9-CF13-1385F86618A5}"/>
          </ac:spMkLst>
        </pc:spChg>
        <pc:spChg chg="mod">
          <ac:chgData name="Almeida, Luis Alexandre" userId="5df86c4b-e2b3-489b-9c00-1eef9e703c19" providerId="ADAL" clId="{6119D6FA-2335-4462-BA57-03F691092A6C}" dt="2026-01-19T11:47:14.956" v="16284" actId="114"/>
          <ac:spMkLst>
            <pc:docMk/>
            <pc:sldMk cId="1910780210" sldId="1916"/>
            <ac:spMk id="65" creationId="{916081D7-028E-F756-9071-C07F3975F6BE}"/>
          </ac:spMkLst>
        </pc:spChg>
        <pc:spChg chg="mod">
          <ac:chgData name="Almeida, Luis Alexandre" userId="5df86c4b-e2b3-489b-9c00-1eef9e703c19" providerId="ADAL" clId="{6119D6FA-2335-4462-BA57-03F691092A6C}" dt="2026-01-19T11:51:41.642" v="16463" actId="20577"/>
          <ac:spMkLst>
            <pc:docMk/>
            <pc:sldMk cId="1910780210" sldId="1916"/>
            <ac:spMk id="66" creationId="{5E664178-9D04-3607-58B5-D0CD3D6448CE}"/>
          </ac:spMkLst>
        </pc:spChg>
        <pc:spChg chg="mod">
          <ac:chgData name="Almeida, Luis Alexandre" userId="5df86c4b-e2b3-489b-9c00-1eef9e703c19" providerId="ADAL" clId="{6119D6FA-2335-4462-BA57-03F691092A6C}" dt="2026-01-19T12:02:03.829" v="16759" actId="20577"/>
          <ac:spMkLst>
            <pc:docMk/>
            <pc:sldMk cId="1910780210" sldId="1916"/>
            <ac:spMk id="67" creationId="{A9FB9E2B-AAA2-C87C-1281-4751CDB1B7F0}"/>
          </ac:spMkLst>
        </pc:spChg>
      </pc:sldChg>
      <pc:sldChg chg="modSp mod">
        <pc:chgData name="Almeida, Luis Alexandre" userId="5df86c4b-e2b3-489b-9c00-1eef9e703c19" providerId="ADAL" clId="{6119D6FA-2335-4462-BA57-03F691092A6C}" dt="2026-01-20T10:12:05.126" v="19565" actId="20577"/>
        <pc:sldMkLst>
          <pc:docMk/>
          <pc:sldMk cId="1086649321" sldId="2086"/>
        </pc:sldMkLst>
        <pc:spChg chg="mod">
          <ac:chgData name="Almeida, Luis Alexandre" userId="5df86c4b-e2b3-489b-9c00-1eef9e703c19" providerId="ADAL" clId="{6119D6FA-2335-4462-BA57-03F691092A6C}" dt="2026-01-19T10:51:04.029" v="15547" actId="113"/>
          <ac:spMkLst>
            <pc:docMk/>
            <pc:sldMk cId="1086649321" sldId="2086"/>
            <ac:spMk id="4" creationId="{E72AAD87-4B68-97B4-8FE5-A4AB8447C59E}"/>
          </ac:spMkLst>
        </pc:spChg>
        <pc:spChg chg="mod">
          <ac:chgData name="Almeida, Luis Alexandre" userId="5df86c4b-e2b3-489b-9c00-1eef9e703c19" providerId="ADAL" clId="{6119D6FA-2335-4462-BA57-03F691092A6C}" dt="2026-01-20T10:12:05.126" v="19565" actId="20577"/>
          <ac:spMkLst>
            <pc:docMk/>
            <pc:sldMk cId="1086649321" sldId="2086"/>
            <ac:spMk id="167" creationId="{369FF7FC-3FE3-1A9A-1D70-F6C89B3368D9}"/>
          </ac:spMkLst>
        </pc:spChg>
        <pc:grpChg chg="mod">
          <ac:chgData name="Almeida, Luis Alexandre" userId="5df86c4b-e2b3-489b-9c00-1eef9e703c19" providerId="ADAL" clId="{6119D6FA-2335-4462-BA57-03F691092A6C}" dt="2026-01-19T10:37:58.725" v="15369" actId="1035"/>
          <ac:grpSpMkLst>
            <pc:docMk/>
            <pc:sldMk cId="1086649321" sldId="2086"/>
            <ac:grpSpMk id="17" creationId="{652EBD9F-D827-2FF9-DB9C-F95B5E1A50F9}"/>
          </ac:grpSpMkLst>
        </pc:grpChg>
      </pc:sldChg>
      <pc:sldChg chg="addSp modSp mod">
        <pc:chgData name="Almeida, Luis Alexandre" userId="5df86c4b-e2b3-489b-9c00-1eef9e703c19" providerId="ADAL" clId="{6119D6FA-2335-4462-BA57-03F691092A6C}" dt="2026-01-07T10:00:38.257" v="2130" actId="20577"/>
        <pc:sldMkLst>
          <pc:docMk/>
          <pc:sldMk cId="131821357" sldId="2147480600"/>
        </pc:sldMkLst>
        <pc:spChg chg="mod">
          <ac:chgData name="Almeida, Luis Alexandre" userId="5df86c4b-e2b3-489b-9c00-1eef9e703c19" providerId="ADAL" clId="{6119D6FA-2335-4462-BA57-03F691092A6C}" dt="2026-01-07T09:43:48.744" v="1798" actId="20577"/>
          <ac:spMkLst>
            <pc:docMk/>
            <pc:sldMk cId="131821357" sldId="2147480600"/>
            <ac:spMk id="11" creationId="{A1926D0B-B258-4959-169D-8F042B96AEA2}"/>
          </ac:spMkLst>
        </pc:spChg>
      </pc:sldChg>
      <pc:sldChg chg="addSp modSp mod">
        <pc:chgData name="Almeida, Luis Alexandre" userId="5df86c4b-e2b3-489b-9c00-1eef9e703c19" providerId="ADAL" clId="{6119D6FA-2335-4462-BA57-03F691092A6C}" dt="2026-01-07T09:28:40.095" v="1236" actId="20577"/>
        <pc:sldMkLst>
          <pc:docMk/>
          <pc:sldMk cId="1139067995" sldId="2147480601"/>
        </pc:sldMkLst>
      </pc:sldChg>
      <pc:sldChg chg="addSp modSp mod ord">
        <pc:chgData name="Almeida, Luis Alexandre" userId="5df86c4b-e2b3-489b-9c00-1eef9e703c19" providerId="ADAL" clId="{6119D6FA-2335-4462-BA57-03F691092A6C}" dt="2026-01-07T09:43:18.191" v="1785" actId="20577"/>
        <pc:sldMkLst>
          <pc:docMk/>
          <pc:sldMk cId="4290607108" sldId="2147480608"/>
        </pc:sldMkLst>
        <pc:spChg chg="mod">
          <ac:chgData name="Almeida, Luis Alexandre" userId="5df86c4b-e2b3-489b-9c00-1eef9e703c19" providerId="ADAL" clId="{6119D6FA-2335-4462-BA57-03F691092A6C}" dt="2026-01-07T09:29:57.338" v="1239" actId="20577"/>
          <ac:spMkLst>
            <pc:docMk/>
            <pc:sldMk cId="4290607108" sldId="2147480608"/>
            <ac:spMk id="11" creationId="{E59CABB3-B30B-8D77-A7D2-1664FAAED96B}"/>
          </ac:spMkLst>
        </pc:spChg>
      </pc:sldChg>
      <pc:sldChg chg="modSp mod">
        <pc:chgData name="Almeida, Luis Alexandre" userId="5df86c4b-e2b3-489b-9c00-1eef9e703c19" providerId="ADAL" clId="{6119D6FA-2335-4462-BA57-03F691092A6C}" dt="2026-01-20T16:57:46.097" v="21740" actId="114"/>
        <pc:sldMkLst>
          <pc:docMk/>
          <pc:sldMk cId="3845398109" sldId="2147480627"/>
        </pc:sldMkLst>
        <pc:spChg chg="mod">
          <ac:chgData name="Almeida, Luis Alexandre" userId="5df86c4b-e2b3-489b-9c00-1eef9e703c19" providerId="ADAL" clId="{6119D6FA-2335-4462-BA57-03F691092A6C}" dt="2026-01-20T16:57:46.097" v="21740" actId="114"/>
          <ac:spMkLst>
            <pc:docMk/>
            <pc:sldMk cId="3845398109" sldId="2147480627"/>
            <ac:spMk id="37" creationId="{F731016F-CD66-5673-669A-5284A7C9FE11}"/>
          </ac:spMkLst>
        </pc:spChg>
      </pc:sldChg>
      <pc:sldChg chg="delSp modSp mod ord modCm">
        <pc:chgData name="Almeida, Luis Alexandre" userId="5df86c4b-e2b3-489b-9c00-1eef9e703c19" providerId="ADAL" clId="{6119D6FA-2335-4462-BA57-03F691092A6C}" dt="2026-01-20T11:55:34.834" v="19958" actId="20577"/>
        <pc:sldMkLst>
          <pc:docMk/>
          <pc:sldMk cId="557686764" sldId="2147480632"/>
        </pc:sldMkLst>
        <pc:spChg chg="mod">
          <ac:chgData name="Almeida, Luis Alexandre" userId="5df86c4b-e2b3-489b-9c00-1eef9e703c19" providerId="ADAL" clId="{6119D6FA-2335-4462-BA57-03F691092A6C}" dt="2026-01-19T22:44:39.447" v="16788" actId="947"/>
          <ac:spMkLst>
            <pc:docMk/>
            <pc:sldMk cId="557686764" sldId="2147480632"/>
            <ac:spMk id="7" creationId="{6B9A2AB0-B48A-CCD5-6C37-2E82FA2FC164}"/>
          </ac:spMkLst>
        </pc:spChg>
        <pc:spChg chg="mod">
          <ac:chgData name="Almeida, Luis Alexandre" userId="5df86c4b-e2b3-489b-9c00-1eef9e703c19" providerId="ADAL" clId="{6119D6FA-2335-4462-BA57-03F691092A6C}" dt="2026-01-19T22:44:47.927" v="16789"/>
          <ac:spMkLst>
            <pc:docMk/>
            <pc:sldMk cId="557686764" sldId="2147480632"/>
            <ac:spMk id="16" creationId="{5D2E3B2E-D643-0283-9EFC-C65A6630178B}"/>
          </ac:spMkLst>
        </pc:spChg>
        <pc:spChg chg="mod">
          <ac:chgData name="Almeida, Luis Alexandre" userId="5df86c4b-e2b3-489b-9c00-1eef9e703c19" providerId="ADAL" clId="{6119D6FA-2335-4462-BA57-03F691092A6C}" dt="2026-01-19T22:44:51.362" v="16790"/>
          <ac:spMkLst>
            <pc:docMk/>
            <pc:sldMk cId="557686764" sldId="2147480632"/>
            <ac:spMk id="19" creationId="{EFF2877F-AF55-518D-12D2-0FC51BC5829D}"/>
          </ac:spMkLst>
        </pc:spChg>
        <pc:spChg chg="mod">
          <ac:chgData name="Almeida, Luis Alexandre" userId="5df86c4b-e2b3-489b-9c00-1eef9e703c19" providerId="ADAL" clId="{6119D6FA-2335-4462-BA57-03F691092A6C}" dt="2026-01-20T11:53:06.708" v="19947" actId="114"/>
          <ac:spMkLst>
            <pc:docMk/>
            <pc:sldMk cId="557686764" sldId="2147480632"/>
            <ac:spMk id="21" creationId="{72ED1C30-77D8-06F7-A5DD-27F9010CB405}"/>
          </ac:spMkLst>
        </pc:spChg>
        <pc:spChg chg="mod">
          <ac:chgData name="Almeida, Luis Alexandre" userId="5df86c4b-e2b3-489b-9c00-1eef9e703c19" providerId="ADAL" clId="{6119D6FA-2335-4462-BA57-03F691092A6C}" dt="2026-01-20T11:49:46.784" v="19946" actId="12788"/>
          <ac:spMkLst>
            <pc:docMk/>
            <pc:sldMk cId="557686764" sldId="2147480632"/>
            <ac:spMk id="32" creationId="{A9368512-C7D0-E8D9-706F-B71A8C083842}"/>
          </ac:spMkLst>
        </pc:spChg>
        <pc:spChg chg="mod">
          <ac:chgData name="Almeida, Luis Alexandre" userId="5df86c4b-e2b3-489b-9c00-1eef9e703c19" providerId="ADAL" clId="{6119D6FA-2335-4462-BA57-03F691092A6C}" dt="2026-01-20T11:55:09.166" v="19953" actId="20577"/>
          <ac:spMkLst>
            <pc:docMk/>
            <pc:sldMk cId="557686764" sldId="2147480632"/>
            <ac:spMk id="36" creationId="{38020960-A5EE-7069-D5DF-867971028148}"/>
          </ac:spMkLst>
        </pc:spChg>
        <pc:spChg chg="mod">
          <ac:chgData name="Almeida, Luis Alexandre" userId="5df86c4b-e2b3-489b-9c00-1eef9e703c19" providerId="ADAL" clId="{6119D6FA-2335-4462-BA57-03F691092A6C}" dt="2026-01-20T11:55:34.834" v="19958" actId="20577"/>
          <ac:spMkLst>
            <pc:docMk/>
            <pc:sldMk cId="557686764" sldId="2147480632"/>
            <ac:spMk id="40" creationId="{FAE960D0-DB51-048F-0C1C-B1351A2C872B}"/>
          </ac:spMkLst>
        </pc:spChg>
        <pc:spChg chg="del mod">
          <ac:chgData name="Almeida, Luis Alexandre" userId="5df86c4b-e2b3-489b-9c00-1eef9e703c19" providerId="ADAL" clId="{6119D6FA-2335-4462-BA57-03F691092A6C}" dt="2026-01-20T11:53:13.534" v="19948" actId="478"/>
          <ac:spMkLst>
            <pc:docMk/>
            <pc:sldMk cId="557686764" sldId="2147480632"/>
            <ac:spMk id="42" creationId="{B760097D-821E-7F8C-3E70-C589A38B44E0}"/>
          </ac:spMkLst>
        </pc:spChg>
        <pc:grpChg chg="mod">
          <ac:chgData name="Almeida, Luis Alexandre" userId="5df86c4b-e2b3-489b-9c00-1eef9e703c19" providerId="ADAL" clId="{6119D6FA-2335-4462-BA57-03F691092A6C}" dt="2026-01-20T11:49:46.784" v="19946" actId="12788"/>
          <ac:grpSpMkLst>
            <pc:docMk/>
            <pc:sldMk cId="557686764" sldId="2147480632"/>
            <ac:grpSpMk id="27" creationId="{24E797B1-192B-51DE-CC5D-14BEB6191CA7}"/>
          </ac:grpSpMkLst>
        </pc:gr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1:55:09.166" v="19953" actId="20577"/>
              <pc2:cmMkLst xmlns:pc2="http://schemas.microsoft.com/office/powerpoint/2019/9/main/command">
                <pc:docMk/>
                <pc:sldMk cId="557686764" sldId="2147480632"/>
                <pc2:cmMk id="{3562E11A-5190-4BC7-A40F-FAD2DB52FBDB}"/>
              </pc2:cmMkLst>
            </pc226:cmChg>
          </p:ext>
        </pc:extLst>
      </pc:sldChg>
      <pc:sldChg chg="addSp delSp modSp add mod">
        <pc:chgData name="Almeida, Luis Alexandre" userId="5df86c4b-e2b3-489b-9c00-1eef9e703c19" providerId="ADAL" clId="{6119D6FA-2335-4462-BA57-03F691092A6C}" dt="2026-01-20T10:08:09.054" v="19538" actId="478"/>
        <pc:sldMkLst>
          <pc:docMk/>
          <pc:sldMk cId="3143105698" sldId="2147480644"/>
        </pc:sldMkLst>
        <pc:spChg chg="mod">
          <ac:chgData name="Almeida, Luis Alexandre" userId="5df86c4b-e2b3-489b-9c00-1eef9e703c19" providerId="ADAL" clId="{6119D6FA-2335-4462-BA57-03F691092A6C}" dt="2026-01-07T09:17:56.490" v="847" actId="20577"/>
          <ac:spMkLst>
            <pc:docMk/>
            <pc:sldMk cId="3143105698" sldId="2147480644"/>
            <ac:spMk id="4" creationId="{B247AB08-A3C6-4B81-0536-BF70FABA54A7}"/>
          </ac:spMkLst>
        </pc:spChg>
        <pc:spChg chg="mod">
          <ac:chgData name="Almeida, Luis Alexandre" userId="5df86c4b-e2b3-489b-9c00-1eef9e703c19" providerId="ADAL" clId="{6119D6FA-2335-4462-BA57-03F691092A6C}" dt="2026-01-07T09:17:45.693" v="837" actId="20577"/>
          <ac:spMkLst>
            <pc:docMk/>
            <pc:sldMk cId="3143105698" sldId="2147480644"/>
            <ac:spMk id="6" creationId="{1092297D-CAC3-B686-A600-0555B3F81086}"/>
          </ac:spMkLst>
        </pc:spChg>
        <pc:spChg chg="mod">
          <ac:chgData name="Almeida, Luis Alexandre" userId="5df86c4b-e2b3-489b-9c00-1eef9e703c19" providerId="ADAL" clId="{6119D6FA-2335-4462-BA57-03F691092A6C}" dt="2026-01-07T09:23:03.474" v="895" actId="20577"/>
          <ac:spMkLst>
            <pc:docMk/>
            <pc:sldMk cId="3143105698" sldId="2147480644"/>
            <ac:spMk id="8" creationId="{239F9490-22A4-46CA-C38F-6C25AFA647EC}"/>
          </ac:spMkLst>
        </pc:spChg>
        <pc:spChg chg="add del mod">
          <ac:chgData name="Almeida, Luis Alexandre" userId="5df86c4b-e2b3-489b-9c00-1eef9e703c19" providerId="ADAL" clId="{6119D6FA-2335-4462-BA57-03F691092A6C}" dt="2026-01-20T10:08:09.054" v="19538" actId="478"/>
          <ac:spMkLst>
            <pc:docMk/>
            <pc:sldMk cId="3143105698" sldId="2147480644"/>
            <ac:spMk id="11" creationId="{07D577CB-F352-29AD-5970-B36486E960C8}"/>
          </ac:spMkLst>
        </pc:spChg>
        <pc:spChg chg="add mod">
          <ac:chgData name="Almeida, Luis Alexandre" userId="5df86c4b-e2b3-489b-9c00-1eef9e703c19" providerId="ADAL" clId="{6119D6FA-2335-4462-BA57-03F691092A6C}" dt="2026-01-07T09:23:42.791" v="933" actId="20577"/>
          <ac:spMkLst>
            <pc:docMk/>
            <pc:sldMk cId="3143105698" sldId="2147480644"/>
            <ac:spMk id="12" creationId="{37D231C1-EF96-358E-5CA7-67791AB01044}"/>
          </ac:spMkLst>
        </pc:spChg>
        <pc:spChg chg="add mod">
          <ac:chgData name="Almeida, Luis Alexandre" userId="5df86c4b-e2b3-489b-9c00-1eef9e703c19" providerId="ADAL" clId="{6119D6FA-2335-4462-BA57-03F691092A6C}" dt="2026-01-07T09:23:45.603" v="935" actId="20577"/>
          <ac:spMkLst>
            <pc:docMk/>
            <pc:sldMk cId="3143105698" sldId="2147480644"/>
            <ac:spMk id="13" creationId="{2E71EE45-E5FB-380B-C34B-C5CFC8B90321}"/>
          </ac:spMkLst>
        </pc:spChg>
        <pc:spChg chg="add mod">
          <ac:chgData name="Almeida, Luis Alexandre" userId="5df86c4b-e2b3-489b-9c00-1eef9e703c19" providerId="ADAL" clId="{6119D6FA-2335-4462-BA57-03F691092A6C}" dt="2026-01-07T09:23:59.987" v="943" actId="20577"/>
          <ac:spMkLst>
            <pc:docMk/>
            <pc:sldMk cId="3143105698" sldId="2147480644"/>
            <ac:spMk id="14" creationId="{0B930947-D288-9C01-96A0-1375C78C8031}"/>
          </ac:spMkLst>
        </pc:spChg>
        <pc:spChg chg="add mod">
          <ac:chgData name="Almeida, Luis Alexandre" userId="5df86c4b-e2b3-489b-9c00-1eef9e703c19" providerId="ADAL" clId="{6119D6FA-2335-4462-BA57-03F691092A6C}" dt="2026-01-07T09:24:15.268" v="945" actId="20577"/>
          <ac:spMkLst>
            <pc:docMk/>
            <pc:sldMk cId="3143105698" sldId="2147480644"/>
            <ac:spMk id="15" creationId="{4E41CFAB-F75E-AC10-AE2A-E85519F0E563}"/>
          </ac:spMkLst>
        </pc:spChg>
      </pc:sldChg>
      <pc:sldChg chg="modSp add mod">
        <pc:chgData name="Almeida, Luis Alexandre" userId="5df86c4b-e2b3-489b-9c00-1eef9e703c19" providerId="ADAL" clId="{6119D6FA-2335-4462-BA57-03F691092A6C}" dt="2026-01-07T10:03:28.356" v="2377" actId="20577"/>
        <pc:sldMkLst>
          <pc:docMk/>
          <pc:sldMk cId="4147707186" sldId="2147480645"/>
        </pc:sldMkLst>
        <pc:spChg chg="mod">
          <ac:chgData name="Almeida, Luis Alexandre" userId="5df86c4b-e2b3-489b-9c00-1eef9e703c19" providerId="ADAL" clId="{6119D6FA-2335-4462-BA57-03F691092A6C}" dt="2026-01-07T10:01:16.095" v="2178" actId="20577"/>
          <ac:spMkLst>
            <pc:docMk/>
            <pc:sldMk cId="4147707186" sldId="2147480645"/>
            <ac:spMk id="11" creationId="{A81767D1-B4CD-5225-E10A-5E7477781EF2}"/>
          </ac:spMkLst>
        </pc:spChg>
      </pc:sldChg>
      <pc:sldChg chg="addSp delSp modSp add mod">
        <pc:chgData name="Almeida, Luis Alexandre" userId="5df86c4b-e2b3-489b-9c00-1eef9e703c19" providerId="ADAL" clId="{6119D6FA-2335-4462-BA57-03F691092A6C}" dt="2026-01-07T10:06:55.070" v="2512" actId="20577"/>
        <pc:sldMkLst>
          <pc:docMk/>
          <pc:sldMk cId="409785379" sldId="2147480646"/>
        </pc:sldMkLst>
        <pc:spChg chg="mod">
          <ac:chgData name="Almeida, Luis Alexandre" userId="5df86c4b-e2b3-489b-9c00-1eef9e703c19" providerId="ADAL" clId="{6119D6FA-2335-4462-BA57-03F691092A6C}" dt="2026-01-07T10:04:00.172" v="2384" actId="20577"/>
          <ac:spMkLst>
            <pc:docMk/>
            <pc:sldMk cId="409785379" sldId="2147480646"/>
            <ac:spMk id="11" creationId="{63200AD2-D855-C0AA-1116-9D5AB20DEF73}"/>
          </ac:spMkLst>
        </pc:spChg>
      </pc:sldChg>
      <pc:sldChg chg="modSp mod modCm">
        <pc:chgData name="Almeida, Luis Alexandre" userId="5df86c4b-e2b3-489b-9c00-1eef9e703c19" providerId="ADAL" clId="{6119D6FA-2335-4462-BA57-03F691092A6C}" dt="2026-01-20T10:19:53.038" v="19573" actId="12789"/>
        <pc:sldMkLst>
          <pc:docMk/>
          <pc:sldMk cId="2241719590" sldId="2147480649"/>
        </pc:sldMkLst>
        <pc:spChg chg="mod">
          <ac:chgData name="Almeida, Luis Alexandre" userId="5df86c4b-e2b3-489b-9c00-1eef9e703c19" providerId="ADAL" clId="{6119D6FA-2335-4462-BA57-03F691092A6C}" dt="2026-01-20T10:19:53.038" v="19573" actId="12789"/>
          <ac:spMkLst>
            <pc:docMk/>
            <pc:sldMk cId="2241719590" sldId="2147480649"/>
            <ac:spMk id="8" creationId="{4CE5DF1C-6742-0BCD-A331-F09B0EEB6E0C}"/>
          </ac:spMkLst>
        </pc:spChg>
        <pc:spChg chg="mod">
          <ac:chgData name="Almeida, Luis Alexandre" userId="5df86c4b-e2b3-489b-9c00-1eef9e703c19" providerId="ADAL" clId="{6119D6FA-2335-4462-BA57-03F691092A6C}" dt="2026-01-19T10:57:07.550" v="15603" actId="14100"/>
          <ac:spMkLst>
            <pc:docMk/>
            <pc:sldMk cId="2241719590" sldId="2147480649"/>
            <ac:spMk id="13" creationId="{6F10875F-E1AE-4416-ABDA-0B79B522CD96}"/>
          </ac:spMkLst>
        </pc:spChg>
        <pc:spChg chg="mod">
          <ac:chgData name="Almeida, Luis Alexandre" userId="5df86c4b-e2b3-489b-9c00-1eef9e703c19" providerId="ADAL" clId="{6119D6FA-2335-4462-BA57-03F691092A6C}" dt="2026-01-19T10:56:59.657" v="15601" actId="14100"/>
          <ac:spMkLst>
            <pc:docMk/>
            <pc:sldMk cId="2241719590" sldId="2147480649"/>
            <ac:spMk id="49" creationId="{D6B1F06D-21E8-50C3-BF5A-B57292341D8C}"/>
          </ac:spMkLst>
        </pc:spChg>
        <pc:spChg chg="mod">
          <ac:chgData name="Almeida, Luis Alexandre" userId="5df86c4b-e2b3-489b-9c00-1eef9e703c19" providerId="ADAL" clId="{6119D6FA-2335-4462-BA57-03F691092A6C}" dt="2026-01-20T10:13:50.921" v="19566" actId="113"/>
          <ac:spMkLst>
            <pc:docMk/>
            <pc:sldMk cId="2241719590" sldId="2147480649"/>
            <ac:spMk id="53" creationId="{A2AC7861-A52F-B362-BBA1-C5B2D6B7C896}"/>
          </ac:spMkLst>
        </pc:spChg>
        <pc:spChg chg="mod">
          <ac:chgData name="Almeida, Luis Alexandre" userId="5df86c4b-e2b3-489b-9c00-1eef9e703c19" providerId="ADAL" clId="{6119D6FA-2335-4462-BA57-03F691092A6C}" dt="2026-01-20T10:19:19.977" v="19572" actId="12789"/>
          <ac:spMkLst>
            <pc:docMk/>
            <pc:sldMk cId="2241719590" sldId="2147480649"/>
            <ac:spMk id="54" creationId="{665601E9-5E15-8606-2580-29A05350B45D}"/>
          </ac:spMkLst>
        </pc:spChg>
        <pc:spChg chg="mod">
          <ac:chgData name="Almeida, Luis Alexandre" userId="5df86c4b-e2b3-489b-9c00-1eef9e703c19" providerId="ADAL" clId="{6119D6FA-2335-4462-BA57-03F691092A6C}" dt="2026-01-20T10:19:19.977" v="19572" actId="12789"/>
          <ac:spMkLst>
            <pc:docMk/>
            <pc:sldMk cId="2241719590" sldId="2147480649"/>
            <ac:spMk id="80" creationId="{39E19011-1E68-EA1A-12E5-3C20C4F038D5}"/>
          </ac:spMkLst>
        </pc:spChg>
        <pc:spChg chg="mod">
          <ac:chgData name="Almeida, Luis Alexandre" userId="5df86c4b-e2b3-489b-9c00-1eef9e703c19" providerId="ADAL" clId="{6119D6FA-2335-4462-BA57-03F691092A6C}" dt="2026-01-20T10:19:53.038" v="19573" actId="12789"/>
          <ac:spMkLst>
            <pc:docMk/>
            <pc:sldMk cId="2241719590" sldId="2147480649"/>
            <ac:spMk id="82" creationId="{303FBB23-9E1A-FF72-4FA5-B68621BBF03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0:19:04.626" v="19569" actId="6549"/>
              <pc2:cmMkLst xmlns:pc2="http://schemas.microsoft.com/office/powerpoint/2019/9/main/command">
                <pc:docMk/>
                <pc:sldMk cId="2241719590" sldId="2147480649"/>
                <pc2:cmMk id="{7A2B311E-2E65-4B0C-AB02-480BAC132DCD}"/>
              </pc2:cmMkLst>
            </pc226:cmChg>
          </p:ext>
        </pc:extLst>
      </pc:sldChg>
      <pc:sldChg chg="addSp delSp modSp mod">
        <pc:chgData name="Almeida, Luis Alexandre" userId="5df86c4b-e2b3-489b-9c00-1eef9e703c19" providerId="ADAL" clId="{6119D6FA-2335-4462-BA57-03F691092A6C}" dt="2026-01-16T17:00:29.375" v="13998" actId="20577"/>
        <pc:sldMkLst>
          <pc:docMk/>
          <pc:sldMk cId="363473388" sldId="2147480650"/>
        </pc:sldMkLst>
        <pc:spChg chg="add mod">
          <ac:chgData name="Almeida, Luis Alexandre" userId="5df86c4b-e2b3-489b-9c00-1eef9e703c19" providerId="ADAL" clId="{6119D6FA-2335-4462-BA57-03F691092A6C}" dt="2026-01-16T17:00:29.375" v="13998" actId="20577"/>
          <ac:spMkLst>
            <pc:docMk/>
            <pc:sldMk cId="363473388" sldId="2147480650"/>
            <ac:spMk id="3" creationId="{26A09436-BD52-A3C4-448E-6D972E7A9CCB}"/>
          </ac:spMkLst>
        </pc:spChg>
        <pc:spChg chg="add mod">
          <ac:chgData name="Almeida, Luis Alexandre" userId="5df86c4b-e2b3-489b-9c00-1eef9e703c19" providerId="ADAL" clId="{6119D6FA-2335-4462-BA57-03F691092A6C}" dt="2026-01-16T00:31:57.480" v="7267" actId="114"/>
          <ac:spMkLst>
            <pc:docMk/>
            <pc:sldMk cId="363473388" sldId="2147480650"/>
            <ac:spMk id="4" creationId="{2DA5EBC1-CBFF-2F02-6729-FDB3DC7E9CBF}"/>
          </ac:spMkLst>
        </pc:spChg>
        <pc:spChg chg="add mod">
          <ac:chgData name="Almeida, Luis Alexandre" userId="5df86c4b-e2b3-489b-9c00-1eef9e703c19" providerId="ADAL" clId="{6119D6FA-2335-4462-BA57-03F691092A6C}" dt="2026-01-16T00:31:50.542" v="7266" actId="114"/>
          <ac:spMkLst>
            <pc:docMk/>
            <pc:sldMk cId="363473388" sldId="2147480650"/>
            <ac:spMk id="5" creationId="{968D78E5-A6B3-8DD9-0DB9-168C91056C32}"/>
          </ac:spMkLst>
        </pc:spChg>
        <pc:spChg chg="add mod">
          <ac:chgData name="Almeida, Luis Alexandre" userId="5df86c4b-e2b3-489b-9c00-1eef9e703c19" providerId="ADAL" clId="{6119D6FA-2335-4462-BA57-03F691092A6C}" dt="2026-01-16T00:31:46.929" v="7265" actId="114"/>
          <ac:spMkLst>
            <pc:docMk/>
            <pc:sldMk cId="363473388" sldId="2147480650"/>
            <ac:spMk id="6" creationId="{701E32E2-78C8-E649-5734-22C3F7EF7C1B}"/>
          </ac:spMkLst>
        </pc:spChg>
        <pc:spChg chg="add mod">
          <ac:chgData name="Almeida, Luis Alexandre" userId="5df86c4b-e2b3-489b-9c00-1eef9e703c19" providerId="ADAL" clId="{6119D6FA-2335-4462-BA57-03F691092A6C}" dt="2026-01-16T00:31:42.994" v="7264" actId="114"/>
          <ac:spMkLst>
            <pc:docMk/>
            <pc:sldMk cId="363473388" sldId="2147480650"/>
            <ac:spMk id="8" creationId="{249A51E7-88EA-F1F8-D104-D86BBF8B2D7E}"/>
          </ac:spMkLst>
        </pc:spChg>
        <pc:spChg chg="add mod">
          <ac:chgData name="Almeida, Luis Alexandre" userId="5df86c4b-e2b3-489b-9c00-1eef9e703c19" providerId="ADAL" clId="{6119D6FA-2335-4462-BA57-03F691092A6C}" dt="2026-01-16T00:35:32.565" v="7331" actId="12788"/>
          <ac:spMkLst>
            <pc:docMk/>
            <pc:sldMk cId="363473388" sldId="2147480650"/>
            <ac:spMk id="12" creationId="{700E9D0E-C1D9-1D38-ECC5-2F434F7E239E}"/>
          </ac:spMkLst>
        </pc:spChg>
        <pc:spChg chg="add mod">
          <ac:chgData name="Almeida, Luis Alexandre" userId="5df86c4b-e2b3-489b-9c00-1eef9e703c19" providerId="ADAL" clId="{6119D6FA-2335-4462-BA57-03F691092A6C}" dt="2026-01-16T00:35:32.565" v="7331" actId="12788"/>
          <ac:spMkLst>
            <pc:docMk/>
            <pc:sldMk cId="363473388" sldId="2147480650"/>
            <ac:spMk id="13" creationId="{E3922D34-5B88-DCB4-055C-AAC7DE1EE850}"/>
          </ac:spMkLst>
        </pc:spChg>
        <pc:spChg chg="mod">
          <ac:chgData name="Almeida, Luis Alexandre" userId="5df86c4b-e2b3-489b-9c00-1eef9e703c19" providerId="ADAL" clId="{6119D6FA-2335-4462-BA57-03F691092A6C}" dt="2026-01-16T00:39:58.134" v="7393" actId="20577"/>
          <ac:spMkLst>
            <pc:docMk/>
            <pc:sldMk cId="363473388" sldId="2147480650"/>
            <ac:spMk id="15" creationId="{1613ADEC-65F4-5F60-D61A-12B153223F1E}"/>
          </ac:spMkLst>
        </pc:spChg>
        <pc:spChg chg="add mod">
          <ac:chgData name="Almeida, Luis Alexandre" userId="5df86c4b-e2b3-489b-9c00-1eef9e703c19" providerId="ADAL" clId="{6119D6FA-2335-4462-BA57-03F691092A6C}" dt="2026-01-16T00:35:32.565" v="7331" actId="12788"/>
          <ac:spMkLst>
            <pc:docMk/>
            <pc:sldMk cId="363473388" sldId="2147480650"/>
            <ac:spMk id="16" creationId="{23AB42E0-7D04-5916-9CC2-96A165AD495B}"/>
          </ac:spMkLst>
        </pc:spChg>
        <pc:spChg chg="add mod">
          <ac:chgData name="Almeida, Luis Alexandre" userId="5df86c4b-e2b3-489b-9c00-1eef9e703c19" providerId="ADAL" clId="{6119D6FA-2335-4462-BA57-03F691092A6C}" dt="2026-01-16T16:58:05.799" v="13834" actId="947"/>
          <ac:spMkLst>
            <pc:docMk/>
            <pc:sldMk cId="363473388" sldId="2147480650"/>
            <ac:spMk id="17" creationId="{79A08CE1-B762-83C4-117A-AD0BBC8A94D1}"/>
          </ac:spMkLst>
        </pc:spChg>
        <pc:spChg chg="mod">
          <ac:chgData name="Almeida, Luis Alexandre" userId="5df86c4b-e2b3-489b-9c00-1eef9e703c19" providerId="ADAL" clId="{6119D6FA-2335-4462-BA57-03F691092A6C}" dt="2026-01-16T01:58:58.070" v="9326" actId="20577"/>
          <ac:spMkLst>
            <pc:docMk/>
            <pc:sldMk cId="363473388" sldId="2147480650"/>
            <ac:spMk id="18" creationId="{7737ABC8-7A25-93CD-3783-21BD06B602E5}"/>
          </ac:spMkLst>
        </pc:spChg>
        <pc:spChg chg="mod">
          <ac:chgData name="Almeida, Luis Alexandre" userId="5df86c4b-e2b3-489b-9c00-1eef9e703c19" providerId="ADAL" clId="{6119D6FA-2335-4462-BA57-03F691092A6C}" dt="2026-01-16T11:16:36.902" v="9861" actId="20577"/>
          <ac:spMkLst>
            <pc:docMk/>
            <pc:sldMk cId="363473388" sldId="2147480650"/>
            <ac:spMk id="30" creationId="{3F331C78-EF54-25CC-EF49-A4214045CA71}"/>
          </ac:spMkLst>
        </pc:spChg>
        <pc:spChg chg="mod">
          <ac:chgData name="Almeida, Luis Alexandre" userId="5df86c4b-e2b3-489b-9c00-1eef9e703c19" providerId="ADAL" clId="{6119D6FA-2335-4462-BA57-03F691092A6C}" dt="2026-01-16T11:16:02.979" v="9831" actId="20577"/>
          <ac:spMkLst>
            <pc:docMk/>
            <pc:sldMk cId="363473388" sldId="2147480650"/>
            <ac:spMk id="31" creationId="{1CEE1AC3-2982-698D-4254-28D7FF5514F1}"/>
          </ac:spMkLst>
        </pc:spChg>
        <pc:spChg chg="mod">
          <ac:chgData name="Almeida, Luis Alexandre" userId="5df86c4b-e2b3-489b-9c00-1eef9e703c19" providerId="ADAL" clId="{6119D6FA-2335-4462-BA57-03F691092A6C}" dt="2026-01-16T00:58:19.898" v="7404" actId="113"/>
          <ac:spMkLst>
            <pc:docMk/>
            <pc:sldMk cId="363473388" sldId="2147480650"/>
            <ac:spMk id="33" creationId="{EE14D0EE-77F2-8BC3-51E5-C7B756F0BF71}"/>
          </ac:spMkLst>
        </pc:spChg>
        <pc:picChg chg="add mod">
          <ac:chgData name="Almeida, Luis Alexandre" userId="5df86c4b-e2b3-489b-9c00-1eef9e703c19" providerId="ADAL" clId="{6119D6FA-2335-4462-BA57-03F691092A6C}" dt="2026-01-16T11:17:19.228" v="9862"/>
          <ac:picMkLst>
            <pc:docMk/>
            <pc:sldMk cId="363473388" sldId="2147480650"/>
            <ac:picMk id="2" creationId="{594431D8-FCAD-157C-8177-37E3A6244AB0}"/>
          </ac:picMkLst>
        </pc:picChg>
      </pc:sldChg>
      <pc:sldChg chg="delSp modSp mod">
        <pc:chgData name="Almeida, Luis Alexandre" userId="5df86c4b-e2b3-489b-9c00-1eef9e703c19" providerId="ADAL" clId="{6119D6FA-2335-4462-BA57-03F691092A6C}" dt="2026-01-20T11:57:49.894" v="19961" actId="478"/>
        <pc:sldMkLst>
          <pc:docMk/>
          <pc:sldMk cId="1530307141" sldId="2147480660"/>
        </pc:sldMkLst>
        <pc:spChg chg="mod">
          <ac:chgData name="Almeida, Luis Alexandre" userId="5df86c4b-e2b3-489b-9c00-1eef9e703c19" providerId="ADAL" clId="{6119D6FA-2335-4462-BA57-03F691092A6C}" dt="2026-01-19T22:44:57.747" v="16791"/>
          <ac:spMkLst>
            <pc:docMk/>
            <pc:sldMk cId="1530307141" sldId="2147480660"/>
            <ac:spMk id="7" creationId="{4A9A146A-D664-B548-7A99-C3992BE5888B}"/>
          </ac:spMkLst>
        </pc:spChg>
        <pc:spChg chg="mod">
          <ac:chgData name="Almeida, Luis Alexandre" userId="5df86c4b-e2b3-489b-9c00-1eef9e703c19" providerId="ADAL" clId="{6119D6FA-2335-4462-BA57-03F691092A6C}" dt="2026-01-19T22:45:02.367" v="16792"/>
          <ac:spMkLst>
            <pc:docMk/>
            <pc:sldMk cId="1530307141" sldId="2147480660"/>
            <ac:spMk id="16" creationId="{4DDEFF81-58B5-2C88-1B93-9A1A24FC062C}"/>
          </ac:spMkLst>
        </pc:spChg>
        <pc:spChg chg="mod">
          <ac:chgData name="Almeida, Luis Alexandre" userId="5df86c4b-e2b3-489b-9c00-1eef9e703c19" providerId="ADAL" clId="{6119D6FA-2335-4462-BA57-03F691092A6C}" dt="2026-01-19T22:45:06.146" v="16793"/>
          <ac:spMkLst>
            <pc:docMk/>
            <pc:sldMk cId="1530307141" sldId="2147480660"/>
            <ac:spMk id="19" creationId="{B649CC75-29BF-76D9-1C07-B93CA04FD11A}"/>
          </ac:spMkLst>
        </pc:spChg>
        <pc:spChg chg="mod">
          <ac:chgData name="Almeida, Luis Alexandre" userId="5df86c4b-e2b3-489b-9c00-1eef9e703c19" providerId="ADAL" clId="{6119D6FA-2335-4462-BA57-03F691092A6C}" dt="2026-01-20T11:57:30.835" v="19960" actId="114"/>
          <ac:spMkLst>
            <pc:docMk/>
            <pc:sldMk cId="1530307141" sldId="2147480660"/>
            <ac:spMk id="21" creationId="{3082D1F9-C64D-AE7B-8690-1DDBC63EEC6E}"/>
          </ac:spMkLst>
        </pc:spChg>
        <pc:spChg chg="mod">
          <ac:chgData name="Almeida, Luis Alexandre" userId="5df86c4b-e2b3-489b-9c00-1eef9e703c19" providerId="ADAL" clId="{6119D6FA-2335-4462-BA57-03F691092A6C}" dt="2026-01-20T11:56:49.421" v="19959" actId="12788"/>
          <ac:spMkLst>
            <pc:docMk/>
            <pc:sldMk cId="1530307141" sldId="2147480660"/>
            <ac:spMk id="38" creationId="{98CBADB2-4D87-3226-8A41-75C699EB89E6}"/>
          </ac:spMkLst>
        </pc:spChg>
        <pc:spChg chg="mod">
          <ac:chgData name="Almeida, Luis Alexandre" userId="5df86c4b-e2b3-489b-9c00-1eef9e703c19" providerId="ADAL" clId="{6119D6FA-2335-4462-BA57-03F691092A6C}" dt="2026-01-20T11:56:49.421" v="19959" actId="12788"/>
          <ac:spMkLst>
            <pc:docMk/>
            <pc:sldMk cId="1530307141" sldId="2147480660"/>
            <ac:spMk id="45" creationId="{C45E03E9-0519-7962-E4D5-C91B42C15C96}"/>
          </ac:spMkLst>
        </pc:spChg>
        <pc:spChg chg="del mod">
          <ac:chgData name="Almeida, Luis Alexandre" userId="5df86c4b-e2b3-489b-9c00-1eef9e703c19" providerId="ADAL" clId="{6119D6FA-2335-4462-BA57-03F691092A6C}" dt="2026-01-20T11:57:49.894" v="19961" actId="478"/>
          <ac:spMkLst>
            <pc:docMk/>
            <pc:sldMk cId="1530307141" sldId="2147480660"/>
            <ac:spMk id="47" creationId="{0D1E619A-1AB4-52DC-C28E-CA9854038A35}"/>
          </ac:spMkLst>
        </pc:spChg>
        <pc:grpChg chg="mod">
          <ac:chgData name="Almeida, Luis Alexandre" userId="5df86c4b-e2b3-489b-9c00-1eef9e703c19" providerId="ADAL" clId="{6119D6FA-2335-4462-BA57-03F691092A6C}" dt="2026-01-20T11:56:49.421" v="19959" actId="12788"/>
          <ac:grpSpMkLst>
            <pc:docMk/>
            <pc:sldMk cId="1530307141" sldId="2147480660"/>
            <ac:grpSpMk id="4" creationId="{A32F20E6-E572-0ED0-7692-5075D09C0514}"/>
          </ac:grpSpMkLst>
        </pc:grpChg>
      </pc:sldChg>
      <pc:sldChg chg="addSp delSp modSp mod modCm">
        <pc:chgData name="Almeida, Luis Alexandre" userId="5df86c4b-e2b3-489b-9c00-1eef9e703c19" providerId="ADAL" clId="{6119D6FA-2335-4462-BA57-03F691092A6C}" dt="2026-01-20T16:54:02.564" v="21688" actId="1038"/>
        <pc:sldMkLst>
          <pc:docMk/>
          <pc:sldMk cId="2446388990" sldId="2147480662"/>
        </pc:sldMkLst>
        <pc:spChg chg="mod">
          <ac:chgData name="Almeida, Luis Alexandre" userId="5df86c4b-e2b3-489b-9c00-1eef9e703c19" providerId="ADAL" clId="{6119D6FA-2335-4462-BA57-03F691092A6C}" dt="2026-01-20T16:52:17.658" v="21662"/>
          <ac:spMkLst>
            <pc:docMk/>
            <pc:sldMk cId="2446388990" sldId="2147480662"/>
            <ac:spMk id="3" creationId="{07C59941-D454-E27D-F498-3F75BB6AE2DD}"/>
          </ac:spMkLst>
        </pc:spChg>
        <pc:spChg chg="mod">
          <ac:chgData name="Almeida, Luis Alexandre" userId="5df86c4b-e2b3-489b-9c00-1eef9e703c19" providerId="ADAL" clId="{6119D6FA-2335-4462-BA57-03F691092A6C}" dt="2026-01-20T16:15:59.511" v="21606" actId="6549"/>
          <ac:spMkLst>
            <pc:docMk/>
            <pc:sldMk cId="2446388990" sldId="2147480662"/>
            <ac:spMk id="12" creationId="{CA08000F-7FC3-AF56-C44C-BEFF433E458C}"/>
          </ac:spMkLst>
        </pc:spChg>
        <pc:spChg chg="mod">
          <ac:chgData name="Almeida, Luis Alexandre" userId="5df86c4b-e2b3-489b-9c00-1eef9e703c19" providerId="ADAL" clId="{6119D6FA-2335-4462-BA57-03F691092A6C}" dt="2026-01-20T16:12:19.264" v="21581" actId="20577"/>
          <ac:spMkLst>
            <pc:docMk/>
            <pc:sldMk cId="2446388990" sldId="2147480662"/>
            <ac:spMk id="16" creationId="{C313AA72-71D4-85E0-5291-BF8FA43D5659}"/>
          </ac:spMkLst>
        </pc:spChg>
        <pc:spChg chg="mod">
          <ac:chgData name="Almeida, Luis Alexandre" userId="5df86c4b-e2b3-489b-9c00-1eef9e703c19" providerId="ADAL" clId="{6119D6FA-2335-4462-BA57-03F691092A6C}" dt="2026-01-20T01:08:02.276" v="19166" actId="20577"/>
          <ac:spMkLst>
            <pc:docMk/>
            <pc:sldMk cId="2446388990" sldId="2147480662"/>
            <ac:spMk id="33" creationId="{3B23E6A0-8914-FFFE-C223-C774990BEC21}"/>
          </ac:spMkLst>
        </pc:spChg>
        <pc:spChg chg="mod">
          <ac:chgData name="Almeida, Luis Alexandre" userId="5df86c4b-e2b3-489b-9c00-1eef9e703c19" providerId="ADAL" clId="{6119D6FA-2335-4462-BA57-03F691092A6C}" dt="2026-01-20T16:14:07.204" v="21605" actId="114"/>
          <ac:spMkLst>
            <pc:docMk/>
            <pc:sldMk cId="2446388990" sldId="2147480662"/>
            <ac:spMk id="34" creationId="{3782EA6F-EDB6-8773-54E9-30EC08CE033E}"/>
          </ac:spMkLst>
        </pc:spChg>
        <pc:spChg chg="mod">
          <ac:chgData name="Almeida, Luis Alexandre" userId="5df86c4b-e2b3-489b-9c00-1eef9e703c19" providerId="ADAL" clId="{6119D6FA-2335-4462-BA57-03F691092A6C}" dt="2026-01-20T16:54:02.564" v="21688" actId="1038"/>
          <ac:spMkLst>
            <pc:docMk/>
            <pc:sldMk cId="2446388990" sldId="2147480662"/>
            <ac:spMk id="35" creationId="{B1D7E752-DDE2-5ABF-9606-B158627FAAAD}"/>
          </ac:spMkLst>
        </pc:spChg>
        <pc:spChg chg="mod">
          <ac:chgData name="Almeida, Luis Alexandre" userId="5df86c4b-e2b3-489b-9c00-1eef9e703c19" providerId="ADAL" clId="{6119D6FA-2335-4462-BA57-03F691092A6C}" dt="2026-01-20T16:13:45.641" v="21602" actId="20577"/>
          <ac:spMkLst>
            <pc:docMk/>
            <pc:sldMk cId="2446388990" sldId="2147480662"/>
            <ac:spMk id="42" creationId="{21647BA7-A47C-6A30-B19C-41719D207D30}"/>
          </ac:spMkLst>
        </pc:spChg>
        <pc:spChg chg="add del mod">
          <ac:chgData name="Almeida, Luis Alexandre" userId="5df86c4b-e2b3-489b-9c00-1eef9e703c19" providerId="ADAL" clId="{6119D6FA-2335-4462-BA57-03F691092A6C}" dt="2026-01-20T16:16:06.608" v="21607" actId="478"/>
          <ac:spMkLst>
            <pc:docMk/>
            <pc:sldMk cId="2446388990" sldId="2147480662"/>
            <ac:spMk id="65" creationId="{3022390B-A1FF-A0C9-28D8-BD8E952B11AC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6:13:45.641" v="21602" actId="20577"/>
              <pc2:cmMkLst xmlns:pc2="http://schemas.microsoft.com/office/powerpoint/2019/9/main/command">
                <pc:docMk/>
                <pc:sldMk cId="2446388990" sldId="2147480662"/>
                <pc2:cmMk id="{4935D159-83BF-4844-BD78-E1389B142EF1}"/>
              </pc2:cmMkLst>
            </pc226:cmChg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6:13:45.641" v="21602" actId="20577"/>
              <pc2:cmMkLst xmlns:pc2="http://schemas.microsoft.com/office/powerpoint/2019/9/main/command">
                <pc:docMk/>
                <pc:sldMk cId="2446388990" sldId="2147480662"/>
                <pc2:cmMk id="{620355BF-0753-4292-8C2A-7940A75B0565}"/>
              </pc2:cmMkLst>
            </pc226:cmChg>
          </p:ext>
        </pc:extLst>
      </pc:sldChg>
      <pc:sldChg chg="modSp mod">
        <pc:chgData name="Almeida, Luis Alexandre" userId="5df86c4b-e2b3-489b-9c00-1eef9e703c19" providerId="ADAL" clId="{6119D6FA-2335-4462-BA57-03F691092A6C}" dt="2026-01-20T16:55:48.851" v="21706" actId="114"/>
        <pc:sldMkLst>
          <pc:docMk/>
          <pc:sldMk cId="4125094515" sldId="2147480663"/>
        </pc:sldMkLst>
        <pc:spChg chg="mod">
          <ac:chgData name="Almeida, Luis Alexandre" userId="5df86c4b-e2b3-489b-9c00-1eef9e703c19" providerId="ADAL" clId="{6119D6FA-2335-4462-BA57-03F691092A6C}" dt="2026-01-20T01:21:17.984" v="19234" actId="20577"/>
          <ac:spMkLst>
            <pc:docMk/>
            <pc:sldMk cId="4125094515" sldId="2147480663"/>
            <ac:spMk id="3" creationId="{CEDED835-D70B-CFD1-EA46-45B5245878F5}"/>
          </ac:spMkLst>
        </pc:spChg>
        <pc:spChg chg="mod">
          <ac:chgData name="Almeida, Luis Alexandre" userId="5df86c4b-e2b3-489b-9c00-1eef9e703c19" providerId="ADAL" clId="{6119D6FA-2335-4462-BA57-03F691092A6C}" dt="2026-01-20T01:10:23.269" v="19169" actId="20577"/>
          <ac:spMkLst>
            <pc:docMk/>
            <pc:sldMk cId="4125094515" sldId="2147480663"/>
            <ac:spMk id="19" creationId="{87D6615F-EA56-4C75-C288-5DF3797F4F2A}"/>
          </ac:spMkLst>
        </pc:spChg>
        <pc:spChg chg="mod">
          <ac:chgData name="Almeida, Luis Alexandre" userId="5df86c4b-e2b3-489b-9c00-1eef9e703c19" providerId="ADAL" clId="{6119D6FA-2335-4462-BA57-03F691092A6C}" dt="2026-01-20T16:55:13.771" v="21700" actId="114"/>
          <ac:spMkLst>
            <pc:docMk/>
            <pc:sldMk cId="4125094515" sldId="2147480663"/>
            <ac:spMk id="43" creationId="{67D9E929-59D8-6F36-6C2C-8317F8463E19}"/>
          </ac:spMkLst>
        </pc:spChg>
        <pc:spChg chg="mod">
          <ac:chgData name="Almeida, Luis Alexandre" userId="5df86c4b-e2b3-489b-9c00-1eef9e703c19" providerId="ADAL" clId="{6119D6FA-2335-4462-BA57-03F691092A6C}" dt="2026-01-20T16:55:48.851" v="21706" actId="114"/>
          <ac:spMkLst>
            <pc:docMk/>
            <pc:sldMk cId="4125094515" sldId="2147480663"/>
            <ac:spMk id="49" creationId="{0FE06B59-4D27-48C3-1565-39DB6F46CAF9}"/>
          </ac:spMkLst>
        </pc:spChg>
        <pc:spChg chg="mod">
          <ac:chgData name="Almeida, Luis Alexandre" userId="5df86c4b-e2b3-489b-9c00-1eef9e703c19" providerId="ADAL" clId="{6119D6FA-2335-4462-BA57-03F691092A6C}" dt="2026-01-20T16:54:39.131" v="21693" actId="20577"/>
          <ac:spMkLst>
            <pc:docMk/>
            <pc:sldMk cId="4125094515" sldId="2147480663"/>
            <ac:spMk id="57" creationId="{14B83441-AAF2-22FD-4032-97750A0665FD}"/>
          </ac:spMkLst>
        </pc:spChg>
      </pc:sldChg>
      <pc:sldChg chg="modSp mod">
        <pc:chgData name="Almeida, Luis Alexandre" userId="5df86c4b-e2b3-489b-9c00-1eef9e703c19" providerId="ADAL" clId="{6119D6FA-2335-4462-BA57-03F691092A6C}" dt="2026-01-20T16:57:09.567" v="21731" actId="20577"/>
        <pc:sldMkLst>
          <pc:docMk/>
          <pc:sldMk cId="3650544671" sldId="2147480664"/>
        </pc:sldMkLst>
        <pc:spChg chg="mod">
          <ac:chgData name="Almeida, Luis Alexandre" userId="5df86c4b-e2b3-489b-9c00-1eef9e703c19" providerId="ADAL" clId="{6119D6FA-2335-4462-BA57-03F691092A6C}" dt="2026-01-20T01:22:26.396" v="19286" actId="20577"/>
          <ac:spMkLst>
            <pc:docMk/>
            <pc:sldMk cId="3650544671" sldId="2147480664"/>
            <ac:spMk id="3" creationId="{726CC9AB-28E8-FDED-47C3-FB1DCCF44878}"/>
          </ac:spMkLst>
        </pc:spChg>
        <pc:spChg chg="mod">
          <ac:chgData name="Almeida, Luis Alexandre" userId="5df86c4b-e2b3-489b-9c00-1eef9e703c19" providerId="ADAL" clId="{6119D6FA-2335-4462-BA57-03F691092A6C}" dt="2026-01-20T01:23:56.368" v="19456" actId="20577"/>
          <ac:spMkLst>
            <pc:docMk/>
            <pc:sldMk cId="3650544671" sldId="2147480664"/>
            <ac:spMk id="19" creationId="{CB03BEB0-8F69-31D6-59E2-15AE4C12C976}"/>
          </ac:spMkLst>
        </pc:spChg>
        <pc:spChg chg="mod">
          <ac:chgData name="Almeida, Luis Alexandre" userId="5df86c4b-e2b3-489b-9c00-1eef9e703c19" providerId="ADAL" clId="{6119D6FA-2335-4462-BA57-03F691092A6C}" dt="2026-01-20T16:57:09.567" v="21731" actId="20577"/>
          <ac:spMkLst>
            <pc:docMk/>
            <pc:sldMk cId="3650544671" sldId="2147480664"/>
            <ac:spMk id="43" creationId="{CF8BB69A-EDBF-CDC5-FFB1-A462FACE5412}"/>
          </ac:spMkLst>
        </pc:spChg>
        <pc:spChg chg="mod">
          <ac:chgData name="Almeida, Luis Alexandre" userId="5df86c4b-e2b3-489b-9c00-1eef9e703c19" providerId="ADAL" clId="{6119D6FA-2335-4462-BA57-03F691092A6C}" dt="2026-01-20T16:56:23.880" v="21717" actId="114"/>
          <ac:spMkLst>
            <pc:docMk/>
            <pc:sldMk cId="3650544671" sldId="2147480664"/>
            <ac:spMk id="57" creationId="{36663BF6-5424-F7FF-78F5-3737E9B21D17}"/>
          </ac:spMkLst>
        </pc:spChg>
      </pc:sldChg>
      <pc:sldChg chg="addSp delSp modSp del mod ord modCm">
        <pc:chgData name="Almeida, Luis Alexandre" userId="5df86c4b-e2b3-489b-9c00-1eef9e703c19" providerId="ADAL" clId="{6119D6FA-2335-4462-BA57-03F691092A6C}" dt="2026-01-20T16:18:02.065" v="21640" actId="47"/>
        <pc:sldMkLst>
          <pc:docMk/>
          <pc:sldMk cId="728613324" sldId="2147480665"/>
        </pc:sldMkLst>
        <pc:spChg chg="mod">
          <ac:chgData name="Almeida, Luis Alexandre" userId="5df86c4b-e2b3-489b-9c00-1eef9e703c19" providerId="ADAL" clId="{6119D6FA-2335-4462-BA57-03F691092A6C}" dt="2026-01-20T16:11:45.309" v="21565" actId="108"/>
          <ac:spMkLst>
            <pc:docMk/>
            <pc:sldMk cId="728613324" sldId="2147480665"/>
            <ac:spMk id="3" creationId="{E39CD80B-1C75-DFC8-F635-7FE458BE9962}"/>
          </ac:spMkLst>
        </pc:spChg>
        <pc:spChg chg="add del mod">
          <ac:chgData name="Almeida, Luis Alexandre" userId="5df86c4b-e2b3-489b-9c00-1eef9e703c19" providerId="ADAL" clId="{6119D6FA-2335-4462-BA57-03F691092A6C}" dt="2026-01-20T01:20:08.236" v="19172" actId="478"/>
          <ac:spMkLst>
            <pc:docMk/>
            <pc:sldMk cId="728613324" sldId="2147480665"/>
            <ac:spMk id="8" creationId="{514E60A2-7E70-0965-BA58-570DCDD6E4FC}"/>
          </ac:spMkLst>
        </pc:spChg>
        <pc:spChg chg="add del mod">
          <ac:chgData name="Almeida, Luis Alexandre" userId="5df86c4b-e2b3-489b-9c00-1eef9e703c19" providerId="ADAL" clId="{6119D6FA-2335-4462-BA57-03F691092A6C}" dt="2026-01-20T16:11:29.300" v="21564" actId="478"/>
          <ac:spMkLst>
            <pc:docMk/>
            <pc:sldMk cId="728613324" sldId="2147480665"/>
            <ac:spMk id="9" creationId="{51FE3436-FAD3-61D3-7C58-660E2739B9DE}"/>
          </ac:spMkLst>
        </pc:spChg>
        <pc:spChg chg="mod">
          <ac:chgData name="Almeida, Luis Alexandre" userId="5df86c4b-e2b3-489b-9c00-1eef9e703c19" providerId="ADAL" clId="{6119D6FA-2335-4462-BA57-03F691092A6C}" dt="2026-01-20T16:11:08.971" v="21563" actId="20577"/>
          <ac:spMkLst>
            <pc:docMk/>
            <pc:sldMk cId="728613324" sldId="2147480665"/>
            <ac:spMk id="14" creationId="{CB140FA4-DFA0-A852-9289-B9187116F3FA}"/>
          </ac:spMkLst>
        </pc:spChg>
        <pc:spChg chg="mod">
          <ac:chgData name="Almeida, Luis Alexandre" userId="5df86c4b-e2b3-489b-9c00-1eef9e703c19" providerId="ADAL" clId="{6119D6FA-2335-4462-BA57-03F691092A6C}" dt="2026-01-20T15:49:06.276" v="21410" actId="114"/>
          <ac:spMkLst>
            <pc:docMk/>
            <pc:sldMk cId="728613324" sldId="2147480665"/>
            <ac:spMk id="57" creationId="{04CDE59D-4EAE-7730-7B60-85C835246E7E}"/>
          </ac:spMkLst>
        </pc:spChg>
        <pc:graphicFrameChg chg="modGraphic">
          <ac:chgData name="Almeida, Luis Alexandre" userId="5df86c4b-e2b3-489b-9c00-1eef9e703c19" providerId="ADAL" clId="{6119D6FA-2335-4462-BA57-03F691092A6C}" dt="2026-01-20T16:09:50.893" v="21562" actId="114"/>
          <ac:graphicFrameMkLst>
            <pc:docMk/>
            <pc:sldMk cId="728613324" sldId="2147480665"/>
            <ac:graphicFrameMk id="5" creationId="{E61D51B4-D9B6-9B11-9977-0B21A6F574E4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5:49:03.994" v="21409" actId="20577"/>
              <pc2:cmMkLst xmlns:pc2="http://schemas.microsoft.com/office/powerpoint/2019/9/main/command">
                <pc:docMk/>
                <pc:sldMk cId="728613324" sldId="2147480665"/>
                <pc2:cmMk id="{53334159-DF04-4EEB-B650-2FAB3925F26C}"/>
              </pc2:cmMkLst>
            </pc226:cmChg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5:49:03.994" v="21409" actId="20577"/>
              <pc2:cmMkLst xmlns:pc2="http://schemas.microsoft.com/office/powerpoint/2019/9/main/command">
                <pc:docMk/>
                <pc:sldMk cId="728613324" sldId="2147480665"/>
                <pc2:cmMk id="{47780EB4-9024-42F3-A706-1564F77450D8}"/>
              </pc2:cmMkLst>
            </pc226:cmChg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5:49:03.994" v="21409" actId="20577"/>
              <pc2:cmMkLst xmlns:pc2="http://schemas.microsoft.com/office/powerpoint/2019/9/main/command">
                <pc:docMk/>
                <pc:sldMk cId="728613324" sldId="2147480665"/>
                <pc2:cmMk id="{56E6BED2-A4D1-4DEE-86B9-054C90946101}"/>
              </pc2:cmMkLst>
            </pc226:cmChg>
          </p:ext>
        </pc:extLst>
      </pc:sldChg>
      <pc:sldChg chg="delSp modSp mod modCm">
        <pc:chgData name="Almeida, Luis Alexandre" userId="5df86c4b-e2b3-489b-9c00-1eef9e703c19" providerId="ADAL" clId="{6119D6FA-2335-4462-BA57-03F691092A6C}" dt="2026-01-20T14:45:02.075" v="21356" actId="478"/>
        <pc:sldMkLst>
          <pc:docMk/>
          <pc:sldMk cId="1847974879" sldId="2147480667"/>
        </pc:sldMkLst>
        <pc:spChg chg="del">
          <ac:chgData name="Almeida, Luis Alexandre" userId="5df86c4b-e2b3-489b-9c00-1eef9e703c19" providerId="ADAL" clId="{6119D6FA-2335-4462-BA57-03F691092A6C}" dt="2026-01-20T14:45:02.075" v="21356" actId="478"/>
          <ac:spMkLst>
            <pc:docMk/>
            <pc:sldMk cId="1847974879" sldId="2147480667"/>
            <ac:spMk id="5" creationId="{17C1FE07-D477-2728-F397-24944A75DD9B}"/>
          </ac:spMkLst>
        </pc:spChg>
        <pc:spChg chg="mod">
          <ac:chgData name="Almeida, Luis Alexandre" userId="5df86c4b-e2b3-489b-9c00-1eef9e703c19" providerId="ADAL" clId="{6119D6FA-2335-4462-BA57-03F691092A6C}" dt="2026-01-20T14:39:30.945" v="21112" actId="20577"/>
          <ac:spMkLst>
            <pc:docMk/>
            <pc:sldMk cId="1847974879" sldId="2147480667"/>
            <ac:spMk id="13" creationId="{91985773-A2DE-8014-C75C-F6AC5EEE9E1E}"/>
          </ac:spMkLst>
        </pc:spChg>
        <pc:spChg chg="mod">
          <ac:chgData name="Almeida, Luis Alexandre" userId="5df86c4b-e2b3-489b-9c00-1eef9e703c19" providerId="ADAL" clId="{6119D6FA-2335-4462-BA57-03F691092A6C}" dt="2026-01-20T14:44:50.291" v="21355" actId="554"/>
          <ac:spMkLst>
            <pc:docMk/>
            <pc:sldMk cId="1847974879" sldId="2147480667"/>
            <ac:spMk id="16" creationId="{A24E79A7-A78A-1D72-0A55-EB4129F909EF}"/>
          </ac:spMkLst>
        </pc:spChg>
        <pc:spChg chg="mod">
          <ac:chgData name="Almeida, Luis Alexandre" userId="5df86c4b-e2b3-489b-9c00-1eef9e703c19" providerId="ADAL" clId="{6119D6FA-2335-4462-BA57-03F691092A6C}" dt="2026-01-20T14:42:15.400" v="21214" actId="14100"/>
          <ac:spMkLst>
            <pc:docMk/>
            <pc:sldMk cId="1847974879" sldId="2147480667"/>
            <ac:spMk id="20" creationId="{53214AC8-B36F-D960-4127-3C030E4FF80A}"/>
          </ac:spMkLst>
        </pc:spChg>
        <pc:spChg chg="mod">
          <ac:chgData name="Almeida, Luis Alexandre" userId="5df86c4b-e2b3-489b-9c00-1eef9e703c19" providerId="ADAL" clId="{6119D6FA-2335-4462-BA57-03F691092A6C}" dt="2026-01-20T14:44:50.291" v="21355" actId="554"/>
          <ac:spMkLst>
            <pc:docMk/>
            <pc:sldMk cId="1847974879" sldId="2147480667"/>
            <ac:spMk id="28" creationId="{790D88D3-38EA-B643-CC98-1AB41B6F1500}"/>
          </ac:spMkLst>
        </pc:spChg>
        <pc:spChg chg="mod">
          <ac:chgData name="Almeida, Luis Alexandre" userId="5df86c4b-e2b3-489b-9c00-1eef9e703c19" providerId="ADAL" clId="{6119D6FA-2335-4462-BA57-03F691092A6C}" dt="2026-01-20T14:42:24.080" v="21215" actId="14100"/>
          <ac:spMkLst>
            <pc:docMk/>
            <pc:sldMk cId="1847974879" sldId="2147480667"/>
            <ac:spMk id="35" creationId="{E96FF16A-F435-0E68-7857-25B224846E9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18T23:43:49.273" v="14811" actId="20577"/>
              <pc2:cmMkLst xmlns:pc2="http://schemas.microsoft.com/office/powerpoint/2019/9/main/command">
                <pc:docMk/>
                <pc:sldMk cId="1847974879" sldId="2147480667"/>
                <pc2:cmMk id="{07997385-6F11-433A-AAF1-BBE2078CAE3E}"/>
              </pc2:cmMkLst>
            </pc226:cmChg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18T23:43:22.631" v="14808" actId="20577"/>
              <pc2:cmMkLst xmlns:pc2="http://schemas.microsoft.com/office/powerpoint/2019/9/main/command">
                <pc:docMk/>
                <pc:sldMk cId="1847974879" sldId="2147480667"/>
                <pc2:cmMk id="{7D76DE96-78FE-4E73-BD38-17E273409343}"/>
              </pc2:cmMkLst>
            </pc226:cmChg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18T23:43:49.273" v="14811" actId="20577"/>
              <pc2:cmMkLst xmlns:pc2="http://schemas.microsoft.com/office/powerpoint/2019/9/main/command">
                <pc:docMk/>
                <pc:sldMk cId="1847974879" sldId="2147480667"/>
                <pc2:cmMk id="{22985599-875F-4947-BE63-9DB50FAB08A6}"/>
              </pc2:cmMkLst>
            </pc226:cmChg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00:49:23.452" v="18740" actId="20577"/>
              <pc2:cmMkLst xmlns:pc2="http://schemas.microsoft.com/office/powerpoint/2019/9/main/command">
                <pc:docMk/>
                <pc:sldMk cId="1847974879" sldId="2147480667"/>
                <pc2:cmMk id="{BA0B7499-9CAD-4D36-A247-D36431E9030E}"/>
              </pc2:cmMkLst>
            </pc226:cmChg>
          </p:ext>
        </pc:extLst>
      </pc:sldChg>
      <pc:sldChg chg="delSp modSp mod ord">
        <pc:chgData name="Almeida, Luis Alexandre" userId="5df86c4b-e2b3-489b-9c00-1eef9e703c19" providerId="ADAL" clId="{6119D6FA-2335-4462-BA57-03F691092A6C}" dt="2026-01-20T16:55:38.118" v="21704" actId="114"/>
        <pc:sldMkLst>
          <pc:docMk/>
          <pc:sldMk cId="806156684" sldId="2147480672"/>
        </pc:sldMkLst>
        <pc:spChg chg="mod">
          <ac:chgData name="Almeida, Luis Alexandre" userId="5df86c4b-e2b3-489b-9c00-1eef9e703c19" providerId="ADAL" clId="{6119D6FA-2335-4462-BA57-03F691092A6C}" dt="2026-01-16T18:33:04.608" v="14380" actId="14100"/>
          <ac:spMkLst>
            <pc:docMk/>
            <pc:sldMk cId="806156684" sldId="2147480672"/>
            <ac:spMk id="10" creationId="{8F1E395F-A6C5-93A8-F775-87F207E0FA7D}"/>
          </ac:spMkLst>
        </pc:spChg>
        <pc:spChg chg="mod">
          <ac:chgData name="Almeida, Luis Alexandre" userId="5df86c4b-e2b3-489b-9c00-1eef9e703c19" providerId="ADAL" clId="{6119D6FA-2335-4462-BA57-03F691092A6C}" dt="2026-01-20T16:55:32.049" v="21702" actId="114"/>
          <ac:spMkLst>
            <pc:docMk/>
            <pc:sldMk cId="806156684" sldId="2147480672"/>
            <ac:spMk id="20" creationId="{F865503B-2EDD-7EEC-69B1-2D5AE5AD8AA5}"/>
          </ac:spMkLst>
        </pc:spChg>
        <pc:spChg chg="mod">
          <ac:chgData name="Almeida, Luis Alexandre" userId="5df86c4b-e2b3-489b-9c00-1eef9e703c19" providerId="ADAL" clId="{6119D6FA-2335-4462-BA57-03F691092A6C}" dt="2026-01-20T12:02:03.418" v="19963" actId="12789"/>
          <ac:spMkLst>
            <pc:docMk/>
            <pc:sldMk cId="806156684" sldId="2147480672"/>
            <ac:spMk id="21" creationId="{7D3D44AC-61A2-362E-AB40-4B8A5FB4CBED}"/>
          </ac:spMkLst>
        </pc:spChg>
        <pc:spChg chg="mod">
          <ac:chgData name="Almeida, Luis Alexandre" userId="5df86c4b-e2b3-489b-9c00-1eef9e703c19" providerId="ADAL" clId="{6119D6FA-2335-4462-BA57-03F691092A6C}" dt="2026-01-19T23:47:59.156" v="17081" actId="403"/>
          <ac:spMkLst>
            <pc:docMk/>
            <pc:sldMk cId="806156684" sldId="2147480672"/>
            <ac:spMk id="26" creationId="{A5DF4EC3-9615-1C34-B008-987E3ED6883B}"/>
          </ac:spMkLst>
        </pc:spChg>
        <pc:spChg chg="mod">
          <ac:chgData name="Almeida, Luis Alexandre" userId="5df86c4b-e2b3-489b-9c00-1eef9e703c19" providerId="ADAL" clId="{6119D6FA-2335-4462-BA57-03F691092A6C}" dt="2026-01-20T12:02:07.009" v="19964" actId="12789"/>
          <ac:spMkLst>
            <pc:docMk/>
            <pc:sldMk cId="806156684" sldId="2147480672"/>
            <ac:spMk id="49" creationId="{BE1D4D58-4688-4D38-4CD7-BC24295D5C22}"/>
          </ac:spMkLst>
        </pc:spChg>
        <pc:spChg chg="mod">
          <ac:chgData name="Almeida, Luis Alexandre" userId="5df86c4b-e2b3-489b-9c00-1eef9e703c19" providerId="ADAL" clId="{6119D6FA-2335-4462-BA57-03F691092A6C}" dt="2026-01-20T16:55:38.118" v="21704" actId="114"/>
          <ac:spMkLst>
            <pc:docMk/>
            <pc:sldMk cId="806156684" sldId="2147480672"/>
            <ac:spMk id="133" creationId="{8752B53C-24B8-AE62-D0F8-AE8CBE3F3B6E}"/>
          </ac:spMkLst>
        </pc:spChg>
        <pc:spChg chg="mod">
          <ac:chgData name="Almeida, Luis Alexandre" userId="5df86c4b-e2b3-489b-9c00-1eef9e703c19" providerId="ADAL" clId="{6119D6FA-2335-4462-BA57-03F691092A6C}" dt="2026-01-16T18:35:02.055" v="14411" actId="20577"/>
          <ac:spMkLst>
            <pc:docMk/>
            <pc:sldMk cId="806156684" sldId="2147480672"/>
            <ac:spMk id="142" creationId="{4B724B4C-3DEB-4CAB-B412-981357D3F3E3}"/>
          </ac:spMkLst>
        </pc:spChg>
        <pc:spChg chg="del mod">
          <ac:chgData name="Almeida, Luis Alexandre" userId="5df86c4b-e2b3-489b-9c00-1eef9e703c19" providerId="ADAL" clId="{6119D6FA-2335-4462-BA57-03F691092A6C}" dt="2026-01-20T12:02:56.887" v="19965" actId="478"/>
          <ac:spMkLst>
            <pc:docMk/>
            <pc:sldMk cId="806156684" sldId="2147480672"/>
            <ac:spMk id="143" creationId="{238975D4-A184-0D84-5E23-4C0E1F9EA2A3}"/>
          </ac:spMkLst>
        </pc:spChg>
        <pc:grpChg chg="mod">
          <ac:chgData name="Almeida, Luis Alexandre" userId="5df86c4b-e2b3-489b-9c00-1eef9e703c19" providerId="ADAL" clId="{6119D6FA-2335-4462-BA57-03F691092A6C}" dt="2026-01-20T12:02:03.418" v="19963" actId="12789"/>
          <ac:grpSpMkLst>
            <pc:docMk/>
            <pc:sldMk cId="806156684" sldId="2147480672"/>
            <ac:grpSpMk id="59" creationId="{492484F3-3E9D-A1A1-16DE-6DA51FFCD13D}"/>
          </ac:grpSpMkLst>
        </pc:grpChg>
        <pc:grpChg chg="mod">
          <ac:chgData name="Almeida, Luis Alexandre" userId="5df86c4b-e2b3-489b-9c00-1eef9e703c19" providerId="ADAL" clId="{6119D6FA-2335-4462-BA57-03F691092A6C}" dt="2026-01-20T12:02:07.009" v="19964" actId="12789"/>
          <ac:grpSpMkLst>
            <pc:docMk/>
            <pc:sldMk cId="806156684" sldId="2147480672"/>
            <ac:grpSpMk id="128" creationId="{BFC05216-CDB7-A500-B2DC-ABE4F1A51A8B}"/>
          </ac:grpSpMkLst>
        </pc:grpChg>
      </pc:sldChg>
      <pc:sldChg chg="modSp mod modCm">
        <pc:chgData name="Almeida, Luis Alexandre" userId="5df86c4b-e2b3-489b-9c00-1eef9e703c19" providerId="ADAL" clId="{6119D6FA-2335-4462-BA57-03F691092A6C}" dt="2026-01-19T23:48:50.546" v="17097" actId="20577"/>
        <pc:sldMkLst>
          <pc:docMk/>
          <pc:sldMk cId="122950192" sldId="2147480673"/>
        </pc:sldMkLst>
        <pc:spChg chg="mod">
          <ac:chgData name="Almeida, Luis Alexandre" userId="5df86c4b-e2b3-489b-9c00-1eef9e703c19" providerId="ADAL" clId="{6119D6FA-2335-4462-BA57-03F691092A6C}" dt="2026-01-19T23:48:50.546" v="17097" actId="20577"/>
          <ac:spMkLst>
            <pc:docMk/>
            <pc:sldMk cId="122950192" sldId="2147480673"/>
            <ac:spMk id="26" creationId="{0816FE79-27A3-79E6-D8B7-28DF4D336E7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19T23:48:50.546" v="17097" actId="20577"/>
              <pc2:cmMkLst xmlns:pc2="http://schemas.microsoft.com/office/powerpoint/2019/9/main/command">
                <pc:docMk/>
                <pc:sldMk cId="122950192" sldId="2147480673"/>
                <pc2:cmMk id="{3436AE42-37C7-4D18-87C9-486260E25536}"/>
              </pc2:cmMkLst>
            </pc226:cmChg>
          </p:ext>
        </pc:extLst>
      </pc:sldChg>
      <pc:sldChg chg="delSp modSp mod">
        <pc:chgData name="Almeida, Luis Alexandre" userId="5df86c4b-e2b3-489b-9c00-1eef9e703c19" providerId="ADAL" clId="{6119D6FA-2335-4462-BA57-03F691092A6C}" dt="2026-01-20T12:22:12.699" v="20317" actId="114"/>
        <pc:sldMkLst>
          <pc:docMk/>
          <pc:sldMk cId="792321807" sldId="2147480674"/>
        </pc:sldMkLst>
        <pc:spChg chg="mod">
          <ac:chgData name="Almeida, Luis Alexandre" userId="5df86c4b-e2b3-489b-9c00-1eef9e703c19" providerId="ADAL" clId="{6119D6FA-2335-4462-BA57-03F691092A6C}" dt="2026-01-20T12:15:55.415" v="20296" actId="114"/>
          <ac:spMkLst>
            <pc:docMk/>
            <pc:sldMk cId="792321807" sldId="2147480674"/>
            <ac:spMk id="2" creationId="{9FD87827-BD5E-C8B3-ADE5-DEBB576C9904}"/>
          </ac:spMkLst>
        </pc:spChg>
        <pc:spChg chg="mod">
          <ac:chgData name="Almeida, Luis Alexandre" userId="5df86c4b-e2b3-489b-9c00-1eef9e703c19" providerId="ADAL" clId="{6119D6FA-2335-4462-BA57-03F691092A6C}" dt="2026-01-16T19:24:59.298" v="14542" actId="20577"/>
          <ac:spMkLst>
            <pc:docMk/>
            <pc:sldMk cId="792321807" sldId="2147480674"/>
            <ac:spMk id="4" creationId="{61B218B0-0F85-E9C5-BA41-F0E60DC8C369}"/>
          </ac:spMkLst>
        </pc:spChg>
        <pc:spChg chg="del mod">
          <ac:chgData name="Almeida, Luis Alexandre" userId="5df86c4b-e2b3-489b-9c00-1eef9e703c19" providerId="ADAL" clId="{6119D6FA-2335-4462-BA57-03F691092A6C}" dt="2026-01-20T12:16:04.093" v="20297" actId="478"/>
          <ac:spMkLst>
            <pc:docMk/>
            <pc:sldMk cId="792321807" sldId="2147480674"/>
            <ac:spMk id="5" creationId="{23025802-7756-A9C8-5AB3-1752E6FF1DC9}"/>
          </ac:spMkLst>
        </pc:spChg>
        <pc:spChg chg="mod">
          <ac:chgData name="Almeida, Luis Alexandre" userId="5df86c4b-e2b3-489b-9c00-1eef9e703c19" providerId="ADAL" clId="{6119D6FA-2335-4462-BA57-03F691092A6C}" dt="2026-01-16T18:52:47.453" v="14423" actId="14100"/>
          <ac:spMkLst>
            <pc:docMk/>
            <pc:sldMk cId="792321807" sldId="2147480674"/>
            <ac:spMk id="25" creationId="{2FFD4A25-2882-06AC-9365-F48FA20C96C4}"/>
          </ac:spMkLst>
        </pc:spChg>
        <pc:graphicFrameChg chg="mod">
          <ac:chgData name="Almeida, Luis Alexandre" userId="5df86c4b-e2b3-489b-9c00-1eef9e703c19" providerId="ADAL" clId="{6119D6FA-2335-4462-BA57-03F691092A6C}" dt="2026-01-20T12:22:08.954" v="20316" actId="114"/>
          <ac:graphicFrameMkLst>
            <pc:docMk/>
            <pc:sldMk cId="792321807" sldId="2147480674"/>
            <ac:graphicFrameMk id="23" creationId="{F9ECB2C9-575B-E371-4690-5BCFDB129F91}"/>
          </ac:graphicFrameMkLst>
        </pc:graphicFrameChg>
        <pc:graphicFrameChg chg="mod">
          <ac:chgData name="Almeida, Luis Alexandre" userId="5df86c4b-e2b3-489b-9c00-1eef9e703c19" providerId="ADAL" clId="{6119D6FA-2335-4462-BA57-03F691092A6C}" dt="2026-01-20T12:22:12.699" v="20317" actId="114"/>
          <ac:graphicFrameMkLst>
            <pc:docMk/>
            <pc:sldMk cId="792321807" sldId="2147480674"/>
            <ac:graphicFrameMk id="24" creationId="{B5A769F2-14F1-6C8B-4544-0C61DDB4100C}"/>
          </ac:graphicFrameMkLst>
        </pc:graphicFrameChg>
      </pc:sldChg>
      <pc:sldChg chg="delSp modSp mod">
        <pc:chgData name="Almeida, Luis Alexandre" userId="5df86c4b-e2b3-489b-9c00-1eef9e703c19" providerId="ADAL" clId="{6119D6FA-2335-4462-BA57-03F691092A6C}" dt="2026-01-20T12:23:36.593" v="20330" actId="478"/>
        <pc:sldMkLst>
          <pc:docMk/>
          <pc:sldMk cId="835523651" sldId="2147480675"/>
        </pc:sldMkLst>
        <pc:spChg chg="mod">
          <ac:chgData name="Almeida, Luis Alexandre" userId="5df86c4b-e2b3-489b-9c00-1eef9e703c19" providerId="ADAL" clId="{6119D6FA-2335-4462-BA57-03F691092A6C}" dt="2026-01-20T00:05:48.745" v="18022" actId="20577"/>
          <ac:spMkLst>
            <pc:docMk/>
            <pc:sldMk cId="835523651" sldId="2147480675"/>
            <ac:spMk id="2" creationId="{68FC3C03-B6E6-F481-CBFB-81B3689EC1CC}"/>
          </ac:spMkLst>
        </pc:spChg>
        <pc:spChg chg="mod">
          <ac:chgData name="Almeida, Luis Alexandre" userId="5df86c4b-e2b3-489b-9c00-1eef9e703c19" providerId="ADAL" clId="{6119D6FA-2335-4462-BA57-03F691092A6C}" dt="2026-01-20T00:04:50.668" v="18011" actId="1035"/>
          <ac:spMkLst>
            <pc:docMk/>
            <pc:sldMk cId="835523651" sldId="2147480675"/>
            <ac:spMk id="54" creationId="{6A92599D-0D66-0E6F-915C-BF9338E477ED}"/>
          </ac:spMkLst>
        </pc:spChg>
        <pc:spChg chg="mod">
          <ac:chgData name="Almeida, Luis Alexandre" userId="5df86c4b-e2b3-489b-9c00-1eef9e703c19" providerId="ADAL" clId="{6119D6FA-2335-4462-BA57-03F691092A6C}" dt="2026-01-20T00:04:50.668" v="18011" actId="1035"/>
          <ac:spMkLst>
            <pc:docMk/>
            <pc:sldMk cId="835523651" sldId="2147480675"/>
            <ac:spMk id="55" creationId="{18ACFEEE-1E4B-CA0C-E5BA-EE7C809D0766}"/>
          </ac:spMkLst>
        </pc:spChg>
        <pc:spChg chg="del mod">
          <ac:chgData name="Almeida, Luis Alexandre" userId="5df86c4b-e2b3-489b-9c00-1eef9e703c19" providerId="ADAL" clId="{6119D6FA-2335-4462-BA57-03F691092A6C}" dt="2026-01-20T12:23:36.593" v="20330" actId="478"/>
          <ac:spMkLst>
            <pc:docMk/>
            <pc:sldMk cId="835523651" sldId="2147480675"/>
            <ac:spMk id="56" creationId="{695FE762-6186-40EF-A630-6CC789E4E9FF}"/>
          </ac:spMkLst>
        </pc:spChg>
        <pc:spChg chg="mod">
          <ac:chgData name="Almeida, Luis Alexandre" userId="5df86c4b-e2b3-489b-9c00-1eef9e703c19" providerId="ADAL" clId="{6119D6FA-2335-4462-BA57-03F691092A6C}" dt="2026-01-16T19:49:16.343" v="14694"/>
          <ac:spMkLst>
            <pc:docMk/>
            <pc:sldMk cId="835523651" sldId="2147480675"/>
            <ac:spMk id="57" creationId="{33D3F221-0F60-EC44-DE5C-4CC0B97F4EC3}"/>
          </ac:spMkLst>
        </pc:spChg>
        <pc:graphicFrameChg chg="mod modGraphic">
          <ac:chgData name="Almeida, Luis Alexandre" userId="5df86c4b-e2b3-489b-9c00-1eef9e703c19" providerId="ADAL" clId="{6119D6FA-2335-4462-BA57-03F691092A6C}" dt="2026-01-20T12:23:19.153" v="20323" actId="20577"/>
          <ac:graphicFrameMkLst>
            <pc:docMk/>
            <pc:sldMk cId="835523651" sldId="2147480675"/>
            <ac:graphicFrameMk id="34" creationId="{76D0E47A-CE48-F07C-C6AF-BF43F952E21E}"/>
          </ac:graphicFrameMkLst>
        </pc:graphicFrameChg>
        <pc:graphicFrameChg chg="mod modGraphic">
          <ac:chgData name="Almeida, Luis Alexandre" userId="5df86c4b-e2b3-489b-9c00-1eef9e703c19" providerId="ADAL" clId="{6119D6FA-2335-4462-BA57-03F691092A6C}" dt="2026-01-20T12:23:25.477" v="20329" actId="20577"/>
          <ac:graphicFrameMkLst>
            <pc:docMk/>
            <pc:sldMk cId="835523651" sldId="2147480675"/>
            <ac:graphicFrameMk id="53" creationId="{90006166-6715-931A-7CDF-302D99518F3A}"/>
          </ac:graphicFrameMkLst>
        </pc:graphicFrameChg>
      </pc:sldChg>
      <pc:sldChg chg="delSp modSp mod">
        <pc:chgData name="Almeida, Luis Alexandre" userId="5df86c4b-e2b3-489b-9c00-1eef9e703c19" providerId="ADAL" clId="{6119D6FA-2335-4462-BA57-03F691092A6C}" dt="2026-01-20T12:39:11.119" v="20567" actId="20577"/>
        <pc:sldMkLst>
          <pc:docMk/>
          <pc:sldMk cId="767312937" sldId="2147480677"/>
        </pc:sldMkLst>
        <pc:spChg chg="mod">
          <ac:chgData name="Almeida, Luis Alexandre" userId="5df86c4b-e2b3-489b-9c00-1eef9e703c19" providerId="ADAL" clId="{6119D6FA-2335-4462-BA57-03F691092A6C}" dt="2026-01-20T12:35:45.841" v="20509" actId="20577"/>
          <ac:spMkLst>
            <pc:docMk/>
            <pc:sldMk cId="767312937" sldId="2147480677"/>
            <ac:spMk id="6" creationId="{44A3FB04-A5DF-EF57-7141-108F7455035F}"/>
          </ac:spMkLst>
        </pc:spChg>
        <pc:spChg chg="mod">
          <ac:chgData name="Almeida, Luis Alexandre" userId="5df86c4b-e2b3-489b-9c00-1eef9e703c19" providerId="ADAL" clId="{6119D6FA-2335-4462-BA57-03F691092A6C}" dt="2026-01-20T12:38:59.494" v="20565" actId="20577"/>
          <ac:spMkLst>
            <pc:docMk/>
            <pc:sldMk cId="767312937" sldId="2147480677"/>
            <ac:spMk id="7" creationId="{E299BACE-61C1-1260-6253-1DE17ED6511F}"/>
          </ac:spMkLst>
        </pc:spChg>
        <pc:spChg chg="del mod">
          <ac:chgData name="Almeida, Luis Alexandre" userId="5df86c4b-e2b3-489b-9c00-1eef9e703c19" providerId="ADAL" clId="{6119D6FA-2335-4462-BA57-03F691092A6C}" dt="2026-01-20T12:37:12.327" v="20535" actId="478"/>
          <ac:spMkLst>
            <pc:docMk/>
            <pc:sldMk cId="767312937" sldId="2147480677"/>
            <ac:spMk id="9" creationId="{6A054B68-85BD-28B4-71A4-77B8C101212E}"/>
          </ac:spMkLst>
        </pc:spChg>
        <pc:spChg chg="mod">
          <ac:chgData name="Almeida, Luis Alexandre" userId="5df86c4b-e2b3-489b-9c00-1eef9e703c19" providerId="ADAL" clId="{6119D6FA-2335-4462-BA57-03F691092A6C}" dt="2026-01-20T12:36:54.607" v="20519" actId="20577"/>
          <ac:spMkLst>
            <pc:docMk/>
            <pc:sldMk cId="767312937" sldId="2147480677"/>
            <ac:spMk id="47" creationId="{E9F3D48D-5E10-BFA1-2ACB-AB35EEEA4679}"/>
          </ac:spMkLst>
        </pc:spChg>
        <pc:graphicFrameChg chg="mod modGraphic">
          <ac:chgData name="Almeida, Luis Alexandre" userId="5df86c4b-e2b3-489b-9c00-1eef9e703c19" providerId="ADAL" clId="{6119D6FA-2335-4462-BA57-03F691092A6C}" dt="2026-01-20T12:39:11.119" v="20567" actId="20577"/>
          <ac:graphicFrameMkLst>
            <pc:docMk/>
            <pc:sldMk cId="767312937" sldId="2147480677"/>
            <ac:graphicFrameMk id="8" creationId="{07C9E04A-7128-4397-B667-6A93B40EED68}"/>
          </ac:graphicFrameMkLst>
        </pc:graphicFrameChg>
      </pc:sldChg>
      <pc:sldChg chg="addSp delSp modSp add mod">
        <pc:chgData name="Almeida, Luis Alexandre" userId="5df86c4b-e2b3-489b-9c00-1eef9e703c19" providerId="ADAL" clId="{6119D6FA-2335-4462-BA57-03F691092A6C}" dt="2026-01-20T11:19:25.352" v="19626" actId="14100"/>
        <pc:sldMkLst>
          <pc:docMk/>
          <pc:sldMk cId="1540546724" sldId="2147480678"/>
        </pc:sldMkLst>
        <pc:spChg chg="add mod">
          <ac:chgData name="Almeida, Luis Alexandre" userId="5df86c4b-e2b3-489b-9c00-1eef9e703c19" providerId="ADAL" clId="{6119D6FA-2335-4462-BA57-03F691092A6C}" dt="2026-01-16T01:54:05.192" v="9231" actId="1036"/>
          <ac:spMkLst>
            <pc:docMk/>
            <pc:sldMk cId="1540546724" sldId="2147480678"/>
            <ac:spMk id="2" creationId="{8BC135E4-0902-689A-6C68-213E090B2B1F}"/>
          </ac:spMkLst>
        </pc:spChg>
        <pc:spChg chg="add mod">
          <ac:chgData name="Almeida, Luis Alexandre" userId="5df86c4b-e2b3-489b-9c00-1eef9e703c19" providerId="ADAL" clId="{6119D6FA-2335-4462-BA57-03F691092A6C}" dt="2026-01-16T01:54:05.192" v="9231" actId="1036"/>
          <ac:spMkLst>
            <pc:docMk/>
            <pc:sldMk cId="1540546724" sldId="2147480678"/>
            <ac:spMk id="3" creationId="{24F18E5D-7BD3-7323-5A7B-C7DA6ED2FA98}"/>
          </ac:spMkLst>
        </pc:spChg>
        <pc:spChg chg="mod topLvl">
          <ac:chgData name="Almeida, Luis Alexandre" userId="5df86c4b-e2b3-489b-9c00-1eef9e703c19" providerId="ADAL" clId="{6119D6FA-2335-4462-BA57-03F691092A6C}" dt="2026-01-16T00:39:32.717" v="7392" actId="108"/>
          <ac:spMkLst>
            <pc:docMk/>
            <pc:sldMk cId="1540546724" sldId="2147480678"/>
            <ac:spMk id="7" creationId="{CD32165A-AD60-DFF4-0E0D-6030B32A9ADD}"/>
          </ac:spMkLst>
        </pc:spChg>
        <pc:spChg chg="add mod">
          <ac:chgData name="Almeida, Luis Alexandre" userId="5df86c4b-e2b3-489b-9c00-1eef9e703c19" providerId="ADAL" clId="{6119D6FA-2335-4462-BA57-03F691092A6C}" dt="2026-01-20T11:19:25.352" v="19626" actId="14100"/>
          <ac:spMkLst>
            <pc:docMk/>
            <pc:sldMk cId="1540546724" sldId="2147480678"/>
            <ac:spMk id="9" creationId="{2A8E9A5A-CB7A-43B3-67AC-61D406136D93}"/>
          </ac:spMkLst>
        </pc:spChg>
        <pc:spChg chg="add mod">
          <ac:chgData name="Almeida, Luis Alexandre" userId="5df86c4b-e2b3-489b-9c00-1eef9e703c19" providerId="ADAL" clId="{6119D6FA-2335-4462-BA57-03F691092A6C}" dt="2026-01-16T01:48:30.304" v="8794" actId="1036"/>
          <ac:spMkLst>
            <pc:docMk/>
            <pc:sldMk cId="1540546724" sldId="2147480678"/>
            <ac:spMk id="10" creationId="{61F31B82-8D50-961F-88D5-87E89E0D4912}"/>
          </ac:spMkLst>
        </pc:spChg>
        <pc:spChg chg="mod topLvl">
          <ac:chgData name="Almeida, Luis Alexandre" userId="5df86c4b-e2b3-489b-9c00-1eef9e703c19" providerId="ADAL" clId="{6119D6FA-2335-4462-BA57-03F691092A6C}" dt="2026-01-16T00:40:20.407" v="7396" actId="6549"/>
          <ac:spMkLst>
            <pc:docMk/>
            <pc:sldMk cId="1540546724" sldId="2147480678"/>
            <ac:spMk id="15" creationId="{9BCEDFE5-1799-A446-02F3-8F5AEE341022}"/>
          </ac:spMkLst>
        </pc:spChg>
        <pc:spChg chg="mod topLvl">
          <ac:chgData name="Almeida, Luis Alexandre" userId="5df86c4b-e2b3-489b-9c00-1eef9e703c19" providerId="ADAL" clId="{6119D6FA-2335-4462-BA57-03F691092A6C}" dt="2026-01-16T01:58:20.845" v="9288" actId="20577"/>
          <ac:spMkLst>
            <pc:docMk/>
            <pc:sldMk cId="1540546724" sldId="2147480678"/>
            <ac:spMk id="18" creationId="{DABDE45E-48AE-83C6-695A-C955326FC467}"/>
          </ac:spMkLst>
        </pc:spChg>
        <pc:spChg chg="mod">
          <ac:chgData name="Almeida, Luis Alexandre" userId="5df86c4b-e2b3-489b-9c00-1eef9e703c19" providerId="ADAL" clId="{6119D6FA-2335-4462-BA57-03F691092A6C}" dt="2026-01-16T00:38:48.855" v="7387" actId="165"/>
          <ac:spMkLst>
            <pc:docMk/>
            <pc:sldMk cId="1540546724" sldId="2147480678"/>
            <ac:spMk id="29" creationId="{11B5266D-BF83-5ABB-C94E-F2AFAFD58F36}"/>
          </ac:spMkLst>
        </pc:spChg>
        <pc:spChg chg="mod">
          <ac:chgData name="Almeida, Luis Alexandre" userId="5df86c4b-e2b3-489b-9c00-1eef9e703c19" providerId="ADAL" clId="{6119D6FA-2335-4462-BA57-03F691092A6C}" dt="2026-01-16T11:17:36.229" v="9884" actId="20577"/>
          <ac:spMkLst>
            <pc:docMk/>
            <pc:sldMk cId="1540546724" sldId="2147480678"/>
            <ac:spMk id="30" creationId="{1D55CE80-EAE7-08C3-2BE9-E7B342B7D53D}"/>
          </ac:spMkLst>
        </pc:spChg>
        <pc:spChg chg="mod">
          <ac:chgData name="Almeida, Luis Alexandre" userId="5df86c4b-e2b3-489b-9c00-1eef9e703c19" providerId="ADAL" clId="{6119D6FA-2335-4462-BA57-03F691092A6C}" dt="2026-01-16T11:17:56.214" v="9922" actId="20577"/>
          <ac:spMkLst>
            <pc:docMk/>
            <pc:sldMk cId="1540546724" sldId="2147480678"/>
            <ac:spMk id="31" creationId="{4F31AED6-269F-7767-46F2-C7472649FE0C}"/>
          </ac:spMkLst>
        </pc:spChg>
        <pc:spChg chg="mod">
          <ac:chgData name="Almeida, Luis Alexandre" userId="5df86c4b-e2b3-489b-9c00-1eef9e703c19" providerId="ADAL" clId="{6119D6FA-2335-4462-BA57-03F691092A6C}" dt="2026-01-16T09:10:45.602" v="9347" actId="20577"/>
          <ac:spMkLst>
            <pc:docMk/>
            <pc:sldMk cId="1540546724" sldId="2147480678"/>
            <ac:spMk id="33" creationId="{D21FBE13-66D8-F251-D346-0BF71E9FB9F7}"/>
          </ac:spMkLst>
        </pc:spChg>
        <pc:spChg chg="mod">
          <ac:chgData name="Almeida, Luis Alexandre" userId="5df86c4b-e2b3-489b-9c00-1eef9e703c19" providerId="ADAL" clId="{6119D6FA-2335-4462-BA57-03F691092A6C}" dt="2026-01-16T00:39:06.021" v="7388" actId="165"/>
          <ac:spMkLst>
            <pc:docMk/>
            <pc:sldMk cId="1540546724" sldId="2147480678"/>
            <ac:spMk id="41" creationId="{E73FCE37-4384-1FE2-CD08-7031F7B205BB}"/>
          </ac:spMkLst>
        </pc:spChg>
        <pc:spChg chg="mod">
          <ac:chgData name="Almeida, Luis Alexandre" userId="5df86c4b-e2b3-489b-9c00-1eef9e703c19" providerId="ADAL" clId="{6119D6FA-2335-4462-BA57-03F691092A6C}" dt="2026-01-16T00:39:13.671" v="7389" actId="165"/>
          <ac:spMkLst>
            <pc:docMk/>
            <pc:sldMk cId="1540546724" sldId="2147480678"/>
            <ac:spMk id="47" creationId="{C420EEF1-FC6D-5791-C6F5-FCA22A575C66}"/>
          </ac:spMkLst>
        </pc:spChg>
        <pc:grpChg chg="mod topLvl">
          <ac:chgData name="Almeida, Luis Alexandre" userId="5df86c4b-e2b3-489b-9c00-1eef9e703c19" providerId="ADAL" clId="{6119D6FA-2335-4462-BA57-03F691092A6C}" dt="2026-01-16T00:38:48.855" v="7387" actId="165"/>
          <ac:grpSpMkLst>
            <pc:docMk/>
            <pc:sldMk cId="1540546724" sldId="2147480678"/>
            <ac:grpSpMk id="37" creationId="{3F4C2764-F8F0-263A-97D3-AA1C4A964692}"/>
          </ac:grpSpMkLst>
        </pc:grpChg>
        <pc:grpChg chg="mod topLvl">
          <ac:chgData name="Almeida, Luis Alexandre" userId="5df86c4b-e2b3-489b-9c00-1eef9e703c19" providerId="ADAL" clId="{6119D6FA-2335-4462-BA57-03F691092A6C}" dt="2026-01-16T00:39:06.021" v="7388" actId="165"/>
          <ac:grpSpMkLst>
            <pc:docMk/>
            <pc:sldMk cId="1540546724" sldId="2147480678"/>
            <ac:grpSpMk id="44" creationId="{8C4A421E-3B88-E8DC-9DA0-D75C40FFB042}"/>
          </ac:grpSpMkLst>
        </pc:grpChg>
        <pc:grpChg chg="mod">
          <ac:chgData name="Almeida, Luis Alexandre" userId="5df86c4b-e2b3-489b-9c00-1eef9e703c19" providerId="ADAL" clId="{6119D6FA-2335-4462-BA57-03F691092A6C}" dt="2026-01-16T00:39:13.671" v="7389" actId="165"/>
          <ac:grpSpMkLst>
            <pc:docMk/>
            <pc:sldMk cId="1540546724" sldId="2147480678"/>
            <ac:grpSpMk id="49" creationId="{421332F5-6A2C-7FF4-BE92-502362CE215B}"/>
          </ac:grpSpMkLst>
        </pc:grpChg>
        <pc:grpChg chg="mod topLvl">
          <ac:chgData name="Almeida, Luis Alexandre" userId="5df86c4b-e2b3-489b-9c00-1eef9e703c19" providerId="ADAL" clId="{6119D6FA-2335-4462-BA57-03F691092A6C}" dt="2026-01-16T00:39:13.671" v="7389" actId="165"/>
          <ac:grpSpMkLst>
            <pc:docMk/>
            <pc:sldMk cId="1540546724" sldId="2147480678"/>
            <ac:grpSpMk id="50" creationId="{3C76CBB8-1CF2-5C81-FC4B-33263616B75F}"/>
          </ac:grpSpMkLst>
        </pc:grpChg>
        <pc:picChg chg="add mod">
          <ac:chgData name="Almeida, Luis Alexandre" userId="5df86c4b-e2b3-489b-9c00-1eef9e703c19" providerId="ADAL" clId="{6119D6FA-2335-4462-BA57-03F691092A6C}" dt="2026-01-16T11:18:06.782" v="9923"/>
          <ac:picMkLst>
            <pc:docMk/>
            <pc:sldMk cId="1540546724" sldId="2147480678"/>
            <ac:picMk id="4" creationId="{069E61E4-8192-DDCB-693A-078CBCD66CEA}"/>
          </ac:picMkLst>
        </pc:picChg>
        <pc:picChg chg="add mod">
          <ac:chgData name="Almeida, Luis Alexandre" userId="5df86c4b-e2b3-489b-9c00-1eef9e703c19" providerId="ADAL" clId="{6119D6FA-2335-4462-BA57-03F691092A6C}" dt="2026-01-16T17:06:18.311" v="14005" actId="207"/>
          <ac:picMkLst>
            <pc:docMk/>
            <pc:sldMk cId="1540546724" sldId="2147480678"/>
            <ac:picMk id="6" creationId="{BE2FDA48-7B2A-5035-3D80-5F32D89E65BB}"/>
          </ac:picMkLst>
        </pc:picChg>
        <pc:picChg chg="add mod">
          <ac:chgData name="Almeida, Luis Alexandre" userId="5df86c4b-e2b3-489b-9c00-1eef9e703c19" providerId="ADAL" clId="{6119D6FA-2335-4462-BA57-03F691092A6C}" dt="2026-01-16T17:06:25.060" v="14006" actId="207"/>
          <ac:picMkLst>
            <pc:docMk/>
            <pc:sldMk cId="1540546724" sldId="2147480678"/>
            <ac:picMk id="11" creationId="{056C5526-5E06-C83D-2277-763CE7539545}"/>
          </ac:picMkLst>
        </pc:picChg>
        <pc:picChg chg="mod">
          <ac:chgData name="Almeida, Luis Alexandre" userId="5df86c4b-e2b3-489b-9c00-1eef9e703c19" providerId="ADAL" clId="{6119D6FA-2335-4462-BA57-03F691092A6C}" dt="2026-01-16T00:39:13.671" v="7389" actId="165"/>
          <ac:picMkLst>
            <pc:docMk/>
            <pc:sldMk cId="1540546724" sldId="2147480678"/>
            <ac:picMk id="14" creationId="{A3E4F337-25B2-A0E4-17A0-057DB5499C91}"/>
          </ac:picMkLst>
        </pc:picChg>
        <pc:picChg chg="add mod">
          <ac:chgData name="Almeida, Luis Alexandre" userId="5df86c4b-e2b3-489b-9c00-1eef9e703c19" providerId="ADAL" clId="{6119D6FA-2335-4462-BA57-03F691092A6C}" dt="2026-01-16T01:57:07.944" v="9242" actId="554"/>
          <ac:picMkLst>
            <pc:docMk/>
            <pc:sldMk cId="1540546724" sldId="2147480678"/>
            <ac:picMk id="19" creationId="{10CEA551-BF2F-1DF7-E46D-D81F7A1193DB}"/>
          </ac:picMkLst>
        </pc:picChg>
        <pc:picChg chg="add mod">
          <ac:chgData name="Almeida, Luis Alexandre" userId="5df86c4b-e2b3-489b-9c00-1eef9e703c19" providerId="ADAL" clId="{6119D6FA-2335-4462-BA57-03F691092A6C}" dt="2026-01-16T01:57:48.317" v="9249" actId="207"/>
          <ac:picMkLst>
            <pc:docMk/>
            <pc:sldMk cId="1540546724" sldId="2147480678"/>
            <ac:picMk id="22" creationId="{1F376010-61A2-0B23-D82D-DE8B3DE497BE}"/>
          </ac:picMkLst>
        </pc:picChg>
        <pc:picChg chg="mod">
          <ac:chgData name="Almeida, Luis Alexandre" userId="5df86c4b-e2b3-489b-9c00-1eef9e703c19" providerId="ADAL" clId="{6119D6FA-2335-4462-BA57-03F691092A6C}" dt="2026-01-16T00:39:13.671" v="7389" actId="165"/>
          <ac:picMkLst>
            <pc:docMk/>
            <pc:sldMk cId="1540546724" sldId="2147480678"/>
            <ac:picMk id="23" creationId="{C968EC52-BC7C-35E4-B1AC-27ED494F3CC3}"/>
          </ac:picMkLst>
        </pc:picChg>
        <pc:picChg chg="mod">
          <ac:chgData name="Almeida, Luis Alexandre" userId="5df86c4b-e2b3-489b-9c00-1eef9e703c19" providerId="ADAL" clId="{6119D6FA-2335-4462-BA57-03F691092A6C}" dt="2026-01-16T00:39:06.021" v="7388" actId="165"/>
          <ac:picMkLst>
            <pc:docMk/>
            <pc:sldMk cId="1540546724" sldId="2147480678"/>
            <ac:picMk id="25" creationId="{7458558D-2D5D-E032-CD0B-D204DA0AC60B}"/>
          </ac:picMkLst>
        </pc:picChg>
        <pc:picChg chg="add mod">
          <ac:chgData name="Almeida, Luis Alexandre" userId="5df86c4b-e2b3-489b-9c00-1eef9e703c19" providerId="ADAL" clId="{6119D6FA-2335-4462-BA57-03F691092A6C}" dt="2026-01-16T01:57:43.407" v="9248" actId="207"/>
          <ac:picMkLst>
            <pc:docMk/>
            <pc:sldMk cId="1540546724" sldId="2147480678"/>
            <ac:picMk id="26" creationId="{24F8EDDB-32BF-4BD5-96C5-48455E56F03C}"/>
          </ac:picMkLst>
        </pc:picChg>
        <pc:picChg chg="mod">
          <ac:chgData name="Almeida, Luis Alexandre" userId="5df86c4b-e2b3-489b-9c00-1eef9e703c19" providerId="ADAL" clId="{6119D6FA-2335-4462-BA57-03F691092A6C}" dt="2026-01-16T00:38:48.855" v="7387" actId="165"/>
          <ac:picMkLst>
            <pc:docMk/>
            <pc:sldMk cId="1540546724" sldId="2147480678"/>
            <ac:picMk id="27" creationId="{E44BB787-2049-FD6D-F109-B8766462847B}"/>
          </ac:picMkLst>
        </pc:picChg>
      </pc:sldChg>
      <pc:sldChg chg="delSp modSp mod">
        <pc:chgData name="Almeida, Luis Alexandre" userId="5df86c4b-e2b3-489b-9c00-1eef9e703c19" providerId="ADAL" clId="{6119D6FA-2335-4462-BA57-03F691092A6C}" dt="2026-01-20T12:45:54.192" v="20729" actId="478"/>
        <pc:sldMkLst>
          <pc:docMk/>
          <pc:sldMk cId="3211028951" sldId="2147480679"/>
        </pc:sldMkLst>
        <pc:spChg chg="mod">
          <ac:chgData name="Almeida, Luis Alexandre" userId="5df86c4b-e2b3-489b-9c00-1eef9e703c19" providerId="ADAL" clId="{6119D6FA-2335-4462-BA57-03F691092A6C}" dt="2026-01-20T12:42:39.778" v="20692" actId="20577"/>
          <ac:spMkLst>
            <pc:docMk/>
            <pc:sldMk cId="3211028951" sldId="2147480679"/>
            <ac:spMk id="2" creationId="{BD036FC3-11AD-C1C6-964F-275BE09C2F4E}"/>
          </ac:spMkLst>
        </pc:spChg>
        <pc:spChg chg="mod">
          <ac:chgData name="Almeida, Luis Alexandre" userId="5df86c4b-e2b3-489b-9c00-1eef9e703c19" providerId="ADAL" clId="{6119D6FA-2335-4462-BA57-03F691092A6C}" dt="2026-01-20T12:44:15.866" v="20728" actId="20577"/>
          <ac:spMkLst>
            <pc:docMk/>
            <pc:sldMk cId="3211028951" sldId="2147480679"/>
            <ac:spMk id="5" creationId="{7C0A24DA-3921-A4A5-0BAE-EEB504E78D43}"/>
          </ac:spMkLst>
        </pc:spChg>
        <pc:spChg chg="del">
          <ac:chgData name="Almeida, Luis Alexandre" userId="5df86c4b-e2b3-489b-9c00-1eef9e703c19" providerId="ADAL" clId="{6119D6FA-2335-4462-BA57-03F691092A6C}" dt="2026-01-20T12:45:54.192" v="20729" actId="478"/>
          <ac:spMkLst>
            <pc:docMk/>
            <pc:sldMk cId="3211028951" sldId="2147480679"/>
            <ac:spMk id="6" creationId="{8347AC16-3404-0FFE-76F1-B10512F003E0}"/>
          </ac:spMkLst>
        </pc:spChg>
        <pc:spChg chg="mod">
          <ac:chgData name="Almeida, Luis Alexandre" userId="5df86c4b-e2b3-489b-9c00-1eef9e703c19" providerId="ADAL" clId="{6119D6FA-2335-4462-BA57-03F691092A6C}" dt="2026-01-20T12:37:07.421" v="20534" actId="114"/>
          <ac:spMkLst>
            <pc:docMk/>
            <pc:sldMk cId="3211028951" sldId="2147480679"/>
            <ac:spMk id="47" creationId="{3635D7C3-53F3-DEBE-2497-9A86B004904A}"/>
          </ac:spMkLst>
        </pc:spChg>
        <pc:graphicFrameChg chg="mod modGraphic">
          <ac:chgData name="Almeida, Luis Alexandre" userId="5df86c4b-e2b3-489b-9c00-1eef9e703c19" providerId="ADAL" clId="{6119D6FA-2335-4462-BA57-03F691092A6C}" dt="2026-01-20T12:43:55.866" v="20726" actId="20577"/>
          <ac:graphicFrameMkLst>
            <pc:docMk/>
            <pc:sldMk cId="3211028951" sldId="2147480679"/>
            <ac:graphicFrameMk id="8" creationId="{52F58962-80A4-3B60-DEF1-ADD54B7FF121}"/>
          </ac:graphicFrameMkLst>
        </pc:graphicFrameChg>
      </pc:sldChg>
      <pc:sldChg chg="addSp delSp modSp add mod ord">
        <pc:chgData name="Almeida, Luis Alexandre" userId="5df86c4b-e2b3-489b-9c00-1eef9e703c19" providerId="ADAL" clId="{6119D6FA-2335-4462-BA57-03F691092A6C}" dt="2026-01-16T16:26:31.011" v="13478"/>
        <pc:sldMkLst>
          <pc:docMk/>
          <pc:sldMk cId="487039016" sldId="2147480680"/>
        </pc:sldMkLst>
        <pc:spChg chg="mod">
          <ac:chgData name="Almeida, Luis Alexandre" userId="5df86c4b-e2b3-489b-9c00-1eef9e703c19" providerId="ADAL" clId="{6119D6FA-2335-4462-BA57-03F691092A6C}" dt="2026-01-16T16:25:12.484" v="13470" actId="14826"/>
          <ac:spMkLst>
            <pc:docMk/>
            <pc:sldMk cId="487039016" sldId="2147480680"/>
            <ac:spMk id="7" creationId="{DB541D96-7A81-614B-8A4F-02C3CD0B0597}"/>
          </ac:spMkLst>
        </pc:spChg>
        <pc:spChg chg="mod topLvl">
          <ac:chgData name="Almeida, Luis Alexandre" userId="5df86c4b-e2b3-489b-9c00-1eef9e703c19" providerId="ADAL" clId="{6119D6FA-2335-4462-BA57-03F691092A6C}" dt="2026-01-16T16:15:06.407" v="13468" actId="165"/>
          <ac:spMkLst>
            <pc:docMk/>
            <pc:sldMk cId="487039016" sldId="2147480680"/>
            <ac:spMk id="15" creationId="{C1DA6B7E-16C3-E9FE-DA56-C83976494219}"/>
          </ac:spMkLst>
        </pc:spChg>
        <pc:spChg chg="mod">
          <ac:chgData name="Almeida, Luis Alexandre" userId="5df86c4b-e2b3-489b-9c00-1eef9e703c19" providerId="ADAL" clId="{6119D6FA-2335-4462-BA57-03F691092A6C}" dt="2026-01-16T16:16:31.035" v="13469" actId="14826"/>
          <ac:spMkLst>
            <pc:docMk/>
            <pc:sldMk cId="487039016" sldId="2147480680"/>
            <ac:spMk id="29" creationId="{A6E5F7EC-3C22-0689-F248-3904D149DF65}"/>
          </ac:spMkLst>
        </pc:spChg>
        <pc:spChg chg="mod">
          <ac:chgData name="Almeida, Luis Alexandre" userId="5df86c4b-e2b3-489b-9c00-1eef9e703c19" providerId="ADAL" clId="{6119D6FA-2335-4462-BA57-03F691092A6C}" dt="2026-01-16T11:18:47.413" v="9951" actId="20577"/>
          <ac:spMkLst>
            <pc:docMk/>
            <pc:sldMk cId="487039016" sldId="2147480680"/>
            <ac:spMk id="30" creationId="{171C0C25-E50B-F21E-1E04-E382F60665AB}"/>
          </ac:spMkLst>
        </pc:spChg>
        <pc:spChg chg="mod">
          <ac:chgData name="Almeida, Luis Alexandre" userId="5df86c4b-e2b3-489b-9c00-1eef9e703c19" providerId="ADAL" clId="{6119D6FA-2335-4462-BA57-03F691092A6C}" dt="2026-01-16T11:26:13.892" v="10064" actId="6549"/>
          <ac:spMkLst>
            <pc:docMk/>
            <pc:sldMk cId="487039016" sldId="2147480680"/>
            <ac:spMk id="31" creationId="{5BBA37E3-491C-82F6-A138-FA7D522FAD97}"/>
          </ac:spMkLst>
        </pc:spChg>
        <pc:spChg chg="mod">
          <ac:chgData name="Almeida, Luis Alexandre" userId="5df86c4b-e2b3-489b-9c00-1eef9e703c19" providerId="ADAL" clId="{6119D6FA-2335-4462-BA57-03F691092A6C}" dt="2026-01-16T15:45:20.477" v="12080" actId="113"/>
          <ac:spMkLst>
            <pc:docMk/>
            <pc:sldMk cId="487039016" sldId="2147480680"/>
            <ac:spMk id="33" creationId="{98278C4A-25DB-8ACB-1D6B-3A6D5D7CC51B}"/>
          </ac:spMkLst>
        </pc:spChg>
        <pc:spChg chg="mod">
          <ac:chgData name="Almeida, Luis Alexandre" userId="5df86c4b-e2b3-489b-9c00-1eef9e703c19" providerId="ADAL" clId="{6119D6FA-2335-4462-BA57-03F691092A6C}" dt="2026-01-16T16:25:12.484" v="13470" actId="14826"/>
          <ac:spMkLst>
            <pc:docMk/>
            <pc:sldMk cId="487039016" sldId="2147480680"/>
            <ac:spMk id="41" creationId="{EB2B2ED5-6976-7E52-E4B0-6717F047BF43}"/>
          </ac:spMkLst>
        </pc:spChg>
        <pc:grpChg chg="mod topLvl">
          <ac:chgData name="Almeida, Luis Alexandre" userId="5df86c4b-e2b3-489b-9c00-1eef9e703c19" providerId="ADAL" clId="{6119D6FA-2335-4462-BA57-03F691092A6C}" dt="2026-01-16T16:16:31.035" v="13469" actId="14826"/>
          <ac:grpSpMkLst>
            <pc:docMk/>
            <pc:sldMk cId="487039016" sldId="2147480680"/>
            <ac:grpSpMk id="37" creationId="{F5048163-55E2-B639-7221-A725E55BA818}"/>
          </ac:grpSpMkLst>
        </pc:grpChg>
        <pc:grpChg chg="mod">
          <ac:chgData name="Almeida, Luis Alexandre" userId="5df86c4b-e2b3-489b-9c00-1eef9e703c19" providerId="ADAL" clId="{6119D6FA-2335-4462-BA57-03F691092A6C}" dt="2026-01-16T16:25:12.484" v="13470" actId="14826"/>
          <ac:grpSpMkLst>
            <pc:docMk/>
            <pc:sldMk cId="487039016" sldId="2147480680"/>
            <ac:grpSpMk id="44" creationId="{BCAFEE2B-20A7-8626-DF24-ED45801F44DA}"/>
          </ac:grpSpMkLst>
        </pc:grpChg>
        <pc:grpChg chg="mod">
          <ac:chgData name="Almeida, Luis Alexandre" userId="5df86c4b-e2b3-489b-9c00-1eef9e703c19" providerId="ADAL" clId="{6119D6FA-2335-4462-BA57-03F691092A6C}" dt="2026-01-16T16:25:12.484" v="13470" actId="14826"/>
          <ac:grpSpMkLst>
            <pc:docMk/>
            <pc:sldMk cId="487039016" sldId="2147480680"/>
            <ac:grpSpMk id="45" creationId="{49D6240A-59E7-9C46-27DA-C964295BFE8C}"/>
          </ac:grpSpMkLst>
        </pc:grpChg>
        <pc:picChg chg="add mod">
          <ac:chgData name="Almeida, Luis Alexandre" userId="5df86c4b-e2b3-489b-9c00-1eef9e703c19" providerId="ADAL" clId="{6119D6FA-2335-4462-BA57-03F691092A6C}" dt="2026-01-16T16:26:31.011" v="13478"/>
          <ac:picMkLst>
            <pc:docMk/>
            <pc:sldMk cId="487039016" sldId="2147480680"/>
            <ac:picMk id="9" creationId="{3BFF9289-6807-5402-E5F9-57B012A69702}"/>
          </ac:picMkLst>
        </pc:picChg>
        <pc:picChg chg="mod">
          <ac:chgData name="Almeida, Luis Alexandre" userId="5df86c4b-e2b3-489b-9c00-1eef9e703c19" providerId="ADAL" clId="{6119D6FA-2335-4462-BA57-03F691092A6C}" dt="2026-01-16T16:25:12.484" v="13470" actId="14826"/>
          <ac:picMkLst>
            <pc:docMk/>
            <pc:sldMk cId="487039016" sldId="2147480680"/>
            <ac:picMk id="25" creationId="{99699585-7F6D-1D0B-325B-1C43B1B74A11}"/>
          </ac:picMkLst>
        </pc:picChg>
        <pc:picChg chg="mod">
          <ac:chgData name="Almeida, Luis Alexandre" userId="5df86c4b-e2b3-489b-9c00-1eef9e703c19" providerId="ADAL" clId="{6119D6FA-2335-4462-BA57-03F691092A6C}" dt="2026-01-16T16:16:31.035" v="13469" actId="14826"/>
          <ac:picMkLst>
            <pc:docMk/>
            <pc:sldMk cId="487039016" sldId="2147480680"/>
            <ac:picMk id="27" creationId="{4732131A-C0E3-8604-062E-90362A5FC692}"/>
          </ac:picMkLst>
        </pc:picChg>
      </pc:sldChg>
      <pc:sldChg chg="addSp delSp modSp add mod">
        <pc:chgData name="Almeida, Luis Alexandre" userId="5df86c4b-e2b3-489b-9c00-1eef9e703c19" providerId="ADAL" clId="{6119D6FA-2335-4462-BA57-03F691092A6C}" dt="2026-01-16T17:07:22.526" v="14033" actId="947"/>
        <pc:sldMkLst>
          <pc:docMk/>
          <pc:sldMk cId="1342101656" sldId="2147480681"/>
        </pc:sldMkLst>
        <pc:spChg chg="mod topLvl">
          <ac:chgData name="Almeida, Luis Alexandre" userId="5df86c4b-e2b3-489b-9c00-1eef9e703c19" providerId="ADAL" clId="{6119D6FA-2335-4462-BA57-03F691092A6C}" dt="2026-01-16T16:25:49.630" v="13475" actId="108"/>
          <ac:spMkLst>
            <pc:docMk/>
            <pc:sldMk cId="1342101656" sldId="2147480681"/>
            <ac:spMk id="3" creationId="{57692005-1445-6578-C543-359921FC5AC2}"/>
          </ac:spMkLst>
        </pc:spChg>
        <pc:spChg chg="mod">
          <ac:chgData name="Almeida, Luis Alexandre" userId="5df86c4b-e2b3-489b-9c00-1eef9e703c19" providerId="ADAL" clId="{6119D6FA-2335-4462-BA57-03F691092A6C}" dt="2026-01-16T16:25:45.593" v="13474" actId="165"/>
          <ac:spMkLst>
            <pc:docMk/>
            <pc:sldMk cId="1342101656" sldId="2147480681"/>
            <ac:spMk id="5" creationId="{847920DE-C7DC-2C88-4E10-EDB1B9294998}"/>
          </ac:spMkLst>
        </pc:spChg>
        <pc:spChg chg="add mod">
          <ac:chgData name="Almeida, Luis Alexandre" userId="5df86c4b-e2b3-489b-9c00-1eef9e703c19" providerId="ADAL" clId="{6119D6FA-2335-4462-BA57-03F691092A6C}" dt="2026-01-16T16:26:03.181" v="13477" actId="207"/>
          <ac:spMkLst>
            <pc:docMk/>
            <pc:sldMk cId="1342101656" sldId="2147480681"/>
            <ac:spMk id="8" creationId="{2E96EFBF-958F-C54D-7042-3F507D0BD2C3}"/>
          </ac:spMkLst>
        </pc:spChg>
        <pc:spChg chg="mod">
          <ac:chgData name="Almeida, Luis Alexandre" userId="5df86c4b-e2b3-489b-9c00-1eef9e703c19" providerId="ADAL" clId="{6119D6FA-2335-4462-BA57-03F691092A6C}" dt="2026-01-16T16:25:25.347" v="13472"/>
          <ac:spMkLst>
            <pc:docMk/>
            <pc:sldMk cId="1342101656" sldId="2147480681"/>
            <ac:spMk id="10" creationId="{75864C09-BE35-D567-0042-29B753D987D6}"/>
          </ac:spMkLst>
        </pc:spChg>
        <pc:spChg chg="add mod">
          <ac:chgData name="Almeida, Luis Alexandre" userId="5df86c4b-e2b3-489b-9c00-1eef9e703c19" providerId="ADAL" clId="{6119D6FA-2335-4462-BA57-03F691092A6C}" dt="2026-01-16T16:57:16.303" v="13832" actId="114"/>
          <ac:spMkLst>
            <pc:docMk/>
            <pc:sldMk cId="1342101656" sldId="2147480681"/>
            <ac:spMk id="13" creationId="{9809B376-4E39-3566-CA6E-BC01D9FF0BDF}"/>
          </ac:spMkLst>
        </pc:spChg>
        <pc:spChg chg="add mod">
          <ac:chgData name="Almeida, Luis Alexandre" userId="5df86c4b-e2b3-489b-9c00-1eef9e703c19" providerId="ADAL" clId="{6119D6FA-2335-4462-BA57-03F691092A6C}" dt="2026-01-16T16:57:13.143" v="13831" actId="114"/>
          <ac:spMkLst>
            <pc:docMk/>
            <pc:sldMk cId="1342101656" sldId="2147480681"/>
            <ac:spMk id="14" creationId="{47E2B8FC-8C29-B371-6D81-10A890E7712E}"/>
          </ac:spMkLst>
        </pc:spChg>
        <pc:spChg chg="add mod">
          <ac:chgData name="Almeida, Luis Alexandre" userId="5df86c4b-e2b3-489b-9c00-1eef9e703c19" providerId="ADAL" clId="{6119D6FA-2335-4462-BA57-03F691092A6C}" dt="2026-01-16T16:57:10.935" v="13830" actId="114"/>
          <ac:spMkLst>
            <pc:docMk/>
            <pc:sldMk cId="1342101656" sldId="2147480681"/>
            <ac:spMk id="16" creationId="{531CBC10-31DB-A523-906F-11AD2AE71DAB}"/>
          </ac:spMkLst>
        </pc:spChg>
        <pc:spChg chg="add mod">
          <ac:chgData name="Almeida, Luis Alexandre" userId="5df86c4b-e2b3-489b-9c00-1eef9e703c19" providerId="ADAL" clId="{6119D6FA-2335-4462-BA57-03F691092A6C}" dt="2026-01-16T16:57:07.863" v="13829" actId="114"/>
          <ac:spMkLst>
            <pc:docMk/>
            <pc:sldMk cId="1342101656" sldId="2147480681"/>
            <ac:spMk id="17" creationId="{22D50BE0-9325-B6F5-1F4B-8BA7025CD28A}"/>
          </ac:spMkLst>
        </pc:spChg>
        <pc:spChg chg="add mod">
          <ac:chgData name="Almeida, Luis Alexandre" userId="5df86c4b-e2b3-489b-9c00-1eef9e703c19" providerId="ADAL" clId="{6119D6FA-2335-4462-BA57-03F691092A6C}" dt="2026-01-16T17:07:22.526" v="14033" actId="947"/>
          <ac:spMkLst>
            <pc:docMk/>
            <pc:sldMk cId="1342101656" sldId="2147480681"/>
            <ac:spMk id="18" creationId="{D34A1D89-A854-9822-DFF4-57601C029B49}"/>
          </ac:spMkLst>
        </pc:spChg>
        <pc:spChg chg="add mod">
          <ac:chgData name="Almeida, Luis Alexandre" userId="5df86c4b-e2b3-489b-9c00-1eef9e703c19" providerId="ADAL" clId="{6119D6FA-2335-4462-BA57-03F691092A6C}" dt="2026-01-16T17:07:09.197" v="14031" actId="1035"/>
          <ac:spMkLst>
            <pc:docMk/>
            <pc:sldMk cId="1342101656" sldId="2147480681"/>
            <ac:spMk id="19" creationId="{95FB6DA4-018D-3B9B-7563-768D49247CCD}"/>
          </ac:spMkLst>
        </pc:spChg>
        <pc:spChg chg="mod">
          <ac:chgData name="Almeida, Luis Alexandre" userId="5df86c4b-e2b3-489b-9c00-1eef9e703c19" providerId="ADAL" clId="{6119D6FA-2335-4462-BA57-03F691092A6C}" dt="2026-01-16T16:09:46.482" v="13467" actId="20577"/>
          <ac:spMkLst>
            <pc:docMk/>
            <pc:sldMk cId="1342101656" sldId="2147480681"/>
            <ac:spMk id="33" creationId="{B8916FDB-8D86-5C2C-7F84-DAB04C9BD84B}"/>
          </ac:spMkLst>
        </pc:spChg>
        <pc:grpChg chg="mod topLvl">
          <ac:chgData name="Almeida, Luis Alexandre" userId="5df86c4b-e2b3-489b-9c00-1eef9e703c19" providerId="ADAL" clId="{6119D6FA-2335-4462-BA57-03F691092A6C}" dt="2026-01-16T16:25:45.593" v="13474" actId="165"/>
          <ac:grpSpMkLst>
            <pc:docMk/>
            <pc:sldMk cId="1342101656" sldId="2147480681"/>
            <ac:grpSpMk id="4" creationId="{1F878009-0F9E-564D-7B22-BAF370927457}"/>
          </ac:grpSpMkLst>
        </pc:grpChg>
        <pc:grpChg chg="add mod">
          <ac:chgData name="Almeida, Luis Alexandre" userId="5df86c4b-e2b3-489b-9c00-1eef9e703c19" providerId="ADAL" clId="{6119D6FA-2335-4462-BA57-03F691092A6C}" dt="2026-01-16T16:25:25.347" v="13472"/>
          <ac:grpSpMkLst>
            <pc:docMk/>
            <pc:sldMk cId="1342101656" sldId="2147480681"/>
            <ac:grpSpMk id="9" creationId="{52B0791A-C2D5-55C3-ACB3-599A3A5322AC}"/>
          </ac:grpSpMkLst>
        </pc:grpChg>
        <pc:picChg chg="mod">
          <ac:chgData name="Almeida, Luis Alexandre" userId="5df86c4b-e2b3-489b-9c00-1eef9e703c19" providerId="ADAL" clId="{6119D6FA-2335-4462-BA57-03F691092A6C}" dt="2026-01-16T16:25:45.593" v="13474" actId="165"/>
          <ac:picMkLst>
            <pc:docMk/>
            <pc:sldMk cId="1342101656" sldId="2147480681"/>
            <ac:picMk id="6" creationId="{9F37AB85-96E7-0C83-41F7-DE2C287DFC04}"/>
          </ac:picMkLst>
        </pc:picChg>
        <pc:picChg chg="mod">
          <ac:chgData name="Almeida, Luis Alexandre" userId="5df86c4b-e2b3-489b-9c00-1eef9e703c19" providerId="ADAL" clId="{6119D6FA-2335-4462-BA57-03F691092A6C}" dt="2026-01-16T16:25:25.347" v="13472"/>
          <ac:picMkLst>
            <pc:docMk/>
            <pc:sldMk cId="1342101656" sldId="2147480681"/>
            <ac:picMk id="11" creationId="{507A5B43-F8D5-74B0-5865-155BADD8E040}"/>
          </ac:picMkLst>
        </pc:picChg>
        <pc:picChg chg="add mod">
          <ac:chgData name="Almeida, Luis Alexandre" userId="5df86c4b-e2b3-489b-9c00-1eef9e703c19" providerId="ADAL" clId="{6119D6FA-2335-4462-BA57-03F691092A6C}" dt="2026-01-16T16:26:31.963" v="13479"/>
          <ac:picMkLst>
            <pc:docMk/>
            <pc:sldMk cId="1342101656" sldId="2147480681"/>
            <ac:picMk id="12" creationId="{883244E7-A3C9-E8DF-A3BB-D4365A2FCFF5}"/>
          </ac:picMkLst>
        </pc:picChg>
      </pc:sldChg>
      <pc:sldChg chg="modSp add mod">
        <pc:chgData name="Almeida, Luis Alexandre" userId="5df86c4b-e2b3-489b-9c00-1eef9e703c19" providerId="ADAL" clId="{6119D6FA-2335-4462-BA57-03F691092A6C}" dt="2026-01-19T14:05:29.486" v="16772" actId="20577"/>
        <pc:sldMkLst>
          <pc:docMk/>
          <pc:sldMk cId="26573189" sldId="2147480682"/>
        </pc:sldMkLst>
        <pc:spChg chg="mod">
          <ac:chgData name="Almeida, Luis Alexandre" userId="5df86c4b-e2b3-489b-9c00-1eef9e703c19" providerId="ADAL" clId="{6119D6FA-2335-4462-BA57-03F691092A6C}" dt="2026-01-19T14:04:40.076" v="16761" actId="20577"/>
          <ac:spMkLst>
            <pc:docMk/>
            <pc:sldMk cId="26573189" sldId="2147480682"/>
            <ac:spMk id="3" creationId="{93703FDE-7C77-7D52-BEF6-38B14522BC0B}"/>
          </ac:spMkLst>
        </pc:spChg>
        <pc:spChg chg="mod">
          <ac:chgData name="Almeida, Luis Alexandre" userId="5df86c4b-e2b3-489b-9c00-1eef9e703c19" providerId="ADAL" clId="{6119D6FA-2335-4462-BA57-03F691092A6C}" dt="2026-01-19T14:04:45.132" v="16763" actId="20577"/>
          <ac:spMkLst>
            <pc:docMk/>
            <pc:sldMk cId="26573189" sldId="2147480682"/>
            <ac:spMk id="5" creationId="{F05978A3-48F7-F5A1-3AD0-E222EFD4D7ED}"/>
          </ac:spMkLst>
        </pc:spChg>
        <pc:spChg chg="mod">
          <ac:chgData name="Almeida, Luis Alexandre" userId="5df86c4b-e2b3-489b-9c00-1eef9e703c19" providerId="ADAL" clId="{6119D6FA-2335-4462-BA57-03F691092A6C}" dt="2026-01-19T14:04:53.358" v="16765" actId="20577"/>
          <ac:spMkLst>
            <pc:docMk/>
            <pc:sldMk cId="26573189" sldId="2147480682"/>
            <ac:spMk id="14" creationId="{37BFC318-D758-EAA2-70DB-DE01754A063D}"/>
          </ac:spMkLst>
        </pc:spChg>
        <pc:spChg chg="mod">
          <ac:chgData name="Almeida, Luis Alexandre" userId="5df86c4b-e2b3-489b-9c00-1eef9e703c19" providerId="ADAL" clId="{6119D6FA-2335-4462-BA57-03F691092A6C}" dt="2026-01-19T14:05:29.486" v="16772" actId="20577"/>
          <ac:spMkLst>
            <pc:docMk/>
            <pc:sldMk cId="26573189" sldId="2147480682"/>
            <ac:spMk id="15" creationId="{D89D607F-BEC6-117F-15D8-D45CDB4B943C}"/>
          </ac:spMkLst>
        </pc:spChg>
        <pc:graphicFrameChg chg="mod modGraphic">
          <ac:chgData name="Almeida, Luis Alexandre" userId="5df86c4b-e2b3-489b-9c00-1eef9e703c19" providerId="ADAL" clId="{6119D6FA-2335-4462-BA57-03F691092A6C}" dt="2026-01-19T14:05:09.618" v="16766" actId="20577"/>
          <ac:graphicFrameMkLst>
            <pc:docMk/>
            <pc:sldMk cId="26573189" sldId="2147480682"/>
            <ac:graphicFrameMk id="12" creationId="{BED84005-C011-0672-6385-7AAD40F44572}"/>
          </ac:graphicFrameMkLst>
        </pc:graphicFrameChg>
      </pc:sldChg>
      <pc:sldChg chg="modSp mod">
        <pc:chgData name="Almeida, Luis Alexandre" userId="5df86c4b-e2b3-489b-9c00-1eef9e703c19" providerId="ADAL" clId="{6119D6FA-2335-4462-BA57-03F691092A6C}" dt="2026-01-20T00:11:23.145" v="18200" actId="114"/>
        <pc:sldMkLst>
          <pc:docMk/>
          <pc:sldMk cId="1376005887" sldId="2147480683"/>
        </pc:sldMkLst>
        <pc:spChg chg="mod">
          <ac:chgData name="Almeida, Luis Alexandre" userId="5df86c4b-e2b3-489b-9c00-1eef9e703c19" providerId="ADAL" clId="{6119D6FA-2335-4462-BA57-03F691092A6C}" dt="2026-01-20T00:11:23.145" v="18200" actId="114"/>
          <ac:spMkLst>
            <pc:docMk/>
            <pc:sldMk cId="1376005887" sldId="2147480683"/>
            <ac:spMk id="2" creationId="{DD0D6907-7BEA-8DE0-EE5A-28CE46F7CBDE}"/>
          </ac:spMkLst>
        </pc:spChg>
        <pc:graphicFrameChg chg="mod modGraphic">
          <ac:chgData name="Almeida, Luis Alexandre" userId="5df86c4b-e2b3-489b-9c00-1eef9e703c19" providerId="ADAL" clId="{6119D6FA-2335-4462-BA57-03F691092A6C}" dt="2026-01-20T00:11:05.388" v="18197" actId="1036"/>
          <ac:graphicFrameMkLst>
            <pc:docMk/>
            <pc:sldMk cId="1376005887" sldId="2147480683"/>
            <ac:graphicFrameMk id="6" creationId="{24809E75-148C-5258-7FE3-538ECCFD8211}"/>
          </ac:graphicFrameMkLst>
        </pc:graphicFrameChg>
      </pc:sldChg>
      <pc:sldChg chg="modSp mod">
        <pc:chgData name="Almeida, Luis Alexandre" userId="5df86c4b-e2b3-489b-9c00-1eef9e703c19" providerId="ADAL" clId="{6119D6FA-2335-4462-BA57-03F691092A6C}" dt="2026-01-20T00:13:56.586" v="18202" actId="403"/>
        <pc:sldMkLst>
          <pc:docMk/>
          <pc:sldMk cId="739621606" sldId="2147480685"/>
        </pc:sldMkLst>
        <pc:spChg chg="mod">
          <ac:chgData name="Almeida, Luis Alexandre" userId="5df86c4b-e2b3-489b-9c00-1eef9e703c19" providerId="ADAL" clId="{6119D6FA-2335-4462-BA57-03F691092A6C}" dt="2026-01-20T00:13:56.586" v="18202" actId="403"/>
          <ac:spMkLst>
            <pc:docMk/>
            <pc:sldMk cId="739621606" sldId="2147480685"/>
            <ac:spMk id="2" creationId="{8AB4F49E-7E68-4EB6-2491-32D9043FFFDE}"/>
          </ac:spMkLst>
        </pc:spChg>
      </pc:sldChg>
      <pc:sldChg chg="modSp mod">
        <pc:chgData name="Almeida, Luis Alexandre" userId="5df86c4b-e2b3-489b-9c00-1eef9e703c19" providerId="ADAL" clId="{6119D6FA-2335-4462-BA57-03F691092A6C}" dt="2026-01-19T19:08:01.918" v="16783" actId="20577"/>
        <pc:sldMkLst>
          <pc:docMk/>
          <pc:sldMk cId="179103848" sldId="2147480687"/>
        </pc:sldMkLst>
        <pc:spChg chg="mod">
          <ac:chgData name="Almeida, Luis Alexandre" userId="5df86c4b-e2b3-489b-9c00-1eef9e703c19" providerId="ADAL" clId="{6119D6FA-2335-4462-BA57-03F691092A6C}" dt="2026-01-19T19:08:01.918" v="16783" actId="20577"/>
          <ac:spMkLst>
            <pc:docMk/>
            <pc:sldMk cId="179103848" sldId="2147480687"/>
            <ac:spMk id="43" creationId="{EFFE9732-30DA-0D05-CA0C-9F1BEFC5EFAD}"/>
          </ac:spMkLst>
        </pc:spChg>
      </pc:sldChg>
      <pc:sldChg chg="modSp mod">
        <pc:chgData name="Almeida, Luis Alexandre" userId="5df86c4b-e2b3-489b-9c00-1eef9e703c19" providerId="ADAL" clId="{6119D6FA-2335-4462-BA57-03F691092A6C}" dt="2026-01-19T14:05:21.526" v="16770" actId="20577"/>
        <pc:sldMkLst>
          <pc:docMk/>
          <pc:sldMk cId="2058423029" sldId="2147480688"/>
        </pc:sldMkLst>
        <pc:spChg chg="mod">
          <ac:chgData name="Almeida, Luis Alexandre" userId="5df86c4b-e2b3-489b-9c00-1eef9e703c19" providerId="ADAL" clId="{6119D6FA-2335-4462-BA57-03F691092A6C}" dt="2026-01-19T14:05:21.526" v="16770" actId="20577"/>
          <ac:spMkLst>
            <pc:docMk/>
            <pc:sldMk cId="2058423029" sldId="2147480688"/>
            <ac:spMk id="56" creationId="{86C4C825-57D7-82A1-DA04-E22DB7949402}"/>
          </ac:spMkLst>
        </pc:spChg>
      </pc:sldChg>
      <pc:sldChg chg="modSp mod modCm">
        <pc:chgData name="Almeida, Luis Alexandre" userId="5df86c4b-e2b3-489b-9c00-1eef9e703c19" providerId="ADAL" clId="{6119D6FA-2335-4462-BA57-03F691092A6C}" dt="2026-01-20T17:20:24.848" v="22274" actId="114"/>
        <pc:sldMkLst>
          <pc:docMk/>
          <pc:sldMk cId="1711388009" sldId="2147480691"/>
        </pc:sldMkLst>
        <pc:spChg chg="mod">
          <ac:chgData name="Almeida, Luis Alexandre" userId="5df86c4b-e2b3-489b-9c00-1eef9e703c19" providerId="ADAL" clId="{6119D6FA-2335-4462-BA57-03F691092A6C}" dt="2026-01-20T17:13:36.202" v="22253" actId="20577"/>
          <ac:spMkLst>
            <pc:docMk/>
            <pc:sldMk cId="1711388009" sldId="2147480691"/>
            <ac:spMk id="29" creationId="{010C41E0-A9E2-693F-8556-C78B92A4EAA0}"/>
          </ac:spMkLst>
        </pc:spChg>
        <pc:graphicFrameChg chg="modGraphic">
          <ac:chgData name="Almeida, Luis Alexandre" userId="5df86c4b-e2b3-489b-9c00-1eef9e703c19" providerId="ADAL" clId="{6119D6FA-2335-4462-BA57-03F691092A6C}" dt="2026-01-20T17:20:17.666" v="22272" actId="114"/>
          <ac:graphicFrameMkLst>
            <pc:docMk/>
            <pc:sldMk cId="1711388009" sldId="2147480691"/>
            <ac:graphicFrameMk id="4" creationId="{EB4ECD44-64B4-023D-ACB2-05B19B3AD74B}"/>
          </ac:graphicFrameMkLst>
        </pc:graphicFrameChg>
        <pc:graphicFrameChg chg="mod modGraphic">
          <ac:chgData name="Almeida, Luis Alexandre" userId="5df86c4b-e2b3-489b-9c00-1eef9e703c19" providerId="ADAL" clId="{6119D6FA-2335-4462-BA57-03F691092A6C}" dt="2026-01-20T17:20:21.316" v="22273" actId="114"/>
          <ac:graphicFrameMkLst>
            <pc:docMk/>
            <pc:sldMk cId="1711388009" sldId="2147480691"/>
            <ac:graphicFrameMk id="5" creationId="{AE15B6AA-3910-878B-20C2-53EB12786E61}"/>
          </ac:graphicFrameMkLst>
        </pc:graphicFrameChg>
        <pc:graphicFrameChg chg="mod modGraphic">
          <ac:chgData name="Almeida, Luis Alexandre" userId="5df86c4b-e2b3-489b-9c00-1eef9e703c19" providerId="ADAL" clId="{6119D6FA-2335-4462-BA57-03F691092A6C}" dt="2026-01-20T17:20:24.848" v="22274" actId="114"/>
          <ac:graphicFrameMkLst>
            <pc:docMk/>
            <pc:sldMk cId="1711388009" sldId="2147480691"/>
            <ac:graphicFrameMk id="6" creationId="{DDD7EE5E-1987-ED7E-6583-AB90A8E57377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7:13:36.202" v="22253" actId="20577"/>
              <pc2:cmMkLst xmlns:pc2="http://schemas.microsoft.com/office/powerpoint/2019/9/main/command">
                <pc:docMk/>
                <pc:sldMk cId="1711388009" sldId="2147480691"/>
                <pc2:cmMk id="{7F6D30C4-C302-4398-87CD-CCC43AD3394C}"/>
              </pc2:cmMkLst>
            </pc226:cmChg>
          </p:ext>
        </pc:extLst>
      </pc:sldChg>
      <pc:sldChg chg="delSp modSp mod modCm">
        <pc:chgData name="Almeida, Luis Alexandre" userId="5df86c4b-e2b3-489b-9c00-1eef9e703c19" providerId="ADAL" clId="{6119D6FA-2335-4462-BA57-03F691092A6C}" dt="2026-01-20T16:57:02.706" v="21729" actId="20577"/>
        <pc:sldMkLst>
          <pc:docMk/>
          <pc:sldMk cId="274517492" sldId="2147480693"/>
        </pc:sldMkLst>
        <pc:spChg chg="mod">
          <ac:chgData name="Almeida, Luis Alexandre" userId="5df86c4b-e2b3-489b-9c00-1eef9e703c19" providerId="ADAL" clId="{6119D6FA-2335-4462-BA57-03F691092A6C}" dt="2026-01-20T12:49:55.675" v="20789" actId="114"/>
          <ac:spMkLst>
            <pc:docMk/>
            <pc:sldMk cId="274517492" sldId="2147480693"/>
            <ac:spMk id="3" creationId="{10033C11-57C4-6D5D-D043-CC7DDA6F4498}"/>
          </ac:spMkLst>
        </pc:spChg>
        <pc:spChg chg="mod">
          <ac:chgData name="Almeida, Luis Alexandre" userId="5df86c4b-e2b3-489b-9c00-1eef9e703c19" providerId="ADAL" clId="{6119D6FA-2335-4462-BA57-03F691092A6C}" dt="2026-01-20T13:08:20.410" v="20927" actId="12789"/>
          <ac:spMkLst>
            <pc:docMk/>
            <pc:sldMk cId="274517492" sldId="2147480693"/>
            <ac:spMk id="4" creationId="{F2F76C41-C91B-AABC-32B2-416FC0FF6A7D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5" creationId="{6864DA2F-3365-BE96-953C-66F6C90FB64B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6" creationId="{6F5ECB6B-6338-BF1D-A82A-8705AD4ACBC3}"/>
          </ac:spMkLst>
        </pc:spChg>
        <pc:spChg chg="mod">
          <ac:chgData name="Almeida, Luis Alexandre" userId="5df86c4b-e2b3-489b-9c00-1eef9e703c19" providerId="ADAL" clId="{6119D6FA-2335-4462-BA57-03F691092A6C}" dt="2026-01-20T12:57:10.418" v="20817" actId="12789"/>
          <ac:spMkLst>
            <pc:docMk/>
            <pc:sldMk cId="274517492" sldId="2147480693"/>
            <ac:spMk id="11" creationId="{ED549A6D-8588-AE98-92A4-B9C3DF2B9B3B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19" creationId="{DD7D62E8-758F-C992-B43E-63635A21483A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21" creationId="{A1AA004D-A2D9-6509-200B-3ECFE2F03B6A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23" creationId="{81451381-E7D5-0EA0-9318-02B04C05AE4B}"/>
          </ac:spMkLst>
        </pc:spChg>
        <pc:spChg chg="del mod">
          <ac:chgData name="Almeida, Luis Alexandre" userId="5df86c4b-e2b3-489b-9c00-1eef9e703c19" providerId="ADAL" clId="{6119D6FA-2335-4462-BA57-03F691092A6C}" dt="2026-01-20T13:22:26.900" v="21108" actId="478"/>
          <ac:spMkLst>
            <pc:docMk/>
            <pc:sldMk cId="274517492" sldId="2147480693"/>
            <ac:spMk id="26" creationId="{93A13D9A-F5A4-D27E-D16B-36E09C53B7AD}"/>
          </ac:spMkLst>
        </pc:spChg>
        <pc:spChg chg="mod">
          <ac:chgData name="Almeida, Luis Alexandre" userId="5df86c4b-e2b3-489b-9c00-1eef9e703c19" providerId="ADAL" clId="{6119D6FA-2335-4462-BA57-03F691092A6C}" dt="2026-01-20T00:40:13.411" v="18731" actId="114"/>
          <ac:spMkLst>
            <pc:docMk/>
            <pc:sldMk cId="274517492" sldId="2147480693"/>
            <ac:spMk id="43" creationId="{27C19C9D-1AB2-9D61-FF4C-1C80F324E6F5}"/>
          </ac:spMkLst>
        </pc:spChg>
        <pc:spChg chg="mod">
          <ac:chgData name="Almeida, Luis Alexandre" userId="5df86c4b-e2b3-489b-9c00-1eef9e703c19" providerId="ADAL" clId="{6119D6FA-2335-4462-BA57-03F691092A6C}" dt="2026-01-20T13:09:16.762" v="20945" actId="20577"/>
          <ac:spMkLst>
            <pc:docMk/>
            <pc:sldMk cId="274517492" sldId="2147480693"/>
            <ac:spMk id="45" creationId="{48D9B72B-25D2-06D0-6019-65FC5F217327}"/>
          </ac:spMkLst>
        </pc:spChg>
        <pc:spChg chg="mod">
          <ac:chgData name="Almeida, Luis Alexandre" userId="5df86c4b-e2b3-489b-9c00-1eef9e703c19" providerId="ADAL" clId="{6119D6FA-2335-4462-BA57-03F691092A6C}" dt="2026-01-20T16:57:02.706" v="21729" actId="20577"/>
          <ac:spMkLst>
            <pc:docMk/>
            <pc:sldMk cId="274517492" sldId="2147480693"/>
            <ac:spMk id="53" creationId="{7C0003E4-5A39-4168-5295-70B109BE459F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128" creationId="{C2926E12-F8C2-50AD-85D6-A5202BAEBA92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129" creationId="{5867F3B7-A0DC-ED0B-8643-A41D6F208C4A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130" creationId="{004210C5-04FB-519C-68D9-95CF09787FF6}"/>
          </ac:spMkLst>
        </pc:spChg>
        <pc:spChg chg="mod">
          <ac:chgData name="Almeida, Luis Alexandre" userId="5df86c4b-e2b3-489b-9c00-1eef9e703c19" providerId="ADAL" clId="{6119D6FA-2335-4462-BA57-03F691092A6C}" dt="2026-01-20T12:57:10.418" v="20817" actId="12789"/>
          <ac:spMkLst>
            <pc:docMk/>
            <pc:sldMk cId="274517492" sldId="2147480693"/>
            <ac:spMk id="134" creationId="{A22A1640-3317-C70B-E978-15A5240FEE84}"/>
          </ac:spMkLst>
        </pc:spChg>
        <pc:spChg chg="mod">
          <ac:chgData name="Almeida, Luis Alexandre" userId="5df86c4b-e2b3-489b-9c00-1eef9e703c19" providerId="ADAL" clId="{6119D6FA-2335-4462-BA57-03F691092A6C}" dt="2026-01-20T12:57:10.418" v="20817" actId="12789"/>
          <ac:spMkLst>
            <pc:docMk/>
            <pc:sldMk cId="274517492" sldId="2147480693"/>
            <ac:spMk id="135" creationId="{96BF89EB-5C3E-D6FB-E97E-FFFF27084C7D}"/>
          </ac:spMkLst>
        </pc:spChg>
        <pc:spChg chg="mod">
          <ac:chgData name="Almeida, Luis Alexandre" userId="5df86c4b-e2b3-489b-9c00-1eef9e703c19" providerId="ADAL" clId="{6119D6FA-2335-4462-BA57-03F691092A6C}" dt="2026-01-20T12:57:10.418" v="20817" actId="12789"/>
          <ac:spMkLst>
            <pc:docMk/>
            <pc:sldMk cId="274517492" sldId="2147480693"/>
            <ac:spMk id="136" creationId="{E13319A8-895A-C235-1B8F-2B7ABA6DB26F}"/>
          </ac:spMkLst>
        </pc:spChg>
        <pc:spChg chg="mod">
          <ac:chgData name="Almeida, Luis Alexandre" userId="5df86c4b-e2b3-489b-9c00-1eef9e703c19" providerId="ADAL" clId="{6119D6FA-2335-4462-BA57-03F691092A6C}" dt="2026-01-20T12:57:10.418" v="20817" actId="12789"/>
          <ac:spMkLst>
            <pc:docMk/>
            <pc:sldMk cId="274517492" sldId="2147480693"/>
            <ac:spMk id="147" creationId="{D68CC37D-6A25-7BB0-2959-7F163CF83F56}"/>
          </ac:spMkLst>
        </pc:spChg>
        <pc:spChg chg="mod">
          <ac:chgData name="Almeida, Luis Alexandre" userId="5df86c4b-e2b3-489b-9c00-1eef9e703c19" providerId="ADAL" clId="{6119D6FA-2335-4462-BA57-03F691092A6C}" dt="2026-01-20T12:57:10.418" v="20817" actId="12789"/>
          <ac:spMkLst>
            <pc:docMk/>
            <pc:sldMk cId="274517492" sldId="2147480693"/>
            <ac:spMk id="148" creationId="{66512152-D67C-9670-B3F9-4D0999010A0B}"/>
          </ac:spMkLst>
        </pc:spChg>
        <pc:spChg chg="mod">
          <ac:chgData name="Almeida, Luis Alexandre" userId="5df86c4b-e2b3-489b-9c00-1eef9e703c19" providerId="ADAL" clId="{6119D6FA-2335-4462-BA57-03F691092A6C}" dt="2026-01-20T12:57:10.418" v="20817" actId="12789"/>
          <ac:spMkLst>
            <pc:docMk/>
            <pc:sldMk cId="274517492" sldId="2147480693"/>
            <ac:spMk id="149" creationId="{4F76BAB3-F453-69F3-5021-322153735850}"/>
          </ac:spMkLst>
        </pc:spChg>
        <pc:spChg chg="mod">
          <ac:chgData name="Almeida, Luis Alexandre" userId="5df86c4b-e2b3-489b-9c00-1eef9e703c19" providerId="ADAL" clId="{6119D6FA-2335-4462-BA57-03F691092A6C}" dt="2026-01-20T13:10:18.617" v="20979" actId="20577"/>
          <ac:spMkLst>
            <pc:docMk/>
            <pc:sldMk cId="274517492" sldId="2147480693"/>
            <ac:spMk id="175" creationId="{1D480DDF-5F99-FBCE-78D1-0EC7BC5948B5}"/>
          </ac:spMkLst>
        </pc:spChg>
        <pc:spChg chg="mod">
          <ac:chgData name="Almeida, Luis Alexandre" userId="5df86c4b-e2b3-489b-9c00-1eef9e703c19" providerId="ADAL" clId="{6119D6FA-2335-4462-BA57-03F691092A6C}" dt="2026-01-20T13:11:49.341" v="21056" actId="20577"/>
          <ac:spMkLst>
            <pc:docMk/>
            <pc:sldMk cId="274517492" sldId="2147480693"/>
            <ac:spMk id="176" creationId="{E84C4356-04DF-585C-F9B9-3379265945FC}"/>
          </ac:spMkLst>
        </pc:spChg>
        <pc:spChg chg="mod">
          <ac:chgData name="Almeida, Luis Alexandre" userId="5df86c4b-e2b3-489b-9c00-1eef9e703c19" providerId="ADAL" clId="{6119D6FA-2335-4462-BA57-03F691092A6C}" dt="2026-01-20T13:08:20.410" v="20927" actId="12789"/>
          <ac:spMkLst>
            <pc:docMk/>
            <pc:sldMk cId="274517492" sldId="2147480693"/>
            <ac:spMk id="185" creationId="{2CFDDAF9-4127-9F27-EDB3-712BE77DB83C}"/>
          </ac:spMkLst>
        </pc:spChg>
        <pc:spChg chg="mod">
          <ac:chgData name="Almeida, Luis Alexandre" userId="5df86c4b-e2b3-489b-9c00-1eef9e703c19" providerId="ADAL" clId="{6119D6FA-2335-4462-BA57-03F691092A6C}" dt="2026-01-20T13:08:20.410" v="20927" actId="12789"/>
          <ac:spMkLst>
            <pc:docMk/>
            <pc:sldMk cId="274517492" sldId="2147480693"/>
            <ac:spMk id="187" creationId="{4D07744F-DC8C-ACB3-EB76-4388F6ADE882}"/>
          </ac:spMkLst>
        </pc:spChg>
        <pc:spChg chg="mod">
          <ac:chgData name="Almeida, Luis Alexandre" userId="5df86c4b-e2b3-489b-9c00-1eef9e703c19" providerId="ADAL" clId="{6119D6FA-2335-4462-BA57-03F691092A6C}" dt="2026-01-20T12:56:55.952" v="20815" actId="12789"/>
          <ac:spMkLst>
            <pc:docMk/>
            <pc:sldMk cId="274517492" sldId="2147480693"/>
            <ac:spMk id="190" creationId="{9EBF72E2-CF95-B017-915A-BE9F46661DB3}"/>
          </ac:spMkLst>
        </pc:spChg>
        <pc:spChg chg="mod">
          <ac:chgData name="Almeida, Luis Alexandre" userId="5df86c4b-e2b3-489b-9c00-1eef9e703c19" providerId="ADAL" clId="{6119D6FA-2335-4462-BA57-03F691092A6C}" dt="2026-01-20T12:56:55.952" v="20815" actId="12789"/>
          <ac:spMkLst>
            <pc:docMk/>
            <pc:sldMk cId="274517492" sldId="2147480693"/>
            <ac:spMk id="191" creationId="{674D27F4-AB98-02C6-76BF-C6AF87273C9A}"/>
          </ac:spMkLst>
        </pc:spChg>
        <pc:spChg chg="mod">
          <ac:chgData name="Almeida, Luis Alexandre" userId="5df86c4b-e2b3-489b-9c00-1eef9e703c19" providerId="ADAL" clId="{6119D6FA-2335-4462-BA57-03F691092A6C}" dt="2026-01-20T13:08:48.454" v="20928" actId="120"/>
          <ac:spMkLst>
            <pc:docMk/>
            <pc:sldMk cId="274517492" sldId="2147480693"/>
            <ac:spMk id="192" creationId="{F06B7AA5-7A40-C5E8-DE45-68E369C004F8}"/>
          </ac:spMkLst>
        </pc:spChg>
        <pc:spChg chg="mod">
          <ac:chgData name="Almeida, Luis Alexandre" userId="5df86c4b-e2b3-489b-9c00-1eef9e703c19" providerId="ADAL" clId="{6119D6FA-2335-4462-BA57-03F691092A6C}" dt="2026-01-20T13:08:51.650" v="20929" actId="120"/>
          <ac:spMkLst>
            <pc:docMk/>
            <pc:sldMk cId="274517492" sldId="2147480693"/>
            <ac:spMk id="193" creationId="{81CCCA09-89A1-5712-93A6-09413F245159}"/>
          </ac:spMkLst>
        </pc:spChg>
        <pc:spChg chg="mod">
          <ac:chgData name="Almeida, Luis Alexandre" userId="5df86c4b-e2b3-489b-9c00-1eef9e703c19" providerId="ADAL" clId="{6119D6FA-2335-4462-BA57-03F691092A6C}" dt="2026-01-20T13:08:20.410" v="20927" actId="12789"/>
          <ac:spMkLst>
            <pc:docMk/>
            <pc:sldMk cId="274517492" sldId="2147480693"/>
            <ac:spMk id="194" creationId="{CC2536E2-EEB4-EFC7-DA6A-0A358AC0192C}"/>
          </ac:spMkLst>
        </pc:spChg>
        <pc:spChg chg="mod">
          <ac:chgData name="Almeida, Luis Alexandre" userId="5df86c4b-e2b3-489b-9c00-1eef9e703c19" providerId="ADAL" clId="{6119D6FA-2335-4462-BA57-03F691092A6C}" dt="2026-01-20T12:56:55.952" v="20815" actId="12789"/>
          <ac:spMkLst>
            <pc:docMk/>
            <pc:sldMk cId="274517492" sldId="2147480693"/>
            <ac:spMk id="195" creationId="{F30721A8-2565-004B-898E-E87A9F22C27B}"/>
          </ac:spMkLst>
        </pc:spChg>
        <pc:grpChg chg="mod">
          <ac:chgData name="Almeida, Luis Alexandre" userId="5df86c4b-e2b3-489b-9c00-1eef9e703c19" providerId="ADAL" clId="{6119D6FA-2335-4462-BA57-03F691092A6C}" dt="2026-01-20T13:08:20.410" v="20927" actId="12789"/>
          <ac:grpSpMkLst>
            <pc:docMk/>
            <pc:sldMk cId="274517492" sldId="2147480693"/>
            <ac:grpSpMk id="8" creationId="{512CA554-6449-2726-6D97-D570824B6244}"/>
          </ac:grpSpMkLst>
        </pc:grpChg>
        <pc:grpChg chg="mod">
          <ac:chgData name="Almeida, Luis Alexandre" userId="5df86c4b-e2b3-489b-9c00-1eef9e703c19" providerId="ADAL" clId="{6119D6FA-2335-4462-BA57-03F691092A6C}" dt="2026-01-20T13:08:20.410" v="20927" actId="12789"/>
          <ac:grpSpMkLst>
            <pc:docMk/>
            <pc:sldMk cId="274517492" sldId="2147480693"/>
            <ac:grpSpMk id="14" creationId="{C845D7C1-FE81-05A9-F237-C03593F3C034}"/>
          </ac:grpSpMkLst>
        </pc:grpChg>
        <pc:grpChg chg="mod">
          <ac:chgData name="Almeida, Luis Alexandre" userId="5df86c4b-e2b3-489b-9c00-1eef9e703c19" providerId="ADAL" clId="{6119D6FA-2335-4462-BA57-03F691092A6C}" dt="2026-01-20T13:08:20.410" v="20927" actId="12789"/>
          <ac:grpSpMkLst>
            <pc:docMk/>
            <pc:sldMk cId="274517492" sldId="2147480693"/>
            <ac:grpSpMk id="40" creationId="{790595D9-48C9-DB59-B2BA-C938068A969A}"/>
          </ac:grpSpMkLst>
        </pc:grpChg>
        <pc:picChg chg="mod">
          <ac:chgData name="Almeida, Luis Alexandre" userId="5df86c4b-e2b3-489b-9c00-1eef9e703c19" providerId="ADAL" clId="{6119D6FA-2335-4462-BA57-03F691092A6C}" dt="2026-01-20T12:57:03.486" v="20816" actId="12789"/>
          <ac:picMkLst>
            <pc:docMk/>
            <pc:sldMk cId="274517492" sldId="2147480693"/>
            <ac:picMk id="131" creationId="{7DEAEDEC-F3B7-F664-E305-DA7B1F7F8253}"/>
          </ac:picMkLst>
        </pc:picChg>
        <pc:picChg chg="mod">
          <ac:chgData name="Almeida, Luis Alexandre" userId="5df86c4b-e2b3-489b-9c00-1eef9e703c19" providerId="ADAL" clId="{6119D6FA-2335-4462-BA57-03F691092A6C}" dt="2026-01-20T12:57:10.418" v="20817" actId="12789"/>
          <ac:picMkLst>
            <pc:docMk/>
            <pc:sldMk cId="274517492" sldId="2147480693"/>
            <ac:picMk id="138" creationId="{72DBE1D9-C433-3C06-5EF0-83C62A40D2B3}"/>
          </ac:picMkLst>
        </pc:picChg>
        <pc:picChg chg="mod">
          <ac:chgData name="Almeida, Luis Alexandre" userId="5df86c4b-e2b3-489b-9c00-1eef9e703c19" providerId="ADAL" clId="{6119D6FA-2335-4462-BA57-03F691092A6C}" dt="2026-01-20T13:08:20.410" v="20927" actId="12789"/>
          <ac:picMkLst>
            <pc:docMk/>
            <pc:sldMk cId="274517492" sldId="2147480693"/>
            <ac:picMk id="184" creationId="{0BCFCDAC-4766-7BD9-310F-B7AFC6DBEE3D}"/>
          </ac:picMkLst>
        </pc:picChg>
        <pc:picChg chg="mod">
          <ac:chgData name="Almeida, Luis Alexandre" userId="5df86c4b-e2b3-489b-9c00-1eef9e703c19" providerId="ADAL" clId="{6119D6FA-2335-4462-BA57-03F691092A6C}" dt="2026-01-20T12:56:55.952" v="20815" actId="12789"/>
          <ac:picMkLst>
            <pc:docMk/>
            <pc:sldMk cId="274517492" sldId="2147480693"/>
            <ac:picMk id="189" creationId="{0F096E35-8018-3D2B-6550-F0B068E7312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2:55:11.476" v="20814" actId="20577"/>
              <pc2:cmMkLst xmlns:pc2="http://schemas.microsoft.com/office/powerpoint/2019/9/main/command">
                <pc:docMk/>
                <pc:sldMk cId="274517492" sldId="2147480693"/>
                <pc2:cmMk id="{686A09C9-1A4D-47A5-B203-94777E05C573}"/>
              </pc2:cmMkLst>
            </pc226:cmChg>
          </p:ext>
        </pc:extLst>
      </pc:sldChg>
      <pc:sldChg chg="modSp mod">
        <pc:chgData name="Almeida, Luis Alexandre" userId="5df86c4b-e2b3-489b-9c00-1eef9e703c19" providerId="ADAL" clId="{6119D6FA-2335-4462-BA57-03F691092A6C}" dt="2026-01-20T17:22:51.736" v="22298" actId="947"/>
        <pc:sldMkLst>
          <pc:docMk/>
          <pc:sldMk cId="3653993616" sldId="2147480701"/>
        </pc:sldMkLst>
        <pc:spChg chg="mod">
          <ac:chgData name="Almeida, Luis Alexandre" userId="5df86c4b-e2b3-489b-9c00-1eef9e703c19" providerId="ADAL" clId="{6119D6FA-2335-4462-BA57-03F691092A6C}" dt="2026-01-20T17:20:55.873" v="22290" actId="20577"/>
          <ac:spMkLst>
            <pc:docMk/>
            <pc:sldMk cId="3653993616" sldId="2147480701"/>
            <ac:spMk id="3" creationId="{C7C3A879-7E3B-A464-9E07-7ACC333987E5}"/>
          </ac:spMkLst>
        </pc:spChg>
        <pc:spChg chg="mod">
          <ac:chgData name="Almeida, Luis Alexandre" userId="5df86c4b-e2b3-489b-9c00-1eef9e703c19" providerId="ADAL" clId="{6119D6FA-2335-4462-BA57-03F691092A6C}" dt="2026-01-20T17:01:06.178" v="21842" actId="20577"/>
          <ac:spMkLst>
            <pc:docMk/>
            <pc:sldMk cId="3653993616" sldId="2147480701"/>
            <ac:spMk id="33" creationId="{3E301FDF-C1EB-19CE-99C0-E6B45C3BBE48}"/>
          </ac:spMkLst>
        </pc:spChg>
        <pc:graphicFrameChg chg="modGraphic">
          <ac:chgData name="Almeida, Luis Alexandre" userId="5df86c4b-e2b3-489b-9c00-1eef9e703c19" providerId="ADAL" clId="{6119D6FA-2335-4462-BA57-03F691092A6C}" dt="2026-01-20T17:22:27.240" v="22295" actId="947"/>
          <ac:graphicFrameMkLst>
            <pc:docMk/>
            <pc:sldMk cId="3653993616" sldId="2147480701"/>
            <ac:graphicFrameMk id="2" creationId="{5608606F-08B8-0D3D-93B8-191EC8754464}"/>
          </ac:graphicFrameMkLst>
        </pc:graphicFrameChg>
        <pc:graphicFrameChg chg="mod modGraphic">
          <ac:chgData name="Almeida, Luis Alexandre" userId="5df86c4b-e2b3-489b-9c00-1eef9e703c19" providerId="ADAL" clId="{6119D6FA-2335-4462-BA57-03F691092A6C}" dt="2026-01-20T17:22:51.736" v="22298" actId="947"/>
          <ac:graphicFrameMkLst>
            <pc:docMk/>
            <pc:sldMk cId="3653993616" sldId="2147480701"/>
            <ac:graphicFrameMk id="4" creationId="{B75C1B47-083A-E4AF-2945-1E68CB6A8D6E}"/>
          </ac:graphicFrameMkLst>
        </pc:graphicFrameChg>
      </pc:sldChg>
      <pc:sldChg chg="modSp del mod">
        <pc:chgData name="Almeida, Luis Alexandre" userId="5df86c4b-e2b3-489b-9c00-1eef9e703c19" providerId="ADAL" clId="{6119D6FA-2335-4462-BA57-03F691092A6C}" dt="2026-01-20T10:21:25.656" v="19603" actId="47"/>
        <pc:sldMkLst>
          <pc:docMk/>
          <pc:sldMk cId="3678322325" sldId="2147480703"/>
        </pc:sldMkLst>
        <pc:picChg chg="mod">
          <ac:chgData name="Almeida, Luis Alexandre" userId="5df86c4b-e2b3-489b-9c00-1eef9e703c19" providerId="ADAL" clId="{6119D6FA-2335-4462-BA57-03F691092A6C}" dt="2026-01-20T10:20:59.164" v="19579" actId="1076"/>
          <ac:picMkLst>
            <pc:docMk/>
            <pc:sldMk cId="3678322325" sldId="2147480703"/>
            <ac:picMk id="156" creationId="{2890CE52-7260-DAA1-92C5-7BA2CF4C5EB1}"/>
          </ac:picMkLst>
        </pc:picChg>
      </pc:sldChg>
      <pc:sldChg chg="addSp delSp modSp mod modCm">
        <pc:chgData name="Almeida, Luis Alexandre" userId="5df86c4b-e2b3-489b-9c00-1eef9e703c19" providerId="ADAL" clId="{6119D6FA-2335-4462-BA57-03F691092A6C}" dt="2026-01-20T12:11:32.569" v="20164" actId="114"/>
        <pc:sldMkLst>
          <pc:docMk/>
          <pc:sldMk cId="1204584262" sldId="2147480704"/>
        </pc:sldMkLst>
        <pc:spChg chg="mod">
          <ac:chgData name="Almeida, Luis Alexandre" userId="5df86c4b-e2b3-489b-9c00-1eef9e703c19" providerId="ADAL" clId="{6119D6FA-2335-4462-BA57-03F691092A6C}" dt="2026-01-20T12:08:59.257" v="19990" actId="114"/>
          <ac:spMkLst>
            <pc:docMk/>
            <pc:sldMk cId="1204584262" sldId="2147480704"/>
            <ac:spMk id="2" creationId="{725D4369-5089-19B2-3DC5-1922BD1ADDAB}"/>
          </ac:spMkLst>
        </pc:spChg>
        <pc:spChg chg="add mod">
          <ac:chgData name="Almeida, Luis Alexandre" userId="5df86c4b-e2b3-489b-9c00-1eef9e703c19" providerId="ADAL" clId="{6119D6FA-2335-4462-BA57-03F691092A6C}" dt="2026-01-20T12:11:32.569" v="20164" actId="114"/>
          <ac:spMkLst>
            <pc:docMk/>
            <pc:sldMk cId="1204584262" sldId="2147480704"/>
            <ac:spMk id="3" creationId="{004C6E9A-4DF2-FFD1-0A47-042D5457BD60}"/>
          </ac:spMkLst>
        </pc:spChg>
        <pc:spChg chg="mod">
          <ac:chgData name="Almeida, Luis Alexandre" userId="5df86c4b-e2b3-489b-9c00-1eef9e703c19" providerId="ADAL" clId="{6119D6FA-2335-4462-BA57-03F691092A6C}" dt="2026-01-20T12:05:54.751" v="19984" actId="20577"/>
          <ac:spMkLst>
            <pc:docMk/>
            <pc:sldMk cId="1204584262" sldId="2147480704"/>
            <ac:spMk id="26" creationId="{0F5DA29A-B8CF-79FC-E59D-B00C16A29941}"/>
          </ac:spMkLst>
        </pc:spChg>
        <pc:spChg chg="del">
          <ac:chgData name="Almeida, Luis Alexandre" userId="5df86c4b-e2b3-489b-9c00-1eef9e703c19" providerId="ADAL" clId="{6119D6FA-2335-4462-BA57-03F691092A6C}" dt="2026-01-20T12:07:31.115" v="19987" actId="478"/>
          <ac:spMkLst>
            <pc:docMk/>
            <pc:sldMk cId="1204584262" sldId="2147480704"/>
            <ac:spMk id="48" creationId="{6B634B79-582F-E8F2-ADC7-9DE3D9F88984}"/>
          </ac:spMkLst>
        </pc:spChg>
        <pc:graphicFrameChg chg="mod">
          <ac:chgData name="Almeida, Luis Alexandre" userId="5df86c4b-e2b3-489b-9c00-1eef9e703c19" providerId="ADAL" clId="{6119D6FA-2335-4462-BA57-03F691092A6C}" dt="2026-01-20T12:06:50.106" v="19985" actId="114"/>
          <ac:graphicFrameMkLst>
            <pc:docMk/>
            <pc:sldMk cId="1204584262" sldId="2147480704"/>
            <ac:graphicFrameMk id="23" creationId="{7D700C98-6125-1FDB-F8F5-1D8559486737}"/>
          </ac:graphicFrameMkLst>
        </pc:graphicFrameChg>
        <pc:graphicFrameChg chg="mod">
          <ac:chgData name="Almeida, Luis Alexandre" userId="5df86c4b-e2b3-489b-9c00-1eef9e703c19" providerId="ADAL" clId="{6119D6FA-2335-4462-BA57-03F691092A6C}" dt="2026-01-20T12:06:53.228" v="19986" actId="114"/>
          <ac:graphicFrameMkLst>
            <pc:docMk/>
            <pc:sldMk cId="1204584262" sldId="2147480704"/>
            <ac:graphicFrameMk id="24" creationId="{1E610AAF-1336-F446-FD4F-71A428ECD739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2:05:54.751" v="19984" actId="20577"/>
              <pc2:cmMkLst xmlns:pc2="http://schemas.microsoft.com/office/powerpoint/2019/9/main/command">
                <pc:docMk/>
                <pc:sldMk cId="1204584262" sldId="2147480704"/>
                <pc2:cmMk id="{6133CCA2-3600-420F-8469-9EC16E1F4098}"/>
              </pc2:cmMkLst>
            </pc226:cmChg>
          </p:ext>
        </pc:extLst>
      </pc:sldChg>
      <pc:sldChg chg="addSp delSp modSp add mod">
        <pc:chgData name="Almeida, Luis Alexandre" userId="5df86c4b-e2b3-489b-9c00-1eef9e703c19" providerId="ADAL" clId="{6119D6FA-2335-4462-BA57-03F691092A6C}" dt="2026-01-20T12:48:07.614" v="20769" actId="20577"/>
        <pc:sldMkLst>
          <pc:docMk/>
          <pc:sldMk cId="1757529289" sldId="2147480705"/>
        </pc:sldMkLst>
        <pc:spChg chg="mod">
          <ac:chgData name="Almeida, Luis Alexandre" userId="5df86c4b-e2b3-489b-9c00-1eef9e703c19" providerId="ADAL" clId="{6119D6FA-2335-4462-BA57-03F691092A6C}" dt="2026-01-20T10:21:45.384" v="19605" actId="20577"/>
          <ac:spMkLst>
            <pc:docMk/>
            <pc:sldMk cId="1757529289" sldId="2147480705"/>
            <ac:spMk id="2" creationId="{58113C39-3007-DE7F-478B-67FD1A332CA7}"/>
          </ac:spMkLst>
        </pc:spChg>
        <pc:spChg chg="del">
          <ac:chgData name="Almeida, Luis Alexandre" userId="5df86c4b-e2b3-489b-9c00-1eef9e703c19" providerId="ADAL" clId="{6119D6FA-2335-4462-BA57-03F691092A6C}" dt="2026-01-20T10:20:47.787" v="19575" actId="478"/>
          <ac:spMkLst>
            <pc:docMk/>
            <pc:sldMk cId="1757529289" sldId="2147480705"/>
            <ac:spMk id="3" creationId="{DF5598E8-1374-73B9-5CFB-37C2124133CF}"/>
          </ac:spMkLst>
        </pc:spChg>
        <pc:spChg chg="del">
          <ac:chgData name="Almeida, Luis Alexandre" userId="5df86c4b-e2b3-489b-9c00-1eef9e703c19" providerId="ADAL" clId="{6119D6FA-2335-4462-BA57-03F691092A6C}" dt="2026-01-20T10:20:47.787" v="19575" actId="478"/>
          <ac:spMkLst>
            <pc:docMk/>
            <pc:sldMk cId="1757529289" sldId="2147480705"/>
            <ac:spMk id="4" creationId="{CB4BCABA-93DE-1EAC-2D94-D67164A60E5E}"/>
          </ac:spMkLst>
        </pc:spChg>
        <pc:spChg chg="add mod">
          <ac:chgData name="Almeida, Luis Alexandre" userId="5df86c4b-e2b3-489b-9c00-1eef9e703c19" providerId="ADAL" clId="{6119D6FA-2335-4462-BA57-03F691092A6C}" dt="2026-01-20T10:22:23.292" v="19622" actId="20577"/>
          <ac:spMkLst>
            <pc:docMk/>
            <pc:sldMk cId="1757529289" sldId="2147480705"/>
            <ac:spMk id="5" creationId="{6A439CD1-6861-C4C5-29B1-E383D072729F}"/>
          </ac:spMkLst>
        </pc:spChg>
        <pc:spChg chg="add mod">
          <ac:chgData name="Almeida, Luis Alexandre" userId="5df86c4b-e2b3-489b-9c00-1eef9e703c19" providerId="ADAL" clId="{6119D6FA-2335-4462-BA57-03F691092A6C}" dt="2026-01-20T12:48:07.614" v="20769" actId="20577"/>
          <ac:spMkLst>
            <pc:docMk/>
            <pc:sldMk cId="1757529289" sldId="2147480705"/>
            <ac:spMk id="6" creationId="{C1D49489-0B6A-6537-B7F0-C7A4F8C145C5}"/>
          </ac:spMkLst>
        </pc:spChg>
        <pc:spChg chg="add mod">
          <ac:chgData name="Almeida, Luis Alexandre" userId="5df86c4b-e2b3-489b-9c00-1eef9e703c19" providerId="ADAL" clId="{6119D6FA-2335-4462-BA57-03F691092A6C}" dt="2026-01-20T11:44:57.682" v="19924" actId="1038"/>
          <ac:spMkLst>
            <pc:docMk/>
            <pc:sldMk cId="1757529289" sldId="2147480705"/>
            <ac:spMk id="10" creationId="{23E1155C-73A7-D690-DA72-B41F794A93B8}"/>
          </ac:spMkLst>
        </pc:spChg>
        <pc:spChg chg="del">
          <ac:chgData name="Almeida, Luis Alexandre" userId="5df86c4b-e2b3-489b-9c00-1eef9e703c19" providerId="ADAL" clId="{6119D6FA-2335-4462-BA57-03F691092A6C}" dt="2026-01-20T10:20:52.574" v="19577" actId="478"/>
          <ac:spMkLst>
            <pc:docMk/>
            <pc:sldMk cId="1757529289" sldId="2147480705"/>
            <ac:spMk id="11" creationId="{7EA2A04F-E2F0-DA24-B4A3-52A5B97F127C}"/>
          </ac:spMkLst>
        </pc:spChg>
        <pc:spChg chg="add mod">
          <ac:chgData name="Almeida, Luis Alexandre" userId="5df86c4b-e2b3-489b-9c00-1eef9e703c19" providerId="ADAL" clId="{6119D6FA-2335-4462-BA57-03F691092A6C}" dt="2026-01-20T11:44:33.530" v="19921" actId="14100"/>
          <ac:spMkLst>
            <pc:docMk/>
            <pc:sldMk cId="1757529289" sldId="2147480705"/>
            <ac:spMk id="25" creationId="{CB046B0B-432D-013E-8BB3-9AEC487AA2F4}"/>
          </ac:spMkLst>
        </pc:spChg>
        <pc:spChg chg="add mod">
          <ac:chgData name="Almeida, Luis Alexandre" userId="5df86c4b-e2b3-489b-9c00-1eef9e703c19" providerId="ADAL" clId="{6119D6FA-2335-4462-BA57-03F691092A6C}" dt="2026-01-20T11:44:33.530" v="19921" actId="14100"/>
          <ac:spMkLst>
            <pc:docMk/>
            <pc:sldMk cId="1757529289" sldId="2147480705"/>
            <ac:spMk id="26" creationId="{04DCE479-DB64-DDC2-3E88-339A2E716C58}"/>
          </ac:spMkLst>
        </pc:spChg>
        <pc:spChg chg="add mod">
          <ac:chgData name="Almeida, Luis Alexandre" userId="5df86c4b-e2b3-489b-9c00-1eef9e703c19" providerId="ADAL" clId="{6119D6FA-2335-4462-BA57-03F691092A6C}" dt="2026-01-20T11:44:57.682" v="19924" actId="1038"/>
          <ac:spMkLst>
            <pc:docMk/>
            <pc:sldMk cId="1757529289" sldId="2147480705"/>
            <ac:spMk id="27" creationId="{B08A408E-0510-B967-653F-2FCD3CDC676E}"/>
          </ac:spMkLst>
        </pc:spChg>
        <pc:spChg chg="add mod">
          <ac:chgData name="Almeida, Luis Alexandre" userId="5df86c4b-e2b3-489b-9c00-1eef9e703c19" providerId="ADAL" clId="{6119D6FA-2335-4462-BA57-03F691092A6C}" dt="2026-01-20T11:44:57.682" v="19924" actId="1038"/>
          <ac:spMkLst>
            <pc:docMk/>
            <pc:sldMk cId="1757529289" sldId="2147480705"/>
            <ac:spMk id="28" creationId="{1D43820E-60CD-8954-75EA-758C0D28B1F4}"/>
          </ac:spMkLst>
        </pc:spChg>
        <pc:spChg chg="add mod">
          <ac:chgData name="Almeida, Luis Alexandre" userId="5df86c4b-e2b3-489b-9c00-1eef9e703c19" providerId="ADAL" clId="{6119D6FA-2335-4462-BA57-03F691092A6C}" dt="2026-01-20T11:38:19.050" v="19655" actId="552"/>
          <ac:spMkLst>
            <pc:docMk/>
            <pc:sldMk cId="1757529289" sldId="2147480705"/>
            <ac:spMk id="29" creationId="{A322C2D7-FA2A-5690-C725-41EF99EC2E94}"/>
          </ac:spMkLst>
        </pc:spChg>
        <pc:spChg chg="add mod">
          <ac:chgData name="Almeida, Luis Alexandre" userId="5df86c4b-e2b3-489b-9c00-1eef9e703c19" providerId="ADAL" clId="{6119D6FA-2335-4462-BA57-03F691092A6C}" dt="2026-01-20T11:39:57.747" v="19680" actId="20577"/>
          <ac:spMkLst>
            <pc:docMk/>
            <pc:sldMk cId="1757529289" sldId="2147480705"/>
            <ac:spMk id="31" creationId="{BDAB0408-4136-6DDA-6584-B22E152963C1}"/>
          </ac:spMkLst>
        </pc:spChg>
        <pc:spChg chg="add mod">
          <ac:chgData name="Almeida, Luis Alexandre" userId="5df86c4b-e2b3-489b-9c00-1eef9e703c19" providerId="ADAL" clId="{6119D6FA-2335-4462-BA57-03F691092A6C}" dt="2026-01-20T11:45:29.255" v="19942" actId="20577"/>
          <ac:spMkLst>
            <pc:docMk/>
            <pc:sldMk cId="1757529289" sldId="2147480705"/>
            <ac:spMk id="33" creationId="{F831D9C9-8266-D23B-3824-5F616AD7A4FA}"/>
          </ac:spMkLst>
        </pc:spChg>
        <pc:spChg chg="add mod">
          <ac:chgData name="Almeida, Luis Alexandre" userId="5df86c4b-e2b3-489b-9c00-1eef9e703c19" providerId="ADAL" clId="{6119D6FA-2335-4462-BA57-03F691092A6C}" dt="2026-01-20T11:45:42.145" v="19945" actId="1076"/>
          <ac:spMkLst>
            <pc:docMk/>
            <pc:sldMk cId="1757529289" sldId="2147480705"/>
            <ac:spMk id="34" creationId="{9965E5B4-A11E-5159-428B-C91A94836974}"/>
          </ac:spMkLst>
        </pc:spChg>
        <pc:spChg chg="del">
          <ac:chgData name="Almeida, Luis Alexandre" userId="5df86c4b-e2b3-489b-9c00-1eef9e703c19" providerId="ADAL" clId="{6119D6FA-2335-4462-BA57-03F691092A6C}" dt="2026-01-20T10:20:47.787" v="19575" actId="478"/>
          <ac:spMkLst>
            <pc:docMk/>
            <pc:sldMk cId="1757529289" sldId="2147480705"/>
            <ac:spMk id="44" creationId="{2FB05D6E-BD4B-0BA6-66C7-2D5B4A80942C}"/>
          </ac:spMkLst>
        </pc:spChg>
        <pc:spChg chg="del">
          <ac:chgData name="Almeida, Luis Alexandre" userId="5df86c4b-e2b3-489b-9c00-1eef9e703c19" providerId="ADAL" clId="{6119D6FA-2335-4462-BA57-03F691092A6C}" dt="2026-01-20T10:20:47.787" v="19575" actId="478"/>
          <ac:spMkLst>
            <pc:docMk/>
            <pc:sldMk cId="1757529289" sldId="2147480705"/>
            <ac:spMk id="65" creationId="{F7C34E02-0C44-CA3F-4FF1-54C59888D144}"/>
          </ac:spMkLst>
        </pc:spChg>
        <pc:spChg chg="del">
          <ac:chgData name="Almeida, Luis Alexandre" userId="5df86c4b-e2b3-489b-9c00-1eef9e703c19" providerId="ADAL" clId="{6119D6FA-2335-4462-BA57-03F691092A6C}" dt="2026-01-20T10:20:47.787" v="19575" actId="478"/>
          <ac:spMkLst>
            <pc:docMk/>
            <pc:sldMk cId="1757529289" sldId="2147480705"/>
            <ac:spMk id="66" creationId="{2BEA298E-5189-7017-04AA-532530D916B4}"/>
          </ac:spMkLst>
        </pc:spChg>
        <pc:spChg chg="del">
          <ac:chgData name="Almeida, Luis Alexandre" userId="5df86c4b-e2b3-489b-9c00-1eef9e703c19" providerId="ADAL" clId="{6119D6FA-2335-4462-BA57-03F691092A6C}" dt="2026-01-20T10:20:47.787" v="19575" actId="478"/>
          <ac:spMkLst>
            <pc:docMk/>
            <pc:sldMk cId="1757529289" sldId="2147480705"/>
            <ac:spMk id="67" creationId="{F73E588C-0624-3331-63F3-71D2961942A8}"/>
          </ac:spMkLst>
        </pc:spChg>
        <pc:grpChg chg="del">
          <ac:chgData name="Almeida, Luis Alexandre" userId="5df86c4b-e2b3-489b-9c00-1eef9e703c19" providerId="ADAL" clId="{6119D6FA-2335-4462-BA57-03F691092A6C}" dt="2026-01-20T10:20:50.577" v="19576" actId="478"/>
          <ac:grpSpMkLst>
            <pc:docMk/>
            <pc:sldMk cId="1757529289" sldId="2147480705"/>
            <ac:grpSpMk id="21" creationId="{3E838334-CE5E-D555-5E44-BC4C41C9FFC5}"/>
          </ac:grpSpMkLst>
        </pc:grpChg>
        <pc:grpChg chg="del">
          <ac:chgData name="Almeida, Luis Alexandre" userId="5df86c4b-e2b3-489b-9c00-1eef9e703c19" providerId="ADAL" clId="{6119D6FA-2335-4462-BA57-03F691092A6C}" dt="2026-01-20T10:20:47.787" v="19575" actId="478"/>
          <ac:grpSpMkLst>
            <pc:docMk/>
            <pc:sldMk cId="1757529289" sldId="2147480705"/>
            <ac:grpSpMk id="60" creationId="{C951D39F-AF66-9EB5-A0B1-8F65C0ECFCD0}"/>
          </ac:grpSpMkLst>
        </pc:grpChg>
        <pc:grpChg chg="del">
          <ac:chgData name="Almeida, Luis Alexandre" userId="5df86c4b-e2b3-489b-9c00-1eef9e703c19" providerId="ADAL" clId="{6119D6FA-2335-4462-BA57-03F691092A6C}" dt="2026-01-20T10:20:47.787" v="19575" actId="478"/>
          <ac:grpSpMkLst>
            <pc:docMk/>
            <pc:sldMk cId="1757529289" sldId="2147480705"/>
            <ac:grpSpMk id="61" creationId="{07E84D99-8A35-6EAD-6AEE-E32D4DF5C341}"/>
          </ac:grpSpMkLst>
        </pc:grpChg>
        <pc:grpChg chg="del">
          <ac:chgData name="Almeida, Luis Alexandre" userId="5df86c4b-e2b3-489b-9c00-1eef9e703c19" providerId="ADAL" clId="{6119D6FA-2335-4462-BA57-03F691092A6C}" dt="2026-01-20T10:20:47.787" v="19575" actId="478"/>
          <ac:grpSpMkLst>
            <pc:docMk/>
            <pc:sldMk cId="1757529289" sldId="2147480705"/>
            <ac:grpSpMk id="62" creationId="{88C794EB-8F27-57B2-4A03-CD2A367AB4A2}"/>
          </ac:grpSpMkLst>
        </pc:grpChg>
        <pc:grpChg chg="del">
          <ac:chgData name="Almeida, Luis Alexandre" userId="5df86c4b-e2b3-489b-9c00-1eef9e703c19" providerId="ADAL" clId="{6119D6FA-2335-4462-BA57-03F691092A6C}" dt="2026-01-20T10:20:47.787" v="19575" actId="478"/>
          <ac:grpSpMkLst>
            <pc:docMk/>
            <pc:sldMk cId="1757529289" sldId="2147480705"/>
            <ac:grpSpMk id="64" creationId="{53E14C40-B0DA-D2AF-6CE2-2F3415F29160}"/>
          </ac:grpSpMkLst>
        </pc:grpChg>
        <pc:picChg chg="add mod">
          <ac:chgData name="Almeida, Luis Alexandre" userId="5df86c4b-e2b3-489b-9c00-1eef9e703c19" providerId="ADAL" clId="{6119D6FA-2335-4462-BA57-03F691092A6C}" dt="2026-01-20T11:45:06.929" v="19938" actId="1037"/>
          <ac:picMkLst>
            <pc:docMk/>
            <pc:sldMk cId="1757529289" sldId="2147480705"/>
            <ac:picMk id="15" creationId="{AC2014ED-DAF3-361C-15EA-FA474E20A28B}"/>
          </ac:picMkLst>
        </pc:picChg>
        <pc:picChg chg="add mod">
          <ac:chgData name="Almeida, Luis Alexandre" userId="5df86c4b-e2b3-489b-9c00-1eef9e703c19" providerId="ADAL" clId="{6119D6FA-2335-4462-BA57-03F691092A6C}" dt="2026-01-20T11:45:06.929" v="19938" actId="1037"/>
          <ac:picMkLst>
            <pc:docMk/>
            <pc:sldMk cId="1757529289" sldId="2147480705"/>
            <ac:picMk id="22" creationId="{C81957E1-D89D-3A21-782C-E101E91DA96B}"/>
          </ac:picMkLst>
        </pc:picChg>
        <pc:picChg chg="add mod">
          <ac:chgData name="Almeida, Luis Alexandre" userId="5df86c4b-e2b3-489b-9c00-1eef9e703c19" providerId="ADAL" clId="{6119D6FA-2335-4462-BA57-03F691092A6C}" dt="2026-01-20T11:45:06.929" v="19938" actId="1037"/>
          <ac:picMkLst>
            <pc:docMk/>
            <pc:sldMk cId="1757529289" sldId="2147480705"/>
            <ac:picMk id="23" creationId="{19769171-0261-DF25-A196-E5C31051DE4F}"/>
          </ac:picMkLst>
        </pc:picChg>
        <pc:picChg chg="mod">
          <ac:chgData name="Almeida, Luis Alexandre" userId="5df86c4b-e2b3-489b-9c00-1eef9e703c19" providerId="ADAL" clId="{6119D6FA-2335-4462-BA57-03F691092A6C}" dt="2026-01-20T11:45:06.929" v="19938" actId="1037"/>
          <ac:picMkLst>
            <pc:docMk/>
            <pc:sldMk cId="1757529289" sldId="2147480705"/>
            <ac:picMk id="24" creationId="{490953D7-222E-CA92-7DD5-9D6FC5832174}"/>
          </ac:picMkLst>
        </pc:picChg>
        <pc:picChg chg="add del mod">
          <ac:chgData name="Almeida, Luis Alexandre" userId="5df86c4b-e2b3-489b-9c00-1eef9e703c19" providerId="ADAL" clId="{6119D6FA-2335-4462-BA57-03F691092A6C}" dt="2026-01-20T11:37:00.012" v="19628" actId="478"/>
          <ac:picMkLst>
            <pc:docMk/>
            <pc:sldMk cId="1757529289" sldId="2147480705"/>
            <ac:picMk id="30" creationId="{2A832144-1701-0BD8-487D-27D6BD895055}"/>
          </ac:picMkLst>
        </pc:picChg>
      </pc:sldChg>
      <pc:sldChg chg="delSp modSp mod">
        <pc:chgData name="Almeida, Luis Alexandre" userId="5df86c4b-e2b3-489b-9c00-1eef9e703c19" providerId="ADAL" clId="{6119D6FA-2335-4462-BA57-03F691092A6C}" dt="2026-01-20T16:54:54.395" v="21695" actId="114"/>
        <pc:sldMkLst>
          <pc:docMk/>
          <pc:sldMk cId="930941865" sldId="2147480706"/>
        </pc:sldMkLst>
        <pc:spChg chg="mod">
          <ac:chgData name="Almeida, Luis Alexandre" userId="5df86c4b-e2b3-489b-9c00-1eef9e703c19" providerId="ADAL" clId="{6119D6FA-2335-4462-BA57-03F691092A6C}" dt="2026-01-20T14:45:50.993" v="21365" actId="20577"/>
          <ac:spMkLst>
            <pc:docMk/>
            <pc:sldMk cId="930941865" sldId="2147480706"/>
            <ac:spMk id="3" creationId="{42F827A8-E02C-EFD8-FE59-8260921C4654}"/>
          </ac:spMkLst>
        </pc:spChg>
        <pc:spChg chg="mod">
          <ac:chgData name="Almeida, Luis Alexandre" userId="5df86c4b-e2b3-489b-9c00-1eef9e703c19" providerId="ADAL" clId="{6119D6FA-2335-4462-BA57-03F691092A6C}" dt="2026-01-20T14:46:10.680" v="21367" actId="403"/>
          <ac:spMkLst>
            <pc:docMk/>
            <pc:sldMk cId="930941865" sldId="2147480706"/>
            <ac:spMk id="5" creationId="{85FEE4B1-F916-064E-0D8C-B3B4779C410E}"/>
          </ac:spMkLst>
        </pc:spChg>
        <pc:spChg chg="mod">
          <ac:chgData name="Almeida, Luis Alexandre" userId="5df86c4b-e2b3-489b-9c00-1eef9e703c19" providerId="ADAL" clId="{6119D6FA-2335-4462-BA57-03F691092A6C}" dt="2026-01-20T14:46:20.155" v="21388" actId="1036"/>
          <ac:spMkLst>
            <pc:docMk/>
            <pc:sldMk cId="930941865" sldId="2147480706"/>
            <ac:spMk id="6" creationId="{280B75D5-AB87-B09C-5279-17CAFFD130D6}"/>
          </ac:spMkLst>
        </pc:spChg>
        <pc:spChg chg="mod">
          <ac:chgData name="Almeida, Luis Alexandre" userId="5df86c4b-e2b3-489b-9c00-1eef9e703c19" providerId="ADAL" clId="{6119D6FA-2335-4462-BA57-03F691092A6C}" dt="2026-01-20T14:46:20.155" v="21388" actId="1036"/>
          <ac:spMkLst>
            <pc:docMk/>
            <pc:sldMk cId="930941865" sldId="2147480706"/>
            <ac:spMk id="7" creationId="{CEA2C37C-55C3-1346-3771-680A4D274AFB}"/>
          </ac:spMkLst>
        </pc:spChg>
        <pc:spChg chg="mod">
          <ac:chgData name="Almeida, Luis Alexandre" userId="5df86c4b-e2b3-489b-9c00-1eef9e703c19" providerId="ADAL" clId="{6119D6FA-2335-4462-BA57-03F691092A6C}" dt="2026-01-20T14:46:20.155" v="21388" actId="1036"/>
          <ac:spMkLst>
            <pc:docMk/>
            <pc:sldMk cId="930941865" sldId="2147480706"/>
            <ac:spMk id="8" creationId="{2B96AC0A-D081-913B-C6A5-E13106695501}"/>
          </ac:spMkLst>
        </pc:spChg>
        <pc:spChg chg="mod">
          <ac:chgData name="Almeida, Luis Alexandre" userId="5df86c4b-e2b3-489b-9c00-1eef9e703c19" providerId="ADAL" clId="{6119D6FA-2335-4462-BA57-03F691092A6C}" dt="2026-01-20T16:54:54.395" v="21695" actId="114"/>
          <ac:spMkLst>
            <pc:docMk/>
            <pc:sldMk cId="930941865" sldId="2147480706"/>
            <ac:spMk id="10" creationId="{69AF86C0-A9AC-0863-49BC-27328AC4B1E9}"/>
          </ac:spMkLst>
        </pc:spChg>
        <pc:spChg chg="mod">
          <ac:chgData name="Almeida, Luis Alexandre" userId="5df86c4b-e2b3-489b-9c00-1eef9e703c19" providerId="ADAL" clId="{6119D6FA-2335-4462-BA57-03F691092A6C}" dt="2026-01-20T14:46:31.727" v="21407" actId="108"/>
          <ac:spMkLst>
            <pc:docMk/>
            <pc:sldMk cId="930941865" sldId="2147480706"/>
            <ac:spMk id="15" creationId="{1B8BB258-426D-C037-038F-B5BB061230C3}"/>
          </ac:spMkLst>
        </pc:spChg>
        <pc:spChg chg="del">
          <ac:chgData name="Almeida, Luis Alexandre" userId="5df86c4b-e2b3-489b-9c00-1eef9e703c19" providerId="ADAL" clId="{6119D6FA-2335-4462-BA57-03F691092A6C}" dt="2026-01-20T13:23:42.596" v="21110" actId="478"/>
          <ac:spMkLst>
            <pc:docMk/>
            <pc:sldMk cId="930941865" sldId="2147480706"/>
            <ac:spMk id="211" creationId="{AEE64983-65CF-D687-9B5D-3E440A80F038}"/>
          </ac:spMkLst>
        </pc:spChg>
        <pc:graphicFrameChg chg="mod modGraphic">
          <ac:chgData name="Almeida, Luis Alexandre" userId="5df86c4b-e2b3-489b-9c00-1eef9e703c19" providerId="ADAL" clId="{6119D6FA-2335-4462-BA57-03F691092A6C}" dt="2026-01-20T14:47:34.994" v="21408" actId="947"/>
          <ac:graphicFrameMkLst>
            <pc:docMk/>
            <pc:sldMk cId="930941865" sldId="2147480706"/>
            <ac:graphicFrameMk id="12" creationId="{CD7CDCC1-B729-3D09-701A-E5DC990562CE}"/>
          </ac:graphicFrameMkLst>
        </pc:graphicFrameChg>
      </pc:sldChg>
      <pc:sldChg chg="delSp modSp mod">
        <pc:chgData name="Almeida, Luis Alexandre" userId="5df86c4b-e2b3-489b-9c00-1eef9e703c19" providerId="ADAL" clId="{6119D6FA-2335-4462-BA57-03F691092A6C}" dt="2026-01-20T16:54:20.400" v="21691" actId="114"/>
        <pc:sldMkLst>
          <pc:docMk/>
          <pc:sldMk cId="646219024" sldId="2147480707"/>
        </pc:sldMkLst>
        <pc:spChg chg="mod">
          <ac:chgData name="Almeida, Luis Alexandre" userId="5df86c4b-e2b3-489b-9c00-1eef9e703c19" providerId="ADAL" clId="{6119D6FA-2335-4462-BA57-03F691092A6C}" dt="2026-01-20T16:52:45.514" v="21673" actId="14100"/>
          <ac:spMkLst>
            <pc:docMk/>
            <pc:sldMk cId="646219024" sldId="2147480707"/>
            <ac:spMk id="3" creationId="{B9BBA959-104A-7D8C-8BD2-03A8AD44BAA0}"/>
          </ac:spMkLst>
        </pc:spChg>
        <pc:spChg chg="mod">
          <ac:chgData name="Almeida, Luis Alexandre" userId="5df86c4b-e2b3-489b-9c00-1eef9e703c19" providerId="ADAL" clId="{6119D6FA-2335-4462-BA57-03F691092A6C}" dt="2026-01-20T16:28:53.109" v="21644" actId="114"/>
          <ac:spMkLst>
            <pc:docMk/>
            <pc:sldMk cId="646219024" sldId="2147480707"/>
            <ac:spMk id="18" creationId="{C032AC25-4733-760E-7E48-B0DCAE5B1390}"/>
          </ac:spMkLst>
        </pc:spChg>
        <pc:spChg chg="mod">
          <ac:chgData name="Almeida, Luis Alexandre" userId="5df86c4b-e2b3-489b-9c00-1eef9e703c19" providerId="ADAL" clId="{6119D6FA-2335-4462-BA57-03F691092A6C}" dt="2026-01-20T16:54:20.400" v="21691" actId="114"/>
          <ac:spMkLst>
            <pc:docMk/>
            <pc:sldMk cId="646219024" sldId="2147480707"/>
            <ac:spMk id="33" creationId="{D6A518E6-F9EE-0F65-68CE-5B8E26CF0239}"/>
          </ac:spMkLst>
        </pc:spChg>
        <pc:spChg chg="mod">
          <ac:chgData name="Almeida, Luis Alexandre" userId="5df86c4b-e2b3-489b-9c00-1eef9e703c19" providerId="ADAL" clId="{6119D6FA-2335-4462-BA57-03F691092A6C}" dt="2026-01-20T16:29:17.448" v="21647" actId="114"/>
          <ac:spMkLst>
            <pc:docMk/>
            <pc:sldMk cId="646219024" sldId="2147480707"/>
            <ac:spMk id="35" creationId="{D776BBD9-86DE-C849-0E99-EE39230E9DE4}"/>
          </ac:spMkLst>
        </pc:spChg>
        <pc:spChg chg="del">
          <ac:chgData name="Almeida, Luis Alexandre" userId="5df86c4b-e2b3-489b-9c00-1eef9e703c19" providerId="ADAL" clId="{6119D6FA-2335-4462-BA57-03F691092A6C}" dt="2026-01-20T16:29:04.635" v="21645" actId="478"/>
          <ac:spMkLst>
            <pc:docMk/>
            <pc:sldMk cId="646219024" sldId="2147480707"/>
            <ac:spMk id="65" creationId="{D489FF3F-C199-1392-65FF-FD9872476E46}"/>
          </ac:spMkLst>
        </pc:spChg>
      </pc:sldChg>
      <pc:sldChg chg="delSp modSp mod">
        <pc:chgData name="Almeida, Luis Alexandre" userId="5df86c4b-e2b3-489b-9c00-1eef9e703c19" providerId="ADAL" clId="{6119D6FA-2335-4462-BA57-03F691092A6C}" dt="2026-01-20T12:32:29.296" v="20470" actId="20577"/>
        <pc:sldMkLst>
          <pc:docMk/>
          <pc:sldMk cId="934723812" sldId="2147480708"/>
        </pc:sldMkLst>
        <pc:spChg chg="mod">
          <ac:chgData name="Almeida, Luis Alexandre" userId="5df86c4b-e2b3-489b-9c00-1eef9e703c19" providerId="ADAL" clId="{6119D6FA-2335-4462-BA57-03F691092A6C}" dt="2026-01-20T12:28:46.400" v="20428" actId="20577"/>
          <ac:spMkLst>
            <pc:docMk/>
            <pc:sldMk cId="934723812" sldId="2147480708"/>
            <ac:spMk id="2" creationId="{3993B481-E528-978B-EFA4-45286A16CE78}"/>
          </ac:spMkLst>
        </pc:spChg>
        <pc:spChg chg="mod">
          <ac:chgData name="Almeida, Luis Alexandre" userId="5df86c4b-e2b3-489b-9c00-1eef9e703c19" providerId="ADAL" clId="{6119D6FA-2335-4462-BA57-03F691092A6C}" dt="2026-01-20T12:32:29.296" v="20470" actId="20577"/>
          <ac:spMkLst>
            <pc:docMk/>
            <pc:sldMk cId="934723812" sldId="2147480708"/>
            <ac:spMk id="5" creationId="{CDF04427-AB65-D64E-E253-DDA4D7A41041}"/>
          </ac:spMkLst>
        </pc:spChg>
        <pc:spChg chg="del">
          <ac:chgData name="Almeida, Luis Alexandre" userId="5df86c4b-e2b3-489b-9c00-1eef9e703c19" providerId="ADAL" clId="{6119D6FA-2335-4462-BA57-03F691092A6C}" dt="2026-01-20T12:29:35.035" v="20429" actId="478"/>
          <ac:spMkLst>
            <pc:docMk/>
            <pc:sldMk cId="934723812" sldId="2147480708"/>
            <ac:spMk id="7" creationId="{325CF5C2-2E63-B32A-0204-9052958F1672}"/>
          </ac:spMkLst>
        </pc:spChg>
        <pc:spChg chg="mod">
          <ac:chgData name="Almeida, Luis Alexandre" userId="5df86c4b-e2b3-489b-9c00-1eef9e703c19" providerId="ADAL" clId="{6119D6FA-2335-4462-BA57-03F691092A6C}" dt="2026-01-20T12:25:04.784" v="20335" actId="408"/>
          <ac:spMkLst>
            <pc:docMk/>
            <pc:sldMk cId="934723812" sldId="2147480708"/>
            <ac:spMk id="25" creationId="{B4ED9B59-A201-1294-06E6-F2AEC8DD0359}"/>
          </ac:spMkLst>
        </pc:spChg>
        <pc:spChg chg="mod">
          <ac:chgData name="Almeida, Luis Alexandre" userId="5df86c4b-e2b3-489b-9c00-1eef9e703c19" providerId="ADAL" clId="{6119D6FA-2335-4462-BA57-03F691092A6C}" dt="2026-01-20T12:25:10.873" v="20336" actId="408"/>
          <ac:spMkLst>
            <pc:docMk/>
            <pc:sldMk cId="934723812" sldId="2147480708"/>
            <ac:spMk id="26" creationId="{7C52EBBE-2A85-D194-F12D-478C743CCCB1}"/>
          </ac:spMkLst>
        </pc:spChg>
      </pc:sldChg>
      <pc:sldChg chg="delSp modSp mod">
        <pc:chgData name="Almeida, Luis Alexandre" userId="5df86c4b-e2b3-489b-9c00-1eef9e703c19" providerId="ADAL" clId="{6119D6FA-2335-4462-BA57-03F691092A6C}" dt="2026-01-20T16:57:28.121" v="21735" actId="114"/>
        <pc:sldMkLst>
          <pc:docMk/>
          <pc:sldMk cId="1906533855" sldId="2147480709"/>
        </pc:sldMkLst>
        <pc:spChg chg="mod">
          <ac:chgData name="Almeida, Luis Alexandre" userId="5df86c4b-e2b3-489b-9c00-1eef9e703c19" providerId="ADAL" clId="{6119D6FA-2335-4462-BA57-03F691092A6C}" dt="2026-01-20T16:53:23.361" v="21684" actId="20577"/>
          <ac:spMkLst>
            <pc:docMk/>
            <pc:sldMk cId="1906533855" sldId="2147480709"/>
            <ac:spMk id="3" creationId="{193DEACE-68C2-A179-C986-59323C060DDE}"/>
          </ac:spMkLst>
        </pc:spChg>
        <pc:spChg chg="mod">
          <ac:chgData name="Almeida, Luis Alexandre" userId="5df86c4b-e2b3-489b-9c00-1eef9e703c19" providerId="ADAL" clId="{6119D6FA-2335-4462-BA57-03F691092A6C}" dt="2026-01-20T16:57:28.121" v="21735" actId="114"/>
          <ac:spMkLst>
            <pc:docMk/>
            <pc:sldMk cId="1906533855" sldId="2147480709"/>
            <ac:spMk id="10" creationId="{D5FAAF96-3047-40EC-0BBC-A12CE69FDD53}"/>
          </ac:spMkLst>
        </pc:spChg>
        <pc:spChg chg="mod">
          <ac:chgData name="Almeida, Luis Alexandre" userId="5df86c4b-e2b3-489b-9c00-1eef9e703c19" providerId="ADAL" clId="{6119D6FA-2335-4462-BA57-03F691092A6C}" dt="2026-01-20T16:56:08.277" v="21713" actId="114"/>
          <ac:spMkLst>
            <pc:docMk/>
            <pc:sldMk cId="1906533855" sldId="2147480709"/>
            <ac:spMk id="33" creationId="{457F1C79-13A0-5F3F-A8F0-1D9EA7609A94}"/>
          </ac:spMkLst>
        </pc:spChg>
        <pc:spChg chg="del">
          <ac:chgData name="Almeida, Luis Alexandre" userId="5df86c4b-e2b3-489b-9c00-1eef9e703c19" providerId="ADAL" clId="{6119D6FA-2335-4462-BA57-03F691092A6C}" dt="2026-01-20T16:29:55.312" v="21650" actId="478"/>
          <ac:spMkLst>
            <pc:docMk/>
            <pc:sldMk cId="1906533855" sldId="2147480709"/>
            <ac:spMk id="65" creationId="{BB6FCAC1-0449-FBEE-CBC2-411F8FF7F261}"/>
          </ac:spMkLst>
        </pc:spChg>
      </pc:sldChg>
      <pc:sldChg chg="modSp mod">
        <pc:chgData name="Almeida, Luis Alexandre" userId="5df86c4b-e2b3-489b-9c00-1eef9e703c19" providerId="ADAL" clId="{6119D6FA-2335-4462-BA57-03F691092A6C}" dt="2026-01-20T16:56:43.056" v="21724" actId="114"/>
        <pc:sldMkLst>
          <pc:docMk/>
          <pc:sldMk cId="4005636866" sldId="2147480710"/>
        </pc:sldMkLst>
        <pc:spChg chg="mod">
          <ac:chgData name="Almeida, Luis Alexandre" userId="5df86c4b-e2b3-489b-9c00-1eef9e703c19" providerId="ADAL" clId="{6119D6FA-2335-4462-BA57-03F691092A6C}" dt="2026-01-20T16:56:43.056" v="21724" actId="114"/>
          <ac:spMkLst>
            <pc:docMk/>
            <pc:sldMk cId="4005636866" sldId="2147480710"/>
            <ac:spMk id="37" creationId="{D5AD73BC-9578-CDBB-2902-204C0D60952C}"/>
          </ac:spMkLst>
        </pc:spChg>
      </pc:sldChg>
      <pc:sldChg chg="modSp mod">
        <pc:chgData name="Almeida, Luis Alexandre" userId="5df86c4b-e2b3-489b-9c00-1eef9e703c19" providerId="ADAL" clId="{6119D6FA-2335-4462-BA57-03F691092A6C}" dt="2026-01-20T16:57:17.253" v="21732" actId="20577"/>
        <pc:sldMkLst>
          <pc:docMk/>
          <pc:sldMk cId="4146962192" sldId="2147480711"/>
        </pc:sldMkLst>
        <pc:spChg chg="mod">
          <ac:chgData name="Almeida, Luis Alexandre" userId="5df86c4b-e2b3-489b-9c00-1eef9e703c19" providerId="ADAL" clId="{6119D6FA-2335-4462-BA57-03F691092A6C}" dt="2026-01-20T16:57:17.253" v="21732" actId="20577"/>
          <ac:spMkLst>
            <pc:docMk/>
            <pc:sldMk cId="4146962192" sldId="2147480711"/>
            <ac:spMk id="37" creationId="{509CABC7-F11B-9700-02D6-45723A862D21}"/>
          </ac:spMkLst>
        </pc:spChg>
      </pc:sldChg>
      <pc:sldChg chg="modSp mod">
        <pc:chgData name="Almeida, Luis Alexandre" userId="5df86c4b-e2b3-489b-9c00-1eef9e703c19" providerId="ADAL" clId="{6119D6FA-2335-4462-BA57-03F691092A6C}" dt="2026-01-20T16:56:52.311" v="21728" actId="114"/>
        <pc:sldMkLst>
          <pc:docMk/>
          <pc:sldMk cId="2021917803" sldId="2147480712"/>
        </pc:sldMkLst>
        <pc:spChg chg="mod">
          <ac:chgData name="Almeida, Luis Alexandre" userId="5df86c4b-e2b3-489b-9c00-1eef9e703c19" providerId="ADAL" clId="{6119D6FA-2335-4462-BA57-03F691092A6C}" dt="2026-01-20T16:56:52.311" v="21728" actId="114"/>
          <ac:spMkLst>
            <pc:docMk/>
            <pc:sldMk cId="2021917803" sldId="2147480712"/>
            <ac:spMk id="37" creationId="{15BD42BB-0BEE-60BA-6892-E8BC7AC889E7}"/>
          </ac:spMkLst>
        </pc:spChg>
      </pc:sldChg>
      <pc:sldChg chg="modSp mod">
        <pc:chgData name="Almeida, Luis Alexandre" userId="5df86c4b-e2b3-489b-9c00-1eef9e703c19" providerId="ADAL" clId="{6119D6FA-2335-4462-BA57-03F691092A6C}" dt="2026-01-20T16:57:37.315" v="21738" actId="114"/>
        <pc:sldMkLst>
          <pc:docMk/>
          <pc:sldMk cId="4109187273" sldId="2147480713"/>
        </pc:sldMkLst>
        <pc:spChg chg="mod">
          <ac:chgData name="Almeida, Luis Alexandre" userId="5df86c4b-e2b3-489b-9c00-1eef9e703c19" providerId="ADAL" clId="{6119D6FA-2335-4462-BA57-03F691092A6C}" dt="2026-01-20T16:57:37.315" v="21738" actId="114"/>
          <ac:spMkLst>
            <pc:docMk/>
            <pc:sldMk cId="4109187273" sldId="2147480713"/>
            <ac:spMk id="37" creationId="{DDA02589-7D56-A5A2-19CA-51D715F19012}"/>
          </ac:spMkLst>
        </pc:spChg>
      </pc:sldChg>
      <pc:sldChg chg="modSp mod">
        <pc:chgData name="Almeida, Luis Alexandre" userId="5df86c4b-e2b3-489b-9c00-1eef9e703c19" providerId="ADAL" clId="{6119D6FA-2335-4462-BA57-03F691092A6C}" dt="2026-01-20T17:32:27.820" v="22317" actId="20577"/>
        <pc:sldMkLst>
          <pc:docMk/>
          <pc:sldMk cId="915018631" sldId="2147480714"/>
        </pc:sldMkLst>
        <pc:spChg chg="mod">
          <ac:chgData name="Almeida, Luis Alexandre" userId="5df86c4b-e2b3-489b-9c00-1eef9e703c19" providerId="ADAL" clId="{6119D6FA-2335-4462-BA57-03F691092A6C}" dt="2026-01-20T17:21:05.220" v="22291"/>
          <ac:spMkLst>
            <pc:docMk/>
            <pc:sldMk cId="915018631" sldId="2147480714"/>
            <ac:spMk id="3" creationId="{755A9C35-DB7F-9647-B18C-CD69573FEA90}"/>
          </ac:spMkLst>
        </pc:spChg>
        <pc:spChg chg="mod">
          <ac:chgData name="Almeida, Luis Alexandre" userId="5df86c4b-e2b3-489b-9c00-1eef9e703c19" providerId="ADAL" clId="{6119D6FA-2335-4462-BA57-03F691092A6C}" dt="2026-01-20T17:01:08.735" v="21843" actId="20577"/>
          <ac:spMkLst>
            <pc:docMk/>
            <pc:sldMk cId="915018631" sldId="2147480714"/>
            <ac:spMk id="33" creationId="{29790501-420E-0725-3B71-2B128CE43ED4}"/>
          </ac:spMkLst>
        </pc:spChg>
        <pc:graphicFrameChg chg="modGraphic">
          <ac:chgData name="Almeida, Luis Alexandre" userId="5df86c4b-e2b3-489b-9c00-1eef9e703c19" providerId="ADAL" clId="{6119D6FA-2335-4462-BA57-03F691092A6C}" dt="2026-01-20T17:32:27.820" v="22317" actId="20577"/>
          <ac:graphicFrameMkLst>
            <pc:docMk/>
            <pc:sldMk cId="915018631" sldId="2147480714"/>
            <ac:graphicFrameMk id="2" creationId="{B8870C20-5AE0-F59D-BAA7-EE27D61B0DA8}"/>
          </ac:graphicFrameMkLst>
        </pc:graphicFrameChg>
        <pc:graphicFrameChg chg="modGraphic">
          <ac:chgData name="Almeida, Luis Alexandre" userId="5df86c4b-e2b3-489b-9c00-1eef9e703c19" providerId="ADAL" clId="{6119D6FA-2335-4462-BA57-03F691092A6C}" dt="2026-01-20T17:24:14.875" v="22301" actId="947"/>
          <ac:graphicFrameMkLst>
            <pc:docMk/>
            <pc:sldMk cId="915018631" sldId="2147480714"/>
            <ac:graphicFrameMk id="4" creationId="{243A7FE5-75F9-6119-DC37-0367A9CB8987}"/>
          </ac:graphicFrameMkLst>
        </pc:graphicFrameChg>
      </pc:sldChg>
      <pc:sldChg chg="modSp mod">
        <pc:chgData name="Almeida, Luis Alexandre" userId="5df86c4b-e2b3-489b-9c00-1eef9e703c19" providerId="ADAL" clId="{6119D6FA-2335-4462-BA57-03F691092A6C}" dt="2026-01-20T17:25:59.499" v="22308" actId="203"/>
        <pc:sldMkLst>
          <pc:docMk/>
          <pc:sldMk cId="4220002730" sldId="2147480715"/>
        </pc:sldMkLst>
        <pc:spChg chg="mod">
          <ac:chgData name="Almeida, Luis Alexandre" userId="5df86c4b-e2b3-489b-9c00-1eef9e703c19" providerId="ADAL" clId="{6119D6FA-2335-4462-BA57-03F691092A6C}" dt="2026-01-20T17:21:10.807" v="22292"/>
          <ac:spMkLst>
            <pc:docMk/>
            <pc:sldMk cId="4220002730" sldId="2147480715"/>
            <ac:spMk id="3" creationId="{7F93E47D-9D9B-E56C-92C4-2998FAC62549}"/>
          </ac:spMkLst>
        </pc:spChg>
        <pc:spChg chg="mod">
          <ac:chgData name="Almeida, Luis Alexandre" userId="5df86c4b-e2b3-489b-9c00-1eef9e703c19" providerId="ADAL" clId="{6119D6FA-2335-4462-BA57-03F691092A6C}" dt="2026-01-20T17:01:11.525" v="21844" actId="20577"/>
          <ac:spMkLst>
            <pc:docMk/>
            <pc:sldMk cId="4220002730" sldId="2147480715"/>
            <ac:spMk id="33" creationId="{4BD9A135-7DC9-26DD-6A01-278495EA3B77}"/>
          </ac:spMkLst>
        </pc:spChg>
        <pc:graphicFrameChg chg="mod modGraphic">
          <ac:chgData name="Almeida, Luis Alexandre" userId="5df86c4b-e2b3-489b-9c00-1eef9e703c19" providerId="ADAL" clId="{6119D6FA-2335-4462-BA57-03F691092A6C}" dt="2026-01-20T17:25:55.263" v="22307" actId="203"/>
          <ac:graphicFrameMkLst>
            <pc:docMk/>
            <pc:sldMk cId="4220002730" sldId="2147480715"/>
            <ac:graphicFrameMk id="2" creationId="{15E2E4F4-E308-A052-2A75-8751B664FB76}"/>
          </ac:graphicFrameMkLst>
        </pc:graphicFrameChg>
        <pc:graphicFrameChg chg="mod modGraphic">
          <ac:chgData name="Almeida, Luis Alexandre" userId="5df86c4b-e2b3-489b-9c00-1eef9e703c19" providerId="ADAL" clId="{6119D6FA-2335-4462-BA57-03F691092A6C}" dt="2026-01-20T17:25:59.499" v="22308" actId="203"/>
          <ac:graphicFrameMkLst>
            <pc:docMk/>
            <pc:sldMk cId="4220002730" sldId="2147480715"/>
            <ac:graphicFrameMk id="4" creationId="{DA118FA1-93D2-8559-68F8-1F76A103AEDD}"/>
          </ac:graphicFrameMkLst>
        </pc:graphicFrameChg>
      </pc:sldChg>
      <pc:sldChg chg="addSp delSp modSp add mod">
        <pc:chgData name="Almeida, Luis Alexandre" userId="5df86c4b-e2b3-489b-9c00-1eef9e703c19" providerId="ADAL" clId="{6119D6FA-2335-4462-BA57-03F691092A6C}" dt="2026-01-20T16:17:09.144" v="21637" actId="20577"/>
        <pc:sldMkLst>
          <pc:docMk/>
          <pc:sldMk cId="3897460241" sldId="2147480716"/>
        </pc:sldMkLst>
        <pc:spChg chg="mod">
          <ac:chgData name="Almeida, Luis Alexandre" userId="5df86c4b-e2b3-489b-9c00-1eef9e703c19" providerId="ADAL" clId="{6119D6FA-2335-4462-BA57-03F691092A6C}" dt="2026-01-20T16:17:09.144" v="21637" actId="20577"/>
          <ac:spMkLst>
            <pc:docMk/>
            <pc:sldMk cId="3897460241" sldId="2147480716"/>
            <ac:spMk id="3" creationId="{85632E43-7821-8D52-1689-88D72F971356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4" creationId="{5396FF3A-4DF4-2F32-C9BF-22845BF04DD6}"/>
          </ac:spMkLst>
        </pc:spChg>
        <pc:spChg chg="del">
          <ac:chgData name="Almeida, Luis Alexandre" userId="5df86c4b-e2b3-489b-9c00-1eef9e703c19" providerId="ADAL" clId="{6119D6FA-2335-4462-BA57-03F691092A6C}" dt="2026-01-20T16:16:34.039" v="21609" actId="478"/>
          <ac:spMkLst>
            <pc:docMk/>
            <pc:sldMk cId="3897460241" sldId="2147480716"/>
            <ac:spMk id="5" creationId="{B74DF8ED-DC85-BEE3-383C-1D3FCAFC9E1D}"/>
          </ac:spMkLst>
        </pc:spChg>
        <pc:spChg chg="del">
          <ac:chgData name="Almeida, Luis Alexandre" userId="5df86c4b-e2b3-489b-9c00-1eef9e703c19" providerId="ADAL" clId="{6119D6FA-2335-4462-BA57-03F691092A6C}" dt="2026-01-20T16:16:34.039" v="21609" actId="478"/>
          <ac:spMkLst>
            <pc:docMk/>
            <pc:sldMk cId="3897460241" sldId="2147480716"/>
            <ac:spMk id="6" creationId="{24CB36EE-6381-A300-14E5-51EF67C0CEED}"/>
          </ac:spMkLst>
        </pc:spChg>
        <pc:spChg chg="del">
          <ac:chgData name="Almeida, Luis Alexandre" userId="5df86c4b-e2b3-489b-9c00-1eef9e703c19" providerId="ADAL" clId="{6119D6FA-2335-4462-BA57-03F691092A6C}" dt="2026-01-20T16:16:34.039" v="21609" actId="478"/>
          <ac:spMkLst>
            <pc:docMk/>
            <pc:sldMk cId="3897460241" sldId="2147480716"/>
            <ac:spMk id="7" creationId="{90F44D2C-31A0-0641-E2AB-4035FB968BCD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8" creationId="{95AAA23C-1AAD-D0B9-62B2-45BD1880A33E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9" creationId="{BE63573B-41E5-889C-8051-AA1AE34BAE2E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10" creationId="{B0E8C2CF-66DA-5347-F73C-B572636E57A5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11" creationId="{2A366511-EAD8-711B-12DB-2A1A2D541E43}"/>
          </ac:spMkLst>
        </pc:spChg>
        <pc:spChg chg="del">
          <ac:chgData name="Almeida, Luis Alexandre" userId="5df86c4b-e2b3-489b-9c00-1eef9e703c19" providerId="ADAL" clId="{6119D6FA-2335-4462-BA57-03F691092A6C}" dt="2026-01-20T16:16:34.039" v="21609" actId="478"/>
          <ac:spMkLst>
            <pc:docMk/>
            <pc:sldMk cId="3897460241" sldId="2147480716"/>
            <ac:spMk id="12" creationId="{84630039-B3B1-20B8-029F-8B2EF67313B9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13" creationId="{A07B475A-2BA7-08A0-E1EE-1230964FF03B}"/>
          </ac:spMkLst>
        </pc:spChg>
        <pc:spChg chg="del">
          <ac:chgData name="Almeida, Luis Alexandre" userId="5df86c4b-e2b3-489b-9c00-1eef9e703c19" providerId="ADAL" clId="{6119D6FA-2335-4462-BA57-03F691092A6C}" dt="2026-01-20T16:16:34.039" v="21609" actId="478"/>
          <ac:spMkLst>
            <pc:docMk/>
            <pc:sldMk cId="3897460241" sldId="2147480716"/>
            <ac:spMk id="16" creationId="{D154DAC8-A39B-407B-14B7-FF2DE7CE2242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18" creationId="{40935FB4-DD00-0DFB-2FE1-2E21CE676E08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20" creationId="{4EED95AA-6A92-6D59-9CF7-7BEC288EC7B8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21" creationId="{14F3297B-0AD8-57C4-7710-CEE8396256FE}"/>
          </ac:spMkLst>
        </pc:spChg>
        <pc:spChg chg="del">
          <ac:chgData name="Almeida, Luis Alexandre" userId="5df86c4b-e2b3-489b-9c00-1eef9e703c19" providerId="ADAL" clId="{6119D6FA-2335-4462-BA57-03F691092A6C}" dt="2026-01-20T16:16:34.039" v="21609" actId="478"/>
          <ac:spMkLst>
            <pc:docMk/>
            <pc:sldMk cId="3897460241" sldId="2147480716"/>
            <ac:spMk id="26" creationId="{73B399C1-E177-A935-CB54-3B680D201419}"/>
          </ac:spMkLst>
        </pc:spChg>
        <pc:spChg chg="del">
          <ac:chgData name="Almeida, Luis Alexandre" userId="5df86c4b-e2b3-489b-9c00-1eef9e703c19" providerId="ADAL" clId="{6119D6FA-2335-4462-BA57-03F691092A6C}" dt="2026-01-20T16:16:34.039" v="21609" actId="478"/>
          <ac:spMkLst>
            <pc:docMk/>
            <pc:sldMk cId="3897460241" sldId="2147480716"/>
            <ac:spMk id="32" creationId="{D883F660-612D-F55F-EB99-A253367BA921}"/>
          </ac:spMkLst>
        </pc:spChg>
        <pc:spChg chg="del">
          <ac:chgData name="Almeida, Luis Alexandre" userId="5df86c4b-e2b3-489b-9c00-1eef9e703c19" providerId="ADAL" clId="{6119D6FA-2335-4462-BA57-03F691092A6C}" dt="2026-01-20T16:16:34.039" v="21609" actId="478"/>
          <ac:spMkLst>
            <pc:docMk/>
            <pc:sldMk cId="3897460241" sldId="2147480716"/>
            <ac:spMk id="33" creationId="{6FCCD24B-9A4C-D17D-5DC9-47DFF32C8271}"/>
          </ac:spMkLst>
        </pc:spChg>
        <pc:spChg chg="del">
          <ac:chgData name="Almeida, Luis Alexandre" userId="5df86c4b-e2b3-489b-9c00-1eef9e703c19" providerId="ADAL" clId="{6119D6FA-2335-4462-BA57-03F691092A6C}" dt="2026-01-20T16:16:34.039" v="21609" actId="478"/>
          <ac:spMkLst>
            <pc:docMk/>
            <pc:sldMk cId="3897460241" sldId="2147480716"/>
            <ac:spMk id="34" creationId="{A1222A89-3774-A64E-9D05-2535D6B93513}"/>
          </ac:spMkLst>
        </pc:spChg>
        <pc:spChg chg="del">
          <ac:chgData name="Almeida, Luis Alexandre" userId="5df86c4b-e2b3-489b-9c00-1eef9e703c19" providerId="ADAL" clId="{6119D6FA-2335-4462-BA57-03F691092A6C}" dt="2026-01-20T16:16:34.039" v="21609" actId="478"/>
          <ac:spMkLst>
            <pc:docMk/>
            <pc:sldMk cId="3897460241" sldId="2147480716"/>
            <ac:spMk id="35" creationId="{7EC227E5-3B03-786C-690D-7AC5AA011094}"/>
          </ac:spMkLst>
        </pc:spChg>
        <pc:picChg chg="add mod">
          <ac:chgData name="Almeida, Luis Alexandre" userId="5df86c4b-e2b3-489b-9c00-1eef9e703c19" providerId="ADAL" clId="{6119D6FA-2335-4462-BA57-03F691092A6C}" dt="2026-01-20T16:16:43.298" v="21610"/>
          <ac:picMkLst>
            <pc:docMk/>
            <pc:sldMk cId="3897460241" sldId="2147480716"/>
            <ac:picMk id="15" creationId="{97B663AA-3A0E-1C72-DEC3-E59E0DD4684C}"/>
          </ac:picMkLst>
        </pc:picChg>
      </pc:sldChg>
      <pc:sldChg chg="modSp mod">
        <pc:chgData name="Almeida, Luis Alexandre" userId="5df86c4b-e2b3-489b-9c00-1eef9e703c19" providerId="ADAL" clId="{6119D6FA-2335-4462-BA57-03F691092A6C}" dt="2026-01-20T17:01:15.816" v="21845" actId="20577"/>
        <pc:sldMkLst>
          <pc:docMk/>
          <pc:sldMk cId="3100834202" sldId="2147480717"/>
        </pc:sldMkLst>
        <pc:spChg chg="mod">
          <ac:chgData name="Almeida, Luis Alexandre" userId="5df86c4b-e2b3-489b-9c00-1eef9e703c19" providerId="ADAL" clId="{6119D6FA-2335-4462-BA57-03F691092A6C}" dt="2026-01-20T16:59:22.039" v="21782" actId="20577"/>
          <ac:spMkLst>
            <pc:docMk/>
            <pc:sldMk cId="3100834202" sldId="2147480717"/>
            <ac:spMk id="15" creationId="{CD980336-1896-3B85-660B-944958D022B4}"/>
          </ac:spMkLst>
        </pc:spChg>
        <pc:spChg chg="mod">
          <ac:chgData name="Almeida, Luis Alexandre" userId="5df86c4b-e2b3-489b-9c00-1eef9e703c19" providerId="ADAL" clId="{6119D6FA-2335-4462-BA57-03F691092A6C}" dt="2026-01-20T17:00:22.517" v="21840" actId="20577"/>
          <ac:spMkLst>
            <pc:docMk/>
            <pc:sldMk cId="3100834202" sldId="2147480717"/>
            <ac:spMk id="19" creationId="{E2F3FCBC-9292-AE74-1AB3-A333AA9235AC}"/>
          </ac:spMkLst>
        </pc:spChg>
        <pc:spChg chg="mod">
          <ac:chgData name="Almeida, Luis Alexandre" userId="5df86c4b-e2b3-489b-9c00-1eef9e703c19" providerId="ADAL" clId="{6119D6FA-2335-4462-BA57-03F691092A6C}" dt="2026-01-20T17:01:15.816" v="21845" actId="20577"/>
          <ac:spMkLst>
            <pc:docMk/>
            <pc:sldMk cId="3100834202" sldId="2147480717"/>
            <ac:spMk id="33" creationId="{D21965FA-A672-4740-3B6E-C1602CE3BE94}"/>
          </ac:spMkLst>
        </pc:spChg>
      </pc:sldChg>
      <pc:sldMasterChg chg="delSldLayout">
        <pc:chgData name="Almeida, Luis Alexandre" userId="5df86c4b-e2b3-489b-9c00-1eef9e703c19" providerId="ADAL" clId="{6119D6FA-2335-4462-BA57-03F691092A6C}" dt="2026-01-20T16:18:02.065" v="21640" actId="47"/>
        <pc:sldMasterMkLst>
          <pc:docMk/>
          <pc:sldMasterMk cId="1991545490" sldId="2147483688"/>
        </pc:sldMasterMkLst>
        <pc:sldLayoutChg chg="del">
          <pc:chgData name="Almeida, Luis Alexandre" userId="5df86c4b-e2b3-489b-9c00-1eef9e703c19" providerId="ADAL" clId="{6119D6FA-2335-4462-BA57-03F691092A6C}" dt="2026-01-20T16:18:02.065" v="21640" actId="47"/>
          <pc:sldLayoutMkLst>
            <pc:docMk/>
            <pc:sldMasterMk cId="1991545490" sldId="2147483688"/>
            <pc:sldLayoutMk cId="2695649364" sldId="2147483736"/>
          </pc:sldLayoutMkLst>
        </pc:sldLayoutChg>
      </pc:sldMasterChg>
    </pc:docChg>
  </pc:docChgLst>
  <pc:docChgLst>
    <pc:chgData name="Hélder Filipe Felicidade Fernandes" userId="3a1902f2-b399-4b75-9c33-b8ba454e86b3" providerId="ADAL" clId="{DF402352-57A2-4F01-89BA-167A9BD561CF}"/>
    <pc:docChg chg="undo custSel addSld delSld modSld sldOrd">
      <pc:chgData name="Hélder Filipe Felicidade Fernandes" userId="3a1902f2-b399-4b75-9c33-b8ba454e86b3" providerId="ADAL" clId="{DF402352-57A2-4F01-89BA-167A9BD561CF}" dt="2026-01-21T11:21:43.065" v="107" actId="27918"/>
      <pc:docMkLst>
        <pc:docMk/>
      </pc:docMkLst>
      <pc:sldChg chg="modSp mod">
        <pc:chgData name="Hélder Filipe Felicidade Fernandes" userId="3a1902f2-b399-4b75-9c33-b8ba454e86b3" providerId="ADAL" clId="{DF402352-57A2-4F01-89BA-167A9BD561CF}" dt="2026-01-20T22:49:24.825" v="79" actId="20577"/>
        <pc:sldMkLst>
          <pc:docMk/>
          <pc:sldMk cId="3689053290" sldId="2147480671"/>
        </pc:sldMkLst>
        <pc:graphicFrameChg chg="modGraphic">
          <ac:chgData name="Hélder Filipe Felicidade Fernandes" userId="3a1902f2-b399-4b75-9c33-b8ba454e86b3" providerId="ADAL" clId="{DF402352-57A2-4F01-89BA-167A9BD561CF}" dt="2026-01-20T22:49:24.825" v="79" actId="20577"/>
          <ac:graphicFrameMkLst>
            <pc:docMk/>
            <pc:sldMk cId="3689053290" sldId="2147480671"/>
            <ac:graphicFrameMk id="2" creationId="{E7DB6A42-91C7-B916-0AB2-E073AD6942F0}"/>
          </ac:graphicFrameMkLst>
        </pc:graphicFrameChg>
      </pc:sldChg>
      <pc:sldChg chg="mod">
        <pc:chgData name="Hélder Filipe Felicidade Fernandes" userId="3a1902f2-b399-4b75-9c33-b8ba454e86b3" providerId="ADAL" clId="{DF402352-57A2-4F01-89BA-167A9BD561CF}" dt="2026-01-21T11:21:43.065" v="107" actId="27918"/>
        <pc:sldMkLst>
          <pc:docMk/>
          <pc:sldMk cId="792321807" sldId="2147480674"/>
        </pc:sldMkLst>
      </pc:sldChg>
      <pc:sldChg chg="addSp delSp modSp mod ord">
        <pc:chgData name="Hélder Filipe Felicidade Fernandes" userId="3a1902f2-b399-4b75-9c33-b8ba454e86b3" providerId="ADAL" clId="{DF402352-57A2-4F01-89BA-167A9BD561CF}" dt="2026-01-20T22:45:46.730" v="74" actId="20577"/>
        <pc:sldMkLst>
          <pc:docMk/>
          <pc:sldMk cId="1376005887" sldId="2147480683"/>
        </pc:sldMkLst>
        <pc:spChg chg="del">
          <ac:chgData name="Hélder Filipe Felicidade Fernandes" userId="3a1902f2-b399-4b75-9c33-b8ba454e86b3" providerId="ADAL" clId="{DF402352-57A2-4F01-89BA-167A9BD561CF}" dt="2026-01-20T22:43:45.731" v="3" actId="478"/>
          <ac:spMkLst>
            <pc:docMk/>
            <pc:sldMk cId="1376005887" sldId="2147480683"/>
            <ac:spMk id="2" creationId="{DD0D6907-7BEA-8DE0-EE5A-28CE46F7CBDE}"/>
          </ac:spMkLst>
        </pc:spChg>
        <pc:spChg chg="del">
          <ac:chgData name="Hélder Filipe Felicidade Fernandes" userId="3a1902f2-b399-4b75-9c33-b8ba454e86b3" providerId="ADAL" clId="{DF402352-57A2-4F01-89BA-167A9BD561CF}" dt="2026-01-20T22:42:55.433" v="1" actId="478"/>
          <ac:spMkLst>
            <pc:docMk/>
            <pc:sldMk cId="1376005887" sldId="2147480683"/>
            <ac:spMk id="7" creationId="{3C94A30C-114E-5C99-5E21-219AB0A55640}"/>
          </ac:spMkLst>
        </pc:spChg>
        <pc:spChg chg="mod">
          <ac:chgData name="Hélder Filipe Felicidade Fernandes" userId="3a1902f2-b399-4b75-9c33-b8ba454e86b3" providerId="ADAL" clId="{DF402352-57A2-4F01-89BA-167A9BD561CF}" dt="2026-01-20T22:44:11.772" v="38" actId="20577"/>
          <ac:spMkLst>
            <pc:docMk/>
            <pc:sldMk cId="1376005887" sldId="2147480683"/>
            <ac:spMk id="8" creationId="{A481F126-A7D9-64A5-1D2D-67CD2CDDB536}"/>
          </ac:spMkLst>
        </pc:spChg>
        <pc:spChg chg="add del mod">
          <ac:chgData name="Hélder Filipe Felicidade Fernandes" userId="3a1902f2-b399-4b75-9c33-b8ba454e86b3" providerId="ADAL" clId="{DF402352-57A2-4F01-89BA-167A9BD561CF}" dt="2026-01-20T22:45:00.092" v="42" actId="478"/>
          <ac:spMkLst>
            <pc:docMk/>
            <pc:sldMk cId="1376005887" sldId="2147480683"/>
            <ac:spMk id="11" creationId="{42E4F998-BC72-BC05-8D9D-4541C0E7BEB1}"/>
          </ac:spMkLst>
        </pc:spChg>
        <pc:spChg chg="add del mod">
          <ac:chgData name="Hélder Filipe Felicidade Fernandes" userId="3a1902f2-b399-4b75-9c33-b8ba454e86b3" providerId="ADAL" clId="{DF402352-57A2-4F01-89BA-167A9BD561CF}" dt="2026-01-20T22:45:10.609" v="44" actId="478"/>
          <ac:spMkLst>
            <pc:docMk/>
            <pc:sldMk cId="1376005887" sldId="2147480683"/>
            <ac:spMk id="13" creationId="{68406A44-E368-9545-4FA0-400460FD286F}"/>
          </ac:spMkLst>
        </pc:spChg>
        <pc:spChg chg="add mod">
          <ac:chgData name="Hélder Filipe Felicidade Fernandes" userId="3a1902f2-b399-4b75-9c33-b8ba454e86b3" providerId="ADAL" clId="{DF402352-57A2-4F01-89BA-167A9BD561CF}" dt="2026-01-20T22:45:46.730" v="74" actId="20577"/>
          <ac:spMkLst>
            <pc:docMk/>
            <pc:sldMk cId="1376005887" sldId="2147480683"/>
            <ac:spMk id="14" creationId="{3790BCFF-4E49-1C87-CBE4-9249ACD03BE8}"/>
          </ac:spMkLst>
        </pc:spChg>
        <pc:spChg chg="add mod">
          <ac:chgData name="Hélder Filipe Felicidade Fernandes" userId="3a1902f2-b399-4b75-9c33-b8ba454e86b3" providerId="ADAL" clId="{DF402352-57A2-4F01-89BA-167A9BD561CF}" dt="2026-01-20T22:45:18.685" v="45"/>
          <ac:spMkLst>
            <pc:docMk/>
            <pc:sldMk cId="1376005887" sldId="2147480683"/>
            <ac:spMk id="15" creationId="{4CC9B934-7CC5-F67C-80F7-B1634618D20F}"/>
          </ac:spMkLst>
        </pc:spChg>
        <pc:spChg chg="del">
          <ac:chgData name="Hélder Filipe Felicidade Fernandes" userId="3a1902f2-b399-4b75-9c33-b8ba454e86b3" providerId="ADAL" clId="{DF402352-57A2-4F01-89BA-167A9BD561CF}" dt="2026-01-20T22:44:54.917" v="41" actId="478"/>
          <ac:spMkLst>
            <pc:docMk/>
            <pc:sldMk cId="1376005887" sldId="2147480683"/>
            <ac:spMk id="37" creationId="{38134254-BFEE-319A-4434-C83323454B04}"/>
          </ac:spMkLst>
        </pc:spChg>
        <pc:spChg chg="del">
          <ac:chgData name="Hélder Filipe Felicidade Fernandes" userId="3a1902f2-b399-4b75-9c33-b8ba454e86b3" providerId="ADAL" clId="{DF402352-57A2-4F01-89BA-167A9BD561CF}" dt="2026-01-20T22:45:03.253" v="43" actId="478"/>
          <ac:spMkLst>
            <pc:docMk/>
            <pc:sldMk cId="1376005887" sldId="2147480683"/>
            <ac:spMk id="47" creationId="{DAD19B29-0BD2-6C44-CBBE-6E9B787E17B5}"/>
          </ac:spMkLst>
        </pc:spChg>
        <pc:grpChg chg="add mod">
          <ac:chgData name="Hélder Filipe Felicidade Fernandes" userId="3a1902f2-b399-4b75-9c33-b8ba454e86b3" providerId="ADAL" clId="{DF402352-57A2-4F01-89BA-167A9BD561CF}" dt="2026-01-20T22:43:39.263" v="2"/>
          <ac:grpSpMkLst>
            <pc:docMk/>
            <pc:sldMk cId="1376005887" sldId="2147480683"/>
            <ac:grpSpMk id="3" creationId="{6D921498-FE32-3B23-692D-5E0E0B019102}"/>
          </ac:grpSpMkLst>
        </pc:grpChg>
        <pc:graphicFrameChg chg="mod">
          <ac:chgData name="Hélder Filipe Felicidade Fernandes" userId="3a1902f2-b399-4b75-9c33-b8ba454e86b3" providerId="ADAL" clId="{DF402352-57A2-4F01-89BA-167A9BD561CF}" dt="2026-01-20T22:43:51.823" v="28" actId="1036"/>
          <ac:graphicFrameMkLst>
            <pc:docMk/>
            <pc:sldMk cId="1376005887" sldId="2147480683"/>
            <ac:graphicFrameMk id="6" creationId="{24809E75-148C-5258-7FE3-538ECCFD8211}"/>
          </ac:graphicFrameMkLst>
        </pc:graphicFrameChg>
        <pc:cxnChg chg="mod">
          <ac:chgData name="Hélder Filipe Felicidade Fernandes" userId="3a1902f2-b399-4b75-9c33-b8ba454e86b3" providerId="ADAL" clId="{DF402352-57A2-4F01-89BA-167A9BD561CF}" dt="2026-01-20T22:43:39.263" v="2"/>
          <ac:cxnSpMkLst>
            <pc:docMk/>
            <pc:sldMk cId="1376005887" sldId="2147480683"/>
            <ac:cxnSpMk id="5" creationId="{0EE9A599-97BA-E8A9-8B63-3E6E743B6E92}"/>
          </ac:cxnSpMkLst>
        </pc:cxnChg>
      </pc:sldChg>
      <pc:sldChg chg="mod modNotesTx">
        <pc:chgData name="Hélder Filipe Felicidade Fernandes" userId="3a1902f2-b399-4b75-9c33-b8ba454e86b3" providerId="ADAL" clId="{DF402352-57A2-4F01-89BA-167A9BD561CF}" dt="2026-01-21T11:20:44.159" v="100" actId="27918"/>
        <pc:sldMkLst>
          <pc:docMk/>
          <pc:sldMk cId="1204584262" sldId="2147480704"/>
        </pc:sldMkLst>
      </pc:sldChg>
      <pc:sldChg chg="modSp mod">
        <pc:chgData name="Hélder Filipe Felicidade Fernandes" userId="3a1902f2-b399-4b75-9c33-b8ba454e86b3" providerId="ADAL" clId="{DF402352-57A2-4F01-89BA-167A9BD561CF}" dt="2026-01-20T22:49:20.500" v="77" actId="1035"/>
        <pc:sldMkLst>
          <pc:docMk/>
          <pc:sldMk cId="915018631" sldId="2147480714"/>
        </pc:sldMkLst>
        <pc:graphicFrameChg chg="mod">
          <ac:chgData name="Hélder Filipe Felicidade Fernandes" userId="3a1902f2-b399-4b75-9c33-b8ba454e86b3" providerId="ADAL" clId="{DF402352-57A2-4F01-89BA-167A9BD561CF}" dt="2026-01-20T22:49:20.500" v="77" actId="1035"/>
          <ac:graphicFrameMkLst>
            <pc:docMk/>
            <pc:sldMk cId="915018631" sldId="2147480714"/>
            <ac:graphicFrameMk id="2" creationId="{B8870C20-5AE0-F59D-BAA7-EE27D61B0DA8}"/>
          </ac:graphicFrameMkLst>
        </pc:graphicFrameChg>
      </pc:sldChg>
      <pc:sldChg chg="addSp delSp modSp mod ord">
        <pc:chgData name="Hélder Filipe Felicidade Fernandes" userId="3a1902f2-b399-4b75-9c33-b8ba454e86b3" providerId="ADAL" clId="{DF402352-57A2-4F01-89BA-167A9BD561CF}" dt="2026-01-20T22:52:43.048" v="85"/>
        <pc:sldMkLst>
          <pc:docMk/>
          <pc:sldMk cId="4220002730" sldId="2147480715"/>
        </pc:sldMkLst>
        <pc:graphicFrameChg chg="del">
          <ac:chgData name="Hélder Filipe Felicidade Fernandes" userId="3a1902f2-b399-4b75-9c33-b8ba454e86b3" providerId="ADAL" clId="{DF402352-57A2-4F01-89BA-167A9BD561CF}" dt="2026-01-20T22:52:09.069" v="81" actId="478"/>
          <ac:graphicFrameMkLst>
            <pc:docMk/>
            <pc:sldMk cId="4220002730" sldId="2147480715"/>
            <ac:graphicFrameMk id="2" creationId="{15E2E4F4-E308-A052-2A75-8751B664FB76}"/>
          </ac:graphicFrameMkLst>
        </pc:graphicFrameChg>
        <pc:graphicFrameChg chg="add mod">
          <ac:chgData name="Hélder Filipe Felicidade Fernandes" userId="3a1902f2-b399-4b75-9c33-b8ba454e86b3" providerId="ADAL" clId="{DF402352-57A2-4F01-89BA-167A9BD561CF}" dt="2026-01-20T22:52:43.048" v="85"/>
          <ac:graphicFrameMkLst>
            <pc:docMk/>
            <pc:sldMk cId="4220002730" sldId="2147480715"/>
            <ac:graphicFrameMk id="11" creationId="{FE777E96-F8F7-8A0A-EB8C-536955E51550}"/>
          </ac:graphicFrameMkLst>
        </pc:graphicFrameChg>
      </pc:sldChg>
      <pc:sldChg chg="add del">
        <pc:chgData name="Hélder Filipe Felicidade Fernandes" userId="3a1902f2-b399-4b75-9c33-b8ba454e86b3" providerId="ADAL" clId="{DF402352-57A2-4F01-89BA-167A9BD561CF}" dt="2026-01-20T22:53:02.055" v="86" actId="2696"/>
        <pc:sldMkLst>
          <pc:docMk/>
          <pc:sldMk cId="3681615463" sldId="2147480718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_7FFFF460_300CF98C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_7FFFF460_300CF98C1.xlsx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_7FFFF460_300CF98C2.xlsx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_7FFFF460_300CF98C3.xlsx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_7FFFF460_300CF98C4.xlsx"/><Relationship Id="rId1" Type="http://schemas.openxmlformats.org/officeDocument/2006/relationships/themeOverride" Target="../theme/themeOverride5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_7FFFF460_300CF98C5.xlsx"/><Relationship Id="rId1" Type="http://schemas.openxmlformats.org/officeDocument/2006/relationships/themeOverride" Target="../theme/themeOverrid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F480_47CC7F46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F480_47CC7F46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F462_2F39DF0F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F462_2F39DF0F1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_7FFFF484_37B6C0E4.xlsx"/><Relationship Id="rId1" Type="http://schemas.openxmlformats.org/officeDocument/2006/relationships/themeOverride" Target="../theme/themeOverride7.xml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_7FFFF484_37B6C0E48.xlsx"/><Relationship Id="rId1" Type="http://schemas.openxmlformats.org/officeDocument/2006/relationships/themeOverride" Target="../theme/themeOverride8.xml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_7FFFF484_37B6C0E49.xlsx"/><Relationship Id="rId1" Type="http://schemas.openxmlformats.org/officeDocument/2006/relationships/themeOverride" Target="../theme/themeOverride9.xml"/></Relationships>
</file>

<file path=ppt/charts/_rels/chart1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_7FFFF484_37B6C0E410.xlsx"/><Relationship Id="rId1" Type="http://schemas.openxmlformats.org/officeDocument/2006/relationships/themeOverride" Target="../theme/themeOverrid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</c:spPr>
          <c:dPt>
            <c:idx val="0"/>
            <c:bubble3D val="0"/>
            <c:spPr>
              <a:solidFill>
                <a:sysClr val="window" lastClr="FFFFFF">
                  <a:lumMod val="95000"/>
                </a:sysClr>
              </a:solidFill>
            </c:spPr>
            <c:extLst>
              <c:ext xmlns:c16="http://schemas.microsoft.com/office/drawing/2014/chart" uri="{C3380CC4-5D6E-409C-BE32-E72D297353CC}">
                <c16:uniqueId val="{00000001-4808-4B06-B7E4-7C25395DD5E2}"/>
              </c:ext>
            </c:extLst>
          </c:dPt>
          <c:dPt>
            <c:idx val="1"/>
            <c:bubble3D val="0"/>
            <c:spPr>
              <a:solidFill>
                <a:srgbClr val="4EA72E">
                  <a:lumMod val="5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3-4808-4B06-B7E4-7C25395DD5E2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808-4B06-B7E4-7C25395DD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0"/>
        <c:holeSize val="70"/>
      </c:doughnutChart>
    </c:plotArea>
    <c:plotVisOnly val="1"/>
    <c:dispBlanksAs val="zero"/>
    <c:showDLblsOverMax val="0"/>
  </c:chart>
  <c:spPr>
    <a:ln>
      <a:noFill/>
    </a:ln>
  </c:spPr>
  <c:txPr>
    <a:bodyPr/>
    <a:lstStyle/>
    <a:p>
      <a:pPr rtl="0">
        <a:defRPr sz="1800" baseline="-25000"/>
      </a:pPr>
      <a:endParaRPr lang="pt-PT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EA72E">
                <a:lumMod val="50000"/>
              </a:srgbClr>
            </a:solidFill>
            <a:ln w="3175">
              <a:noFill/>
            </a:ln>
          </c:spPr>
          <c:dPt>
            <c:idx val="0"/>
            <c:bubble3D val="0"/>
            <c:spPr>
              <a:solidFill>
                <a:sysClr val="window" lastClr="FFFFFF">
                  <a:lumMod val="95000"/>
                </a:sysClr>
              </a:solidFill>
              <a:ln w="3175">
                <a:noFill/>
              </a:ln>
            </c:spPr>
            <c:extLst>
              <c:ext xmlns:c16="http://schemas.microsoft.com/office/drawing/2014/chart" uri="{C3380CC4-5D6E-409C-BE32-E72D297353CC}">
                <c16:uniqueId val="{00000001-A506-4E1A-8363-546C817F5BE8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A506-4E1A-8363-546C817F5BE8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506-4E1A-8363-546C817F5B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73"/>
        <c:holeSize val="70"/>
      </c:doughnutChart>
      <c:spPr>
        <a:noFill/>
        <a:ln w="25400">
          <a:noFill/>
        </a:ln>
      </c:spPr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EA72E">
                <a:lumMod val="50000"/>
              </a:srgbClr>
            </a:solidFill>
          </c:spPr>
          <c:dPt>
            <c:idx val="0"/>
            <c:bubble3D val="0"/>
            <c:spPr>
              <a:solidFill>
                <a:sysClr val="window" lastClr="FFFFFF">
                  <a:lumMod val="95000"/>
                </a:sysClr>
              </a:solidFill>
            </c:spPr>
            <c:extLst>
              <c:ext xmlns:c16="http://schemas.microsoft.com/office/drawing/2014/chart" uri="{C3380CC4-5D6E-409C-BE32-E72D297353CC}">
                <c16:uniqueId val="{00000001-0814-4E4A-97C5-12A91B03B747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0814-4E4A-97C5-12A91B03B74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814-4E4A-97C5-12A91B03B7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03"/>
        <c:holeSize val="70"/>
      </c:doughnutChart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</c:spPr>
          <c:dPt>
            <c:idx val="0"/>
            <c:bubble3D val="0"/>
            <c:spPr>
              <a:solidFill>
                <a:sysClr val="window" lastClr="FFFFFF">
                  <a:lumMod val="95000"/>
                </a:sysClr>
              </a:solidFill>
            </c:spPr>
            <c:extLst>
              <c:ext xmlns:c16="http://schemas.microsoft.com/office/drawing/2014/chart" uri="{C3380CC4-5D6E-409C-BE32-E72D297353CC}">
                <c16:uniqueId val="{00000001-7958-4B18-9339-21D4BC1788A7}"/>
              </c:ext>
            </c:extLst>
          </c:dPt>
          <c:dPt>
            <c:idx val="1"/>
            <c:bubble3D val="0"/>
            <c:spPr>
              <a:solidFill>
                <a:srgbClr val="4EA72E">
                  <a:lumMod val="5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3-7958-4B18-9339-21D4BC1788A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958-4B18-9339-21D4BC1788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6"/>
        <c:holeSize val="70"/>
      </c:doughnutChart>
    </c:plotArea>
    <c:plotVisOnly val="1"/>
    <c:dispBlanksAs val="zero"/>
    <c:showDLblsOverMax val="0"/>
  </c:chart>
  <c:spPr>
    <a:ln>
      <a:noFill/>
    </a:ln>
  </c:spPr>
  <c:txPr>
    <a:bodyPr/>
    <a:lstStyle/>
    <a:p>
      <a:pPr rtl="0">
        <a:defRPr sz="1800" baseline="-25000"/>
      </a:pPr>
      <a:endParaRPr lang="pt-PT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EA72E">
                <a:lumMod val="50000"/>
              </a:srgbClr>
            </a:solidFill>
            <a:ln w="3175">
              <a:noFill/>
            </a:ln>
          </c:spPr>
          <c:dPt>
            <c:idx val="0"/>
            <c:bubble3D val="0"/>
            <c:spPr>
              <a:solidFill>
                <a:sysClr val="window" lastClr="FFFFFF">
                  <a:lumMod val="95000"/>
                </a:sysClr>
              </a:solidFill>
              <a:ln w="3175">
                <a:noFill/>
              </a:ln>
            </c:spPr>
            <c:extLst>
              <c:ext xmlns:c16="http://schemas.microsoft.com/office/drawing/2014/chart" uri="{C3380CC4-5D6E-409C-BE32-E72D297353CC}">
                <c16:uniqueId val="{00000001-0817-4B89-A090-8052F315A06B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0817-4B89-A090-8052F315A06B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817-4B89-A090-8052F315A0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40"/>
        <c:holeSize val="70"/>
      </c:doughnutChart>
      <c:spPr>
        <a:noFill/>
        <a:ln w="25400">
          <a:noFill/>
        </a:ln>
      </c:spPr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EA72E">
                <a:lumMod val="50000"/>
              </a:srgbClr>
            </a:solidFill>
          </c:spPr>
          <c:dPt>
            <c:idx val="0"/>
            <c:bubble3D val="0"/>
            <c:spPr>
              <a:solidFill>
                <a:sysClr val="window" lastClr="FFFFFF">
                  <a:lumMod val="95000"/>
                </a:sysClr>
              </a:solidFill>
            </c:spPr>
            <c:extLst>
              <c:ext xmlns:c16="http://schemas.microsoft.com/office/drawing/2014/chart" uri="{C3380CC4-5D6E-409C-BE32-E72D297353CC}">
                <c16:uniqueId val="{00000001-8A5F-4555-904B-47321D842D03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8A5F-4555-904B-47321D842D03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A5F-4555-904B-47321D842D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7"/>
        <c:holeSize val="70"/>
      </c:doughnutChart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1" u="none" strike="noStrike" kern="1200" spc="0" baseline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r>
              <a:rPr lang="pt-PT" sz="1600" i="1" noProof="0">
                <a:solidFill>
                  <a:schemeClr val="accent6">
                    <a:lumMod val="50000"/>
                  </a:schemeClr>
                </a:solidFill>
              </a:rPr>
              <a:t>Commercial Real Estate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1" u="none" strike="noStrike" kern="1200" spc="0" baseline="0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Exposição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7.3343607052826429E-3</c:v>
                </c:pt>
                <c:pt idx="1">
                  <c:v>4.0722165162661798E-2</c:v>
                </c:pt>
                <c:pt idx="2">
                  <c:v>0.11502872780542707</c:v>
                </c:pt>
                <c:pt idx="3">
                  <c:v>0.14863972031589168</c:v>
                </c:pt>
                <c:pt idx="4">
                  <c:v>0.36296571336829569</c:v>
                </c:pt>
                <c:pt idx="5">
                  <c:v>0.2583631026127361</c:v>
                </c:pt>
                <c:pt idx="6">
                  <c:v>3.2018400053573801E-2</c:v>
                </c:pt>
                <c:pt idx="7">
                  <c:v>3.4927809976131249E-2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3A-4935-A1C0-A0CF601CC5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Emissões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3.9618836356560107E-3</c:v>
                </c:pt>
                <c:pt idx="1">
                  <c:v>5.4939406623414674E-3</c:v>
                </c:pt>
                <c:pt idx="2">
                  <c:v>3.4680790343184477E-2</c:v>
                </c:pt>
                <c:pt idx="3">
                  <c:v>0.21206464324561772</c:v>
                </c:pt>
                <c:pt idx="4">
                  <c:v>0.48584613240045926</c:v>
                </c:pt>
                <c:pt idx="5">
                  <c:v>0.1244321221648821</c:v>
                </c:pt>
                <c:pt idx="6">
                  <c:v>6.7038601468879286E-2</c:v>
                </c:pt>
                <c:pt idx="7">
                  <c:v>6.648188607897966E-2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3A-4935-A1C0-A0CF601CC5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1265215"/>
        <c:axId val="291259455"/>
      </c:barChart>
      <c:catAx>
        <c:axId val="291265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6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59455"/>
        <c:crosses val="autoZero"/>
        <c:auto val="1"/>
        <c:lblAlgn val="ctr"/>
        <c:lblOffset val="100"/>
        <c:noMultiLvlLbl val="0"/>
      </c:catAx>
      <c:valAx>
        <c:axId val="291259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65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Muli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1" u="none" strike="noStrike" kern="1200" spc="0" baseline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r>
              <a:rPr lang="pt-PT" sz="1600" i="1" noProof="0">
                <a:solidFill>
                  <a:schemeClr val="accent6">
                    <a:lumMod val="50000"/>
                  </a:schemeClr>
                </a:solidFill>
              </a:rPr>
              <a:t>Mortgage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1" u="none" strike="noStrike" kern="1200" spc="0" baseline="0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Exposição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4.0496428049710008E-2</c:v>
                </c:pt>
                <c:pt idx="1">
                  <c:v>9.4750957737136349E-2</c:v>
                </c:pt>
                <c:pt idx="2">
                  <c:v>6.4078303523638205E-2</c:v>
                </c:pt>
                <c:pt idx="3">
                  <c:v>6.9957258404510878E-2</c:v>
                </c:pt>
                <c:pt idx="4">
                  <c:v>0.26026876009575545</c:v>
                </c:pt>
                <c:pt idx="5">
                  <c:v>0.26073539677907115</c:v>
                </c:pt>
                <c:pt idx="6">
                  <c:v>0.14576630631797516</c:v>
                </c:pt>
                <c:pt idx="7">
                  <c:v>6.3946589092203035E-2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A6-4BDA-BB52-017330A229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Emissões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3.4002938126415452E-3</c:v>
                </c:pt>
                <c:pt idx="1">
                  <c:v>2.0786350217385455E-2</c:v>
                </c:pt>
                <c:pt idx="2">
                  <c:v>2.6196836058494002E-2</c:v>
                </c:pt>
                <c:pt idx="3">
                  <c:v>3.904435166406816E-2</c:v>
                </c:pt>
                <c:pt idx="4">
                  <c:v>0.19949002191062032</c:v>
                </c:pt>
                <c:pt idx="5">
                  <c:v>0.30614297444238697</c:v>
                </c:pt>
                <c:pt idx="6">
                  <c:v>0.24714956671403021</c:v>
                </c:pt>
                <c:pt idx="7">
                  <c:v>0.15778960518037322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A6-4BDA-BB52-017330A229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1265215"/>
        <c:axId val="291259455"/>
      </c:barChart>
      <c:catAx>
        <c:axId val="291265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6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59455"/>
        <c:crosses val="autoZero"/>
        <c:auto val="1"/>
        <c:lblAlgn val="ctr"/>
        <c:lblOffset val="100"/>
        <c:noMultiLvlLbl val="0"/>
      </c:catAx>
      <c:valAx>
        <c:axId val="291259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65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Muli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1" u="none" strike="noStrike" kern="1200" spc="0" baseline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r>
              <a:rPr lang="pt-PT" sz="1600" i="1" noProof="0">
                <a:solidFill>
                  <a:schemeClr val="accent6">
                    <a:lumMod val="50000"/>
                  </a:schemeClr>
                </a:solidFill>
              </a:rPr>
              <a:t>Commercial Real Estate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1" u="none" strike="noStrike" kern="1200" spc="0" baseline="0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Exposição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2.0698794612371101E-2</c:v>
                </c:pt>
                <c:pt idx="3">
                  <c:v>0.15371359607310148</c:v>
                </c:pt>
                <c:pt idx="4">
                  <c:v>0.52596784756159143</c:v>
                </c:pt>
                <c:pt idx="5">
                  <c:v>0.11100260864694525</c:v>
                </c:pt>
                <c:pt idx="6">
                  <c:v>0.16867731867626642</c:v>
                </c:pt>
                <c:pt idx="7">
                  <c:v>1.9939834429724201E-2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3A-4935-A1C0-A0CF601CC5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Emissões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1.7485247510230981E-2</c:v>
                </c:pt>
                <c:pt idx="3">
                  <c:v>0.23516527346604796</c:v>
                </c:pt>
                <c:pt idx="4">
                  <c:v>0.5917242741048645</c:v>
                </c:pt>
                <c:pt idx="5">
                  <c:v>4.4856781351824061E-2</c:v>
                </c:pt>
                <c:pt idx="6">
                  <c:v>0.10322968832399831</c:v>
                </c:pt>
                <c:pt idx="7">
                  <c:v>7.5387352430341401E-3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3A-4935-A1C0-A0CF601CC5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1265215"/>
        <c:axId val="291259455"/>
      </c:barChart>
      <c:catAx>
        <c:axId val="291265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6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59455"/>
        <c:crosses val="autoZero"/>
        <c:auto val="1"/>
        <c:lblAlgn val="ctr"/>
        <c:lblOffset val="100"/>
        <c:noMultiLvlLbl val="0"/>
      </c:catAx>
      <c:valAx>
        <c:axId val="291259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65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Muli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1" u="none" strike="noStrike" kern="1200" spc="0" baseline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r>
              <a:rPr lang="pt-PT" sz="1600" i="1" noProof="0">
                <a:solidFill>
                  <a:schemeClr val="accent6">
                    <a:lumMod val="50000"/>
                  </a:schemeClr>
                </a:solidFill>
              </a:rPr>
              <a:t>Mortgage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1" u="none" strike="noStrike" kern="1200" spc="0" baseline="0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Exposição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1.8276065850790221E-2</c:v>
                </c:pt>
                <c:pt idx="1">
                  <c:v>3.2984106001670573E-2</c:v>
                </c:pt>
                <c:pt idx="2">
                  <c:v>5.097306896385919E-2</c:v>
                </c:pt>
                <c:pt idx="3">
                  <c:v>7.0210602884711773E-2</c:v>
                </c:pt>
                <c:pt idx="4">
                  <c:v>0.2884406750966359</c:v>
                </c:pt>
                <c:pt idx="5">
                  <c:v>0.2679943477122203</c:v>
                </c:pt>
                <c:pt idx="6">
                  <c:v>0.18795956356800256</c:v>
                </c:pt>
                <c:pt idx="7">
                  <c:v>8.3161569922109588E-2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A6-4BDA-BB52-017330A229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Emissões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1.0130506429440484E-2</c:v>
                </c:pt>
                <c:pt idx="1">
                  <c:v>5.7325474955067804E-2</c:v>
                </c:pt>
                <c:pt idx="2">
                  <c:v>4.7426615951947561E-2</c:v>
                </c:pt>
                <c:pt idx="3">
                  <c:v>0.19891729033550995</c:v>
                </c:pt>
                <c:pt idx="4">
                  <c:v>0.34024190528052289</c:v>
                </c:pt>
                <c:pt idx="5">
                  <c:v>0.19601028107693375</c:v>
                </c:pt>
                <c:pt idx="6">
                  <c:v>9.9784267619246178E-2</c:v>
                </c:pt>
                <c:pt idx="7">
                  <c:v>5.0163658351331367E-2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A6-4BDA-BB52-017330A229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1265215"/>
        <c:axId val="291259455"/>
      </c:barChart>
      <c:catAx>
        <c:axId val="291265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6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59455"/>
        <c:crosses val="autoZero"/>
        <c:auto val="1"/>
        <c:lblAlgn val="ctr"/>
        <c:lblOffset val="100"/>
        <c:noMultiLvlLbl val="0"/>
      </c:catAx>
      <c:valAx>
        <c:axId val="291259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65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Muli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EBEBE6"/>
            </a:solidFill>
            <a:ln w="3175">
              <a:solidFill>
                <a:srgbClr val="EBEBE6"/>
              </a:solidFill>
            </a:ln>
          </c:spPr>
          <c:dPt>
            <c:idx val="0"/>
            <c:bubble3D val="0"/>
            <c:spPr>
              <a:solidFill>
                <a:sysClr val="window" lastClr="FFFFFF"/>
              </a:solidFill>
              <a:ln w="3175">
                <a:solidFill>
                  <a:srgbClr val="EBEBE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EE1A-45F3-9C3C-3302F55D09A3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EE1A-45F3-9C3C-3302F55D09A3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</c:v>
                </c:pt>
                <c:pt idx="1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E1A-45F3-9C3C-3302F55D09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60"/>
        <c:holeSize val="70"/>
      </c:doughnutChart>
      <c:spPr>
        <a:noFill/>
        <a:ln w="25400">
          <a:noFill/>
        </a:ln>
      </c:spPr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EA72E">
                <a:lumMod val="50000"/>
              </a:srgbClr>
            </a:solidFill>
            <a:ln w="3175">
              <a:noFill/>
            </a:ln>
          </c:spPr>
          <c:dPt>
            <c:idx val="0"/>
            <c:bubble3D val="0"/>
            <c:spPr>
              <a:solidFill>
                <a:sysClr val="window" lastClr="FFFFFF"/>
              </a:solidFill>
              <a:ln w="3175">
                <a:solidFill>
                  <a:srgbClr val="70AD47">
                    <a:lumMod val="50000"/>
                  </a:srgb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1-54E9-4B35-B662-D4710DFB55A7}"/>
              </c:ext>
            </c:extLst>
          </c:dPt>
          <c:dPt>
            <c:idx val="1"/>
            <c:bubble3D val="0"/>
            <c:spPr>
              <a:solidFill>
                <a:srgbClr val="4EA72E">
                  <a:lumMod val="50000"/>
                </a:srgbClr>
              </a:solidFill>
              <a:ln w="3175">
                <a:solidFill>
                  <a:srgbClr val="70AD47">
                    <a:lumMod val="50000"/>
                  </a:srgb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2-54E9-4B35-B662-D4710DFB55A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4E9-4B35-B662-D4710DFB55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78"/>
        <c:holeSize val="70"/>
      </c:doughnutChart>
      <c:spPr>
        <a:noFill/>
        <a:ln w="25400">
          <a:noFill/>
        </a:ln>
      </c:spPr>
    </c:plotArea>
    <c:plotVisOnly val="1"/>
    <c:dispBlanksAs val="zero"/>
    <c:showDLblsOverMax val="0"/>
  </c:chart>
  <c:spPr>
    <a:ln>
      <a:noFill/>
    </a:ln>
  </c:spPr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EBEBE6"/>
            </a:solidFill>
            <a:ln w="3175">
              <a:solidFill>
                <a:srgbClr val="EBEBE6"/>
              </a:solidFill>
            </a:ln>
          </c:spPr>
          <c:dPt>
            <c:idx val="0"/>
            <c:bubble3D val="0"/>
            <c:spPr>
              <a:solidFill>
                <a:sysClr val="window" lastClr="FFFFFF"/>
              </a:solidFill>
              <a:ln w="3175">
                <a:solidFill>
                  <a:srgbClr val="EBEBE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D5FD-4638-A693-424194FCE384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D5FD-4638-A693-424194FCE384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5FD-4638-A693-424194FCE3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86"/>
        <c:holeSize val="70"/>
      </c:doughnutChart>
      <c:spPr>
        <a:noFill/>
        <a:ln w="25400">
          <a:noFill/>
        </a:ln>
      </c:spPr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EA72E">
                <a:lumMod val="50000"/>
              </a:srgbClr>
            </a:solidFill>
            <a:ln w="3175">
              <a:solidFill>
                <a:srgbClr val="70AD47">
                  <a:lumMod val="50000"/>
                </a:srgbClr>
              </a:solidFill>
            </a:ln>
          </c:spPr>
          <c:dPt>
            <c:idx val="0"/>
            <c:bubble3D val="0"/>
            <c:spPr>
              <a:solidFill>
                <a:sysClr val="window" lastClr="FFFFFF"/>
              </a:solidFill>
              <a:ln w="3175">
                <a:solidFill>
                  <a:srgbClr val="70AD47">
                    <a:lumMod val="50000"/>
                  </a:srgb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1-8762-435A-AE22-BED36454A762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8762-435A-AE22-BED36454A762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762-435A-AE22-BED36454A7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83"/>
        <c:holeSize val="70"/>
      </c:doughnutChart>
      <c:spPr>
        <a:noFill/>
        <a:ln w="25400">
          <a:noFill/>
        </a:ln>
      </c:spPr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Incluir:</a:t>
            </a:r>
            <a:br>
              <a:rPr lang="pt-PT"/>
            </a:br>
            <a:br>
              <a:rPr lang="pt-PT"/>
            </a:br>
            <a:r>
              <a:rPr lang="pt-PT"/>
              <a:t>vários cenários</a:t>
            </a:r>
            <a:br>
              <a:rPr lang="pt-PT"/>
            </a:br>
            <a:r>
              <a:rPr lang="pt-PT"/>
              <a:t>parâmetros que andamos a testar </a:t>
            </a:r>
            <a:br>
              <a:rPr lang="pt-PT"/>
            </a:br>
            <a:r>
              <a:rPr lang="pt-PT"/>
              <a:t>análise de sensibilidade e principais conclusões </a:t>
            </a:r>
            <a:br>
              <a:rPr lang="pt-PT"/>
            </a:br>
            <a:r>
              <a:rPr lang="pt-PT"/>
              <a:t>“Se os EPC fossem assumidos todos reiais” qual o impacto…</a:t>
            </a:r>
            <a:br>
              <a:rPr lang="pt-PT"/>
            </a:br>
            <a:r>
              <a:rPr lang="pt-PT"/>
              <a:t>Calculo de emissões com fatores de Espanha (como um cenário adicional)</a:t>
            </a:r>
          </a:p>
        </p:txBody>
      </p:sp>
    </p:spTree>
    <p:extLst>
      <p:ext uri="{BB962C8B-B14F-4D97-AF65-F5344CB8AC3E}">
        <p14:creationId xmlns:p14="http://schemas.microsoft.com/office/powerpoint/2010/main" val="1508145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30699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defTabSz="914400" hangingPunct="1">
              <a:spcAft>
                <a:spcPts val="600"/>
              </a:spcAft>
              <a:defRPr/>
            </a:pP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61353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sz="1081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664900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FC0D7-1112-22A2-578F-569CDAA58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BB5CB2-65E3-9F3F-A116-B650928DB3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F7AB4-A333-0FA5-6D7F-22FFD7033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sz="1081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131459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0B11C-EA39-CE84-1982-813C1B90F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8342F-AA4B-5450-C37D-2FD664DDB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31CFE0-5F88-013B-B10E-3433BF749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77883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D42B2-525E-C271-8C3A-CEBD2BE26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4395ED-A48D-5D2B-CC81-6B26421C0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1ED49C-20D4-9A1E-E9BC-D85C7AF64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85280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638A3-5323-5DDA-0690-FFC75E63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81C6D1-1060-E109-AA57-525360612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97001-24D6-ADE4-CA60-E69171615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41736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9D0AA-00D2-E26F-815C-AB853133A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2CCA1C-529B-9761-52BC-17E2A061D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007AA-F380-249D-5DC6-A892E9F6A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27596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6E380-CDA5-F6BD-0AC9-363888257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B7DBBD-9C35-57D4-5AA8-9D33FEE3D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00F829-ADB0-DE6C-9644-EEB63398A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622231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C9590-24F2-FE9D-4A6C-694985875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BBAC80-3CC6-E8A6-2A4B-2AA130A1C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CF384-C6ED-0B18-2B8D-F3F837F37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639790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E9E72-A177-72F6-FBDE-07BFAB2B0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2966B-071E-B3DC-90AF-020D0A6DA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D2EF2-EC76-1791-726A-204B9EC2A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204460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906CF-2871-57B0-53D8-D10D1CF3D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4B94E7-64E8-CE15-7D4D-DDF61B33E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9739F1-8441-CA7A-2116-49A35A3F1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000141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22F19-D804-F4FB-51AF-19158AC03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905CB7-F5F5-51E4-9332-34B7F2D6D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70305-2B4B-67CC-3EF0-E5E5B9CD5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838771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38783-EF22-C2A5-2B5D-4BE781C00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BD9BA-2C0E-9763-8BEB-F456395129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6C710D-1D2C-686F-AAB0-780CEF295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964824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65AF4-696D-66C9-2A0B-E5EC01A7A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B43FC6-D390-F62C-3365-E93489E2D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F2124-58E9-B617-91EA-BBBE91FF2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582786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79024-0EEC-AE3F-1D67-6670A580D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7D3638-58EC-07B0-5DF1-044CD9009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4A6E0-A005-5518-9EA8-C5C3468ED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413232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BB429-EBB3-B45C-D1DF-BECC06F26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C06140-00F0-4AB9-413C-209A2F055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B5E059-3645-1D94-E7E4-112AAF074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603117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A3C1D-D230-8889-0A1E-8C671C0FB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E9D53-E005-741D-06B2-AA0662E43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FDDFE1-6AD1-26AC-639C-FAC883426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33062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8393F-F82C-29AE-7086-56E1D0CF0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7463C-3FA4-FF54-EDDB-5C2103D28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3C110C-93BA-9F55-13F2-BB9FCA25D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910187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B8BB9-3128-7E26-94D2-7B671FE9F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6DEC7-DC3B-CF12-8BD7-DEE4330DF5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211E40-ABF3-90B1-2303-6C6F85D51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908878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136E7-4F01-C8A5-3B55-9786114DC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0F3835-AAEB-1BF9-217D-3CE0E0A97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2F247F-858C-FF62-2DAC-0E8D4AF96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910823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E348E-57D6-8EEA-56D2-F76FA84AE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14CA30-0052-55CB-47E0-1EA98A5FF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07CECF-A107-6383-4716-4B9F23AAB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546979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16C5C-8E70-4F69-9C74-BD66F62C5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32AF7-C29F-D3CF-7CDD-343160319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8C56FA-E2A3-0466-64C3-430029F2A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585771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9FF75-7AC6-91B3-D496-B134F438D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0486D6-CD03-3A3C-EF0A-F8F4CD24F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84A531-1028-DD8C-31B0-2CA552CEA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300211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7F59F-4995-FE57-C442-8CA5A86E4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2B4CF9-6D07-802D-F4DB-CE8825B4C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70D005-9255-60D5-FBF7-E105C9983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221037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2B8AB-404D-CD2A-F3E1-38BEBB5AC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A573AB-31F6-064D-E54F-C6709B8BB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1B4BD-270A-BA6C-8F2C-A09C30824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842732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8EBF2-58DA-9BDE-9186-315E42D40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307913-012B-BA9E-A9D5-8351F35C2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E2AE0D-7BE4-BD4C-BB10-7320E7E6B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429945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F3E57-6C3C-61E5-B45B-FB3EA5910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982A09-E5B3-5DC2-9322-1611D83C3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28C489-DE5E-C243-862D-2A8F4F1CC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76505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C8C1C-6381-8C72-FFDD-303FC3FB6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2466BA-F67A-F058-8D06-25986BB56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D3A8F2-2C51-0250-A38A-6A04243E5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656333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D25FE-764D-853A-FC04-57C1310D8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871B85-C786-C8F2-1689-392E778693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2233E-2586-4414-F796-BC07D63DC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776585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45A7D-628A-2014-AE6B-F2E868F8E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986C6-3549-D2D2-F949-324621BFA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39F3EC-92A9-9C66-C4A9-A5CC73B6C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239747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4A99F-7EE0-EDB3-CD8C-7BAB31264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0265F-6622-C8E2-A692-F3F96E738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7FDD4-D341-EDAD-26E6-072D5CB59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13819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285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3846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384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25882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37387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590267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53877495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58982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1483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6848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8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4748" tIns="24748" rIns="24748" bIns="24748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3489817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656974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3255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82436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1272199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44773813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213718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403943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285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3846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384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351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6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1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image" Target="../media/image7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E56451C-6603-4886-8834-3FFAEBC4B1FA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64C5294-ABDC-42D4-ADCF-D26545D42A58}"/>
              </a:ext>
            </a:extLst>
          </p:cNvPr>
          <p:cNvSpPr txBox="1">
            <a:spLocks/>
          </p:cNvSpPr>
          <p:nvPr userDrawn="1"/>
        </p:nvSpPr>
        <p:spPr>
          <a:xfrm>
            <a:off x="10010775" y="6571111"/>
            <a:ext cx="1422008" cy="288198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800" b="0" kern="1200" baseline="0">
                <a:solidFill>
                  <a:srgbClr val="003E51"/>
                </a:solidFill>
                <a:latin typeface="Muli Bold" panose="00000800000000000000" pitchFamily="2" charset="0"/>
                <a:ea typeface="+mn-ea"/>
                <a:cs typeface="Arial" panose="020B0604020202020204" pitchFamily="34" charset="0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pt-PT" sz="800" b="0" i="0" u="none" strike="noStrike" kern="1200" cap="none" spc="0" normalizeH="0" baseline="0">
                <a:ln>
                  <a:noFill/>
                </a:ln>
                <a:solidFill>
                  <a:srgbClr val="003E51"/>
                </a:solidFill>
                <a:effectLst/>
                <a:uFillTx/>
                <a:latin typeface="Muli Light" panose="000004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N.11.20219013115 V1.0</a:t>
            </a:r>
            <a:endParaRPr lang="pt-PT">
              <a:latin typeface="Muli Light" panose="00000400000000000000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9884F05-74D9-4C3B-91EE-D9F1A448778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480CC768-F03C-467D-87CD-181885B7E00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16" r:id="rId2"/>
    <p:sldLayoutId id="2147483698" r:id="rId3"/>
    <p:sldLayoutId id="2147483699" r:id="rId4"/>
    <p:sldLayoutId id="2147483700" r:id="rId5"/>
    <p:sldLayoutId id="2147483701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emplate-apresentações-neyond-02.jpg">
            <a:extLst>
              <a:ext uri="{FF2B5EF4-FFF2-40B4-BE49-F238E27FC236}">
                <a16:creationId xmlns:a16="http://schemas.microsoft.com/office/drawing/2014/main" id="{E1BE618C-12B1-40B2-A8FF-AEB3A4A890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009FE0"/>
              </a:clrFrom>
              <a:clrTo>
                <a:srgbClr val="009FE0">
                  <a:alpha val="0"/>
                </a:srgbClr>
              </a:clrTo>
            </a:clrChange>
          </a:blip>
          <a:srcRect t="56400" r="70825"/>
          <a:stretch/>
        </p:blipFill>
        <p:spPr>
          <a:xfrm>
            <a:off x="2" y="3868809"/>
            <a:ext cx="3556553" cy="299078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72389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 white.pdf">
            <a:extLst>
              <a:ext uri="{FF2B5EF4-FFF2-40B4-BE49-F238E27FC236}">
                <a16:creationId xmlns:a16="http://schemas.microsoft.com/office/drawing/2014/main" id="{C3A784EC-5643-480A-BD47-C5AE342C8C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88105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49572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0490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eb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12" Type="http://schemas.microsoft.com/office/2007/relationships/hdphoto" Target="../media/hdphoto5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microsoft.com/office/2007/relationships/hdphoto" Target="../media/hdphoto2.wdp"/><Relationship Id="rId11" Type="http://schemas.openxmlformats.org/officeDocument/2006/relationships/image" Target="../media/image26.png"/><Relationship Id="rId5" Type="http://schemas.openxmlformats.org/officeDocument/2006/relationships/image" Target="../media/image23.png"/><Relationship Id="rId10" Type="http://schemas.microsoft.com/office/2007/relationships/hdphoto" Target="../media/hdphoto4.wdp"/><Relationship Id="rId4" Type="http://schemas.openxmlformats.org/officeDocument/2006/relationships/image" Target="../media/image22.sv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13" Type="http://schemas.openxmlformats.org/officeDocument/2006/relationships/image" Target="../media/image32.svg"/><Relationship Id="rId3" Type="http://schemas.openxmlformats.org/officeDocument/2006/relationships/chart" Target="../charts/chart1.xml"/><Relationship Id="rId7" Type="http://schemas.openxmlformats.org/officeDocument/2006/relationships/chart" Target="../charts/chart4.xml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11" Type="http://schemas.openxmlformats.org/officeDocument/2006/relationships/image" Target="../media/image30.svg"/><Relationship Id="rId5" Type="http://schemas.openxmlformats.org/officeDocument/2006/relationships/chart" Target="../charts/chart3.xml"/><Relationship Id="rId10" Type="http://schemas.openxmlformats.org/officeDocument/2006/relationships/image" Target="../media/image29.png"/><Relationship Id="rId4" Type="http://schemas.openxmlformats.org/officeDocument/2006/relationships/chart" Target="../charts/chart2.xml"/><Relationship Id="rId9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chart" Target="../charts/chart1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32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microsoft.com/office/2007/relationships/hdphoto" Target="../media/hdphoto5.wdp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32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microsoft.com/office/2007/relationships/hdphoto" Target="../media/hdphoto5.wdp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32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microsoft.com/office/2007/relationships/hdphoto" Target="../media/hdphoto5.wdp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8.svg"/><Relationship Id="rId11" Type="http://schemas.openxmlformats.org/officeDocument/2006/relationships/image" Target="../media/image3.png"/><Relationship Id="rId5" Type="http://schemas.openxmlformats.org/officeDocument/2006/relationships/image" Target="../media/image47.png"/><Relationship Id="rId10" Type="http://schemas.openxmlformats.org/officeDocument/2006/relationships/image" Target="../media/image52.svg"/><Relationship Id="rId4" Type="http://schemas.openxmlformats.org/officeDocument/2006/relationships/image" Target="../media/image46.svg"/><Relationship Id="rId9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13" Type="http://schemas.openxmlformats.org/officeDocument/2006/relationships/image" Target="../media/image55.png"/><Relationship Id="rId18" Type="http://schemas.openxmlformats.org/officeDocument/2006/relationships/image" Target="../media/image60.svg"/><Relationship Id="rId3" Type="http://schemas.openxmlformats.org/officeDocument/2006/relationships/image" Target="../media/image45.png"/><Relationship Id="rId21" Type="http://schemas.openxmlformats.org/officeDocument/2006/relationships/image" Target="../media/image62.sv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58.svg"/><Relationship Id="rId20" Type="http://schemas.openxmlformats.org/officeDocument/2006/relationships/image" Target="../media/image6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8.sv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23" Type="http://schemas.openxmlformats.org/officeDocument/2006/relationships/image" Target="../media/image64.svg"/><Relationship Id="rId10" Type="http://schemas.openxmlformats.org/officeDocument/2006/relationships/image" Target="../media/image52.svg"/><Relationship Id="rId19" Type="http://schemas.openxmlformats.org/officeDocument/2006/relationships/image" Target="../media/image3.png"/><Relationship Id="rId4" Type="http://schemas.openxmlformats.org/officeDocument/2006/relationships/image" Target="../media/image46.svg"/><Relationship Id="rId9" Type="http://schemas.openxmlformats.org/officeDocument/2006/relationships/image" Target="../media/image51.png"/><Relationship Id="rId14" Type="http://schemas.openxmlformats.org/officeDocument/2006/relationships/image" Target="../media/image56.svg"/><Relationship Id="rId22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6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9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7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7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8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3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74.svg"/><Relationship Id="rId9" Type="http://schemas.openxmlformats.org/officeDocument/2006/relationships/image" Target="../media/image8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8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7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3C000A3-A263-4D79-A553-037722D3F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6011692" cy="301892"/>
          </a:xfrm>
        </p:spPr>
        <p:txBody>
          <a:bodyPr/>
          <a:lstStyle/>
          <a:p>
            <a:r>
              <a:rPr lang="pt-PT" b="1" noProof="0"/>
              <a:t>Apresentação de Resultados</a:t>
            </a:r>
            <a:endParaRPr lang="pt-PT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BA500-778A-41B0-A062-8A11E44145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PT"/>
              <a:t>20</a:t>
            </a:r>
            <a:r>
              <a:rPr lang="pt-PT" noProof="0"/>
              <a:t> de janeiro de 2026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A138B7-010B-4261-B134-DFBC17016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4" y="2746617"/>
            <a:ext cx="7142321" cy="900308"/>
          </a:xfrm>
        </p:spPr>
        <p:txBody>
          <a:bodyPr/>
          <a:lstStyle/>
          <a:p>
            <a:r>
              <a:rPr lang="pt-PT" i="1"/>
              <a:t>Portfolio </a:t>
            </a:r>
            <a:r>
              <a:rPr lang="pt-PT" i="1" err="1"/>
              <a:t>Alignment</a:t>
            </a:r>
            <a:r>
              <a:rPr lang="pt-PT" i="1"/>
              <a:t> </a:t>
            </a:r>
            <a:r>
              <a:rPr lang="pt-PT"/>
              <a:t>– Cálculo de emissões financiadas de CRE e </a:t>
            </a:r>
            <a:r>
              <a:rPr lang="pt-PT" i="1" err="1"/>
              <a:t>Mortgages</a:t>
            </a:r>
            <a:r>
              <a:rPr lang="pt-PT"/>
              <a:t>, e </a:t>
            </a:r>
            <a:r>
              <a:rPr lang="pt-PT" noProof="0"/>
              <a:t>Convergência de Calculadoras</a:t>
            </a:r>
            <a:endParaRPr lang="pt-PT" i="1" noProof="0"/>
          </a:p>
        </p:txBody>
      </p:sp>
      <p:pic>
        <p:nvPicPr>
          <p:cNvPr id="5" name="Picture 2" descr="Santander Logo: valor, história, PNG">
            <a:extLst>
              <a:ext uri="{FF2B5EF4-FFF2-40B4-BE49-F238E27FC236}">
                <a16:creationId xmlns:a16="http://schemas.microsoft.com/office/drawing/2014/main" id="{5643C9DF-3626-ABD7-A99B-6D8D492D1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25" y="4243441"/>
            <a:ext cx="2677635" cy="150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558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4E05C-30C2-A517-F4C2-2763BD41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310B94-8DEF-66FF-4427-ABFE07E63A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PT" noProof="0"/>
              <a:t>Enquadramento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ECC52-3F87-D57D-0EFB-E9EB6A015C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3347" y="1362286"/>
            <a:ext cx="466664" cy="257460"/>
          </a:xfrm>
        </p:spPr>
        <p:txBody>
          <a:bodyPr/>
          <a:lstStyle/>
          <a:p>
            <a:r>
              <a:rPr lang="pt-PT" noProof="0"/>
              <a:t>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7AB08-A3C6-4B81-0536-BF70FABA54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noProof="0"/>
              <a:t>Resultados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464A3E-C110-6F75-25B0-87491F2F7A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3347" y="1733846"/>
            <a:ext cx="466664" cy="257460"/>
          </a:xfrm>
        </p:spPr>
        <p:txBody>
          <a:bodyPr/>
          <a:lstStyle/>
          <a:p>
            <a:r>
              <a:rPr lang="pt-PT" noProof="0"/>
              <a:t>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92297D-CAC3-B686-A600-0555B3F810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PT" noProof="0"/>
              <a:t>Índice</a:t>
            </a:r>
          </a:p>
        </p:txBody>
      </p:sp>
      <p:pic>
        <p:nvPicPr>
          <p:cNvPr id="7" name="Picture 6" descr="A plant growing out of a pot&#10;&#10;AI-generated content may be incorrect.">
            <a:extLst>
              <a:ext uri="{FF2B5EF4-FFF2-40B4-BE49-F238E27FC236}">
                <a16:creationId xmlns:a16="http://schemas.microsoft.com/office/drawing/2014/main" id="{1CFE2187-0E89-DE2E-2DC7-B0E659CA2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17" r="7608"/>
          <a:stretch>
            <a:fillRect/>
          </a:stretch>
        </p:blipFill>
        <p:spPr>
          <a:xfrm>
            <a:off x="5777376" y="0"/>
            <a:ext cx="6413037" cy="6898701"/>
          </a:xfrm>
          <a:prstGeom prst="rect">
            <a:avLst/>
          </a:prstGeom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39F9490-22A4-46CA-C38F-6C25AFA647EC}"/>
              </a:ext>
            </a:extLst>
          </p:cNvPr>
          <p:cNvSpPr txBox="1">
            <a:spLocks/>
          </p:cNvSpPr>
          <p:nvPr/>
        </p:nvSpPr>
        <p:spPr>
          <a:xfrm>
            <a:off x="758728" y="2105526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754" kern="1200">
                <a:solidFill>
                  <a:schemeClr val="tx1"/>
                </a:solidFill>
                <a:latin typeface="Muli Bold" panose="000008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noProof="0"/>
              <a:t>Metodologia e robustez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42A9C04-11FA-DD7D-E3B7-2994801A6677}"/>
              </a:ext>
            </a:extLst>
          </p:cNvPr>
          <p:cNvSpPr txBox="1">
            <a:spLocks/>
          </p:cNvSpPr>
          <p:nvPr/>
        </p:nvSpPr>
        <p:spPr>
          <a:xfrm>
            <a:off x="5103347" y="210540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754" kern="1200">
                <a:solidFill>
                  <a:schemeClr val="tx1"/>
                </a:solidFill>
                <a:latin typeface="Muli Bold" panose="000008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noProof="0"/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CA4AF6-2D09-6E24-50A8-C03DD73815E5}"/>
              </a:ext>
            </a:extLst>
          </p:cNvPr>
          <p:cNvSpPr/>
          <p:nvPr/>
        </p:nvSpPr>
        <p:spPr>
          <a:xfrm>
            <a:off x="5777375" y="0"/>
            <a:ext cx="6413037" cy="6898701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7D231C1-EF96-358E-5CA7-67791AB01044}"/>
              </a:ext>
            </a:extLst>
          </p:cNvPr>
          <p:cNvSpPr txBox="1">
            <a:spLocks/>
          </p:cNvSpPr>
          <p:nvPr/>
        </p:nvSpPr>
        <p:spPr>
          <a:xfrm>
            <a:off x="758728" y="2477086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754" kern="1200">
                <a:solidFill>
                  <a:schemeClr val="tx1"/>
                </a:solidFill>
                <a:latin typeface="Muli Bold" panose="000008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noProof="0"/>
              <a:t>Implicações e próximos passos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E71EE45-E5FB-380B-C34B-C5CFC8B90321}"/>
              </a:ext>
            </a:extLst>
          </p:cNvPr>
          <p:cNvSpPr txBox="1">
            <a:spLocks/>
          </p:cNvSpPr>
          <p:nvPr/>
        </p:nvSpPr>
        <p:spPr>
          <a:xfrm>
            <a:off x="5103347" y="247696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754" kern="1200">
                <a:solidFill>
                  <a:schemeClr val="tx1"/>
                </a:solidFill>
                <a:latin typeface="Muli Bold" panose="000008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noProof="0"/>
              <a:t>4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B930947-D288-9C01-96A0-1375C78C8031}"/>
              </a:ext>
            </a:extLst>
          </p:cNvPr>
          <p:cNvSpPr txBox="1">
            <a:spLocks/>
          </p:cNvSpPr>
          <p:nvPr/>
        </p:nvSpPr>
        <p:spPr>
          <a:xfrm>
            <a:off x="758728" y="2848646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754" kern="1200">
                <a:solidFill>
                  <a:schemeClr val="tx1"/>
                </a:solidFill>
                <a:latin typeface="Muli Bold" panose="000008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noProof="0"/>
              <a:t>Anexos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E41CFAB-F75E-AC10-AE2A-E85519F0E563}"/>
              </a:ext>
            </a:extLst>
          </p:cNvPr>
          <p:cNvSpPr txBox="1">
            <a:spLocks/>
          </p:cNvSpPr>
          <p:nvPr/>
        </p:nvSpPr>
        <p:spPr>
          <a:xfrm>
            <a:off x="5103347" y="284852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754" kern="1200">
                <a:solidFill>
                  <a:schemeClr val="tx1"/>
                </a:solidFill>
                <a:latin typeface="Muli Bold" panose="000008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noProof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143105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2A421-8C9B-39C5-6EE5-746040962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hand holding a small green ball">
            <a:extLst>
              <a:ext uri="{FF2B5EF4-FFF2-40B4-BE49-F238E27FC236}">
                <a16:creationId xmlns:a16="http://schemas.microsoft.com/office/drawing/2014/main" id="{FA2A26C5-14A3-023A-B126-C924121FF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95" b="4383"/>
          <a:stretch>
            <a:fillRect/>
          </a:stretch>
        </p:blipFill>
        <p:spPr>
          <a:xfrm>
            <a:off x="-1" y="0"/>
            <a:ext cx="12190413" cy="68595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F1781EE-D3D7-1539-FFCC-1422866E6678}"/>
              </a:ext>
            </a:extLst>
          </p:cNvPr>
          <p:cNvSpPr/>
          <p:nvPr/>
        </p:nvSpPr>
        <p:spPr>
          <a:xfrm>
            <a:off x="-1" y="0"/>
            <a:ext cx="12190413" cy="6859588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pic>
        <p:nvPicPr>
          <p:cNvPr id="9" name="07.png">
            <a:extLst>
              <a:ext uri="{FF2B5EF4-FFF2-40B4-BE49-F238E27FC236}">
                <a16:creationId xmlns:a16="http://schemas.microsoft.com/office/drawing/2014/main" id="{247B7D23-CCE9-F63A-EE02-9B523CD291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2768827"/>
            <a:ext cx="12192734" cy="178060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B5116F3-5A39-3843-B719-E3694C0DF53D}"/>
              </a:ext>
            </a:extLst>
          </p:cNvPr>
          <p:cNvSpPr txBox="1">
            <a:spLocks/>
          </p:cNvSpPr>
          <p:nvPr/>
        </p:nvSpPr>
        <p:spPr>
          <a:xfrm>
            <a:off x="809521" y="2933764"/>
            <a:ext cx="10767129" cy="495236"/>
          </a:xfrm>
          <a:prstGeom prst="rect">
            <a:avLst/>
          </a:prstGeom>
        </p:spPr>
        <p:txBody>
          <a:bodyPr/>
          <a:lstStyle>
            <a:lvl1pPr marL="111352" indent="-111352" algn="l" defTabSz="445407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05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759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46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16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486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57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27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297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b="1" noProof="0">
                <a:solidFill>
                  <a:schemeClr val="bg1"/>
                </a:solidFill>
                <a:latin typeface="Muli" panose="00000500000000000000" pitchFamily="2" charset="0"/>
              </a:rPr>
              <a:t>1. Enquadramento</a:t>
            </a:r>
          </a:p>
        </p:txBody>
      </p:sp>
    </p:spTree>
    <p:extLst>
      <p:ext uri="{BB962C8B-B14F-4D97-AF65-F5344CB8AC3E}">
        <p14:creationId xmlns:p14="http://schemas.microsoft.com/office/powerpoint/2010/main" val="1139067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166">
            <a:extLst>
              <a:ext uri="{FF2B5EF4-FFF2-40B4-BE49-F238E27FC236}">
                <a16:creationId xmlns:a16="http://schemas.microsoft.com/office/drawing/2014/main" id="{369FF7FC-3FE3-1A9A-1D70-F6C89B3368D9}"/>
              </a:ext>
            </a:extLst>
          </p:cNvPr>
          <p:cNvSpPr/>
          <p:nvPr/>
        </p:nvSpPr>
        <p:spPr>
          <a:xfrm>
            <a:off x="549490" y="1512935"/>
            <a:ext cx="5295512" cy="3426977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defTabSz="224622" hangingPunct="1">
              <a:lnSpc>
                <a:spcPct val="117999"/>
              </a:lnSpc>
              <a:defRPr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As emissões financiadas representam a maior proporção do que é o impacto ambiental das instituições financeiras. Assim, a prática de medir estas emissões é essencial para efeitos de gestão de risco, divulgação de informação às partes interessadas 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suporte à tomada de decisão. Neste contexto, os objetivos do presente exercício passaram por: </a:t>
            </a:r>
          </a:p>
          <a:p>
            <a:pPr marL="228600" indent="-228600" algn="just" defTabSz="224622" hangingPunct="1">
              <a:lnSpc>
                <a:spcPct val="117999"/>
              </a:lnSpc>
              <a:buFont typeface="+mj-lt"/>
              <a:buAutoNum type="alphaUcPeriod"/>
              <a:defRPr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Reforçar a precisão e consistência do cálculo das emissões financiadas no universo de ativos imobiliários - </a:t>
            </a:r>
            <a:r>
              <a:rPr lang="pt-PT" sz="1200" b="1" i="1" err="1">
                <a:solidFill>
                  <a:srgbClr val="005F7C"/>
                </a:solidFill>
                <a:latin typeface="Muli Light" panose="00000400000000000000" pitchFamily="2" charset="0"/>
              </a:rPr>
              <a:t>Commercial</a:t>
            </a:r>
            <a:r>
              <a:rPr lang="pt-PT" sz="1200" b="1" i="1">
                <a:solidFill>
                  <a:srgbClr val="005F7C"/>
                </a:solidFill>
                <a:latin typeface="Muli Light" panose="00000400000000000000" pitchFamily="2" charset="0"/>
              </a:rPr>
              <a:t> Real </a:t>
            </a:r>
            <a:r>
              <a:rPr lang="pt-PT" sz="1200" b="1" i="1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200" b="1" i="1">
                <a:solidFill>
                  <a:srgbClr val="005F7C"/>
                </a:solidFill>
                <a:latin typeface="Muli Light" panose="00000400000000000000" pitchFamily="2" charset="0"/>
              </a:rPr>
              <a:t> (CRE) e </a:t>
            </a:r>
            <a:r>
              <a:rPr lang="pt-PT" sz="1200" b="1" i="1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- permitindo uma avaliação mais robusta da exposição do Banco ao 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risco climático e de transição energética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, em linha com os 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compromissos do Santander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nesta matéria – </a:t>
            </a:r>
            <a:r>
              <a:rPr lang="pt-PT" sz="1200" b="1" i="1">
                <a:solidFill>
                  <a:srgbClr val="005F7C"/>
                </a:solidFill>
                <a:latin typeface="Muli Light" panose="00000400000000000000" pitchFamily="2" charset="0"/>
              </a:rPr>
              <a:t>Net Zero Portfolio </a:t>
            </a:r>
            <a:r>
              <a:rPr lang="pt-PT" sz="1200" b="1" i="1" err="1">
                <a:solidFill>
                  <a:srgbClr val="005F7C"/>
                </a:solidFill>
                <a:latin typeface="Muli Light" panose="00000400000000000000" pitchFamily="2" charset="0"/>
              </a:rPr>
              <a:t>Alignment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–  e às exigências regulatórias; </a:t>
            </a:r>
          </a:p>
          <a:p>
            <a:pPr marL="228600" indent="-228600" algn="just" defTabSz="224622" hangingPunct="1">
              <a:lnSpc>
                <a:spcPct val="117999"/>
              </a:lnSpc>
              <a:buFont typeface="+mj-lt"/>
              <a:buAutoNum type="alphaUcPeriod"/>
              <a:defRPr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Estabelecer-se como uma referência para o processo de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alinhamento e convergência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entre a atual calculadora de emissões financiadas utilizada para efeitos de reporte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de riscos ESG, ao abrigo do Pilar III,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e a calculadora desenvolvida no âmbito de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Portfolio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Alignment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.</a:t>
            </a:r>
          </a:p>
        </p:txBody>
      </p:sp>
      <p:pic>
        <p:nvPicPr>
          <p:cNvPr id="150" name="Picture 149" descr="A green planet with many buildings and trees">
            <a:extLst>
              <a:ext uri="{FF2B5EF4-FFF2-40B4-BE49-F238E27FC236}">
                <a16:creationId xmlns:a16="http://schemas.microsoft.com/office/drawing/2014/main" id="{AF6AEF1E-7AEC-7A34-832A-73F86A9F4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465" y="0"/>
            <a:ext cx="6859588" cy="6859588"/>
          </a:xfrm>
          <a:prstGeom prst="rect">
            <a:avLst/>
          </a:prstGeom>
        </p:spPr>
      </p:pic>
      <p:sp>
        <p:nvSpPr>
          <p:cNvPr id="151" name="Rectangle 150">
            <a:extLst>
              <a:ext uri="{FF2B5EF4-FFF2-40B4-BE49-F238E27FC236}">
                <a16:creationId xmlns:a16="http://schemas.microsoft.com/office/drawing/2014/main" id="{0D886603-F9D0-F022-E968-741CB1F694D6}"/>
              </a:ext>
            </a:extLst>
          </p:cNvPr>
          <p:cNvSpPr/>
          <p:nvPr/>
        </p:nvSpPr>
        <p:spPr>
          <a:xfrm>
            <a:off x="6419310" y="-794"/>
            <a:ext cx="6851898" cy="6858695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E5A9F2-F005-4812-A92A-50A2D79422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Enquadramento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5D765C-774B-4EE7-8C6D-AE64B09A9B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 noProof="0"/>
              <a:t>Objetivos e Enquadramento do Exercício</a:t>
            </a: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7B031AA7-08B1-FD9D-C6FF-1612178E5DC9}"/>
              </a:ext>
            </a:extLst>
          </p:cNvPr>
          <p:cNvSpPr txBox="1">
            <a:spLocks/>
          </p:cNvSpPr>
          <p:nvPr/>
        </p:nvSpPr>
        <p:spPr>
          <a:xfrm>
            <a:off x="566226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PT" sz="13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52EBD9F-D827-2FF9-DB9C-F95B5E1A50F9}"/>
              </a:ext>
            </a:extLst>
          </p:cNvPr>
          <p:cNvGrpSpPr/>
          <p:nvPr/>
        </p:nvGrpSpPr>
        <p:grpSpPr>
          <a:xfrm>
            <a:off x="549490" y="4954655"/>
            <a:ext cx="5469170" cy="923567"/>
            <a:chOff x="329111" y="3822860"/>
            <a:chExt cx="5469170" cy="923567"/>
          </a:xfrm>
        </p:grpSpPr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D9A7EDE2-F915-0E1E-71C8-FAC94300138D}"/>
                </a:ext>
              </a:extLst>
            </p:cNvPr>
            <p:cNvCxnSpPr>
              <a:cxnSpLocks/>
            </p:cNvCxnSpPr>
            <p:nvPr/>
          </p:nvCxnSpPr>
          <p:spPr>
            <a:xfrm>
              <a:off x="329665" y="3957518"/>
              <a:ext cx="4248000" cy="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3BE74BF6-B604-46EF-92F7-73353AE6D808}"/>
                </a:ext>
              </a:extLst>
            </p:cNvPr>
            <p:cNvCxnSpPr>
              <a:cxnSpLocks/>
            </p:cNvCxnSpPr>
            <p:nvPr/>
          </p:nvCxnSpPr>
          <p:spPr>
            <a:xfrm>
              <a:off x="329111" y="3947893"/>
              <a:ext cx="0" cy="798534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4" name="Group 59">
              <a:extLst>
                <a:ext uri="{FF2B5EF4-FFF2-40B4-BE49-F238E27FC236}">
                  <a16:creationId xmlns:a16="http://schemas.microsoft.com/office/drawing/2014/main" id="{93DF8CBB-58F5-5B9E-1D32-D4BA7D062CB9}"/>
                </a:ext>
              </a:extLst>
            </p:cNvPr>
            <p:cNvGrpSpPr/>
            <p:nvPr/>
          </p:nvGrpSpPr>
          <p:grpSpPr>
            <a:xfrm>
              <a:off x="4561049" y="3822860"/>
              <a:ext cx="1237232" cy="297319"/>
              <a:chOff x="1779379" y="1383715"/>
              <a:chExt cx="1237232" cy="297319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165" name="Rounded Rectangle 43">
                <a:extLst>
                  <a:ext uri="{FF2B5EF4-FFF2-40B4-BE49-F238E27FC236}">
                    <a16:creationId xmlns:a16="http://schemas.microsoft.com/office/drawing/2014/main" id="{04269AAA-F461-BC76-10DE-3FED81F388F7}"/>
                  </a:ext>
                </a:extLst>
              </p:cNvPr>
              <p:cNvSpPr/>
              <p:nvPr/>
            </p:nvSpPr>
            <p:spPr>
              <a:xfrm>
                <a:off x="1779379" y="1383715"/>
                <a:ext cx="1237232" cy="297319"/>
              </a:xfrm>
              <a:prstGeom prst="roundRect">
                <a:avLst/>
              </a:prstGeom>
              <a:grp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sz="1400" noProof="0"/>
              </a:p>
            </p:txBody>
          </p:sp>
          <p:sp>
            <p:nvSpPr>
              <p:cNvPr id="166" name="Text Placeholder 3">
                <a:extLst>
                  <a:ext uri="{FF2B5EF4-FFF2-40B4-BE49-F238E27FC236}">
                    <a16:creationId xmlns:a16="http://schemas.microsoft.com/office/drawing/2014/main" id="{353E7772-F3B5-4C17-8990-02BDBB5CBE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67405" y="1424652"/>
                <a:ext cx="1061188" cy="21544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ctr" anchorCtr="0">
                <a:spAutoFit/>
              </a:bodyPr>
              <a:lstStyle>
                <a:lvl1pPr marL="0" indent="0" algn="ctr">
                  <a:buNone/>
                  <a:defRPr sz="14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</a:defRPr>
                </a:lvl1pPr>
                <a:lvl2pPr marL="457200" indent="0">
                  <a:buNone/>
                  <a:defRPr sz="1200"/>
                </a:lvl2pPr>
                <a:lvl3pPr marL="914400" indent="0">
                  <a:buNone/>
                  <a:defRPr sz="1000"/>
                </a:lvl3pPr>
                <a:lvl4pPr marL="1371600" indent="0">
                  <a:buNone/>
                  <a:defRPr sz="900"/>
                </a:lvl4pPr>
                <a:lvl5pPr marL="1828800" indent="0">
                  <a:buNone/>
                  <a:defRPr sz="900"/>
                </a:lvl5pPr>
                <a:lvl6pPr marL="2286000" indent="0">
                  <a:buNone/>
                  <a:defRPr sz="900"/>
                </a:lvl6pPr>
                <a:lvl7pPr marL="2743200" indent="0">
                  <a:buNone/>
                  <a:defRPr sz="900"/>
                </a:lvl7pPr>
                <a:lvl8pPr marL="3200400" indent="0">
                  <a:buNone/>
                  <a:defRPr sz="900"/>
                </a:lvl8pPr>
                <a:lvl9pPr marL="3657600" indent="0">
                  <a:buNone/>
                  <a:defRPr sz="900"/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r>
                  <a:rPr kumimoji="0" lang="pt-PT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uli" panose="00000500000000000000" pitchFamily="2" charset="0"/>
                  </a:rPr>
                  <a:t>Metodologia</a:t>
                </a: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0DA42C-2FCF-767D-BEDB-C32F987ED4E9}"/>
              </a:ext>
            </a:extLst>
          </p:cNvPr>
          <p:cNvGrpSpPr/>
          <p:nvPr/>
        </p:nvGrpSpPr>
        <p:grpSpPr>
          <a:xfrm>
            <a:off x="549490" y="1210555"/>
            <a:ext cx="5494756" cy="961090"/>
            <a:chOff x="319586" y="1575181"/>
            <a:chExt cx="5494756" cy="961090"/>
          </a:xfrm>
        </p:grpSpPr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66528516-D42C-D3B7-FB51-7D24A0B1EF25}"/>
                </a:ext>
              </a:extLst>
            </p:cNvPr>
            <p:cNvCxnSpPr>
              <a:cxnSpLocks/>
            </p:cNvCxnSpPr>
            <p:nvPr/>
          </p:nvCxnSpPr>
          <p:spPr>
            <a:xfrm>
              <a:off x="5798281" y="1737071"/>
              <a:ext cx="0" cy="799200"/>
            </a:xfrm>
            <a:prstGeom prst="line">
              <a:avLst/>
            </a:prstGeom>
            <a:ln w="28575"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4" name="Group 59">
              <a:extLst>
                <a:ext uri="{FF2B5EF4-FFF2-40B4-BE49-F238E27FC236}">
                  <a16:creationId xmlns:a16="http://schemas.microsoft.com/office/drawing/2014/main" id="{57C4CAB3-321A-639D-A6F2-C979C94A0A42}"/>
                </a:ext>
              </a:extLst>
            </p:cNvPr>
            <p:cNvGrpSpPr/>
            <p:nvPr/>
          </p:nvGrpSpPr>
          <p:grpSpPr>
            <a:xfrm>
              <a:off x="319586" y="1575181"/>
              <a:ext cx="1237232" cy="297319"/>
              <a:chOff x="1779379" y="1383715"/>
              <a:chExt cx="1237232" cy="297319"/>
            </a:xfrm>
            <a:solidFill>
              <a:schemeClr val="tx1"/>
            </a:solidFill>
          </p:grpSpPr>
          <p:sp>
            <p:nvSpPr>
              <p:cNvPr id="155" name="Rounded Rectangle 43">
                <a:extLst>
                  <a:ext uri="{FF2B5EF4-FFF2-40B4-BE49-F238E27FC236}">
                    <a16:creationId xmlns:a16="http://schemas.microsoft.com/office/drawing/2014/main" id="{C891DD3F-A709-F745-42D3-2B13482A4E81}"/>
                  </a:ext>
                </a:extLst>
              </p:cNvPr>
              <p:cNvSpPr/>
              <p:nvPr/>
            </p:nvSpPr>
            <p:spPr>
              <a:xfrm>
                <a:off x="1779379" y="1383715"/>
                <a:ext cx="1237232" cy="297319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sz="1400" noProof="0"/>
              </a:p>
            </p:txBody>
          </p:sp>
          <p:sp>
            <p:nvSpPr>
              <p:cNvPr id="156" name="Text Placeholder 3">
                <a:extLst>
                  <a:ext uri="{FF2B5EF4-FFF2-40B4-BE49-F238E27FC236}">
                    <a16:creationId xmlns:a16="http://schemas.microsoft.com/office/drawing/2014/main" id="{237E9B23-A78E-0E3C-5D81-3FA065912A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96443" y="1424652"/>
                <a:ext cx="803105" cy="21544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none" lIns="0" tIns="0" rIns="0" bIns="0" anchor="ctr" anchorCtr="0">
                <a:spAutoFit/>
              </a:bodyPr>
              <a:lstStyle>
                <a:lvl1pPr marL="0" indent="0" algn="ctr">
                  <a:buNone/>
                  <a:defRPr sz="14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</a:defRPr>
                </a:lvl1pPr>
                <a:lvl2pPr marL="457200" indent="0">
                  <a:buNone/>
                  <a:defRPr sz="1200"/>
                </a:lvl2pPr>
                <a:lvl3pPr marL="914400" indent="0">
                  <a:buNone/>
                  <a:defRPr sz="1000"/>
                </a:lvl3pPr>
                <a:lvl4pPr marL="1371600" indent="0">
                  <a:buNone/>
                  <a:defRPr sz="900"/>
                </a:lvl4pPr>
                <a:lvl5pPr marL="1828800" indent="0">
                  <a:buNone/>
                  <a:defRPr sz="900"/>
                </a:lvl5pPr>
                <a:lvl6pPr marL="2286000" indent="0">
                  <a:buNone/>
                  <a:defRPr sz="900"/>
                </a:lvl6pPr>
                <a:lvl7pPr marL="2743200" indent="0">
                  <a:buNone/>
                  <a:defRPr sz="900"/>
                </a:lvl7pPr>
                <a:lvl8pPr marL="3200400" indent="0">
                  <a:buNone/>
                  <a:defRPr sz="900"/>
                </a:lvl8pPr>
                <a:lvl9pPr marL="3657600" indent="0">
                  <a:buNone/>
                  <a:defRPr sz="900"/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r>
                  <a:rPr kumimoji="0" lang="pt-PT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uli" panose="00000500000000000000" pitchFamily="2" charset="0"/>
                  </a:rPr>
                  <a:t>Objetivos</a:t>
                </a:r>
              </a:p>
            </p:txBody>
          </p:sp>
        </p:grp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55C77D0C-CC4F-7CBB-7D66-DE1C5D61DBF6}"/>
                </a:ext>
              </a:extLst>
            </p:cNvPr>
            <p:cNvCxnSpPr/>
            <p:nvPr/>
          </p:nvCxnSpPr>
          <p:spPr>
            <a:xfrm>
              <a:off x="1566342" y="1729089"/>
              <a:ext cx="4248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E72AAD87-4B68-97B4-8FE5-A4AB8447C59E}"/>
              </a:ext>
            </a:extLst>
          </p:cNvPr>
          <p:cNvSpPr/>
          <p:nvPr/>
        </p:nvSpPr>
        <p:spPr>
          <a:xfrm>
            <a:off x="549490" y="5267525"/>
            <a:ext cx="5295512" cy="1041072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8000"/>
              </a:lnSpc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A metodologia de referência utilizada tem em conta o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Global GHG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Accounting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and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Reporting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Standard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do PCAF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complementada por orientações internas –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Pilar 3 ESG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e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Alignment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–, garantindo consistência e rigor no cálculo das emissões. </a:t>
            </a:r>
          </a:p>
        </p:txBody>
      </p:sp>
    </p:spTree>
    <p:extLst>
      <p:ext uri="{BB962C8B-B14F-4D97-AF65-F5344CB8AC3E}">
        <p14:creationId xmlns:p14="http://schemas.microsoft.com/office/powerpoint/2010/main" val="1086649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A1E2A-6C0A-281C-B51B-2339C8836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6B1F06D-21E8-50C3-BF5A-B57292341D8C}"/>
              </a:ext>
            </a:extLst>
          </p:cNvPr>
          <p:cNvSpPr/>
          <p:nvPr/>
        </p:nvSpPr>
        <p:spPr>
          <a:xfrm>
            <a:off x="2433296" y="1223419"/>
            <a:ext cx="7884000" cy="1584000"/>
          </a:xfrm>
          <a:prstGeom prst="roundRect">
            <a:avLst>
              <a:gd name="adj" fmla="val 4480"/>
            </a:avLst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303FBB23-9E1A-FF72-4FA5-B68621BBF034}"/>
              </a:ext>
            </a:extLst>
          </p:cNvPr>
          <p:cNvSpPr/>
          <p:nvPr/>
        </p:nvSpPr>
        <p:spPr>
          <a:xfrm>
            <a:off x="2286635" y="4628352"/>
            <a:ext cx="8030661" cy="1440000"/>
          </a:xfrm>
          <a:prstGeom prst="roundRect">
            <a:avLst>
              <a:gd name="adj" fmla="val 4480"/>
            </a:avLst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39E19011-1E68-EA1A-12E5-3C20C4F038D5}"/>
              </a:ext>
            </a:extLst>
          </p:cNvPr>
          <p:cNvSpPr/>
          <p:nvPr/>
        </p:nvSpPr>
        <p:spPr>
          <a:xfrm>
            <a:off x="2286635" y="2940625"/>
            <a:ext cx="8030661" cy="1440000"/>
          </a:xfrm>
          <a:prstGeom prst="roundRect">
            <a:avLst>
              <a:gd name="adj" fmla="val 4480"/>
            </a:avLst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01A1BC84-6438-2EAF-B67A-19C62EFEE3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Perímetro e Âmbito do Exercício</a:t>
            </a:r>
          </a:p>
        </p:txBody>
      </p:sp>
      <p:sp>
        <p:nvSpPr>
          <p:cNvPr id="77" name="Arc 25">
            <a:extLst>
              <a:ext uri="{FF2B5EF4-FFF2-40B4-BE49-F238E27FC236}">
                <a16:creationId xmlns:a16="http://schemas.microsoft.com/office/drawing/2014/main" id="{AFDA0D78-E378-6A3B-BA78-1D7F5D079917}"/>
              </a:ext>
            </a:extLst>
          </p:cNvPr>
          <p:cNvSpPr/>
          <p:nvPr/>
        </p:nvSpPr>
        <p:spPr>
          <a:xfrm rot="14220000">
            <a:off x="-1512833" y="1701789"/>
            <a:ext cx="4989145" cy="4200992"/>
          </a:xfrm>
          <a:custGeom>
            <a:avLst/>
            <a:gdLst>
              <a:gd name="connsiteX0" fmla="*/ 4052240 w 4376729"/>
              <a:gd name="connsiteY0" fmla="*/ 3335059 h 4376729"/>
              <a:gd name="connsiteX1" fmla="*/ 2091681 w 4376729"/>
              <a:gd name="connsiteY1" fmla="*/ 4374593 h 4376729"/>
              <a:gd name="connsiteX2" fmla="*/ 230540 w 4376729"/>
              <a:gd name="connsiteY2" fmla="*/ 3166050 h 4376729"/>
              <a:gd name="connsiteX3" fmla="*/ 382610 w 4376729"/>
              <a:gd name="connsiteY3" fmla="*/ 952163 h 4376729"/>
              <a:gd name="connsiteX4" fmla="*/ 2188365 w 4376729"/>
              <a:gd name="connsiteY4" fmla="*/ 2188365 h 4376729"/>
              <a:gd name="connsiteX5" fmla="*/ 4052240 w 4376729"/>
              <a:gd name="connsiteY5" fmla="*/ 3335059 h 4376729"/>
              <a:gd name="connsiteX0" fmla="*/ 4052240 w 4376729"/>
              <a:gd name="connsiteY0" fmla="*/ 3335059 h 4376729"/>
              <a:gd name="connsiteX1" fmla="*/ 2091681 w 4376729"/>
              <a:gd name="connsiteY1" fmla="*/ 4374593 h 4376729"/>
              <a:gd name="connsiteX2" fmla="*/ 230540 w 4376729"/>
              <a:gd name="connsiteY2" fmla="*/ 3166050 h 4376729"/>
              <a:gd name="connsiteX3" fmla="*/ 382610 w 4376729"/>
              <a:gd name="connsiteY3" fmla="*/ 952163 h 4376729"/>
              <a:gd name="connsiteX0" fmla="*/ 4052247 w 4052247"/>
              <a:gd name="connsiteY0" fmla="*/ 2382896 h 3424574"/>
              <a:gd name="connsiteX1" fmla="*/ 2091688 w 4052247"/>
              <a:gd name="connsiteY1" fmla="*/ 3422430 h 3424574"/>
              <a:gd name="connsiteX2" fmla="*/ 230547 w 4052247"/>
              <a:gd name="connsiteY2" fmla="*/ 2213887 h 3424574"/>
              <a:gd name="connsiteX3" fmla="*/ 382617 w 4052247"/>
              <a:gd name="connsiteY3" fmla="*/ 0 h 3424574"/>
              <a:gd name="connsiteX4" fmla="*/ 4052247 w 4052247"/>
              <a:gd name="connsiteY4" fmla="*/ 2382896 h 3424574"/>
              <a:gd name="connsiteX0" fmla="*/ 4052247 w 4052247"/>
              <a:gd name="connsiteY0" fmla="*/ 2382896 h 3424574"/>
              <a:gd name="connsiteX1" fmla="*/ 2091688 w 4052247"/>
              <a:gd name="connsiteY1" fmla="*/ 3422430 h 3424574"/>
              <a:gd name="connsiteX2" fmla="*/ 230547 w 4052247"/>
              <a:gd name="connsiteY2" fmla="*/ 2213887 h 3424574"/>
              <a:gd name="connsiteX3" fmla="*/ 382617 w 4052247"/>
              <a:gd name="connsiteY3" fmla="*/ 0 h 3424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2247" h="3424574" stroke="0" extrusionOk="0">
                <a:moveTo>
                  <a:pt x="4052247" y="2382896"/>
                </a:moveTo>
                <a:cubicBezTo>
                  <a:pt x="3635905" y="3059633"/>
                  <a:pt x="2885464" y="3457533"/>
                  <a:pt x="2091688" y="3422430"/>
                </a:cubicBezTo>
                <a:cubicBezTo>
                  <a:pt x="1297912" y="3387326"/>
                  <a:pt x="585526" y="2924734"/>
                  <a:pt x="230547" y="2213887"/>
                </a:cubicBezTo>
                <a:cubicBezTo>
                  <a:pt x="-124431" y="1503040"/>
                  <a:pt x="-66223" y="655633"/>
                  <a:pt x="382617" y="0"/>
                </a:cubicBezTo>
                <a:lnTo>
                  <a:pt x="4052247" y="2382896"/>
                </a:lnTo>
                <a:close/>
              </a:path>
              <a:path w="4052247" h="3424574" fill="none">
                <a:moveTo>
                  <a:pt x="4052247" y="2382896"/>
                </a:moveTo>
                <a:cubicBezTo>
                  <a:pt x="3635905" y="3059633"/>
                  <a:pt x="2885464" y="3457533"/>
                  <a:pt x="2091688" y="3422430"/>
                </a:cubicBezTo>
                <a:cubicBezTo>
                  <a:pt x="1297912" y="3387326"/>
                  <a:pt x="585526" y="2924734"/>
                  <a:pt x="230547" y="2213887"/>
                </a:cubicBezTo>
                <a:cubicBezTo>
                  <a:pt x="-124431" y="1503040"/>
                  <a:pt x="-66223" y="655633"/>
                  <a:pt x="382617" y="0"/>
                </a:cubicBezTo>
              </a:path>
            </a:pathLst>
          </a:custGeom>
          <a:solidFill>
            <a:schemeClr val="bg1"/>
          </a:solidFill>
          <a:ln w="19050" cap="flat" cmpd="sng" algn="ctr">
            <a:noFill/>
            <a:prstDash val="sysDot"/>
            <a:miter lim="800000"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4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AF9484-D8A2-938C-F26D-A13D4E940C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Enquadramento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2AC7861-A52F-B362-BBA1-C5B2D6B7C896}"/>
              </a:ext>
            </a:extLst>
          </p:cNvPr>
          <p:cNvSpPr/>
          <p:nvPr/>
        </p:nvSpPr>
        <p:spPr>
          <a:xfrm>
            <a:off x="3175165" y="1295419"/>
            <a:ext cx="6948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A solução implementada abrange exclusivamente os empréstimos com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finalidade claramente identificável e diretamente relacionada com o financiamento de um ativo imobiliário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considerando as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emissões de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scope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1 e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scope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2 desses mesmos ativos.</a:t>
            </a:r>
          </a:p>
          <a:p>
            <a:pPr algn="just"/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 </a:t>
            </a:r>
          </a:p>
          <a:p>
            <a:pPr algn="just"/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com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classificação distinta de crédito imobiliário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ainda que garantidos por colateral imobiliário, bem como financiamentos concedidos a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empresas imobiliárias sem colateral associado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são tratados noutras classes de ativos e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encontram-se fora do âmbito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da solução agora implementada. 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65601E9-5E15-8606-2580-29A05350B45D}"/>
              </a:ext>
            </a:extLst>
          </p:cNvPr>
          <p:cNvSpPr/>
          <p:nvPr/>
        </p:nvSpPr>
        <p:spPr>
          <a:xfrm>
            <a:off x="3175165" y="3106627"/>
            <a:ext cx="6948000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Finalidade do Empréstimo: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Commercial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 Real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(CRE) e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; 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Atividade económica do cliente</a:t>
            </a:r>
            <a:r>
              <a:rPr lang="pt-PT" sz="1200" b="1" baseline="30000" noProof="0">
                <a:solidFill>
                  <a:srgbClr val="005F7C"/>
                </a:solidFill>
                <a:latin typeface="Muli Light" panose="00000400000000000000" pitchFamily="2" charset="0"/>
              </a:rPr>
              <a:t>1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: 41.10, 55.11 e 68;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Localização geográfica</a:t>
            </a:r>
            <a:r>
              <a:rPr lang="pt-PT" sz="1200" b="1" baseline="30000" noProof="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: Portugal; 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Data de referência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: 31 de dezembro de 2024. 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F10875F-E1AE-4416-ABDA-0B79B522CD96}"/>
              </a:ext>
            </a:extLst>
          </p:cNvPr>
          <p:cNvSpPr/>
          <p:nvPr/>
        </p:nvSpPr>
        <p:spPr>
          <a:xfrm>
            <a:off x="10388518" y="1223419"/>
            <a:ext cx="370463" cy="1584000"/>
          </a:xfrm>
          <a:prstGeom prst="roundRect">
            <a:avLst/>
          </a:prstGeom>
          <a:solidFill>
            <a:srgbClr val="003E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12311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224622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336934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449245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561556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673867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786178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898489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pt-PT" sz="1400" b="1" noProof="0">
                <a:latin typeface="Muli" panose="00000500000000000000" pitchFamily="2" charset="0"/>
              </a:rPr>
              <a:t>Âmbito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E16865D-C2A5-631C-C864-151A892BEF24}"/>
              </a:ext>
            </a:extLst>
          </p:cNvPr>
          <p:cNvSpPr/>
          <p:nvPr/>
        </p:nvSpPr>
        <p:spPr>
          <a:xfrm>
            <a:off x="10388518" y="2940626"/>
            <a:ext cx="370463" cy="1440000"/>
          </a:xfrm>
          <a:prstGeom prst="roundRect">
            <a:avLst/>
          </a:prstGeom>
          <a:solidFill>
            <a:srgbClr val="003E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12311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224622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336934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449245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561556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673867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786178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898489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pt-PT" sz="1400" b="1" noProof="0">
                <a:latin typeface="Muli" panose="00000500000000000000" pitchFamily="2" charset="0"/>
              </a:rPr>
              <a:t>Critérios</a:t>
            </a:r>
            <a:endParaRPr lang="pt-PT" sz="1200" b="1" noProof="0">
              <a:latin typeface="Muli" panose="00000500000000000000" pitchFamily="2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369BA58-138B-A65B-1023-E21ACA428E1A}"/>
              </a:ext>
            </a:extLst>
          </p:cNvPr>
          <p:cNvSpPr/>
          <p:nvPr/>
        </p:nvSpPr>
        <p:spPr>
          <a:xfrm>
            <a:off x="10388518" y="4627690"/>
            <a:ext cx="370463" cy="1440000"/>
          </a:xfrm>
          <a:prstGeom prst="roundRect">
            <a:avLst/>
          </a:prstGeom>
          <a:solidFill>
            <a:srgbClr val="003E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12311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224622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336934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449245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561556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673867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786178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898489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pt-PT" sz="1400" b="1" noProof="0">
                <a:latin typeface="Muli" panose="00000500000000000000" pitchFamily="2" charset="0"/>
              </a:rPr>
              <a:t>Exclusões</a:t>
            </a:r>
            <a:endParaRPr lang="pt-PT" sz="1200" b="1" noProof="0">
              <a:latin typeface="Muli" panose="00000500000000000000" pitchFamily="2" charset="0"/>
            </a:endParaRPr>
          </a:p>
        </p:txBody>
      </p:sp>
      <p:pic>
        <p:nvPicPr>
          <p:cNvPr id="5" name="Picture 4" descr="A green world map with buildings and wind turbines">
            <a:extLst>
              <a:ext uri="{FF2B5EF4-FFF2-40B4-BE49-F238E27FC236}">
                <a16:creationId xmlns:a16="http://schemas.microsoft.com/office/drawing/2014/main" id="{087A1462-E4EE-F813-46A9-22185C581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07" b="89907" l="9961" r="91895">
                        <a14:foregroundMark x1="23242" y1="41682" x2="30859" y2="31215"/>
                        <a14:foregroundMark x1="30859" y1="31215" x2="30957" y2="31215"/>
                        <a14:foregroundMark x1="33203" y1="67850" x2="40625" y2="69533"/>
                        <a14:foregroundMark x1="40625" y1="69533" x2="40625" y2="69720"/>
                        <a14:foregroundMark x1="47656" y1="54393" x2="58887" y2="66168"/>
                        <a14:foregroundMark x1="71973" y1="31776" x2="91895" y2="55888"/>
                        <a14:foregroundMark x1="91895" y1="55888" x2="91895" y2="56262"/>
                        <a14:foregroundMark x1="67578" y1="23925" x2="70508" y2="34579"/>
                        <a14:foregroundMark x1="37500" y1="20561" x2="45996" y2="19813"/>
                        <a14:foregroundMark x1="45996" y1="19813" x2="52637" y2="20187"/>
                        <a14:foregroundMark x1="66504" y1="64860" x2="77148" y2="833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2162"/>
          <a:stretch>
            <a:fillRect/>
          </a:stretch>
        </p:blipFill>
        <p:spPr>
          <a:xfrm rot="5400000">
            <a:off x="-1017795" y="2310771"/>
            <a:ext cx="5793197" cy="265862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CE5DF1C-6742-0BCD-A331-F09B0EEB6E0C}"/>
              </a:ext>
            </a:extLst>
          </p:cNvPr>
          <p:cNvSpPr/>
          <p:nvPr/>
        </p:nvSpPr>
        <p:spPr>
          <a:xfrm>
            <a:off x="3175165" y="4794354"/>
            <a:ext cx="6948000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à construção (CRE);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Créditos não classificados como imobiliários;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Exposições sem colateral imobiliário associado;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associados exclusivamente a estacionamentos e/ou garagens.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49E308-DF1A-6FAF-E6BD-8654F4CC1BD3}"/>
              </a:ext>
            </a:extLst>
          </p:cNvPr>
          <p:cNvSpPr/>
          <p:nvPr/>
        </p:nvSpPr>
        <p:spPr>
          <a:xfrm>
            <a:off x="549490" y="6081755"/>
            <a:ext cx="10209491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(1) Na definição do universo considera-se apenas exposições associadas a códigos de atividade económica 41.10 (promoção imobiliária e desenvolvimento de projetos), 55.11 (estabelecimentos hoteleiros) e 68 (atividades imobiliárias).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 (2) Para efeitos do presente exercício, assume-se que todos os imóveis em carteira estão situados em Portugal.</a:t>
            </a:r>
          </a:p>
        </p:txBody>
      </p:sp>
    </p:spTree>
    <p:extLst>
      <p:ext uri="{BB962C8B-B14F-4D97-AF65-F5344CB8AC3E}">
        <p14:creationId xmlns:p14="http://schemas.microsoft.com/office/powerpoint/2010/main" val="224171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tângulo 74">
            <a:extLst>
              <a:ext uri="{FF2B5EF4-FFF2-40B4-BE49-F238E27FC236}">
                <a16:creationId xmlns:a16="http://schemas.microsoft.com/office/drawing/2014/main" id="{9EE21243-0132-4FD6-8119-316508609931}"/>
              </a:ext>
            </a:extLst>
          </p:cNvPr>
          <p:cNvSpPr/>
          <p:nvPr/>
        </p:nvSpPr>
        <p:spPr>
          <a:xfrm>
            <a:off x="549490" y="1202610"/>
            <a:ext cx="10961790" cy="4948698"/>
          </a:xfrm>
          <a:prstGeom prst="roundRect">
            <a:avLst>
              <a:gd name="adj" fmla="val 1922"/>
            </a:avLst>
          </a:prstGeom>
          <a:noFill/>
          <a:ln w="1905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54"/>
            <a:endParaRPr lang="pt-PT" noProof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7BEE0F22-0A1C-49BA-88C2-7739133F23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561227" cy="238180"/>
          </a:xfrm>
        </p:spPr>
        <p:txBody>
          <a:bodyPr/>
          <a:lstStyle/>
          <a:p>
            <a:r>
              <a:rPr lang="pt-PT" sz="2000" noProof="0"/>
              <a:t>Enquadramento</a:t>
            </a:r>
            <a:endParaRPr lang="pt-PT" sz="1800" noProof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CA47561-536B-B8A8-3916-C55AA8BBF36C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300" noProof="0"/>
              <a:t>Métricas de Avaliação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98EFDE-2438-CE42-5FBE-163881B32270}"/>
              </a:ext>
            </a:extLst>
          </p:cNvPr>
          <p:cNvSpPr/>
          <p:nvPr/>
        </p:nvSpPr>
        <p:spPr>
          <a:xfrm>
            <a:off x="1963175" y="2507538"/>
            <a:ext cx="3320536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Total das emissões financiadas atribuídas a todos os imóveis de cada um dos </a:t>
            </a:r>
            <a:r>
              <a:rPr lang="pt-PT" sz="1100" i="1" noProof="0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portfolios 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âmbito, expressas em toneladas de dióxido de carbono equivalente 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(</a:t>
            </a:r>
            <a:r>
              <a:rPr lang="pt-PT" sz="1100" noProof="0" err="1">
                <a:solidFill>
                  <a:srgbClr val="005F7C"/>
                </a:solidFill>
                <a:latin typeface="Muli Light" panose="00000400000000000000" pitchFamily="2" charset="0"/>
              </a:rPr>
              <a:t>tCO₂e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)</a:t>
            </a:r>
            <a:r>
              <a:rPr lang="pt-PT" sz="1100" baseline="30000" noProof="0">
                <a:solidFill>
                  <a:srgbClr val="005F7C"/>
                </a:solidFill>
                <a:latin typeface="Muli Light" panose="00000400000000000000" pitchFamily="2" charset="0"/>
              </a:rPr>
              <a:t>1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, refletindo o impacto climático total associado à carteira de crédito imobiliário do banco.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8DFB570-77F9-72E0-CD72-CDC69BD236D7}"/>
              </a:ext>
            </a:extLst>
          </p:cNvPr>
          <p:cNvSpPr/>
          <p:nvPr/>
        </p:nvSpPr>
        <p:spPr>
          <a:xfrm>
            <a:off x="5268007" y="379534"/>
            <a:ext cx="1654397" cy="165439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54"/>
            <a:endParaRPr lang="pt-PT" noProof="0">
              <a:solidFill>
                <a:prstClr val="white"/>
              </a:solidFill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9BEBCA2-3036-4DD4-A74A-89494E47E795}"/>
              </a:ext>
            </a:extLst>
          </p:cNvPr>
          <p:cNvSpPr/>
          <p:nvPr/>
        </p:nvSpPr>
        <p:spPr>
          <a:xfrm>
            <a:off x="5355271" y="487354"/>
            <a:ext cx="1479870" cy="14387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54"/>
            <a:endParaRPr lang="pt-PT" noProof="0">
              <a:solidFill>
                <a:prstClr val="white"/>
              </a:solidFill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E89C10-BDD5-59D6-A9ED-574F98F8F807}"/>
              </a:ext>
            </a:extLst>
          </p:cNvPr>
          <p:cNvSpPr/>
          <p:nvPr/>
        </p:nvSpPr>
        <p:spPr>
          <a:xfrm>
            <a:off x="5268007" y="254885"/>
            <a:ext cx="1654397" cy="9298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2072E3E-F3AA-A81F-7ED9-01BD9FD1A3EB}"/>
              </a:ext>
            </a:extLst>
          </p:cNvPr>
          <p:cNvGrpSpPr/>
          <p:nvPr/>
        </p:nvGrpSpPr>
        <p:grpSpPr>
          <a:xfrm>
            <a:off x="5461725" y="590851"/>
            <a:ext cx="1266962" cy="1231765"/>
            <a:chOff x="5461725" y="590851"/>
            <a:chExt cx="1266962" cy="123176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4119F58-D445-17AE-34BA-CBE3C97C8947}"/>
                </a:ext>
              </a:extLst>
            </p:cNvPr>
            <p:cNvSpPr/>
            <p:nvPr/>
          </p:nvSpPr>
          <p:spPr>
            <a:xfrm>
              <a:off x="5461725" y="590851"/>
              <a:ext cx="1266962" cy="1231765"/>
            </a:xfrm>
            <a:prstGeom prst="ellipse">
              <a:avLst/>
            </a:prstGeom>
            <a:solidFill>
              <a:srgbClr val="003E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54"/>
              <a:endParaRPr lang="pt-PT" noProof="0">
                <a:solidFill>
                  <a:prstClr val="white"/>
                </a:solidFill>
                <a:latin typeface="Muli" panose="00000500000000000000" pitchFamily="2" charset="0"/>
                <a:cs typeface="Arial" panose="020B0604020202020204" pitchFamily="34" charset="0"/>
              </a:endParaRPr>
            </a:p>
          </p:txBody>
        </p:sp>
        <p:pic>
          <p:nvPicPr>
            <p:cNvPr id="9" name="Graphic 8" descr="Bar chart with solid fill">
              <a:extLst>
                <a:ext uri="{FF2B5EF4-FFF2-40B4-BE49-F238E27FC236}">
                  <a16:creationId xmlns:a16="http://schemas.microsoft.com/office/drawing/2014/main" id="{2E22E452-A616-9D64-CCAF-D982DFEFD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38006" y="749533"/>
              <a:ext cx="914400" cy="9144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628BCC1-2061-C676-8104-3C60425556D3}"/>
              </a:ext>
            </a:extLst>
          </p:cNvPr>
          <p:cNvGrpSpPr/>
          <p:nvPr/>
        </p:nvGrpSpPr>
        <p:grpSpPr>
          <a:xfrm>
            <a:off x="933054" y="4134700"/>
            <a:ext cx="4556181" cy="877163"/>
            <a:chOff x="1342429" y="3840142"/>
            <a:chExt cx="4556181" cy="877163"/>
          </a:xfrm>
        </p:grpSpPr>
        <p:sp>
          <p:nvSpPr>
            <p:cNvPr id="14" name="Text Placeholder 2">
              <a:extLst>
                <a:ext uri="{FF2B5EF4-FFF2-40B4-BE49-F238E27FC236}">
                  <a16:creationId xmlns:a16="http://schemas.microsoft.com/office/drawing/2014/main" id="{CB898C1A-E896-4827-8B16-F53A0A45EECB}"/>
                </a:ext>
              </a:extLst>
            </p:cNvPr>
            <p:cNvSpPr txBox="1">
              <a:spLocks/>
            </p:cNvSpPr>
            <p:nvPr/>
          </p:nvSpPr>
          <p:spPr>
            <a:xfrm>
              <a:off x="2283165" y="3840142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Intensidade Física</a:t>
              </a:r>
              <a:endParaRPr lang="pt-PT" sz="1400" b="1" i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2BE6829-42C1-162D-00B6-40B53AF98943}"/>
                </a:ext>
              </a:extLst>
            </p:cNvPr>
            <p:cNvGrpSpPr/>
            <p:nvPr/>
          </p:nvGrpSpPr>
          <p:grpSpPr>
            <a:xfrm>
              <a:off x="1342429" y="3840142"/>
              <a:ext cx="877163" cy="877163"/>
              <a:chOff x="1342429" y="3840142"/>
              <a:chExt cx="877163" cy="877163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73889E02-B824-45A8-B5E7-727C404DA6F4}"/>
                  </a:ext>
                </a:extLst>
              </p:cNvPr>
              <p:cNvSpPr/>
              <p:nvPr/>
            </p:nvSpPr>
            <p:spPr>
              <a:xfrm>
                <a:off x="1342429" y="3840142"/>
                <a:ext cx="877163" cy="877163"/>
              </a:xfrm>
              <a:prstGeom prst="ellipse">
                <a:avLst/>
              </a:prstGeom>
              <a:solidFill>
                <a:srgbClr val="EFF1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54"/>
                <a:endParaRPr lang="pt-PT" noProof="0">
                  <a:solidFill>
                    <a:prstClr val="white"/>
                  </a:solidFill>
                  <a:latin typeface="Muli" panose="00000500000000000000" pitchFamily="2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2" name="Picture 31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E2C63F35-120F-EDA9-5772-E99D3ABEAD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34410" y="4032123"/>
                <a:ext cx="493200" cy="493200"/>
              </a:xfrm>
              <a:prstGeom prst="rect">
                <a:avLst/>
              </a:prstGeom>
            </p:spPr>
          </p:pic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5AF0500-633D-D802-7755-08515B5DAFD9}"/>
              </a:ext>
            </a:extLst>
          </p:cNvPr>
          <p:cNvGrpSpPr/>
          <p:nvPr/>
        </p:nvGrpSpPr>
        <p:grpSpPr>
          <a:xfrm>
            <a:off x="6736944" y="2118093"/>
            <a:ext cx="4345180" cy="877163"/>
            <a:chOff x="6277030" y="2290659"/>
            <a:chExt cx="4345180" cy="877163"/>
          </a:xfrm>
        </p:grpSpPr>
        <p:sp>
          <p:nvSpPr>
            <p:cNvPr id="20" name="Text Placeholder 2">
              <a:extLst>
                <a:ext uri="{FF2B5EF4-FFF2-40B4-BE49-F238E27FC236}">
                  <a16:creationId xmlns:a16="http://schemas.microsoft.com/office/drawing/2014/main" id="{05915320-5F80-4E29-99AD-E5D9C5856B93}"/>
                </a:ext>
              </a:extLst>
            </p:cNvPr>
            <p:cNvSpPr txBox="1">
              <a:spLocks/>
            </p:cNvSpPr>
            <p:nvPr/>
          </p:nvSpPr>
          <p:spPr>
            <a:xfrm>
              <a:off x="7228666" y="2290659"/>
              <a:ext cx="3393544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Intensidade Económica</a:t>
              </a:r>
              <a:endParaRPr lang="pt-PT" sz="1400" b="1" i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08A6A87B-8198-5FD0-A052-04533664B682}"/>
                </a:ext>
              </a:extLst>
            </p:cNvPr>
            <p:cNvGrpSpPr/>
            <p:nvPr/>
          </p:nvGrpSpPr>
          <p:grpSpPr>
            <a:xfrm>
              <a:off x="6277030" y="2290659"/>
              <a:ext cx="877163" cy="877163"/>
              <a:chOff x="6277030" y="2290659"/>
              <a:chExt cx="877163" cy="877163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4F1F8BA-1403-4E04-970F-574B7F0BFEB7}"/>
                  </a:ext>
                </a:extLst>
              </p:cNvPr>
              <p:cNvSpPr/>
              <p:nvPr/>
            </p:nvSpPr>
            <p:spPr>
              <a:xfrm>
                <a:off x="6277030" y="2290659"/>
                <a:ext cx="877163" cy="877163"/>
              </a:xfrm>
              <a:prstGeom prst="ellipse">
                <a:avLst/>
              </a:prstGeom>
              <a:solidFill>
                <a:srgbClr val="EFF1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54"/>
                <a:endParaRPr lang="pt-PT" noProof="0">
                  <a:solidFill>
                    <a:prstClr val="white"/>
                  </a:solidFill>
                  <a:latin typeface="Muli" panose="00000500000000000000" pitchFamily="2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40" name="Picture 39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8CB2D271-2847-331C-BD03-8E9A149F81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69011" y="2482640"/>
                <a:ext cx="493200" cy="493200"/>
              </a:xfrm>
              <a:prstGeom prst="rect">
                <a:avLst/>
              </a:prstGeom>
            </p:spPr>
          </p:pic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C0667D1-1615-6FA8-7628-736199E66C63}"/>
              </a:ext>
            </a:extLst>
          </p:cNvPr>
          <p:cNvGrpSpPr/>
          <p:nvPr/>
        </p:nvGrpSpPr>
        <p:grpSpPr>
          <a:xfrm>
            <a:off x="933054" y="2118093"/>
            <a:ext cx="4554126" cy="877163"/>
            <a:chOff x="933054" y="2118093"/>
            <a:chExt cx="4554126" cy="877163"/>
          </a:xfrm>
        </p:grpSpPr>
        <p:sp>
          <p:nvSpPr>
            <p:cNvPr id="8" name="Text Placeholder 2">
              <a:extLst>
                <a:ext uri="{FF2B5EF4-FFF2-40B4-BE49-F238E27FC236}">
                  <a16:creationId xmlns:a16="http://schemas.microsoft.com/office/drawing/2014/main" id="{C945EE3D-C26E-4AD1-958C-5A22D5DB1746}"/>
                </a:ext>
              </a:extLst>
            </p:cNvPr>
            <p:cNvSpPr txBox="1">
              <a:spLocks/>
            </p:cNvSpPr>
            <p:nvPr/>
          </p:nvSpPr>
          <p:spPr>
            <a:xfrm>
              <a:off x="1871735" y="2118093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Emissões Absolutas</a:t>
              </a: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98F9FF8E-3048-293A-D0FD-BEF27D42D22F}"/>
                </a:ext>
              </a:extLst>
            </p:cNvPr>
            <p:cNvGrpSpPr/>
            <p:nvPr/>
          </p:nvGrpSpPr>
          <p:grpSpPr>
            <a:xfrm>
              <a:off x="933054" y="2118093"/>
              <a:ext cx="877163" cy="877163"/>
              <a:chOff x="1481361" y="2142284"/>
              <a:chExt cx="877163" cy="877163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133EA4F-9D29-48D8-AEA0-ECE35A85F2F0}"/>
                  </a:ext>
                </a:extLst>
              </p:cNvPr>
              <p:cNvSpPr/>
              <p:nvPr/>
            </p:nvSpPr>
            <p:spPr>
              <a:xfrm>
                <a:off x="1481361" y="2142284"/>
                <a:ext cx="877163" cy="877163"/>
              </a:xfrm>
              <a:prstGeom prst="ellipse">
                <a:avLst/>
              </a:prstGeom>
              <a:solidFill>
                <a:srgbClr val="EFF1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54"/>
                <a:endParaRPr lang="pt-PT" noProof="0">
                  <a:solidFill>
                    <a:prstClr val="white"/>
                  </a:solidFill>
                  <a:latin typeface="Muli" panose="00000500000000000000" pitchFamily="2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2BE7CD24-4BE6-F502-EEC2-38F6CB063F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10000" b="90000" l="10000" r="90000">
                            <a14:foregroundMark x1="28216" y1="40529" x2="30290" y2="71806"/>
                            <a14:foregroundMark x1="22407" y1="56388" x2="18257" y2="56388"/>
                            <a14:foregroundMark x1="25726" y1="20264" x2="28631" y2="20264"/>
                            <a14:foregroundMark x1="65145" y1="72687" x2="69295" y2="65198"/>
                            <a14:foregroundMark x1="42739" y1="69163" x2="39004" y2="66079"/>
                            <a14:foregroundMark x1="41494" y1="24670" x2="45643" y2="24670"/>
                            <a14:foregroundMark x1="59336" y1="58150" x2="59751" y2="55066"/>
                            <a14:foregroundMark x1="71369" y1="51982" x2="71369" y2="51982"/>
                            <a14:foregroundMark x1="87552" y1="52423" x2="82158" y2="53304"/>
                            <a14:foregroundMark x1="82158" y1="41850" x2="82158" y2="41850"/>
                            <a14:foregroundMark x1="85477" y1="25110" x2="85477" y2="25110"/>
                            <a14:foregroundMark x1="68465" y1="41410" x2="68465" y2="41410"/>
                            <a14:foregroundMark x1="43983" y1="20264" x2="43983" y2="20264"/>
                          </a14:backgroundRemoval>
                        </a14:imgEffect>
                        <a14:imgEffect>
                          <a14:artisticCrisscrossEtching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658134" y="2334265"/>
                <a:ext cx="523617" cy="493200"/>
              </a:xfrm>
              <a:prstGeom prst="rect">
                <a:avLst/>
              </a:prstGeom>
            </p:spPr>
          </p:pic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372D3EE-AC12-294D-2560-DF37AB8436DB}"/>
              </a:ext>
            </a:extLst>
          </p:cNvPr>
          <p:cNvGrpSpPr/>
          <p:nvPr/>
        </p:nvGrpSpPr>
        <p:grpSpPr>
          <a:xfrm>
            <a:off x="6713415" y="4134700"/>
            <a:ext cx="4368709" cy="877163"/>
            <a:chOff x="6378165" y="4055112"/>
            <a:chExt cx="4368709" cy="877163"/>
          </a:xfrm>
        </p:grpSpPr>
        <p:sp>
          <p:nvSpPr>
            <p:cNvPr id="17" name="Text Placeholder 2">
              <a:extLst>
                <a:ext uri="{FF2B5EF4-FFF2-40B4-BE49-F238E27FC236}">
                  <a16:creationId xmlns:a16="http://schemas.microsoft.com/office/drawing/2014/main" id="{2E999AAD-2F03-4FE9-AD54-89E493F9EFD7}"/>
                </a:ext>
              </a:extLst>
            </p:cNvPr>
            <p:cNvSpPr txBox="1">
              <a:spLocks/>
            </p:cNvSpPr>
            <p:nvPr/>
          </p:nvSpPr>
          <p:spPr>
            <a:xfrm>
              <a:off x="7331811" y="4055112"/>
              <a:ext cx="3415063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i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Score</a:t>
              </a: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 de Qualidade</a:t>
              </a:r>
              <a:endParaRPr lang="pt-PT" sz="1400" b="1" i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B2B9FFE-CE9A-54FB-43F7-280911CEE270}"/>
                </a:ext>
              </a:extLst>
            </p:cNvPr>
            <p:cNvGrpSpPr/>
            <p:nvPr/>
          </p:nvGrpSpPr>
          <p:grpSpPr>
            <a:xfrm>
              <a:off x="6378165" y="4055112"/>
              <a:ext cx="877163" cy="877163"/>
              <a:chOff x="6378165" y="4055112"/>
              <a:chExt cx="877163" cy="877163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9861ADF-1FD3-4E6B-B809-C18356576C5C}"/>
                  </a:ext>
                </a:extLst>
              </p:cNvPr>
              <p:cNvSpPr/>
              <p:nvPr/>
            </p:nvSpPr>
            <p:spPr>
              <a:xfrm>
                <a:off x="6378165" y="4055112"/>
                <a:ext cx="877163" cy="877163"/>
              </a:xfrm>
              <a:prstGeom prst="ellipse">
                <a:avLst/>
              </a:prstGeom>
              <a:solidFill>
                <a:srgbClr val="EFF1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54"/>
                <a:endParaRPr lang="pt-PT" noProof="0">
                  <a:solidFill>
                    <a:prstClr val="white"/>
                  </a:solidFill>
                  <a:latin typeface="Muli" panose="00000500000000000000" pitchFamily="2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0D81DA29-9EF8-FDF1-D009-D3066C2D15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ackgroundRemoval t="10000" b="90000" l="10000" r="90000">
                            <a14:foregroundMark x1="42537" y1="36386" x2="42537" y2="36386"/>
                            <a14:foregroundMark x1="53234" y1="40482" x2="53234" y2="40482"/>
                            <a14:foregroundMark x1="62189" y1="65542" x2="62189" y2="65542"/>
                            <a14:foregroundMark x1="32587" y1="63133" x2="32587" y2="63133"/>
                          </a14:backgroundRemoval>
                        </a14:imgEffect>
                        <a14:imgEffect>
                          <a14:artisticCrisscrossEtching/>
                        </a14:imgEffect>
                      </a14:imgLayer>
                    </a14:imgProps>
                  </a:ext>
                </a:extLst>
              </a:blip>
              <a:srcRect l="15247" t="11799" r="15546" b="22847"/>
              <a:stretch>
                <a:fillRect/>
              </a:stretch>
            </p:blipFill>
            <p:spPr>
              <a:xfrm>
                <a:off x="6563787" y="4247093"/>
                <a:ext cx="505918" cy="493200"/>
              </a:xfrm>
              <a:prstGeom prst="rect">
                <a:avLst/>
              </a:prstGeom>
            </p:spPr>
          </p:pic>
        </p:grp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916081D7-028E-F756-9071-C07F3975F6BE}"/>
              </a:ext>
            </a:extLst>
          </p:cNvPr>
          <p:cNvSpPr/>
          <p:nvPr/>
        </p:nvSpPr>
        <p:spPr>
          <a:xfrm>
            <a:off x="7781704" y="2507538"/>
            <a:ext cx="3320536" cy="1184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just" defTabSz="224622" hangingPunct="1">
              <a:defRPr/>
            </a:pP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Total de emissões absolutas financiadas por unidade monetária do crédito concedido/ investimento, em toneladas de dióxido de carbono equivalente e milhões de euros (</a:t>
            </a:r>
            <a:r>
              <a:rPr lang="pt-PT" sz="1100" noProof="0" err="1">
                <a:solidFill>
                  <a:srgbClr val="005F7C"/>
                </a:solidFill>
                <a:latin typeface="Muli Light" panose="00000400000000000000" pitchFamily="2" charset="0"/>
              </a:rPr>
              <a:t>tCO₂e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/€M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), respetivamente, permitindo comparar as emissões de diferentes </a:t>
            </a:r>
            <a:r>
              <a:rPr lang="pt-PT" sz="1100" i="1" noProof="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portfolios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 por unidade monetária financiada/ investida. 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E664178-9D04-3607-58B5-D0CD3D6448CE}"/>
              </a:ext>
            </a:extLst>
          </p:cNvPr>
          <p:cNvSpPr/>
          <p:nvPr/>
        </p:nvSpPr>
        <p:spPr>
          <a:xfrm>
            <a:off x="1963175" y="4521263"/>
            <a:ext cx="3320536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Total de emissões absolutas financiadas por unidade de área do imóvel, em quilogramas de dióxido de carbono equivalente e metros quadrados (</a:t>
            </a:r>
            <a:r>
              <a:rPr lang="pt-PT" sz="1100" noProof="0" err="1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kgCO₂e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/m²), respetivamente, permitindo comparar e compreender a eficiência dos imóveis por uma unidade comum.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9FB9E2B-AAA2-C87C-1281-4751CDB1B7F0}"/>
              </a:ext>
            </a:extLst>
          </p:cNvPr>
          <p:cNvSpPr/>
          <p:nvPr/>
        </p:nvSpPr>
        <p:spPr>
          <a:xfrm>
            <a:off x="7781704" y="4521263"/>
            <a:ext cx="3320536" cy="8463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just" defTabSz="224622" hangingPunct="1">
              <a:defRPr/>
            </a:pP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Classificação da qualidade do processo de cálculo das emissões financiadas, ponderada pelas emissões absolutas</a:t>
            </a:r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, podendo tomar valores entre 1 e 5 e que permite 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diferenciar cálculos com diferentes níveis de certeza.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D7F13D-DC59-4CA3-729E-9928CB21C9F1}"/>
              </a:ext>
            </a:extLst>
          </p:cNvPr>
          <p:cNvSpPr/>
          <p:nvPr/>
        </p:nvSpPr>
        <p:spPr>
          <a:xfrm>
            <a:off x="549490" y="6081755"/>
            <a:ext cx="10209491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Nota: (1) De forma a facilitar o cálculo, o dióxido de carbono equivalente engloba os sete gases considerados pelo Protocolo de Kioto e na Convenção das Nações Unidas sobre Mudanças Climáticas como os principais de efeitos de estufa: dióxido de carbono, metano, óxido Nitroso e gases fluorados (</a:t>
            </a:r>
            <a:r>
              <a:rPr lang="pt-PT" sz="800" err="1">
                <a:solidFill>
                  <a:schemeClr val="tx1"/>
                </a:solidFill>
                <a:latin typeface="Muli Light" panose="00000400000000000000" pitchFamily="2" charset="0"/>
              </a:rPr>
              <a:t>HFCs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, </a:t>
            </a:r>
            <a:r>
              <a:rPr lang="pt-PT" sz="800" err="1">
                <a:solidFill>
                  <a:schemeClr val="tx1"/>
                </a:solidFill>
                <a:latin typeface="Muli Light" panose="00000400000000000000" pitchFamily="2" charset="0"/>
              </a:rPr>
              <a:t>PFCs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, SF6 e NF3).</a:t>
            </a:r>
          </a:p>
        </p:txBody>
      </p:sp>
    </p:spTree>
    <p:extLst>
      <p:ext uri="{BB962C8B-B14F-4D97-AF65-F5344CB8AC3E}">
        <p14:creationId xmlns:p14="http://schemas.microsoft.com/office/powerpoint/2010/main" val="1910780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8CFAD-DF2F-CE09-85D1-ED16AC7C7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7627BE21-DCC4-A640-0CD2-097BB51423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561227" cy="238180"/>
          </a:xfrm>
        </p:spPr>
        <p:txBody>
          <a:bodyPr/>
          <a:lstStyle/>
          <a:p>
            <a:r>
              <a:rPr lang="pt-PT" sz="2000" noProof="0"/>
              <a:t>Enquadramento</a:t>
            </a:r>
            <a:endParaRPr lang="pt-PT" sz="1800" noProof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8113C39-3007-DE7F-478B-67FD1A332CA7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300" noProof="0"/>
              <a:t>Estrutura do Documento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40ADB79-0238-756D-1781-BEA4F517FC5E}"/>
              </a:ext>
            </a:extLst>
          </p:cNvPr>
          <p:cNvSpPr/>
          <p:nvPr/>
        </p:nvSpPr>
        <p:spPr>
          <a:xfrm>
            <a:off x="5355271" y="487354"/>
            <a:ext cx="1479870" cy="14387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54"/>
            <a:endParaRPr lang="pt-PT" noProof="0">
              <a:solidFill>
                <a:prstClr val="white"/>
              </a:solidFill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C730E9-A618-6FDA-29A4-B80F35E8D489}"/>
              </a:ext>
            </a:extLst>
          </p:cNvPr>
          <p:cNvSpPr/>
          <p:nvPr/>
        </p:nvSpPr>
        <p:spPr>
          <a:xfrm>
            <a:off x="5268007" y="254885"/>
            <a:ext cx="1654397" cy="9298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439CD1-6861-C4C5-29B1-E383D072729F}"/>
              </a:ext>
            </a:extLst>
          </p:cNvPr>
          <p:cNvSpPr/>
          <p:nvPr/>
        </p:nvSpPr>
        <p:spPr>
          <a:xfrm>
            <a:off x="549490" y="1208965"/>
            <a:ext cx="11461601" cy="338555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Com o objetivo de facilitar a leitura do documento, os capítulos seguintes apresentam os temas-chave abaixo indicados: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1D49489-0B6A-6537-B7F0-C7A4F8C14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90" y="1716614"/>
            <a:ext cx="51998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ctr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Principais resultados e distribuição das emissões por:</a:t>
            </a:r>
          </a:p>
          <a:p>
            <a:pPr algn="just" fontAlgn="ctr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		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Score;</a:t>
            </a: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lvl="8" indent="0" algn="just" fontAlgn="ctr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		Classe do certificado energético;</a:t>
            </a:r>
          </a:p>
          <a:p>
            <a:pPr lvl="8" indent="0" algn="just" fontAlgn="ctr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		Área e finalidade do colateral imobiliário;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Principais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drivers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das emissões;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Highlights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estratégicos e cenários de descarbonização.</a:t>
            </a:r>
          </a:p>
          <a:p>
            <a:pPr algn="just" fontAlgn="ctr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 fontAlgn="ctr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l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Abordagem e metodologia;</a:t>
            </a:r>
          </a:p>
          <a:p>
            <a:pPr marL="171450" indent="-171450" algn="l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Análise de sensibilidade em múltiplos cenários:</a:t>
            </a:r>
          </a:p>
          <a:p>
            <a:pPr lvl="1" indent="0" algn="l" fontAlgn="ctr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		Cenário 1 – Utilização de EPC estimados como reais;</a:t>
            </a:r>
          </a:p>
          <a:p>
            <a:pPr lvl="1" indent="0" algn="l" fontAlgn="ctr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		Cenário 2 – Utilização do montante de avaliação;</a:t>
            </a:r>
          </a:p>
          <a:p>
            <a:pPr lvl="1" indent="0" algn="l" fontAlgn="ctr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		Cenário 3 – Utilização de fatores de emissão de Espanha.</a:t>
            </a:r>
          </a:p>
          <a:p>
            <a:pPr marL="171450" indent="-171450" algn="l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 fontAlgn="ctr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23E1155C-73A7-D690-DA72-B41F794A9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2390" y="1716614"/>
            <a:ext cx="387029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Oportunidades de melhoria de dados e modelo;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Integração nos processos de negócio.</a:t>
            </a:r>
          </a:p>
          <a:p>
            <a:pPr algn="just" fontAlgn="ctr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 fontAlgn="ctr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Fórmulas de cálculo;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Detalhe das análises de sensibilidade;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Informação sobre fontes de dados.</a:t>
            </a:r>
          </a:p>
        </p:txBody>
      </p:sp>
      <p:pic>
        <p:nvPicPr>
          <p:cNvPr id="15" name="Picture 14" descr="A collection of icons of different types of energy">
            <a:extLst>
              <a:ext uri="{FF2B5EF4-FFF2-40B4-BE49-F238E27FC236}">
                <a16:creationId xmlns:a16="http://schemas.microsoft.com/office/drawing/2014/main" id="{AC2014ED-DAF3-361C-15EA-FA474E20A28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79" t="5114" r="24286" b="75006"/>
          <a:stretch>
            <a:fillRect/>
          </a:stretch>
        </p:blipFill>
        <p:spPr>
          <a:xfrm>
            <a:off x="8777187" y="5034560"/>
            <a:ext cx="793264" cy="874865"/>
          </a:xfrm>
          <a:prstGeom prst="rect">
            <a:avLst/>
          </a:prstGeom>
        </p:spPr>
      </p:pic>
      <p:pic>
        <p:nvPicPr>
          <p:cNvPr id="22" name="Picture 21" descr="A collection of icons of different types of energy">
            <a:extLst>
              <a:ext uri="{FF2B5EF4-FFF2-40B4-BE49-F238E27FC236}">
                <a16:creationId xmlns:a16="http://schemas.microsoft.com/office/drawing/2014/main" id="{C81957E1-D89D-3A21-782C-E101E91DA96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68" t="75248" r="24238" b="5115"/>
          <a:stretch>
            <a:fillRect/>
          </a:stretch>
        </p:blipFill>
        <p:spPr>
          <a:xfrm>
            <a:off x="9705378" y="5037260"/>
            <a:ext cx="889920" cy="864126"/>
          </a:xfrm>
          <a:prstGeom prst="rect">
            <a:avLst/>
          </a:prstGeom>
        </p:spPr>
      </p:pic>
      <p:pic>
        <p:nvPicPr>
          <p:cNvPr id="23" name="Picture 22" descr="A collection of icons of different types of energy">
            <a:extLst>
              <a:ext uri="{FF2B5EF4-FFF2-40B4-BE49-F238E27FC236}">
                <a16:creationId xmlns:a16="http://schemas.microsoft.com/office/drawing/2014/main" id="{19769171-0261-DF25-A196-E5C31051DE4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3" t="51724" r="78103" b="28640"/>
          <a:stretch>
            <a:fillRect/>
          </a:stretch>
        </p:blipFill>
        <p:spPr>
          <a:xfrm>
            <a:off x="7776094" y="5039960"/>
            <a:ext cx="889920" cy="864126"/>
          </a:xfrm>
          <a:prstGeom prst="rect">
            <a:avLst/>
          </a:prstGeom>
        </p:spPr>
      </p:pic>
      <p:pic>
        <p:nvPicPr>
          <p:cNvPr id="24" name="Picture 23" descr="A collection of icons of different types of energy">
            <a:extLst>
              <a:ext uri="{FF2B5EF4-FFF2-40B4-BE49-F238E27FC236}">
                <a16:creationId xmlns:a16="http://schemas.microsoft.com/office/drawing/2014/main" id="{490953D7-222E-CA92-7DD5-9D6FC583217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45" t="29043" r="60264" b="51976"/>
          <a:stretch>
            <a:fillRect/>
          </a:stretch>
        </p:blipFill>
        <p:spPr>
          <a:xfrm>
            <a:off x="6791683" y="5059010"/>
            <a:ext cx="867801" cy="835287"/>
          </a:xfrm>
          <a:prstGeom prst="rect">
            <a:avLst/>
          </a:prstGeom>
        </p:spPr>
      </p:pic>
      <p:sp>
        <p:nvSpPr>
          <p:cNvPr id="25" name="Rectangle 18">
            <a:extLst>
              <a:ext uri="{FF2B5EF4-FFF2-40B4-BE49-F238E27FC236}">
                <a16:creationId xmlns:a16="http://schemas.microsoft.com/office/drawing/2014/main" id="{CB046B0B-432D-013E-8BB3-9AEC487AA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90" y="1789867"/>
            <a:ext cx="486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4000" rtlCol="0" anchor="ctr"/>
          <a:lstStyle/>
          <a:p>
            <a:pPr algn="l" defTabSz="405446" hangingPunct="1">
              <a:defRPr/>
            </a:pPr>
            <a:r>
              <a:rPr lang="pt-PT" sz="1200" b="1">
                <a:solidFill>
                  <a:schemeClr val="accent6">
                    <a:lumMod val="50000"/>
                  </a:schemeClr>
                </a:solidFill>
                <a:latin typeface="Muli Light" panose="00000400000000000000" pitchFamily="2" charset="0"/>
              </a:rPr>
              <a:t>Resultados</a:t>
            </a:r>
            <a:endParaRPr lang="pt-PT" sz="1200" b="1" noProof="0">
              <a:solidFill>
                <a:schemeClr val="accent6">
                  <a:lumMod val="50000"/>
                </a:schemeClr>
              </a:solidFill>
              <a:latin typeface="Muli Light" panose="00000400000000000000" pitchFamily="2" charset="0"/>
            </a:endParaRPr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04DCE479-DB64-DDC2-3E88-339A2E716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90" y="4019629"/>
            <a:ext cx="4860000" cy="2322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4000" rtlCol="0" anchor="ctr"/>
          <a:lstStyle/>
          <a:p>
            <a:pPr algn="l" defTabSz="405446" hangingPunct="1">
              <a:defRPr/>
            </a:pPr>
            <a:r>
              <a:rPr lang="pt-PT" sz="1200" b="1">
                <a:solidFill>
                  <a:schemeClr val="accent6">
                    <a:lumMod val="50000"/>
                  </a:schemeClr>
                </a:solidFill>
                <a:latin typeface="Muli Light" panose="00000400000000000000" pitchFamily="2" charset="0"/>
              </a:rPr>
              <a:t>Metodologia e Robustez</a:t>
            </a:r>
            <a:endParaRPr lang="pt-PT" sz="1200" b="1" noProof="0">
              <a:solidFill>
                <a:schemeClr val="accent6">
                  <a:lumMod val="50000"/>
                </a:schemeClr>
              </a:solidFill>
              <a:latin typeface="Muli Light" panose="00000400000000000000" pitchFamily="2" charset="0"/>
            </a:endParaRPr>
          </a:p>
        </p:txBody>
      </p:sp>
      <p:sp>
        <p:nvSpPr>
          <p:cNvPr id="27" name="Rectangle 18">
            <a:extLst>
              <a:ext uri="{FF2B5EF4-FFF2-40B4-BE49-F238E27FC236}">
                <a16:creationId xmlns:a16="http://schemas.microsoft.com/office/drawing/2014/main" id="{B08A408E-0510-B967-653F-2FCD3CDC6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2389" y="2910508"/>
            <a:ext cx="4860000" cy="2322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4000"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 Light" panose="00000400000000000000" pitchFamily="2" charset="0"/>
              </a:rPr>
              <a:t>Anexos</a:t>
            </a:r>
          </a:p>
        </p:txBody>
      </p:sp>
      <p:sp>
        <p:nvSpPr>
          <p:cNvPr id="28" name="Rectangle 18">
            <a:extLst>
              <a:ext uri="{FF2B5EF4-FFF2-40B4-BE49-F238E27FC236}">
                <a16:creationId xmlns:a16="http://schemas.microsoft.com/office/drawing/2014/main" id="{1D43820E-60CD-8954-75EA-758C0D28B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2390" y="1795479"/>
            <a:ext cx="4860000" cy="2322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4000"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 Light" panose="00000400000000000000" pitchFamily="2" charset="0"/>
              </a:rPr>
              <a:t>Implicações e Próximos Passos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322C2D7-FA2A-5690-C725-41EF99EC2E94}"/>
              </a:ext>
            </a:extLst>
          </p:cNvPr>
          <p:cNvSpPr/>
          <p:nvPr/>
        </p:nvSpPr>
        <p:spPr>
          <a:xfrm>
            <a:off x="549490" y="1692609"/>
            <a:ext cx="438816" cy="428517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noProof="0"/>
              <a:t>2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DAB0408-4136-6DDA-6584-B22E152963C1}"/>
              </a:ext>
            </a:extLst>
          </p:cNvPr>
          <p:cNvSpPr/>
          <p:nvPr/>
        </p:nvSpPr>
        <p:spPr>
          <a:xfrm>
            <a:off x="549490" y="3921517"/>
            <a:ext cx="438816" cy="428517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noProof="0"/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31D9C9-8266-D23B-3824-5F616AD7A4FA}"/>
              </a:ext>
            </a:extLst>
          </p:cNvPr>
          <p:cNvSpPr/>
          <p:nvPr/>
        </p:nvSpPr>
        <p:spPr>
          <a:xfrm>
            <a:off x="6678920" y="1703752"/>
            <a:ext cx="438816" cy="428517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noProof="0"/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965E5B4-A11E-5159-428B-C91A94836974}"/>
              </a:ext>
            </a:extLst>
          </p:cNvPr>
          <p:cNvSpPr/>
          <p:nvPr/>
        </p:nvSpPr>
        <p:spPr>
          <a:xfrm>
            <a:off x="6678920" y="2812396"/>
            <a:ext cx="438816" cy="428517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/>
              <a:t>5</a:t>
            </a:r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1757529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51447-1E20-B66B-884C-DED6E1DD0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hand holding a light bulb">
            <a:extLst>
              <a:ext uri="{FF2B5EF4-FFF2-40B4-BE49-F238E27FC236}">
                <a16:creationId xmlns:a16="http://schemas.microsoft.com/office/drawing/2014/main" id="{406B3CB6-AF72-3684-5092-7AA921D97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96"/>
          <a:stretch>
            <a:fillRect/>
          </a:stretch>
        </p:blipFill>
        <p:spPr>
          <a:xfrm>
            <a:off x="-1" y="-1"/>
            <a:ext cx="12190413" cy="69342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31EA8FE-869F-82C6-37ED-176A504553B7}"/>
              </a:ext>
            </a:extLst>
          </p:cNvPr>
          <p:cNvSpPr/>
          <p:nvPr/>
        </p:nvSpPr>
        <p:spPr>
          <a:xfrm>
            <a:off x="-1" y="-347"/>
            <a:ext cx="12190413" cy="6934201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pic>
        <p:nvPicPr>
          <p:cNvPr id="9" name="07.png">
            <a:extLst>
              <a:ext uri="{FF2B5EF4-FFF2-40B4-BE49-F238E27FC236}">
                <a16:creationId xmlns:a16="http://schemas.microsoft.com/office/drawing/2014/main" id="{6A867D43-18C7-826F-8931-BF7F3CE0F9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2768827"/>
            <a:ext cx="12192734" cy="178060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E59CABB3-B30B-8D77-A7D2-1664FAAED96B}"/>
              </a:ext>
            </a:extLst>
          </p:cNvPr>
          <p:cNvSpPr txBox="1">
            <a:spLocks/>
          </p:cNvSpPr>
          <p:nvPr/>
        </p:nvSpPr>
        <p:spPr>
          <a:xfrm>
            <a:off x="809521" y="2933764"/>
            <a:ext cx="10767129" cy="495236"/>
          </a:xfrm>
          <a:prstGeom prst="rect">
            <a:avLst/>
          </a:prstGeom>
        </p:spPr>
        <p:txBody>
          <a:bodyPr/>
          <a:lstStyle>
            <a:lvl1pPr marL="111352" indent="-111352" algn="l" defTabSz="445407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05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759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46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16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486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57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27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297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b="1" noProof="0">
                <a:solidFill>
                  <a:schemeClr val="bg1"/>
                </a:solidFill>
                <a:latin typeface="Muli" panose="00000500000000000000" pitchFamily="2" charset="0"/>
              </a:rPr>
              <a:t>2. Resultados</a:t>
            </a:r>
          </a:p>
        </p:txBody>
      </p:sp>
    </p:spTree>
    <p:extLst>
      <p:ext uri="{BB962C8B-B14F-4D97-AF65-F5344CB8AC3E}">
        <p14:creationId xmlns:p14="http://schemas.microsoft.com/office/powerpoint/2010/main" val="4290607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F6D53-E284-0854-8CEC-BD0C3DB30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Flowchart: Delay 185">
            <a:extLst>
              <a:ext uri="{FF2B5EF4-FFF2-40B4-BE49-F238E27FC236}">
                <a16:creationId xmlns:a16="http://schemas.microsoft.com/office/drawing/2014/main" id="{5F800CDF-1D16-8C17-3311-E1EBE8EA1826}"/>
              </a:ext>
            </a:extLst>
          </p:cNvPr>
          <p:cNvSpPr/>
          <p:nvPr/>
        </p:nvSpPr>
        <p:spPr>
          <a:xfrm>
            <a:off x="-41341" y="1"/>
            <a:ext cx="5907987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5AC1F345-6E71-265D-F6B2-143464AF9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Rectangle 212">
            <a:extLst>
              <a:ext uri="{FF2B5EF4-FFF2-40B4-BE49-F238E27FC236}">
                <a16:creationId xmlns:a16="http://schemas.microsoft.com/office/drawing/2014/main" id="{2D2EF867-C22F-1D69-79C7-3351DF6D8A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3807" y="998829"/>
            <a:ext cx="5547113" cy="4861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E81A50-8F1E-CFA6-5A6E-CE370E0CA5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EB83C-42DE-A528-188D-B6E0A4483D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Emissões Totais e Indicadores de Intensidade (1|2)</a:t>
            </a: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4ADA0183-762F-65E0-7F3C-3E8B255E5892}"/>
              </a:ext>
            </a:extLst>
          </p:cNvPr>
          <p:cNvSpPr txBox="1">
            <a:spLocks/>
          </p:cNvSpPr>
          <p:nvPr/>
        </p:nvSpPr>
        <p:spPr>
          <a:xfrm>
            <a:off x="566226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PT" sz="13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211" name="Block Arc 210">
            <a:extLst>
              <a:ext uri="{FF2B5EF4-FFF2-40B4-BE49-F238E27FC236}">
                <a16:creationId xmlns:a16="http://schemas.microsoft.com/office/drawing/2014/main" id="{BFBF43B3-8F4C-3C1D-58D4-E3E01F9AEF4F}"/>
              </a:ext>
            </a:extLst>
          </p:cNvPr>
          <p:cNvSpPr/>
          <p:nvPr/>
        </p:nvSpPr>
        <p:spPr>
          <a:xfrm rot="16429591">
            <a:off x="10648648" y="3531153"/>
            <a:ext cx="3529322" cy="2119531"/>
          </a:xfrm>
          <a:prstGeom prst="blockArc">
            <a:avLst>
              <a:gd name="adj1" fmla="val 11486096"/>
              <a:gd name="adj2" fmla="val 19462196"/>
              <a:gd name="adj3" fmla="val 2623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F3A8B6C-B5B5-DD6D-D23B-E431EB98B2AE}"/>
              </a:ext>
            </a:extLst>
          </p:cNvPr>
          <p:cNvGrpSpPr/>
          <p:nvPr/>
        </p:nvGrpSpPr>
        <p:grpSpPr>
          <a:xfrm>
            <a:off x="6355533" y="2162353"/>
            <a:ext cx="4260322" cy="643853"/>
            <a:chOff x="5790358" y="1311698"/>
            <a:chExt cx="5444991" cy="64385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3A0D053-E177-C1EC-2B6D-DF59848AA9A4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Emissões Financiadas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B9A2AB0-B48A-CCD5-6C37-2E82FA2FC164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101 494 tCO</a:t>
              </a:r>
              <a:r>
                <a:rPr lang="pt-PT" sz="1200" b="1" baseline="-25000" noProof="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4F49662-D780-6F47-87A9-1C7075691A04}"/>
              </a:ext>
            </a:extLst>
          </p:cNvPr>
          <p:cNvGrpSpPr/>
          <p:nvPr/>
        </p:nvGrpSpPr>
        <p:grpSpPr>
          <a:xfrm>
            <a:off x="6355533" y="3103538"/>
            <a:ext cx="4260322" cy="643853"/>
            <a:chOff x="5790358" y="1311698"/>
            <a:chExt cx="5444991" cy="643853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2C6B3F5-0FA0-549F-9D28-65DA587401B2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Intensidade Económica das emissões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5D2E3B2E-D643-0283-9EFC-C65A6630178B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79.94 t</a:t>
              </a:r>
              <a:r>
                <a:rPr lang="pt-PT" sz="1200" b="1">
                  <a:solidFill>
                    <a:schemeClr val="tx1"/>
                  </a:solidFill>
                  <a:latin typeface="Muli" panose="00000500000000000000" pitchFamily="2" charset="0"/>
                </a:rPr>
                <a:t>CO</a:t>
              </a:r>
              <a:r>
                <a:rPr lang="pt-PT" sz="1200" b="1" baseline="-2500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e/€M 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006E16-9E52-B710-AB52-A02CB5AF9343}"/>
              </a:ext>
            </a:extLst>
          </p:cNvPr>
          <p:cNvGrpSpPr/>
          <p:nvPr/>
        </p:nvGrpSpPr>
        <p:grpSpPr>
          <a:xfrm>
            <a:off x="6355533" y="4044723"/>
            <a:ext cx="4260322" cy="643853"/>
            <a:chOff x="5790358" y="1311698"/>
            <a:chExt cx="5444991" cy="643853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2E06155-C44B-73F9-55CC-A3D93E4BED3A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Intensidade Física das emissões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FF2877F-AF55-518D-12D2-0FC51BC5829D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48.87 kg</a:t>
              </a:r>
              <a:r>
                <a:rPr lang="pt-PT" sz="1200" b="1">
                  <a:solidFill>
                    <a:schemeClr val="tx1"/>
                  </a:solidFill>
                  <a:latin typeface="Muli" panose="00000500000000000000" pitchFamily="2" charset="0"/>
                </a:rPr>
                <a:t>CO</a:t>
              </a:r>
              <a:r>
                <a:rPr lang="pt-PT" sz="1200" b="1" baseline="-2500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e/m</a:t>
              </a:r>
              <a:r>
                <a:rPr lang="pt-PT" sz="1200" b="1" baseline="30000" noProof="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F9AF4C2-2E37-89AD-E2A4-97FDF26FD458}"/>
              </a:ext>
            </a:extLst>
          </p:cNvPr>
          <p:cNvGrpSpPr/>
          <p:nvPr/>
        </p:nvGrpSpPr>
        <p:grpSpPr>
          <a:xfrm>
            <a:off x="6355533" y="4985907"/>
            <a:ext cx="4260322" cy="643853"/>
            <a:chOff x="5790358" y="1311698"/>
            <a:chExt cx="5444991" cy="643853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72ED1C30-77D8-06F7-A5DD-27F9010CB405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i="1" noProof="0">
                  <a:solidFill>
                    <a:schemeClr val="bg1"/>
                  </a:solidFill>
                  <a:latin typeface="Muli" panose="00000500000000000000" pitchFamily="2" charset="0"/>
                </a:rPr>
                <a:t>Score</a:t>
              </a:r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 de Qualidade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DB0C764E-7E60-651E-B60C-D41366123320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4.1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8BFE78E-3D6A-63AE-4391-0888C43AA27A}"/>
              </a:ext>
            </a:extLst>
          </p:cNvPr>
          <p:cNvGrpSpPr/>
          <p:nvPr/>
        </p:nvGrpSpPr>
        <p:grpSpPr>
          <a:xfrm>
            <a:off x="6355533" y="1221168"/>
            <a:ext cx="4260322" cy="643853"/>
            <a:chOff x="5790358" y="1311698"/>
            <a:chExt cx="5444991" cy="643853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7578B4DB-5D0F-3689-469B-58C931533D10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Valor Bruto 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0DE349D1-4AD2-0579-F05B-D758F0934E63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1 269 595 966 €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5D63F70A-CDA4-5D62-FB9F-EAD64F5CDAAB}"/>
              </a:ext>
            </a:extLst>
          </p:cNvPr>
          <p:cNvSpPr/>
          <p:nvPr/>
        </p:nvSpPr>
        <p:spPr>
          <a:xfrm>
            <a:off x="6093807" y="787651"/>
            <a:ext cx="325100" cy="50731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ECCBF5B-E36F-AD06-5466-1F8985999E7B}"/>
              </a:ext>
            </a:extLst>
          </p:cNvPr>
          <p:cNvCxnSpPr>
            <a:cxnSpLocks/>
          </p:cNvCxnSpPr>
          <p:nvPr/>
        </p:nvCxnSpPr>
        <p:spPr>
          <a:xfrm flipV="1">
            <a:off x="6430702" y="874785"/>
            <a:ext cx="0" cy="511478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E797B1-192B-51DE-CC5D-14BEB6191CA7}"/>
              </a:ext>
            </a:extLst>
          </p:cNvPr>
          <p:cNvGrpSpPr/>
          <p:nvPr/>
        </p:nvGrpSpPr>
        <p:grpSpPr>
          <a:xfrm>
            <a:off x="2028260" y="1309577"/>
            <a:ext cx="1818340" cy="1775011"/>
            <a:chOff x="2296460" y="1720529"/>
            <a:chExt cx="1183341" cy="1155143"/>
          </a:xfrm>
        </p:grpSpPr>
        <p:sp>
          <p:nvSpPr>
            <p:cNvPr id="28" name="Block Arc 27">
              <a:extLst>
                <a:ext uri="{FF2B5EF4-FFF2-40B4-BE49-F238E27FC236}">
                  <a16:creationId xmlns:a16="http://schemas.microsoft.com/office/drawing/2014/main" id="{98DF98E4-A940-BCD0-0E83-596B3FBEDC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99773" y="1793870"/>
              <a:ext cx="1006364" cy="1005990"/>
            </a:xfrm>
            <a:prstGeom prst="blockArc">
              <a:avLst>
                <a:gd name="adj1" fmla="val 10800000"/>
                <a:gd name="adj2" fmla="val 10799997"/>
                <a:gd name="adj3" fmla="val 1800"/>
              </a:avLst>
            </a:prstGeom>
            <a:solidFill>
              <a:schemeClr val="tx1">
                <a:lumMod val="75000"/>
                <a:lumOff val="25000"/>
              </a:schemeClr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666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29" name="Freeform 65">
              <a:extLst>
                <a:ext uri="{FF2B5EF4-FFF2-40B4-BE49-F238E27FC236}">
                  <a16:creationId xmlns:a16="http://schemas.microsoft.com/office/drawing/2014/main" id="{97C0DB60-AF73-CB43-A080-23CB143FEA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02826" y="1897835"/>
              <a:ext cx="797414" cy="798060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0" vert="horz" wrap="square" lIns="243808" tIns="243808" rIns="210650" bIns="210650" numCol="1" spcCol="1270" anchor="ctr" anchorCtr="0">
              <a:noAutofit/>
            </a:bodyPr>
            <a:lstStyle/>
            <a:p>
              <a:pPr marL="0" marR="0" lvl="0" indent="0" defTabSz="118521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4800" b="0" i="0" u="none" strike="noStrike" kern="1200" cap="none" spc="0" normalizeH="0" baseline="0" noProof="0">
                <a:ln>
                  <a:noFill/>
                </a:ln>
                <a:solidFill>
                  <a:srgbClr val="3BC7E2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503EF1CA-86D4-1CB2-2995-BF3D42D03101}"/>
                </a:ext>
              </a:extLst>
            </p:cNvPr>
            <p:cNvSpPr/>
            <p:nvPr/>
          </p:nvSpPr>
          <p:spPr>
            <a:xfrm rot="21314125">
              <a:off x="2296460" y="1720529"/>
              <a:ext cx="1183341" cy="1155143"/>
            </a:xfrm>
            <a:prstGeom prst="arc">
              <a:avLst>
                <a:gd name="adj1" fmla="val 15864008"/>
                <a:gd name="adj2" fmla="val 6331070"/>
              </a:avLst>
            </a:prstGeom>
            <a:noFill/>
            <a:ln w="57150" cap="flat" cmpd="sng" algn="ctr">
              <a:solidFill>
                <a:srgbClr val="003E5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3753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6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+mn-cs"/>
                <a:sym typeface="Helvetica Light"/>
              </a:endParaRPr>
            </a:p>
          </p:txBody>
        </p:sp>
        <p:pic>
          <p:nvPicPr>
            <p:cNvPr id="31" name="Graphic 30" descr="City with solid fill">
              <a:extLst>
                <a:ext uri="{FF2B5EF4-FFF2-40B4-BE49-F238E27FC236}">
                  <a16:creationId xmlns:a16="http://schemas.microsoft.com/office/drawing/2014/main" id="{EB1153C4-79A6-91D6-6529-5F4A1E2CC1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595533" y="1990865"/>
              <a:ext cx="612000" cy="612000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A9368512-C7D0-E8D9-706F-B71A8C083842}"/>
              </a:ext>
            </a:extLst>
          </p:cNvPr>
          <p:cNvSpPr txBox="1"/>
          <p:nvPr/>
        </p:nvSpPr>
        <p:spPr>
          <a:xfrm>
            <a:off x="1244636" y="3214606"/>
            <a:ext cx="3385589" cy="3404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3" tIns="71983" rIns="35992" bIns="35992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indent="-171450" algn="l">
              <a:spcAft>
                <a:spcPts val="120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Muli Light" panose="00000400000000000000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ctr" defTabSz="405487">
              <a:buNone/>
              <a:defRPr/>
            </a:pPr>
            <a:r>
              <a:rPr lang="pt-PT" sz="1800" b="1" i="1" noProof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uli" panose="00000500000000000000" pitchFamily="2" charset="0"/>
              </a:rPr>
              <a:t>Commercial</a:t>
            </a:r>
            <a:r>
              <a:rPr lang="pt-PT" sz="1800" b="1" i="1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uli" panose="00000500000000000000" pitchFamily="2" charset="0"/>
              </a:rPr>
              <a:t> Real </a:t>
            </a:r>
            <a:r>
              <a:rPr lang="pt-PT" sz="1800" b="1" i="1" noProof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uli" panose="00000500000000000000" pitchFamily="2" charset="0"/>
              </a:rPr>
              <a:t>Estate</a:t>
            </a:r>
            <a:r>
              <a:rPr lang="pt-PT" sz="1800" b="1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uli" panose="00000500000000000000" pitchFamily="2" charset="0"/>
              </a:rPr>
              <a:t> (CRE)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020960-A5EE-7069-D5DF-867971028148}"/>
              </a:ext>
            </a:extLst>
          </p:cNvPr>
          <p:cNvSpPr txBox="1"/>
          <p:nvPr/>
        </p:nvSpPr>
        <p:spPr>
          <a:xfrm>
            <a:off x="549490" y="3536445"/>
            <a:ext cx="477588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 hangingPunct="1">
              <a:spcAft>
                <a:spcPts val="600"/>
              </a:spcAft>
              <a:defRPr/>
            </a:pP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Considera-se como classe de ativos </a:t>
            </a:r>
            <a:r>
              <a:rPr lang="pt-PT" sz="10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Commercial</a:t>
            </a:r>
            <a:r>
              <a:rPr lang="pt-PT" sz="1000" i="1" noProof="0">
                <a:solidFill>
                  <a:srgbClr val="005F7C"/>
                </a:solidFill>
                <a:latin typeface="Muli Light" panose="00000400000000000000" pitchFamily="2" charset="0"/>
              </a:rPr>
              <a:t> Real </a:t>
            </a:r>
            <a:r>
              <a:rPr lang="pt-PT" sz="10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 (CRE) o conjunto de exposições </a:t>
            </a:r>
            <a:r>
              <a:rPr lang="pt-PT" sz="10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on</a:t>
            </a:r>
            <a:r>
              <a:rPr lang="pt-PT" sz="1000" i="1" noProof="0">
                <a:solidFill>
                  <a:srgbClr val="005F7C"/>
                </a:solidFill>
                <a:latin typeface="Muli Light" panose="00000400000000000000" pitchFamily="2" charset="0"/>
              </a:rPr>
              <a:t>-balance </a:t>
            </a:r>
            <a:r>
              <a:rPr lang="pt-PT" sz="10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sheet</a:t>
            </a:r>
            <a:r>
              <a:rPr lang="pt-PT" sz="10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concedidas para fins corporativos específicos, nomeadamente para a aquisição ou refinanciamento de imóveis utilizados em atividades que geram rendimento para os seus proprietários e relativamente aos quais o Banco não detém o controlo operacional. </a:t>
            </a:r>
          </a:p>
          <a:p>
            <a:pPr lvl="0" algn="just" defTabSz="914400" hangingPunct="1">
              <a:spcAft>
                <a:spcPts val="600"/>
              </a:spcAft>
              <a:defRPr/>
            </a:pP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Neste sentido, são considerados os financiamento classificados com o propósito</a:t>
            </a:r>
            <a:r>
              <a:rPr lang="pt-PT" sz="1000" baseline="30000" noProof="0">
                <a:solidFill>
                  <a:srgbClr val="005F7C"/>
                </a:solidFill>
                <a:latin typeface="Muli Light" panose="00000400000000000000" pitchFamily="2" charset="0"/>
              </a:rPr>
              <a:t>1</a:t>
            </a: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 de </a:t>
            </a:r>
            <a:r>
              <a:rPr lang="pt-PT" sz="10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Commercial</a:t>
            </a:r>
            <a:r>
              <a:rPr lang="pt-PT" sz="1000" i="1" noProof="0">
                <a:solidFill>
                  <a:srgbClr val="005F7C"/>
                </a:solidFill>
                <a:latin typeface="Muli Light" panose="00000400000000000000" pitchFamily="2" charset="0"/>
              </a:rPr>
              <a:t> Real </a:t>
            </a:r>
            <a:r>
              <a:rPr lang="pt-PT" sz="10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0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(CRE)</a:t>
            </a:r>
            <a:r>
              <a:rPr lang="pt-PT" sz="1000" i="1" noProof="0">
                <a:solidFill>
                  <a:srgbClr val="005F7C"/>
                </a:solidFill>
                <a:latin typeface="Muli Light" panose="00000400000000000000" pitchFamily="2" charset="0"/>
              </a:rPr>
              <a:t>. </a:t>
            </a: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Neste universo não são considerados:</a:t>
            </a:r>
          </a:p>
          <a:p>
            <a:pPr marL="171450" lvl="0" indent="-171450" algn="just" defTabSz="914400" hangingPunct="1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 à construção de imóveis;</a:t>
            </a:r>
          </a:p>
          <a:p>
            <a:pPr marL="171450" lvl="0" indent="-171450" algn="just" defTabSz="914400" hangingPunct="1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sem colaterais imobiliários associados;</a:t>
            </a:r>
          </a:p>
          <a:p>
            <a:pPr marL="171450" lvl="0" indent="-171450" algn="just" defTabSz="914400" hangingPunct="1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cujo colateral imobiliário relacionado seja exclusivamente garagens e/ou estacionamentos;</a:t>
            </a:r>
          </a:p>
          <a:p>
            <a:pPr marL="171450" lvl="0" indent="-171450" algn="just" defTabSz="914400" hangingPunct="1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onde a atividade económica do cliente não se enquadra nos setores</a:t>
            </a:r>
            <a:r>
              <a:rPr lang="pt-PT" sz="1000" baseline="30000" noProof="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 aplicáveis.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AE960D0-DB51-048F-0C1C-B1351A2C872B}"/>
              </a:ext>
            </a:extLst>
          </p:cNvPr>
          <p:cNvSpPr/>
          <p:nvPr/>
        </p:nvSpPr>
        <p:spPr>
          <a:xfrm>
            <a:off x="549490" y="6124274"/>
            <a:ext cx="10784631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O propósito do financiamento é definido através da variável 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purpose_code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da tabela cd_captools.ct004_univ_cto, de modo a garantir coerência entre as diversas fontes de dados utilizados no Banco. (2) Na definição do universo considera-se apenas exposições associadas a códigos de atividade económica 41.10 (promoção imobiliária e desenvolvimento de projetos), 55.11 (estabelecimentos hoteleiros) e 68 (atividades imobiliárias). 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686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77C5D-993D-2DD7-84E6-AD8541554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Flowchart: Delay 185">
            <a:extLst>
              <a:ext uri="{FF2B5EF4-FFF2-40B4-BE49-F238E27FC236}">
                <a16:creationId xmlns:a16="http://schemas.microsoft.com/office/drawing/2014/main" id="{95A693C6-E9F2-830A-5A2C-AFFF98EC9D54}"/>
              </a:ext>
            </a:extLst>
          </p:cNvPr>
          <p:cNvSpPr/>
          <p:nvPr/>
        </p:nvSpPr>
        <p:spPr>
          <a:xfrm>
            <a:off x="-41341" y="1"/>
            <a:ext cx="5907987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AA217DC9-5D6F-7128-30B4-1F3CBDC75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Rectangle 212">
            <a:extLst>
              <a:ext uri="{FF2B5EF4-FFF2-40B4-BE49-F238E27FC236}">
                <a16:creationId xmlns:a16="http://schemas.microsoft.com/office/drawing/2014/main" id="{3D0ADF23-A295-4D61-8CEF-58284A4BD0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3807" y="998829"/>
            <a:ext cx="5547113" cy="4861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B14680-A7CC-050B-C5DD-FB26A2B2D9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9185A-BFC0-31F8-8403-6AA03972D0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Emissões Totais e Indicadores de Intensidade (2|2)</a:t>
            </a: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D5BC2A42-A99A-BC9E-DAC8-8E80E6752FF4}"/>
              </a:ext>
            </a:extLst>
          </p:cNvPr>
          <p:cNvSpPr txBox="1">
            <a:spLocks/>
          </p:cNvSpPr>
          <p:nvPr/>
        </p:nvSpPr>
        <p:spPr>
          <a:xfrm>
            <a:off x="566226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PT" sz="13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211" name="Block Arc 210">
            <a:extLst>
              <a:ext uri="{FF2B5EF4-FFF2-40B4-BE49-F238E27FC236}">
                <a16:creationId xmlns:a16="http://schemas.microsoft.com/office/drawing/2014/main" id="{D138DFAB-B84F-2164-0959-1E5D7D13F22A}"/>
              </a:ext>
            </a:extLst>
          </p:cNvPr>
          <p:cNvSpPr/>
          <p:nvPr/>
        </p:nvSpPr>
        <p:spPr>
          <a:xfrm rot="16429591">
            <a:off x="10648648" y="3531153"/>
            <a:ext cx="3529322" cy="2119531"/>
          </a:xfrm>
          <a:prstGeom prst="blockArc">
            <a:avLst>
              <a:gd name="adj1" fmla="val 11486096"/>
              <a:gd name="adj2" fmla="val 19462196"/>
              <a:gd name="adj3" fmla="val 2623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43DEACA-8512-3B84-F859-F99180AD86D3}"/>
              </a:ext>
            </a:extLst>
          </p:cNvPr>
          <p:cNvGrpSpPr/>
          <p:nvPr/>
        </p:nvGrpSpPr>
        <p:grpSpPr>
          <a:xfrm>
            <a:off x="6355533" y="2162353"/>
            <a:ext cx="4260322" cy="643853"/>
            <a:chOff x="5790358" y="1311698"/>
            <a:chExt cx="5444991" cy="64385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DC3C7BD-8B49-B068-2FDF-10159C283DA7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Emissões Financiadas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A9A146A-D664-B548-7A99-C3992BE5888B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422 389 t</a:t>
              </a:r>
              <a:r>
                <a:rPr lang="pt-PT" sz="1200" b="1">
                  <a:solidFill>
                    <a:schemeClr val="tx1"/>
                  </a:solidFill>
                  <a:latin typeface="Muli" panose="00000500000000000000" pitchFamily="2" charset="0"/>
                </a:rPr>
                <a:t>CO</a:t>
              </a:r>
              <a:r>
                <a:rPr lang="pt-PT" sz="1200" b="1" baseline="-2500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789D7D8-1D59-7297-0983-C88406B52682}"/>
              </a:ext>
            </a:extLst>
          </p:cNvPr>
          <p:cNvGrpSpPr/>
          <p:nvPr/>
        </p:nvGrpSpPr>
        <p:grpSpPr>
          <a:xfrm>
            <a:off x="6355533" y="3103538"/>
            <a:ext cx="4260322" cy="643853"/>
            <a:chOff x="5790358" y="1311698"/>
            <a:chExt cx="5444991" cy="643853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23F03EF-B845-51D5-DE3F-EA6D125E7732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Intensidade Económica das emissões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DDEFF81-58B5-2C88-1B93-9A1A24FC062C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18.12 t</a:t>
              </a:r>
              <a:r>
                <a:rPr lang="pt-PT" sz="1200" b="1">
                  <a:solidFill>
                    <a:schemeClr val="tx1"/>
                  </a:solidFill>
                  <a:latin typeface="Muli" panose="00000500000000000000" pitchFamily="2" charset="0"/>
                </a:rPr>
                <a:t>CO</a:t>
              </a:r>
              <a:r>
                <a:rPr lang="pt-PT" sz="1200" b="1" baseline="-2500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e/€M 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F63685A-88EF-95A6-141D-00F5C4D108B0}"/>
              </a:ext>
            </a:extLst>
          </p:cNvPr>
          <p:cNvGrpSpPr/>
          <p:nvPr/>
        </p:nvGrpSpPr>
        <p:grpSpPr>
          <a:xfrm>
            <a:off x="6355533" y="4044723"/>
            <a:ext cx="4260322" cy="643853"/>
            <a:chOff x="5790358" y="1311698"/>
            <a:chExt cx="5444991" cy="643853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5F2A9A8-E580-A81B-3B62-F3D2A068A92E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Intensidade Física das emissões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649CC75-29BF-76D9-1C07-B93CA04FD11A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13.70 kg</a:t>
              </a:r>
              <a:r>
                <a:rPr lang="pt-PT" sz="1200" b="1">
                  <a:solidFill>
                    <a:schemeClr val="tx1"/>
                  </a:solidFill>
                  <a:latin typeface="Muli" panose="00000500000000000000" pitchFamily="2" charset="0"/>
                </a:rPr>
                <a:t>CO</a:t>
              </a:r>
              <a:r>
                <a:rPr lang="pt-PT" sz="1200" b="1" baseline="-2500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e/m</a:t>
              </a:r>
              <a:r>
                <a:rPr lang="pt-PT" sz="1200" b="1" baseline="30000" noProof="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C67DBE2-3C75-FE44-A88F-C404A628F1C6}"/>
              </a:ext>
            </a:extLst>
          </p:cNvPr>
          <p:cNvGrpSpPr/>
          <p:nvPr/>
        </p:nvGrpSpPr>
        <p:grpSpPr>
          <a:xfrm>
            <a:off x="6355533" y="4985907"/>
            <a:ext cx="4260322" cy="643853"/>
            <a:chOff x="5790358" y="1311698"/>
            <a:chExt cx="5444991" cy="643853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3082D1F9-C64D-AE7B-8690-1DDBC63EEC6E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i="1" noProof="0">
                  <a:solidFill>
                    <a:schemeClr val="bg1"/>
                  </a:solidFill>
                  <a:latin typeface="Muli" panose="00000500000000000000" pitchFamily="2" charset="0"/>
                </a:rPr>
                <a:t>Score</a:t>
              </a:r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 de Qualidade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29284FAC-8C75-2A09-38AB-1A6116122392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3.8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31184C0-C890-9204-EB23-5264448DAB13}"/>
              </a:ext>
            </a:extLst>
          </p:cNvPr>
          <p:cNvGrpSpPr/>
          <p:nvPr/>
        </p:nvGrpSpPr>
        <p:grpSpPr>
          <a:xfrm>
            <a:off x="6355533" y="1221168"/>
            <a:ext cx="4260322" cy="643853"/>
            <a:chOff x="5790358" y="1311698"/>
            <a:chExt cx="5444991" cy="643853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F981253D-2D93-3D17-C21C-D490B2452341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Valor Bruto 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479F75A7-B842-085D-1D6F-13A45C0E3523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23 305 986 580 €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F419C23F-AB7D-0DDD-3ACF-BDAF2C5CDC6F}"/>
              </a:ext>
            </a:extLst>
          </p:cNvPr>
          <p:cNvSpPr/>
          <p:nvPr/>
        </p:nvSpPr>
        <p:spPr>
          <a:xfrm>
            <a:off x="6093807" y="787651"/>
            <a:ext cx="325100" cy="50731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FE23A0-0EE8-25DF-5C03-3E11F2CCA490}"/>
              </a:ext>
            </a:extLst>
          </p:cNvPr>
          <p:cNvCxnSpPr>
            <a:cxnSpLocks/>
          </p:cNvCxnSpPr>
          <p:nvPr/>
        </p:nvCxnSpPr>
        <p:spPr>
          <a:xfrm flipV="1">
            <a:off x="6430702" y="874785"/>
            <a:ext cx="0" cy="511478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A32F20E6-E572-0ED0-7692-5075D09C0514}"/>
              </a:ext>
            </a:extLst>
          </p:cNvPr>
          <p:cNvGrpSpPr/>
          <p:nvPr/>
        </p:nvGrpSpPr>
        <p:grpSpPr>
          <a:xfrm>
            <a:off x="2028430" y="1309577"/>
            <a:ext cx="1818000" cy="1774800"/>
            <a:chOff x="7546897" y="1673379"/>
            <a:chExt cx="1183341" cy="1155143"/>
          </a:xfrm>
        </p:grpSpPr>
        <p:sp>
          <p:nvSpPr>
            <p:cNvPr id="11" name="Block Arc 10">
              <a:extLst>
                <a:ext uri="{FF2B5EF4-FFF2-40B4-BE49-F238E27FC236}">
                  <a16:creationId xmlns:a16="http://schemas.microsoft.com/office/drawing/2014/main" id="{DE498241-7090-9A2F-33C7-52EF238A59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50210" y="1746720"/>
              <a:ext cx="1006364" cy="1005990"/>
            </a:xfrm>
            <a:prstGeom prst="blockArc">
              <a:avLst>
                <a:gd name="adj1" fmla="val 10800000"/>
                <a:gd name="adj2" fmla="val 10799997"/>
                <a:gd name="adj3" fmla="val 1800"/>
              </a:avLst>
            </a:prstGeom>
            <a:solidFill>
              <a:schemeClr val="tx1">
                <a:lumMod val="75000"/>
                <a:lumOff val="25000"/>
              </a:schemeClr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666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12" name="Freeform 65">
              <a:extLst>
                <a:ext uri="{FF2B5EF4-FFF2-40B4-BE49-F238E27FC236}">
                  <a16:creationId xmlns:a16="http://schemas.microsoft.com/office/drawing/2014/main" id="{2C4DCB4D-44CE-A98E-207B-22AA492E5A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53263" y="1850685"/>
              <a:ext cx="797414" cy="798060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0" vert="horz" wrap="square" lIns="243808" tIns="243808" rIns="210650" bIns="210650" numCol="1" spcCol="1270" anchor="ctr" anchorCtr="0">
              <a:noAutofit/>
            </a:bodyPr>
            <a:lstStyle/>
            <a:p>
              <a:pPr marL="0" marR="0" lvl="0" indent="0" defTabSz="118521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4800" b="0" i="0" u="none" strike="noStrike" kern="1200" cap="none" spc="0" normalizeH="0" baseline="0" noProof="0">
                <a:ln>
                  <a:noFill/>
                </a:ln>
                <a:solidFill>
                  <a:srgbClr val="3BC7E2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675039D7-AF28-8932-8CFB-6E1808D2D393}"/>
                </a:ext>
              </a:extLst>
            </p:cNvPr>
            <p:cNvSpPr/>
            <p:nvPr/>
          </p:nvSpPr>
          <p:spPr>
            <a:xfrm rot="21314125">
              <a:off x="7546897" y="1673379"/>
              <a:ext cx="1183341" cy="1155143"/>
            </a:xfrm>
            <a:prstGeom prst="arc">
              <a:avLst>
                <a:gd name="adj1" fmla="val 15864008"/>
                <a:gd name="adj2" fmla="val 6331070"/>
              </a:avLst>
            </a:prstGeom>
            <a:noFill/>
            <a:ln w="57150" cap="flat" cmpd="sng" algn="ctr">
              <a:solidFill>
                <a:srgbClr val="003E5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3753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6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+mn-cs"/>
                <a:sym typeface="Helvetica Light"/>
              </a:endParaRPr>
            </a:p>
          </p:txBody>
        </p:sp>
        <p:pic>
          <p:nvPicPr>
            <p:cNvPr id="14" name="Graphic 13" descr="Home with solid fill">
              <a:extLst>
                <a:ext uri="{FF2B5EF4-FFF2-40B4-BE49-F238E27FC236}">
                  <a16:creationId xmlns:a16="http://schemas.microsoft.com/office/drawing/2014/main" id="{5BA14B25-592B-1063-D27E-0BBD48B5A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44170" y="1941915"/>
              <a:ext cx="615600" cy="615600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98CBADB2-4D87-3226-8A41-75C699EB89E6}"/>
              </a:ext>
            </a:extLst>
          </p:cNvPr>
          <p:cNvSpPr txBox="1"/>
          <p:nvPr/>
        </p:nvSpPr>
        <p:spPr>
          <a:xfrm>
            <a:off x="1332065" y="3214606"/>
            <a:ext cx="3210731" cy="3404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3" tIns="71983" rIns="35992" bIns="35992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indent="-171450" algn="l">
              <a:spcAft>
                <a:spcPts val="120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Muli Light" panose="00000400000000000000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ctr" defTabSz="405487">
              <a:buNone/>
              <a:defRPr/>
            </a:pPr>
            <a:r>
              <a:rPr lang="pt-PT" sz="1800" b="1" i="1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uli" panose="00000500000000000000" pitchFamily="2" charset="0"/>
              </a:rPr>
              <a:t>Mortgages</a:t>
            </a:r>
            <a:endParaRPr lang="pt-PT" sz="1800" b="1" noProof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uli" panose="00000500000000000000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5E03E9-0519-7962-E4D5-C91B42C15C96}"/>
              </a:ext>
            </a:extLst>
          </p:cNvPr>
          <p:cNvSpPr txBox="1"/>
          <p:nvPr/>
        </p:nvSpPr>
        <p:spPr>
          <a:xfrm>
            <a:off x="549490" y="3520022"/>
            <a:ext cx="477588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 hangingPunct="1">
              <a:spcAft>
                <a:spcPts val="600"/>
              </a:spcAft>
              <a:defRPr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Considera-se como classe de ativos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o conjunto de exposições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on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-balance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sheet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concedidas para fins de crédito hipotecário a particulares, destinadas à aquisição ou refinanciamento de imóveis utilizados exclusivamente para fins residenciais.</a:t>
            </a:r>
          </a:p>
          <a:p>
            <a:pPr lvl="0" algn="just" defTabSz="914400" hangingPunct="1">
              <a:spcAft>
                <a:spcPts val="600"/>
              </a:spcAft>
              <a:defRPr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Neste sentido, são considerados os financiamento classificados com o propósito</a:t>
            </a:r>
            <a:r>
              <a:rPr lang="pt-PT" sz="1200" baseline="30000" noProof="0">
                <a:solidFill>
                  <a:srgbClr val="005F7C"/>
                </a:solidFill>
                <a:latin typeface="Muli Light" panose="00000400000000000000" pitchFamily="2" charset="0"/>
              </a:rPr>
              <a:t>1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de Habitação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.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Neste universo não são considerados:</a:t>
            </a:r>
          </a:p>
          <a:p>
            <a:pPr marL="171450" lvl="0" indent="-171450" algn="just" defTabSz="914400" hangingPunct="1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sem colaterais imobiliários associados;</a:t>
            </a:r>
          </a:p>
          <a:p>
            <a:pPr marL="171450" lvl="0" indent="-171450" algn="just" defTabSz="914400" hangingPunct="1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cujo colateral imobiliário relacionado seja exclusivamente garagens e/ou estacionamentos.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64197F-75C5-4800-15F4-C34E0FAAF88F}"/>
              </a:ext>
            </a:extLst>
          </p:cNvPr>
          <p:cNvSpPr/>
          <p:nvPr/>
        </p:nvSpPr>
        <p:spPr>
          <a:xfrm>
            <a:off x="549490" y="6124274"/>
            <a:ext cx="10860187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(1) O propósito do financiamento é definido através da variável purpose_code da tabela cd_captools.ct004_univ_cto, de modo a garantir coerência entre as diversas fontes de dados utilizados no Banco.</a:t>
            </a:r>
          </a:p>
          <a:p>
            <a:pPr algn="l"/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307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145A4-62E1-0F46-A000-D8398D5C4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265F66C-CF33-10CB-DE9E-80CCCD0BE379}"/>
              </a:ext>
            </a:extLst>
          </p:cNvPr>
          <p:cNvGrpSpPr/>
          <p:nvPr/>
        </p:nvGrpSpPr>
        <p:grpSpPr>
          <a:xfrm>
            <a:off x="6061189" y="1387819"/>
            <a:ext cx="5340007" cy="2640197"/>
            <a:chOff x="542686" y="3585033"/>
            <a:chExt cx="5340007" cy="264019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01B004F-320B-19B4-4A7F-256D844449B5}"/>
                </a:ext>
              </a:extLst>
            </p:cNvPr>
            <p:cNvGrpSpPr/>
            <p:nvPr/>
          </p:nvGrpSpPr>
          <p:grpSpPr>
            <a:xfrm>
              <a:off x="542686" y="3585033"/>
              <a:ext cx="1583794" cy="2640195"/>
              <a:chOff x="803742" y="1666327"/>
              <a:chExt cx="1584000" cy="2640539"/>
            </a:xfrm>
          </p:grpSpPr>
          <p:graphicFrame>
            <p:nvGraphicFramePr>
              <p:cNvPr id="17" name="Chart 16">
                <a:extLst>
                  <a:ext uri="{FF2B5EF4-FFF2-40B4-BE49-F238E27FC236}">
                    <a16:creationId xmlns:a16="http://schemas.microsoft.com/office/drawing/2014/main" id="{C40E2B9D-9065-13B8-B947-738AD6EC8477}"/>
                  </a:ext>
                </a:extLst>
              </p:cNvPr>
              <p:cNvGraphicFramePr/>
              <p:nvPr/>
            </p:nvGraphicFramePr>
            <p:xfrm>
              <a:off x="803742" y="1666327"/>
              <a:ext cx="1584000" cy="264053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9AFF205-BB62-5522-2445-21D0384EE184}"/>
                  </a:ext>
                </a:extLst>
              </p:cNvPr>
              <p:cNvSpPr txBox="1"/>
              <p:nvPr/>
            </p:nvSpPr>
            <p:spPr>
              <a:xfrm>
                <a:off x="1403896" y="2863481"/>
                <a:ext cx="383692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1</a:t>
                </a: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%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CA075F3-60C3-09BC-AFFE-D6BB57F4230F}"/>
                  </a:ext>
                </a:extLst>
              </p:cNvPr>
              <p:cNvSpPr txBox="1"/>
              <p:nvPr/>
            </p:nvSpPr>
            <p:spPr>
              <a:xfrm>
                <a:off x="1319024" y="3744585"/>
                <a:ext cx="61168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DQS3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CBDCCAD-14AF-AFD5-FACF-737DD8152492}"/>
                </a:ext>
              </a:extLst>
            </p:cNvPr>
            <p:cNvGrpSpPr/>
            <p:nvPr/>
          </p:nvGrpSpPr>
          <p:grpSpPr>
            <a:xfrm>
              <a:off x="2420792" y="3585033"/>
              <a:ext cx="1583794" cy="2640197"/>
              <a:chOff x="3512753" y="1666330"/>
              <a:chExt cx="1584000" cy="2640541"/>
            </a:xfrm>
          </p:grpSpPr>
          <p:graphicFrame>
            <p:nvGraphicFramePr>
              <p:cNvPr id="14" name="Chart 13">
                <a:extLst>
                  <a:ext uri="{FF2B5EF4-FFF2-40B4-BE49-F238E27FC236}">
                    <a16:creationId xmlns:a16="http://schemas.microsoft.com/office/drawing/2014/main" id="{8F55A342-A933-CCB7-4369-0868E19015A4}"/>
                  </a:ext>
                </a:extLst>
              </p:cNvPr>
              <p:cNvGraphicFramePr/>
              <p:nvPr/>
            </p:nvGraphicFramePr>
            <p:xfrm>
              <a:off x="3512753" y="1666330"/>
              <a:ext cx="1584000" cy="264054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979B3EA-D742-CF6E-5DF1-B5BE7EE3CA22}"/>
                  </a:ext>
                </a:extLst>
              </p:cNvPr>
              <p:cNvSpPr txBox="1"/>
              <p:nvPr/>
            </p:nvSpPr>
            <p:spPr>
              <a:xfrm>
                <a:off x="4033891" y="2853547"/>
                <a:ext cx="482003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92</a:t>
                </a: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%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CCC3C59-79B3-1C69-F503-32F337B0A626}"/>
                  </a:ext>
                </a:extLst>
              </p:cNvPr>
              <p:cNvSpPr txBox="1"/>
              <p:nvPr/>
            </p:nvSpPr>
            <p:spPr>
              <a:xfrm>
                <a:off x="4029354" y="3744585"/>
                <a:ext cx="61168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DQS4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C846C0D-C054-4368-DB17-2F2B71ED8C7B}"/>
                </a:ext>
              </a:extLst>
            </p:cNvPr>
            <p:cNvGrpSpPr/>
            <p:nvPr/>
          </p:nvGrpSpPr>
          <p:grpSpPr>
            <a:xfrm>
              <a:off x="4298899" y="3585033"/>
              <a:ext cx="1583794" cy="2640195"/>
              <a:chOff x="6189283" y="1664019"/>
              <a:chExt cx="1584000" cy="2640539"/>
            </a:xfrm>
          </p:grpSpPr>
          <p:graphicFrame>
            <p:nvGraphicFramePr>
              <p:cNvPr id="11" name="Chart 10">
                <a:extLst>
                  <a:ext uri="{FF2B5EF4-FFF2-40B4-BE49-F238E27FC236}">
                    <a16:creationId xmlns:a16="http://schemas.microsoft.com/office/drawing/2014/main" id="{19028BC1-48BF-57C3-53C0-A894C9A29AF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679746273"/>
                  </p:ext>
                </p:extLst>
              </p:nvPr>
            </p:nvGraphicFramePr>
            <p:xfrm>
              <a:off x="6189283" y="1664019"/>
              <a:ext cx="1584000" cy="264053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53A9EF-EFF8-2259-BE6C-FC4BAEBEDD7A}"/>
                  </a:ext>
                </a:extLst>
              </p:cNvPr>
              <p:cNvSpPr txBox="1"/>
              <p:nvPr/>
            </p:nvSpPr>
            <p:spPr>
              <a:xfrm>
                <a:off x="6789672" y="2861177"/>
                <a:ext cx="383222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7%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535969D-F76F-C17D-15DA-05E50C78FE44}"/>
                  </a:ext>
                </a:extLst>
              </p:cNvPr>
              <p:cNvSpPr txBox="1"/>
              <p:nvPr/>
            </p:nvSpPr>
            <p:spPr>
              <a:xfrm>
                <a:off x="6727826" y="3744585"/>
                <a:ext cx="61168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DQS5</a:t>
                </a: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B5DA67E-46B5-2EAA-6A68-43FB24F13B54}"/>
                </a:ext>
              </a:extLst>
            </p:cNvPr>
            <p:cNvSpPr/>
            <p:nvPr/>
          </p:nvSpPr>
          <p:spPr>
            <a:xfrm>
              <a:off x="542686" y="4001219"/>
              <a:ext cx="5334182" cy="2114275"/>
            </a:xfrm>
            <a:prstGeom prst="rect">
              <a:avLst/>
            </a:prstGeom>
            <a:noFill/>
            <a:ln w="12700">
              <a:solidFill>
                <a:schemeClr val="bg1">
                  <a:lumMod val="9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/>
            </a:p>
          </p:txBody>
        </p:sp>
        <p:sp>
          <p:nvSpPr>
            <p:cNvPr id="10" name="Rectangle 18">
              <a:extLst>
                <a:ext uri="{FF2B5EF4-FFF2-40B4-BE49-F238E27FC236}">
                  <a16:creationId xmlns:a16="http://schemas.microsoft.com/office/drawing/2014/main" id="{8F1E395F-A6C5-93A8-F775-87F207E0F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173" y="3961352"/>
              <a:ext cx="4379940" cy="85587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05" hangingPunct="1">
                <a:defRPr/>
              </a:pPr>
              <a:r>
                <a:rPr lang="pt-PT" sz="900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Distribuição das emissões calculadas pelo respetivo </a:t>
              </a:r>
              <a:r>
                <a:rPr lang="pt-PT" sz="900" i="1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Data </a:t>
              </a:r>
              <a:r>
                <a:rPr lang="pt-PT" sz="900" i="1" noProof="0" err="1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Quality</a:t>
              </a:r>
              <a:r>
                <a:rPr lang="pt-PT" sz="900" i="1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 Score</a:t>
              </a:r>
              <a:r>
                <a:rPr lang="pt-PT" sz="900" baseline="30000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1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7D3D44AC-61A2-362E-AB40-4B8A5FB4CBED}"/>
              </a:ext>
            </a:extLst>
          </p:cNvPr>
          <p:cNvSpPr/>
          <p:nvPr/>
        </p:nvSpPr>
        <p:spPr>
          <a:xfrm>
            <a:off x="0" y="1794404"/>
            <a:ext cx="5728056" cy="21142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E8C91625-C995-AF4E-07F4-F22E574B61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C873CA82-8EE3-DE70-A1B6-E281DE7C22DA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65503B-2EDD-7EEC-69B1-2D5AE5AD8AA5}"/>
              </a:ext>
            </a:extLst>
          </p:cNvPr>
          <p:cNvSpPr/>
          <p:nvPr/>
        </p:nvSpPr>
        <p:spPr>
          <a:xfrm>
            <a:off x="1876425" y="2389876"/>
            <a:ext cx="3535834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No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de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Commercial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Real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(CRE)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verificou-se uma maior concentração de emissões financiadas calculadas com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um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score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4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correspondendo a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93 533 tCO</a:t>
            </a:r>
            <a:r>
              <a:rPr lang="pt-PT" sz="1200" b="1" baseline="-25000" noProof="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num total de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101 494 </a:t>
            </a:r>
            <a:r>
              <a:rPr lang="pt-PT" sz="1200" b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tCO</a:t>
            </a:r>
            <a:r>
              <a:rPr lang="pt-PT" sz="1200" b="1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de emissões financiadas.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DF4EC3-9615-1C34-B008-987E3ED6883B}"/>
              </a:ext>
            </a:extLst>
          </p:cNvPr>
          <p:cNvSpPr/>
          <p:nvPr/>
        </p:nvSpPr>
        <p:spPr>
          <a:xfrm>
            <a:off x="549490" y="1162800"/>
            <a:ext cx="11461601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De acordo com a metodologia PCAF, ao cálculo das emissões financiadas é atribuído um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score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de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que depende da abrangência e da qualidade da informação disponível sobre o imóvel e que pode variar entre 1 (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score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de melhor qualidade/ associado a maior certeza sobre o cálculo) e 5 (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score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de pior qualidade/ associado a menor certeza sobre o cálculo).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B38F3AB-9257-C8C3-D91C-671996F02BA0}"/>
              </a:ext>
            </a:extLst>
          </p:cNvPr>
          <p:cNvGrpSpPr/>
          <p:nvPr/>
        </p:nvGrpSpPr>
        <p:grpSpPr>
          <a:xfrm>
            <a:off x="6070714" y="3607144"/>
            <a:ext cx="5340007" cy="2640197"/>
            <a:chOff x="542686" y="3585033"/>
            <a:chExt cx="5340007" cy="264019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CAE13D1-B1F0-B460-CDD0-282EEDF53284}"/>
                </a:ext>
              </a:extLst>
            </p:cNvPr>
            <p:cNvGrpSpPr/>
            <p:nvPr/>
          </p:nvGrpSpPr>
          <p:grpSpPr>
            <a:xfrm>
              <a:off x="542686" y="3585033"/>
              <a:ext cx="1583794" cy="2640195"/>
              <a:chOff x="803742" y="1666327"/>
              <a:chExt cx="1584000" cy="2640539"/>
            </a:xfrm>
          </p:grpSpPr>
          <p:graphicFrame>
            <p:nvGraphicFramePr>
              <p:cNvPr id="44" name="Chart 43">
                <a:extLst>
                  <a:ext uri="{FF2B5EF4-FFF2-40B4-BE49-F238E27FC236}">
                    <a16:creationId xmlns:a16="http://schemas.microsoft.com/office/drawing/2014/main" id="{65EC1DB2-114A-866B-FC6D-B0D88D10317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061386303"/>
                  </p:ext>
                </p:extLst>
              </p:nvPr>
            </p:nvGraphicFramePr>
            <p:xfrm>
              <a:off x="803742" y="1666327"/>
              <a:ext cx="1584000" cy="264053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7"/>
              </a:graphicData>
            </a:graphic>
          </p:graphicFrame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57D5F67-924E-E006-7834-F30FD7025E6B}"/>
                  </a:ext>
                </a:extLst>
              </p:cNvPr>
              <p:cNvSpPr txBox="1"/>
              <p:nvPr/>
            </p:nvSpPr>
            <p:spPr>
              <a:xfrm>
                <a:off x="1357129" y="2863465"/>
                <a:ext cx="478090" cy="24625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21</a:t>
                </a: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%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A193402-DB23-0769-386A-BC737F5F0783}"/>
                  </a:ext>
                </a:extLst>
              </p:cNvPr>
              <p:cNvSpPr txBox="1"/>
              <p:nvPr/>
            </p:nvSpPr>
            <p:spPr>
              <a:xfrm>
                <a:off x="1319024" y="3744585"/>
                <a:ext cx="61168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DQS3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E06578F-0240-66D7-B4FF-F2D5F84C3B9B}"/>
                </a:ext>
              </a:extLst>
            </p:cNvPr>
            <p:cNvGrpSpPr/>
            <p:nvPr/>
          </p:nvGrpSpPr>
          <p:grpSpPr>
            <a:xfrm>
              <a:off x="2420792" y="3585033"/>
              <a:ext cx="1583794" cy="2640197"/>
              <a:chOff x="3512753" y="1666330"/>
              <a:chExt cx="1584000" cy="2640541"/>
            </a:xfrm>
          </p:grpSpPr>
          <p:graphicFrame>
            <p:nvGraphicFramePr>
              <p:cNvPr id="41" name="Chart 40">
                <a:extLst>
                  <a:ext uri="{FF2B5EF4-FFF2-40B4-BE49-F238E27FC236}">
                    <a16:creationId xmlns:a16="http://schemas.microsoft.com/office/drawing/2014/main" id="{45AA199B-2E18-BA78-9DAD-05060CE65C1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74530127"/>
                  </p:ext>
                </p:extLst>
              </p:nvPr>
            </p:nvGraphicFramePr>
            <p:xfrm>
              <a:off x="3512753" y="1666330"/>
              <a:ext cx="1584000" cy="264054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8"/>
              </a:graphicData>
            </a:graphic>
          </p:graphicFrame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98FCDF9-E751-2AFF-CBF7-13339FA09D89}"/>
                  </a:ext>
                </a:extLst>
              </p:cNvPr>
              <p:cNvSpPr txBox="1"/>
              <p:nvPr/>
            </p:nvSpPr>
            <p:spPr>
              <a:xfrm>
                <a:off x="4033891" y="2853547"/>
                <a:ext cx="482003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75%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AFECA9C-173E-BC50-5D79-0ED28ABC1E76}"/>
                  </a:ext>
                </a:extLst>
              </p:cNvPr>
              <p:cNvSpPr txBox="1"/>
              <p:nvPr/>
            </p:nvSpPr>
            <p:spPr>
              <a:xfrm>
                <a:off x="4029354" y="3744585"/>
                <a:ext cx="61168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DQS4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8DA6DB1-492A-171A-330E-D7976C7BEB7E}"/>
                </a:ext>
              </a:extLst>
            </p:cNvPr>
            <p:cNvGrpSpPr/>
            <p:nvPr/>
          </p:nvGrpSpPr>
          <p:grpSpPr>
            <a:xfrm>
              <a:off x="4298899" y="3585033"/>
              <a:ext cx="1583794" cy="2640195"/>
              <a:chOff x="6189283" y="1664019"/>
              <a:chExt cx="1584000" cy="2640539"/>
            </a:xfrm>
          </p:grpSpPr>
          <p:graphicFrame>
            <p:nvGraphicFramePr>
              <p:cNvPr id="38" name="Chart 37">
                <a:extLst>
                  <a:ext uri="{FF2B5EF4-FFF2-40B4-BE49-F238E27FC236}">
                    <a16:creationId xmlns:a16="http://schemas.microsoft.com/office/drawing/2014/main" id="{03CB7D0A-885E-6050-3E08-FE6028A75C6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31546330"/>
                  </p:ext>
                </p:extLst>
              </p:nvPr>
            </p:nvGraphicFramePr>
            <p:xfrm>
              <a:off x="6189283" y="1664019"/>
              <a:ext cx="1584000" cy="264053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9"/>
              </a:graphicData>
            </a:graphic>
          </p:graphicFrame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22C4575-FC38-C199-BFE4-CF2D6BE91E22}"/>
                  </a:ext>
                </a:extLst>
              </p:cNvPr>
              <p:cNvSpPr txBox="1"/>
              <p:nvPr/>
            </p:nvSpPr>
            <p:spPr>
              <a:xfrm>
                <a:off x="6789672" y="2861177"/>
                <a:ext cx="383222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4%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F021DF2-DA70-1D9A-5F66-7782A204E4FC}"/>
                  </a:ext>
                </a:extLst>
              </p:cNvPr>
              <p:cNvSpPr txBox="1"/>
              <p:nvPr/>
            </p:nvSpPr>
            <p:spPr>
              <a:xfrm>
                <a:off x="6727826" y="3744585"/>
                <a:ext cx="61168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DQS5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3EE53EC-B33F-A65A-C508-D50B7327FBC0}"/>
                </a:ext>
              </a:extLst>
            </p:cNvPr>
            <p:cNvSpPr/>
            <p:nvPr/>
          </p:nvSpPr>
          <p:spPr>
            <a:xfrm>
              <a:off x="542686" y="4001219"/>
              <a:ext cx="5334182" cy="2114275"/>
            </a:xfrm>
            <a:prstGeom prst="rect">
              <a:avLst/>
            </a:prstGeom>
            <a:noFill/>
            <a:ln w="12700">
              <a:solidFill>
                <a:schemeClr val="bg1">
                  <a:lumMod val="9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BE1D4D58-4688-4D38-4CD7-BC24295D5C22}"/>
              </a:ext>
            </a:extLst>
          </p:cNvPr>
          <p:cNvSpPr/>
          <p:nvPr/>
        </p:nvSpPr>
        <p:spPr>
          <a:xfrm>
            <a:off x="9525" y="4032779"/>
            <a:ext cx="5728056" cy="21142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92484F3-3E9D-A1A1-16DE-6DA51FFCD13D}"/>
              </a:ext>
            </a:extLst>
          </p:cNvPr>
          <p:cNvGrpSpPr/>
          <p:nvPr/>
        </p:nvGrpSpPr>
        <p:grpSpPr>
          <a:xfrm>
            <a:off x="83804" y="2203097"/>
            <a:ext cx="1370734" cy="1296888"/>
            <a:chOff x="2296460" y="1720529"/>
            <a:chExt cx="1183341" cy="1155143"/>
          </a:xfrm>
        </p:grpSpPr>
        <p:sp>
          <p:nvSpPr>
            <p:cNvPr id="60" name="Block Arc 59">
              <a:extLst>
                <a:ext uri="{FF2B5EF4-FFF2-40B4-BE49-F238E27FC236}">
                  <a16:creationId xmlns:a16="http://schemas.microsoft.com/office/drawing/2014/main" id="{03CC28FA-5B64-6D67-B508-32C0AD2C7A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99773" y="1793870"/>
              <a:ext cx="1006364" cy="1005990"/>
            </a:xfrm>
            <a:prstGeom prst="blockArc">
              <a:avLst>
                <a:gd name="adj1" fmla="val 10800000"/>
                <a:gd name="adj2" fmla="val 10799997"/>
                <a:gd name="adj3" fmla="val 1800"/>
              </a:avLst>
            </a:prstGeom>
            <a:solidFill>
              <a:schemeClr val="tx1">
                <a:lumMod val="75000"/>
                <a:lumOff val="25000"/>
              </a:schemeClr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666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61" name="Freeform 65">
              <a:extLst>
                <a:ext uri="{FF2B5EF4-FFF2-40B4-BE49-F238E27FC236}">
                  <a16:creationId xmlns:a16="http://schemas.microsoft.com/office/drawing/2014/main" id="{B1E3DC0D-E6CC-8E2D-2262-8759C1EB4D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02826" y="1897835"/>
              <a:ext cx="797414" cy="798060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0" vert="horz" wrap="square" lIns="243808" tIns="243808" rIns="210650" bIns="210650" numCol="1" spcCol="1270" anchor="ctr" anchorCtr="0">
              <a:noAutofit/>
            </a:bodyPr>
            <a:lstStyle/>
            <a:p>
              <a:pPr marL="0" marR="0" lvl="0" indent="0" defTabSz="118521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4800" b="0" i="0" u="none" strike="noStrike" kern="1200" cap="none" spc="0" normalizeH="0" baseline="0" noProof="0">
                <a:ln>
                  <a:noFill/>
                </a:ln>
                <a:solidFill>
                  <a:srgbClr val="3BC7E2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43755746-0D09-DB22-F0E1-611F5474BDFB}"/>
                </a:ext>
              </a:extLst>
            </p:cNvPr>
            <p:cNvSpPr/>
            <p:nvPr/>
          </p:nvSpPr>
          <p:spPr>
            <a:xfrm rot="21314125">
              <a:off x="2296460" y="1720529"/>
              <a:ext cx="1183341" cy="1155143"/>
            </a:xfrm>
            <a:prstGeom prst="arc">
              <a:avLst>
                <a:gd name="adj1" fmla="val 15864008"/>
                <a:gd name="adj2" fmla="val 6331070"/>
              </a:avLst>
            </a:prstGeom>
            <a:noFill/>
            <a:ln w="57150" cap="flat" cmpd="sng" algn="ctr">
              <a:solidFill>
                <a:srgbClr val="003E5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3753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6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+mn-cs"/>
                <a:sym typeface="Helvetica Light"/>
              </a:endParaRPr>
            </a:p>
          </p:txBody>
        </p:sp>
        <p:pic>
          <p:nvPicPr>
            <p:cNvPr id="63" name="Graphic 62" descr="City with solid fill">
              <a:extLst>
                <a:ext uri="{FF2B5EF4-FFF2-40B4-BE49-F238E27FC236}">
                  <a16:creationId xmlns:a16="http://schemas.microsoft.com/office/drawing/2014/main" id="{73607A29-CBD8-88B5-BA4E-2004CD118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595533" y="1990865"/>
              <a:ext cx="612000" cy="612000"/>
            </a:xfrm>
            <a:prstGeom prst="rect">
              <a:avLst/>
            </a:prstGeom>
          </p:spPr>
        </p:pic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FC05216-CDB7-A500-B2DC-ABE4F1A51A8B}"/>
              </a:ext>
            </a:extLst>
          </p:cNvPr>
          <p:cNvGrpSpPr/>
          <p:nvPr/>
        </p:nvGrpSpPr>
        <p:grpSpPr>
          <a:xfrm>
            <a:off x="83804" y="4441549"/>
            <a:ext cx="1370478" cy="1296734"/>
            <a:chOff x="7546897" y="1673379"/>
            <a:chExt cx="1183341" cy="1155143"/>
          </a:xfrm>
        </p:grpSpPr>
        <p:sp>
          <p:nvSpPr>
            <p:cNvPr id="129" name="Block Arc 128">
              <a:extLst>
                <a:ext uri="{FF2B5EF4-FFF2-40B4-BE49-F238E27FC236}">
                  <a16:creationId xmlns:a16="http://schemas.microsoft.com/office/drawing/2014/main" id="{1C13AE60-180B-2B52-29FA-66E919239A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50210" y="1746720"/>
              <a:ext cx="1006364" cy="1005990"/>
            </a:xfrm>
            <a:prstGeom prst="blockArc">
              <a:avLst>
                <a:gd name="adj1" fmla="val 10800000"/>
                <a:gd name="adj2" fmla="val 10799997"/>
                <a:gd name="adj3" fmla="val 1800"/>
              </a:avLst>
            </a:prstGeom>
            <a:solidFill>
              <a:schemeClr val="tx1">
                <a:lumMod val="75000"/>
                <a:lumOff val="25000"/>
              </a:schemeClr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666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130" name="Freeform 65">
              <a:extLst>
                <a:ext uri="{FF2B5EF4-FFF2-40B4-BE49-F238E27FC236}">
                  <a16:creationId xmlns:a16="http://schemas.microsoft.com/office/drawing/2014/main" id="{F46C6F64-5CEA-DFB1-68EA-EB956B871D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53263" y="1850685"/>
              <a:ext cx="797414" cy="798060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0" vert="horz" wrap="square" lIns="243808" tIns="243808" rIns="210650" bIns="210650" numCol="1" spcCol="1270" anchor="ctr" anchorCtr="0">
              <a:noAutofit/>
            </a:bodyPr>
            <a:lstStyle/>
            <a:p>
              <a:pPr marL="0" marR="0" lvl="0" indent="0" defTabSz="118521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4800" b="0" i="0" u="none" strike="noStrike" kern="1200" cap="none" spc="0" normalizeH="0" baseline="0" noProof="0">
                <a:ln>
                  <a:noFill/>
                </a:ln>
                <a:solidFill>
                  <a:srgbClr val="3BC7E2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131" name="Arc 130">
              <a:extLst>
                <a:ext uri="{FF2B5EF4-FFF2-40B4-BE49-F238E27FC236}">
                  <a16:creationId xmlns:a16="http://schemas.microsoft.com/office/drawing/2014/main" id="{00799BAC-3289-5271-2890-08C2A8ECEEAC}"/>
                </a:ext>
              </a:extLst>
            </p:cNvPr>
            <p:cNvSpPr/>
            <p:nvPr/>
          </p:nvSpPr>
          <p:spPr>
            <a:xfrm rot="21314125">
              <a:off x="7546897" y="1673379"/>
              <a:ext cx="1183341" cy="1155143"/>
            </a:xfrm>
            <a:prstGeom prst="arc">
              <a:avLst>
                <a:gd name="adj1" fmla="val 15864008"/>
                <a:gd name="adj2" fmla="val 6331070"/>
              </a:avLst>
            </a:prstGeom>
            <a:noFill/>
            <a:ln w="57150" cap="flat" cmpd="sng" algn="ctr">
              <a:solidFill>
                <a:srgbClr val="003E5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3753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6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+mn-cs"/>
                <a:sym typeface="Helvetica Light"/>
              </a:endParaRPr>
            </a:p>
          </p:txBody>
        </p:sp>
        <p:pic>
          <p:nvPicPr>
            <p:cNvPr id="132" name="Graphic 131" descr="Home with solid fill">
              <a:extLst>
                <a:ext uri="{FF2B5EF4-FFF2-40B4-BE49-F238E27FC236}">
                  <a16:creationId xmlns:a16="http://schemas.microsoft.com/office/drawing/2014/main" id="{7048E1B3-A334-BFAA-1D6A-D3D9B8105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844170" y="1941915"/>
              <a:ext cx="615600" cy="615600"/>
            </a:xfrm>
            <a:prstGeom prst="rect">
              <a:avLst/>
            </a:prstGeom>
          </p:spPr>
        </p:pic>
      </p:grp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752B53C-24B8-AE62-D0F8-AE8CBE3F3B6E}"/>
              </a:ext>
            </a:extLst>
          </p:cNvPr>
          <p:cNvSpPr/>
          <p:nvPr/>
        </p:nvSpPr>
        <p:spPr>
          <a:xfrm>
            <a:off x="1876425" y="4628251"/>
            <a:ext cx="3535834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No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de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verificou-se também uma maior concentração de emissões financiadas calculadas com um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score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4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correspondendo a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317 323 </a:t>
            </a:r>
            <a:r>
              <a:rPr lang="pt-PT" sz="1200" b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tCO</a:t>
            </a:r>
            <a:r>
              <a:rPr lang="pt-PT" sz="1200" b="1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num total de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422 389 </a:t>
            </a:r>
            <a:r>
              <a:rPr lang="pt-PT" sz="1200" b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tCO</a:t>
            </a:r>
            <a:r>
              <a:rPr lang="pt-PT" sz="1200" b="1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de emissões financiadas. </a:t>
            </a:r>
          </a:p>
        </p:txBody>
      </p:sp>
      <p:sp>
        <p:nvSpPr>
          <p:cNvPr id="140" name="Text Placeholder 1">
            <a:extLst>
              <a:ext uri="{FF2B5EF4-FFF2-40B4-BE49-F238E27FC236}">
                <a16:creationId xmlns:a16="http://schemas.microsoft.com/office/drawing/2014/main" id="{DC535E96-10BD-C3E0-FE75-A1E5592D04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1" y="327542"/>
            <a:ext cx="6836966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141" name="Text Placeholder 2">
            <a:extLst>
              <a:ext uri="{FF2B5EF4-FFF2-40B4-BE49-F238E27FC236}">
                <a16:creationId xmlns:a16="http://schemas.microsoft.com/office/drawing/2014/main" id="{F1FC8CB3-FCEE-177B-17A4-8E83D9EEA6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/>
              <a:t>Distribuição das Emissões - </a:t>
            </a:r>
            <a:r>
              <a:rPr lang="pt-PT" sz="1300" noProof="0"/>
              <a:t>Data Quality Score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B724B4C-3DEB-4CAB-B412-981357D3F3E3}"/>
              </a:ext>
            </a:extLst>
          </p:cNvPr>
          <p:cNvSpPr/>
          <p:nvPr/>
        </p:nvSpPr>
        <p:spPr>
          <a:xfrm>
            <a:off x="549490" y="6124274"/>
            <a:ext cx="10555390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(1) Na definição da metodologia para o presente exercício, e tendo por base as fontes de dados disponíveis, foram considerados os scores de qualidade 3, 4 e 5.</a:t>
            </a:r>
          </a:p>
          <a:p>
            <a:pPr algn="l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156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3700A-1948-0A60-F0EB-C6244662D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F1440E0-6101-9816-83D1-6321508F22B5}"/>
              </a:ext>
            </a:extLst>
          </p:cNvPr>
          <p:cNvSpPr/>
          <p:nvPr/>
        </p:nvSpPr>
        <p:spPr>
          <a:xfrm>
            <a:off x="598876" y="2219325"/>
            <a:ext cx="10992661" cy="3733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10FB9BF8-0FFA-4B3F-91FD-78351D92B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13B8AAE3-3E03-01DF-DB1E-30B5ADBA728E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5DA29A-B8CF-79FC-E59D-B00C16A29941}"/>
              </a:ext>
            </a:extLst>
          </p:cNvPr>
          <p:cNvSpPr/>
          <p:nvPr/>
        </p:nvSpPr>
        <p:spPr>
          <a:xfrm>
            <a:off x="549491" y="1162799"/>
            <a:ext cx="11022750" cy="826279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Em termos dos certificados energéticos reais dos ativos financiados, observa-se que a maioria da exposição da carteira se encontra concentrada em imóveis com certificados de classe C ou D – 62% e 52% de exposição nos </a:t>
            </a:r>
            <a:r>
              <a:rPr lang="pt-PT" sz="1400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 CRE e </a:t>
            </a:r>
            <a:r>
              <a:rPr lang="pt-PT" sz="1400" i="1" noProof="0">
                <a:solidFill>
                  <a:srgbClr val="005F7C"/>
                </a:solidFill>
                <a:latin typeface="Muli Light" panose="00000400000000000000" pitchFamily="2" charset="0"/>
              </a:rPr>
              <a:t>Mortgage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, respetivamente.</a:t>
            </a: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7D700C98-6125-1FDB-F8F5-1D85594867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6728759"/>
              </p:ext>
            </p:extLst>
          </p:nvPr>
        </p:nvGraphicFramePr>
        <p:xfrm>
          <a:off x="723852" y="2649393"/>
          <a:ext cx="5009428" cy="3209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1E610AAF-1336-F446-FD4F-71A428ECD7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1136791"/>
              </p:ext>
            </p:extLst>
          </p:nvPr>
        </p:nvGraphicFramePr>
        <p:xfrm>
          <a:off x="6457132" y="2639233"/>
          <a:ext cx="5009428" cy="3209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C49CB4CD-4B23-F1F8-B0FD-D8DCEC56DE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78FC8D87-A604-06E4-9EE0-3F8AF6B3F8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Certificado Energético (1|3)</a:t>
            </a:r>
          </a:p>
        </p:txBody>
      </p:sp>
      <p:sp>
        <p:nvSpPr>
          <p:cNvPr id="2" name="Rectangle 18">
            <a:extLst>
              <a:ext uri="{FF2B5EF4-FFF2-40B4-BE49-F238E27FC236}">
                <a16:creationId xmlns:a16="http://schemas.microsoft.com/office/drawing/2014/main" id="{725D4369-5089-19B2-3DC5-1922BD1AD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196" y="2050774"/>
            <a:ext cx="2541600" cy="3582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6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Data </a:t>
            </a:r>
            <a:r>
              <a:rPr lang="pt-PT" sz="16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Quality</a:t>
            </a:r>
            <a:r>
              <a:rPr lang="pt-PT" sz="16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Score</a:t>
            </a:r>
            <a:r>
              <a:rPr lang="pt-PT" sz="1600" b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3</a:t>
            </a:r>
            <a:r>
              <a:rPr lang="pt-PT" sz="1600" b="1" baseline="3000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1</a:t>
            </a:r>
            <a:endParaRPr lang="pt-PT" sz="1600" b="1" baseline="30000" noProof="0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4C6E9A-4DF2-FFD1-0A47-042D5457BD60}"/>
              </a:ext>
            </a:extLst>
          </p:cNvPr>
          <p:cNvSpPr/>
          <p:nvPr/>
        </p:nvSpPr>
        <p:spPr>
          <a:xfrm>
            <a:off x="549490" y="6124274"/>
            <a:ext cx="11042047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(1) De acordo com a metodologia PCAF, para o data </a:t>
            </a:r>
            <a:r>
              <a:rPr lang="pt-PT" sz="800" noProof="0" err="1">
                <a:solidFill>
                  <a:schemeClr val="tx1"/>
                </a:solidFill>
                <a:latin typeface="Muli Light" panose="00000400000000000000" pitchFamily="2" charset="0"/>
              </a:rPr>
              <a:t>quality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score 3, a letra real do certificado energético é utilizada no processo de obtenção da estimativa do fator de emissão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, conjuntamente com a finalidade do imóvel. Na estimativa das emissões é ainda usada a área do imóvel.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584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E8C57-1206-3CD9-59FA-8D98F5CE3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FFD4A25-2882-06AC-9365-F48FA20C96C4}"/>
              </a:ext>
            </a:extLst>
          </p:cNvPr>
          <p:cNvSpPr/>
          <p:nvPr/>
        </p:nvSpPr>
        <p:spPr>
          <a:xfrm>
            <a:off x="598876" y="2219325"/>
            <a:ext cx="10992661" cy="3733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2B947C59-462E-F259-EE69-F471CC41C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74C41E36-C4A8-C034-828F-665C33A3FC42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F9ECB2C9-575B-E371-4690-5BCFDB129F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0031754"/>
              </p:ext>
            </p:extLst>
          </p:nvPr>
        </p:nvGraphicFramePr>
        <p:xfrm>
          <a:off x="723852" y="2648858"/>
          <a:ext cx="5009428" cy="3209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B5A769F2-14F1-6C8B-4544-0C61DDB410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5293062"/>
              </p:ext>
            </p:extLst>
          </p:nvPr>
        </p:nvGraphicFramePr>
        <p:xfrm>
          <a:off x="6457132" y="2639233"/>
          <a:ext cx="5009428" cy="3209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4F1D6A56-2CBA-BD90-5970-4F03BB3A4A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5D6CB2AE-CBAC-9B10-A76E-ED299BC605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Certificado Energético (2|3)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D87827-BD5E-C8B3-ADE5-DEBB576C9904}"/>
              </a:ext>
            </a:extLst>
          </p:cNvPr>
          <p:cNvSpPr/>
          <p:nvPr/>
        </p:nvSpPr>
        <p:spPr>
          <a:xfrm>
            <a:off x="549490" y="1162799"/>
            <a:ext cx="11042047" cy="1404882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Para o universo de imóveis cuja estimativa foi classificada com um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400" i="1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 score 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igual a 5</a:t>
            </a:r>
            <a:r>
              <a:rPr lang="pt-PT" sz="1400" baseline="30000">
                <a:solidFill>
                  <a:srgbClr val="005F7C"/>
                </a:solidFill>
                <a:latin typeface="Muli Light" panose="00000400000000000000" pitchFamily="2" charset="0"/>
              </a:rPr>
              <a:t>1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, verificamos uma distribuição semelhante à anterior, sendo que no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 CRE cerca de 64% do montante de exposição está associado a imóveis com certificado energético de classe C ou D. No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400" i="1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, o peso das classes C ou D é de cerca de 56% da exposição.</a:t>
            </a:r>
            <a:endParaRPr lang="pt-PT" sz="14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B218B0-0F85-E9C5-BA41-F0E60DC8C369}"/>
              </a:ext>
            </a:extLst>
          </p:cNvPr>
          <p:cNvSpPr/>
          <p:nvPr/>
        </p:nvSpPr>
        <p:spPr>
          <a:xfrm>
            <a:off x="549490" y="6124274"/>
            <a:ext cx="11042047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(1) De acordo com a metodologia PCAF, para o 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data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noProof="0" err="1">
                <a:solidFill>
                  <a:schemeClr val="tx1"/>
                </a:solidFill>
                <a:latin typeface="Muli Light" panose="00000400000000000000" pitchFamily="2" charset="0"/>
              </a:rPr>
              <a:t>quality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score 5, a letra real do certificado energético não é utilizada no processo de obtenção da estimativa do fator de emissão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, 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dado faltar dados sobre outros elementos necessários ao cálculo, como a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área ou a finalidade do imóvel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8ADBA4F7-E160-342A-DCCA-0135FC905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196" y="2050774"/>
            <a:ext cx="2541600" cy="3582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16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Data Quality Score </a:t>
            </a:r>
            <a:r>
              <a:rPr lang="pt-PT" sz="1600" b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5</a:t>
            </a:r>
            <a:r>
              <a:rPr lang="pt-PT" sz="1600" b="1" baseline="3000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92321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B87B0-03DA-8682-0D62-34D288C77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lowchart: Delay 50">
            <a:extLst>
              <a:ext uri="{FF2B5EF4-FFF2-40B4-BE49-F238E27FC236}">
                <a16:creationId xmlns:a16="http://schemas.microsoft.com/office/drawing/2014/main" id="{2613F991-D576-BAB5-3BD1-FB599093BD1E}"/>
              </a:ext>
            </a:extLst>
          </p:cNvPr>
          <p:cNvSpPr/>
          <p:nvPr/>
        </p:nvSpPr>
        <p:spPr>
          <a:xfrm>
            <a:off x="-41341" y="1"/>
            <a:ext cx="5907987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0EDC4BFE-F551-164D-24D5-3A1ACEDC8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260D79F5-CF62-2935-2F4A-37E7215A5FD1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309E4509-FF3F-F345-EA86-53A1524827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6948161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736973D2-6D51-5150-C3DC-26F54AF212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Certificado Energético (3|3)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FC3C03-B6E6-F481-CBFB-81B3689EC1CC}"/>
              </a:ext>
            </a:extLst>
          </p:cNvPr>
          <p:cNvSpPr/>
          <p:nvPr/>
        </p:nvSpPr>
        <p:spPr>
          <a:xfrm>
            <a:off x="608400" y="1162798"/>
            <a:ext cx="10984159" cy="2289204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Não obstante a distribuição observada anteriormente, a existência de informação sobre certificados reais permite um cálculo com maior nível de certeza e, por isso, com fatores de emissão mais específicos, o que traduz-se num </a:t>
            </a:r>
            <a:r>
              <a:rPr lang="pt-PT" sz="1400" noProof="0" err="1">
                <a:solidFill>
                  <a:srgbClr val="005F7C"/>
                </a:solidFill>
                <a:latin typeface="Muli Light" panose="00000400000000000000" pitchFamily="2" charset="0"/>
              </a:rPr>
              <a:t>meno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r peso relativo no total de emissões financiadas – em CRE existem certificados reais para 15% da exposição da carteira a esta classe de ativos, mas cuja especificidade dos fatores de emissão se traduz num contributo de apenas 2% do total de emissões calculadas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. Em </a:t>
            </a:r>
            <a:r>
              <a:rPr lang="pt-PT" sz="14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, 53% de exposição para a qual existem elementos sobre os certificados reais apenas contribui com 21% do total de emissões calculadas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.</a:t>
            </a:r>
            <a:endParaRPr lang="pt-PT" sz="14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76D0E47A-CE48-F07C-C6AF-BF43F952E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784253"/>
              </p:ext>
            </p:extLst>
          </p:nvPr>
        </p:nvGraphicFramePr>
        <p:xfrm>
          <a:off x="894150" y="2789226"/>
          <a:ext cx="1038240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68475">
                  <a:extLst>
                    <a:ext uri="{9D8B030D-6E8A-4147-A177-3AD203B41FA5}">
                      <a16:colId xmlns:a16="http://schemas.microsoft.com/office/drawing/2014/main" val="1400055713"/>
                    </a:ext>
                  </a:extLst>
                </a:gridCol>
                <a:gridCol w="2939466">
                  <a:extLst>
                    <a:ext uri="{9D8B030D-6E8A-4147-A177-3AD203B41FA5}">
                      <a16:colId xmlns:a16="http://schemas.microsoft.com/office/drawing/2014/main" val="3287983518"/>
                    </a:ext>
                  </a:extLst>
                </a:gridCol>
                <a:gridCol w="2574459">
                  <a:extLst>
                    <a:ext uri="{9D8B030D-6E8A-4147-A177-3AD203B41FA5}">
                      <a16:colId xmlns:a16="http://schemas.microsoft.com/office/drawing/2014/main" val="931564629"/>
                    </a:ext>
                  </a:extLst>
                </a:gridCol>
              </a:tblGrid>
              <a:tr h="240800"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Certificado Energético Real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baseline="30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Emissões Financiadas</a:t>
                      </a:r>
                      <a:r>
                        <a:rPr lang="pt-PT" sz="1200" b="1" baseline="30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906854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noProof="0">
                          <a:latin typeface="Muli Light" panose="00000400000000000000" pitchFamily="2" charset="0"/>
                        </a:rPr>
                        <a:t>Utilizada na obtenção do fator de emissão (</a:t>
                      </a:r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data quality score 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3)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174 696 701 €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1 373 tCO</a:t>
                      </a:r>
                      <a:r>
                        <a:rPr lang="pt-PT" sz="1200" baseline="-25000" noProof="0"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44780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noProof="0">
                          <a:latin typeface="Muli Light" panose="00000400000000000000" pitchFamily="2" charset="0"/>
                        </a:rPr>
                        <a:t>Não utilizado na obtenção do fator de emissão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14 504 687 €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noProof="0">
                          <a:latin typeface="Muli Light" panose="00000400000000000000" pitchFamily="2" charset="0"/>
                        </a:rPr>
                        <a:t>230 tCO</a:t>
                      </a:r>
                      <a:r>
                        <a:rPr lang="pt-PT" sz="1200" baseline="-25000" noProof="0"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173912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noProof="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189 201 388 €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1 604 tCO</a:t>
                      </a:r>
                      <a:r>
                        <a:rPr lang="pt-PT" sz="1200" b="1" baseline="-25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</a:t>
                      </a:r>
                      <a:endParaRPr lang="pt-PT" sz="1200" b="1" baseline="30000" noProof="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064196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algn="ctr"/>
                      <a:r>
                        <a:rPr lang="pt-PT" sz="1200" b="0" i="0" noProof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% no Total da Carteira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noProof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15 %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noProof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2 %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852882"/>
                  </a:ext>
                </a:extLst>
              </a:tr>
            </a:tbl>
          </a:graphicData>
        </a:graphic>
      </p:graphicFrame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90006166-6715-931A-7CDF-302D99518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543936"/>
              </p:ext>
            </p:extLst>
          </p:nvPr>
        </p:nvGraphicFramePr>
        <p:xfrm>
          <a:off x="894150" y="4518340"/>
          <a:ext cx="1038240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68475">
                  <a:extLst>
                    <a:ext uri="{9D8B030D-6E8A-4147-A177-3AD203B41FA5}">
                      <a16:colId xmlns:a16="http://schemas.microsoft.com/office/drawing/2014/main" val="1400055713"/>
                    </a:ext>
                  </a:extLst>
                </a:gridCol>
                <a:gridCol w="2939466">
                  <a:extLst>
                    <a:ext uri="{9D8B030D-6E8A-4147-A177-3AD203B41FA5}">
                      <a16:colId xmlns:a16="http://schemas.microsoft.com/office/drawing/2014/main" val="3287983518"/>
                    </a:ext>
                  </a:extLst>
                </a:gridCol>
                <a:gridCol w="2574459">
                  <a:extLst>
                    <a:ext uri="{9D8B030D-6E8A-4147-A177-3AD203B41FA5}">
                      <a16:colId xmlns:a16="http://schemas.microsoft.com/office/drawing/2014/main" val="931564629"/>
                    </a:ext>
                  </a:extLst>
                </a:gridCol>
              </a:tblGrid>
              <a:tr h="240800"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Certificado Energético Real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baseline="30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Emissões Financiadas</a:t>
                      </a:r>
                      <a:r>
                        <a:rPr lang="pt-PT" sz="1200" b="1" baseline="30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906854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noProof="0">
                          <a:latin typeface="Muli Light" panose="00000400000000000000" pitchFamily="2" charset="0"/>
                        </a:rPr>
                        <a:t>Utilizada na obtenção do fator de emissão (</a:t>
                      </a:r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data quality score 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3)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12 314 289 343 €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87 351 tCO</a:t>
                      </a:r>
                      <a:r>
                        <a:rPr lang="pt-PT" sz="1200" baseline="-25000" noProof="0"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44780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noProof="0">
                          <a:latin typeface="Muli Light" panose="00000400000000000000" pitchFamily="2" charset="0"/>
                        </a:rPr>
                        <a:t>Não utilizado na obtenção do fator de emissão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21 652 058 €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noProof="0">
                          <a:latin typeface="Muli Light" panose="00000400000000000000" pitchFamily="2" charset="0"/>
                        </a:rPr>
                        <a:t>565 tCO</a:t>
                      </a:r>
                      <a:r>
                        <a:rPr lang="pt-PT" sz="1200" baseline="-25000" noProof="0"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173912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noProof="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12 335 941 401 €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87 915 tCO</a:t>
                      </a:r>
                      <a:r>
                        <a:rPr lang="pt-PT" sz="1200" b="1" baseline="-25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064196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algn="ctr"/>
                      <a:r>
                        <a:rPr lang="pt-PT" sz="1200" b="0" i="0" noProof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% no Total da Carteira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noProof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53 %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noProof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21 %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852882"/>
                  </a:ext>
                </a:extLst>
              </a:tr>
            </a:tbl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6A92599D-0D66-0E6F-915C-BF9338E477ED}"/>
              </a:ext>
            </a:extLst>
          </p:cNvPr>
          <p:cNvSpPr txBox="1"/>
          <p:nvPr/>
        </p:nvSpPr>
        <p:spPr>
          <a:xfrm>
            <a:off x="843318" y="2441314"/>
            <a:ext cx="3246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1600" b="1" i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Commercial Real Estate (CRE)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ACFEEE-1E4B-CA0C-E5BA-EE7C809D0766}"/>
              </a:ext>
            </a:extLst>
          </p:cNvPr>
          <p:cNvSpPr txBox="1"/>
          <p:nvPr/>
        </p:nvSpPr>
        <p:spPr>
          <a:xfrm>
            <a:off x="878025" y="4175337"/>
            <a:ext cx="3246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1600" b="1" i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Mortgages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3D3F221-0F60-EC44-DE5C-4CC0B97F4EC3}"/>
              </a:ext>
            </a:extLst>
          </p:cNvPr>
          <p:cNvSpPr/>
          <p:nvPr/>
        </p:nvSpPr>
        <p:spPr>
          <a:xfrm>
            <a:off x="549490" y="6124274"/>
            <a:ext cx="10727060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Montante de valor bruto do financiamento associado ao colateral imobiliário. (2) Devido a arredondamentos, a soma dos valores parciais poderá não coincidir exatamente com o total apresentado.</a:t>
            </a:r>
          </a:p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5523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631EA-7A94-9EEB-3A67-10632CBB0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FA0F2FC-FB76-42E7-1AB6-833658767FED}"/>
              </a:ext>
            </a:extLst>
          </p:cNvPr>
          <p:cNvSpPr/>
          <p:nvPr/>
        </p:nvSpPr>
        <p:spPr>
          <a:xfrm>
            <a:off x="598876" y="2228850"/>
            <a:ext cx="10992661" cy="313372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25" name="Rectangle 18">
            <a:extLst>
              <a:ext uri="{FF2B5EF4-FFF2-40B4-BE49-F238E27FC236}">
                <a16:creationId xmlns:a16="http://schemas.microsoft.com/office/drawing/2014/main" id="{B4ED9B59-A201-1294-06E6-F2AEC8DD0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0910" y="2069824"/>
            <a:ext cx="3289229" cy="3582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6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Commercial</a:t>
            </a:r>
            <a:r>
              <a:rPr lang="pt-PT" sz="16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Real </a:t>
            </a:r>
            <a:r>
              <a:rPr lang="pt-PT" sz="16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Estate</a:t>
            </a:r>
            <a:r>
              <a:rPr lang="pt-PT" sz="1600" b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(CRE)</a:t>
            </a:r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F5CC29B6-9F41-9A82-0168-E237EC938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B784011B-0FA3-3A71-DE76-49D5664206B1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A911E8D8-5D8A-8993-4441-8F8A6E22A9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93B481-E528-978B-EFA4-45286A16CE78}"/>
              </a:ext>
            </a:extLst>
          </p:cNvPr>
          <p:cNvSpPr/>
          <p:nvPr/>
        </p:nvSpPr>
        <p:spPr>
          <a:xfrm>
            <a:off x="549490" y="1162800"/>
            <a:ext cx="10994320" cy="6194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Em termos de disponibilidade de informação sobre área útil dos ativos financiados, observa-se que a maioria da exposição da carteira do perímetro de cálculo está associada a imóveis com este dado – 84% e 98% de exposição nos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 CRE e </a:t>
            </a:r>
            <a:r>
              <a:rPr lang="pt-PT" sz="1400" i="1" err="1">
                <a:solidFill>
                  <a:srgbClr val="005F7C"/>
                </a:solidFill>
                <a:latin typeface="Muli Light" panose="00000400000000000000" pitchFamily="2" charset="0"/>
              </a:rPr>
              <a:t>Mortgage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, respetivamente.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DF04427-AB65-D64E-E253-DDA4D7A410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Disponibilidade de Dados sobre a Área do Colateral Imobiliário 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80D6357-7960-2C9A-7C16-B9930BEB492E}"/>
              </a:ext>
            </a:extLst>
          </p:cNvPr>
          <p:cNvGrpSpPr/>
          <p:nvPr/>
        </p:nvGrpSpPr>
        <p:grpSpPr>
          <a:xfrm>
            <a:off x="911682" y="2253681"/>
            <a:ext cx="1908002" cy="2736000"/>
            <a:chOff x="957469" y="2462329"/>
            <a:chExt cx="1908002" cy="2736000"/>
          </a:xfrm>
        </p:grpSpPr>
        <p:graphicFrame>
          <p:nvGraphicFramePr>
            <p:cNvPr id="9" name="Chart 8">
              <a:extLst>
                <a:ext uri="{FF2B5EF4-FFF2-40B4-BE49-F238E27FC236}">
                  <a16:creationId xmlns:a16="http://schemas.microsoft.com/office/drawing/2014/main" id="{F8C08201-9165-F929-0DA1-9C5D55AF036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769785957"/>
                </p:ext>
              </p:extLst>
            </p:nvPr>
          </p:nvGraphicFramePr>
          <p:xfrm>
            <a:off x="957470" y="2462329"/>
            <a:ext cx="1908000" cy="2736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2AACB52-1442-A83A-6FDF-409D21679FDC}"/>
                </a:ext>
              </a:extLst>
            </p:cNvPr>
            <p:cNvSpPr txBox="1"/>
            <p:nvPr/>
          </p:nvSpPr>
          <p:spPr>
            <a:xfrm>
              <a:off x="1585204" y="3666138"/>
              <a:ext cx="58059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84</a:t>
              </a: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%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15F5EF5-AE0E-BB38-6445-03A7F7D3DD93}"/>
                </a:ext>
              </a:extLst>
            </p:cNvPr>
            <p:cNvSpPr txBox="1"/>
            <p:nvPr/>
          </p:nvSpPr>
          <p:spPr>
            <a:xfrm>
              <a:off x="957469" y="4760839"/>
              <a:ext cx="1908002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Exposição</a:t>
              </a:r>
              <a:r>
                <a:rPr lang="pt-PT" sz="1400" b="1" kern="1200" baseline="300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1</a:t>
              </a:r>
            </a:p>
          </p:txBody>
        </p:sp>
      </p:grpSp>
      <p:sp>
        <p:nvSpPr>
          <p:cNvPr id="26" name="Rectangle 18">
            <a:extLst>
              <a:ext uri="{FF2B5EF4-FFF2-40B4-BE49-F238E27FC236}">
                <a16:creationId xmlns:a16="http://schemas.microsoft.com/office/drawing/2014/main" id="{7C52EBBE-2A85-D194-F12D-478C743CC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0276" y="2069824"/>
            <a:ext cx="3289229" cy="3582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6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Mortgage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2C01B67-35F3-163A-4E88-ED33DA9523A5}"/>
              </a:ext>
            </a:extLst>
          </p:cNvPr>
          <p:cNvGrpSpPr/>
          <p:nvPr/>
        </p:nvGrpSpPr>
        <p:grpSpPr>
          <a:xfrm>
            <a:off x="3731366" y="2253681"/>
            <a:ext cx="1908000" cy="2736000"/>
            <a:chOff x="957470" y="2462329"/>
            <a:chExt cx="1908000" cy="2736000"/>
          </a:xfrm>
        </p:grpSpPr>
        <p:graphicFrame>
          <p:nvGraphicFramePr>
            <p:cNvPr id="30" name="Chart 29">
              <a:extLst>
                <a:ext uri="{FF2B5EF4-FFF2-40B4-BE49-F238E27FC236}">
                  <a16:creationId xmlns:a16="http://schemas.microsoft.com/office/drawing/2014/main" id="{689566D8-4651-F00D-4F50-AA1FDEABC33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36300878"/>
                </p:ext>
              </p:extLst>
            </p:nvPr>
          </p:nvGraphicFramePr>
          <p:xfrm>
            <a:off x="957470" y="2462329"/>
            <a:ext cx="1908000" cy="2736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ABCC06D-8B2A-A26E-C9EF-0561783FEE32}"/>
                </a:ext>
              </a:extLst>
            </p:cNvPr>
            <p:cNvSpPr txBox="1"/>
            <p:nvPr/>
          </p:nvSpPr>
          <p:spPr>
            <a:xfrm>
              <a:off x="1585204" y="3666138"/>
              <a:ext cx="58059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94</a:t>
              </a: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%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3C29545-D4A7-31BB-A2F5-E57B24814639}"/>
                </a:ext>
              </a:extLst>
            </p:cNvPr>
            <p:cNvSpPr txBox="1"/>
            <p:nvPr/>
          </p:nvSpPr>
          <p:spPr>
            <a:xfrm>
              <a:off x="1396141" y="4760839"/>
              <a:ext cx="98105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Emissões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981284A-1811-2828-5E78-19D4E2756409}"/>
              </a:ext>
            </a:extLst>
          </p:cNvPr>
          <p:cNvGrpSpPr/>
          <p:nvPr/>
        </p:nvGrpSpPr>
        <p:grpSpPr>
          <a:xfrm>
            <a:off x="6551049" y="2253681"/>
            <a:ext cx="1908000" cy="2736000"/>
            <a:chOff x="957470" y="2462329"/>
            <a:chExt cx="1908000" cy="2736000"/>
          </a:xfrm>
        </p:grpSpPr>
        <p:graphicFrame>
          <p:nvGraphicFramePr>
            <p:cNvPr id="34" name="Chart 33">
              <a:extLst>
                <a:ext uri="{FF2B5EF4-FFF2-40B4-BE49-F238E27FC236}">
                  <a16:creationId xmlns:a16="http://schemas.microsoft.com/office/drawing/2014/main" id="{A36B20F0-CAD3-DC53-A397-BBC3C139E4A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901159632"/>
                </p:ext>
              </p:extLst>
            </p:nvPr>
          </p:nvGraphicFramePr>
          <p:xfrm>
            <a:off x="957470" y="2462329"/>
            <a:ext cx="1908000" cy="2736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235CFBC-181F-52D4-1958-793ACF6ABF1B}"/>
                </a:ext>
              </a:extLst>
            </p:cNvPr>
            <p:cNvSpPr txBox="1"/>
            <p:nvPr/>
          </p:nvSpPr>
          <p:spPr>
            <a:xfrm>
              <a:off x="1585204" y="3666138"/>
              <a:ext cx="58059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98%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439FDE9-8473-BAE1-B6C5-5F5698C044EC}"/>
                </a:ext>
              </a:extLst>
            </p:cNvPr>
            <p:cNvSpPr txBox="1"/>
            <p:nvPr/>
          </p:nvSpPr>
          <p:spPr>
            <a:xfrm>
              <a:off x="1057478" y="4760839"/>
              <a:ext cx="169404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Exposição</a:t>
              </a:r>
              <a:r>
                <a:rPr lang="pt-PT" sz="1400" b="1" kern="1200" baseline="300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1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E0C9BDC-7930-71DE-A01E-960B8742171A}"/>
              </a:ext>
            </a:extLst>
          </p:cNvPr>
          <p:cNvGrpSpPr/>
          <p:nvPr/>
        </p:nvGrpSpPr>
        <p:grpSpPr>
          <a:xfrm>
            <a:off x="9370732" y="2253681"/>
            <a:ext cx="1908000" cy="2736000"/>
            <a:chOff x="957470" y="2462329"/>
            <a:chExt cx="1908000" cy="2736000"/>
          </a:xfrm>
        </p:grpSpPr>
        <p:graphicFrame>
          <p:nvGraphicFramePr>
            <p:cNvPr id="39" name="Chart 38">
              <a:extLst>
                <a:ext uri="{FF2B5EF4-FFF2-40B4-BE49-F238E27FC236}">
                  <a16:creationId xmlns:a16="http://schemas.microsoft.com/office/drawing/2014/main" id="{A1B8EDF5-90F6-C82A-F7C1-8C379180D5A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300141795"/>
                </p:ext>
              </p:extLst>
            </p:nvPr>
          </p:nvGraphicFramePr>
          <p:xfrm>
            <a:off x="957470" y="2462329"/>
            <a:ext cx="1908000" cy="2736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B2AC0C4-338D-973F-D40E-1930681CFF68}"/>
                </a:ext>
              </a:extLst>
            </p:cNvPr>
            <p:cNvSpPr txBox="1"/>
            <p:nvPr/>
          </p:nvSpPr>
          <p:spPr>
            <a:xfrm>
              <a:off x="1585204" y="3666138"/>
              <a:ext cx="58059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96%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A8FC349-5AD8-595C-A44F-0FEE9C4A9AC6}"/>
                </a:ext>
              </a:extLst>
            </p:cNvPr>
            <p:cNvSpPr txBox="1"/>
            <p:nvPr/>
          </p:nvSpPr>
          <p:spPr>
            <a:xfrm>
              <a:off x="1396141" y="4760839"/>
              <a:ext cx="98105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Emissões</a:t>
              </a:r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FC9B2482-D5D3-2E63-1C2A-8A7E98DC8245}"/>
              </a:ext>
            </a:extLst>
          </p:cNvPr>
          <p:cNvSpPr/>
          <p:nvPr/>
        </p:nvSpPr>
        <p:spPr>
          <a:xfrm>
            <a:off x="549490" y="6124274"/>
            <a:ext cx="10727060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(1) Montante de valor bruto do financiamento associado ao colateral imobiliário. </a:t>
            </a:r>
          </a:p>
          <a:p>
            <a:pPr algn="l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723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2869A-A24F-F40C-49AB-3105D3E34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05_01.png">
            <a:extLst>
              <a:ext uri="{FF2B5EF4-FFF2-40B4-BE49-F238E27FC236}">
                <a16:creationId xmlns:a16="http://schemas.microsoft.com/office/drawing/2014/main" id="{9AA35F9B-DFF2-5B40-8F2B-FAE2AFEE4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BBF0DFFA-55E3-8D86-9013-CBACE8954B24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19B6C98C-74EE-CBA8-BDEE-09760B32A2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1" y="327542"/>
            <a:ext cx="6962002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E9F3D48D-5E10-BFA1-2ACB-AB35EEEA46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Finalidade </a:t>
            </a:r>
            <a:r>
              <a:rPr lang="pt-PT" sz="1300"/>
              <a:t>do Colateral Imobiliário – CRE</a:t>
            </a:r>
            <a:endParaRPr lang="pt-PT" sz="1300" noProof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7C9E04A-7128-4397-B667-6A93B40EE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997907"/>
              </p:ext>
            </p:extLst>
          </p:nvPr>
        </p:nvGraphicFramePr>
        <p:xfrm>
          <a:off x="828040" y="2165622"/>
          <a:ext cx="10529570" cy="401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3058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355504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355504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355504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1.223.336.326 €</a:t>
                      </a: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96%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101.345   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270.519.776 €</a:t>
                      </a:r>
                    </a:p>
                  </a:txBody>
                  <a:tcPr marL="90000" marR="900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22%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1.973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768.419.656 €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63%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74.086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Escritório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51.259.021 €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4%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1.872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Armazém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72.170.592 €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6%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5.047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378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Indústria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11.356.426 €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2.000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41797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Estacionamento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449.395 €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33607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Garagem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713.371 €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980686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4.653.703 €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15.714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465266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Hotel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33.574.396 €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391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298687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Educação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195 €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 0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2394348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Saúde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9.810.906 €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261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69160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Lazer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-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- 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 -  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726985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Agricultura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408.890 €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 0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92343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Centro Comercial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-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- 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 -  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81771078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18.148.278 €</a:t>
                      </a: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149   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186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5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</a:t>
                      </a:r>
                      <a:endParaRPr lang="pt-PT" sz="105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28.111.362 €</a:t>
                      </a: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2%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1.269.595.966 €</a:t>
                      </a:r>
                    </a:p>
                  </a:txBody>
                  <a:tcPr marL="90000" marR="900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90000" marR="900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101.494</a:t>
                      </a:r>
                    </a:p>
                  </a:txBody>
                  <a:tcPr marL="90000" marR="900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4A3FB04-A5DF-EF57-7141-108F7455035F}"/>
              </a:ext>
            </a:extLst>
          </p:cNvPr>
          <p:cNvSpPr/>
          <p:nvPr/>
        </p:nvSpPr>
        <p:spPr>
          <a:xfrm>
            <a:off x="549490" y="1162799"/>
            <a:ext cx="10940548" cy="826279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No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 CRE, cerca de 74% das emissões concentram-se em imóveis com finalidade de Comércio, finalidade onde a exposição dos contratos tem também um maior peso relativo – 63%. Por outro lado, aproximadamente 15% das emissões financiadas estão associadas à finalidade “Outras”, o que indicia a necessidade de continuar a melhorar a abrangência da informação sobre os imóveis, de modo a garantir maior precisão na aplicação dos fatores de emissão.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99BACE-61C1-1260-6253-1DE17ED6511F}"/>
              </a:ext>
            </a:extLst>
          </p:cNvPr>
          <p:cNvSpPr/>
          <p:nvPr/>
        </p:nvSpPr>
        <p:spPr>
          <a:xfrm>
            <a:off x="549490" y="6124274"/>
            <a:ext cx="10748430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(1) Montante de valor bruto do financiamento associado ao colateral imobiliário. (2) Devido a arredondamentos, a soma dos valores parciais poderá não coincidir exatamente com o total apresentado. (3) Exposição utilizada no cálculo das emissões financiadas, mas não </a:t>
            </a:r>
            <a:r>
              <a:rPr lang="pt-PT" sz="800" err="1">
                <a:solidFill>
                  <a:schemeClr val="tx1"/>
                </a:solidFill>
                <a:latin typeface="Muli Light" panose="00000400000000000000" pitchFamily="2" charset="0"/>
              </a:rPr>
              <a:t>colaterizada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pelos colaterais imobiliários associados ao financiamento.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312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87AF1-0D2D-43A5-C2DE-B30B6B90F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05_01.png">
            <a:extLst>
              <a:ext uri="{FF2B5EF4-FFF2-40B4-BE49-F238E27FC236}">
                <a16:creationId xmlns:a16="http://schemas.microsoft.com/office/drawing/2014/main" id="{9D3C94B5-C102-7C34-FCCC-9746CE3CE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0365561C-132F-CD9F-1A7E-C5991C43CC1F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A031DEAE-C772-BF1F-0640-A29BF34E58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1" y="327542"/>
            <a:ext cx="6948160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3635D7C3-53F3-DEBE-2497-9A86B00490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Finalidade </a:t>
            </a:r>
            <a:r>
              <a:rPr lang="pt-PT" sz="1300"/>
              <a:t>do Colateral Imobiliário – </a:t>
            </a:r>
            <a:r>
              <a:rPr lang="pt-PT" sz="1300" i="1" err="1"/>
              <a:t>Mortgage</a:t>
            </a:r>
            <a:endParaRPr lang="pt-PT" sz="1300" i="1" noProof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036FC3-11AD-C1C6-964F-275BE09C2F4E}"/>
              </a:ext>
            </a:extLst>
          </p:cNvPr>
          <p:cNvSpPr/>
          <p:nvPr/>
        </p:nvSpPr>
        <p:spPr>
          <a:xfrm>
            <a:off x="549490" y="1162799"/>
            <a:ext cx="11048343" cy="826279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No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400" i="1" err="1">
                <a:solidFill>
                  <a:srgbClr val="005F7C"/>
                </a:solidFill>
                <a:latin typeface="Muli Light" panose="00000400000000000000" pitchFamily="2" charset="0"/>
              </a:rPr>
              <a:t>Mortgage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, cerca de 94% das emissões financiadas concentram-se em imóveis com finalidade de Habitação – como seria expectável –, enquanto existem ainda 5% de emissões associadas a imóveis com finalidade de Comércio</a:t>
            </a:r>
            <a:r>
              <a:rPr lang="pt-PT" sz="1400" baseline="30000">
                <a:solidFill>
                  <a:srgbClr val="005F7C"/>
                </a:solidFill>
                <a:latin typeface="Muli Light" panose="00000400000000000000" pitchFamily="2" charset="0"/>
              </a:rPr>
              <a:t>1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.</a:t>
            </a:r>
            <a:endParaRPr lang="pt-PT" sz="14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2F58962-80A4-3B60-DEF1-ADD54B7FF1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086432"/>
              </p:ext>
            </p:extLst>
          </p:nvPr>
        </p:nvGraphicFramePr>
        <p:xfrm>
          <a:off x="828040" y="2165622"/>
          <a:ext cx="10530000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3200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355600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355600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355600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23.269.636.736 €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422.160  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23.225.311.625 €</a:t>
                      </a: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396.766   </a:t>
                      </a: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30.591.558 €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19.067   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13.733.553 € 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6.328   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35.637 €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229   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5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</a:t>
                      </a:r>
                      <a:endParaRPr lang="pt-PT" sz="105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36.314.207 €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23.305.986.580 €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422.389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C0A24DA-3921-A4A5-0BAE-EEB504E78D43}"/>
              </a:ext>
            </a:extLst>
          </p:cNvPr>
          <p:cNvSpPr/>
          <p:nvPr/>
        </p:nvSpPr>
        <p:spPr>
          <a:xfrm>
            <a:off x="549490" y="6124274"/>
            <a:ext cx="10727059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Financiamentos a particulares no âmbito de crédito de habitação cuja finalidade dos colaterais não são exclusivamente habitação. (2)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Montante de valor bruto do financiamento associado ao colateral imobiliário. 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(3) Exposição utilizada no cálculo das emissões financiadas, mas não </a:t>
            </a:r>
            <a:r>
              <a:rPr lang="pt-PT" sz="800" noProof="0" err="1">
                <a:solidFill>
                  <a:schemeClr val="tx1"/>
                </a:solidFill>
                <a:latin typeface="Muli Light" panose="00000400000000000000" pitchFamily="2" charset="0"/>
              </a:rPr>
              <a:t>colaterizada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pelos colaterais imobiliários associados ao financiamento.  </a:t>
            </a:r>
          </a:p>
        </p:txBody>
      </p:sp>
    </p:spTree>
    <p:extLst>
      <p:ext uri="{BB962C8B-B14F-4D97-AF65-F5344CB8AC3E}">
        <p14:creationId xmlns:p14="http://schemas.microsoft.com/office/powerpoint/2010/main" val="3211028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E950E-10D2-27F5-3E35-7E0116B1B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864DA2F-3365-BE96-953C-66F6C90FB64B}"/>
              </a:ext>
            </a:extLst>
          </p:cNvPr>
          <p:cNvSpPr/>
          <p:nvPr/>
        </p:nvSpPr>
        <p:spPr>
          <a:xfrm>
            <a:off x="19850" y="3247317"/>
            <a:ext cx="11461600" cy="15377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C22D0E72-F5BE-BA41-02A2-9153A4C77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4A093-4A4C-CADD-2A02-561486401C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/>
              <a:t>Resultados</a:t>
            </a:r>
            <a:endParaRPr lang="pt-PT" sz="2000" i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33C11-57C4-6D5D-D043-CC7DDA6F44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i="1"/>
              <a:t>Drivers</a:t>
            </a:r>
            <a:r>
              <a:rPr lang="pt-PT" sz="1300"/>
              <a:t> de emissões </a:t>
            </a: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44D1BB48-7717-89C8-379A-08DB8A077E90}"/>
              </a:ext>
            </a:extLst>
          </p:cNvPr>
          <p:cNvSpPr txBox="1">
            <a:spLocks/>
          </p:cNvSpPr>
          <p:nvPr/>
        </p:nvSpPr>
        <p:spPr>
          <a:xfrm>
            <a:off x="566226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PT" sz="13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ED549A6D-8588-AE98-92A4-B9C3DF2B9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89" y="5063606"/>
            <a:ext cx="4822417" cy="890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Finalidade do Bem</a:t>
            </a: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Finalidade do bem imóvel e a tipologia da garantia permitem igualmente aplicar fatores de emissão mais precisos.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2F76C41-C91B-AABC-32B2-416FC0FF6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91" y="1924440"/>
            <a:ext cx="4822416" cy="1167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Fator de Atribuição</a:t>
            </a: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Determinado pelo montante em dívida do contrato Vs. o valor do imóvel; O truncamento a 100% impede que as emissões financiadas excedam as emissões associadas ao próprio imóvel.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81CCCA09-89A1-5712-93A6-09413F245159}"/>
              </a:ext>
            </a:extLst>
          </p:cNvPr>
          <p:cNvSpPr txBox="1"/>
          <p:nvPr/>
        </p:nvSpPr>
        <p:spPr>
          <a:xfrm>
            <a:off x="8946642" y="2014080"/>
            <a:ext cx="2437200" cy="988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pt-PT" sz="1000" b="1">
                <a:solidFill>
                  <a:srgbClr val="005F7C"/>
                </a:solidFill>
                <a:latin typeface="Muli Light" panose="00000400000000000000" pitchFamily="2" charset="0"/>
              </a:rPr>
              <a:t>Recomendação estratégica: </a:t>
            </a:r>
            <a:r>
              <a:rPr lang="pt-PT" sz="1000">
                <a:solidFill>
                  <a:srgbClr val="005F7C"/>
                </a:solidFill>
                <a:latin typeface="Muli Light" panose="00000400000000000000" pitchFamily="2" charset="0"/>
              </a:rPr>
              <a:t>Utilizar o montante de avaliação para calcular o LTV e reforçar a qualidade dos dados junto dos </a:t>
            </a:r>
            <a:r>
              <a:rPr lang="pt-PT" sz="1000" i="1" err="1">
                <a:solidFill>
                  <a:srgbClr val="005F7C"/>
                </a:solidFill>
                <a:latin typeface="Muli Light" panose="00000400000000000000" pitchFamily="2" charset="0"/>
              </a:rPr>
              <a:t>stakeholders</a:t>
            </a:r>
            <a:r>
              <a:rPr lang="pt-PT" sz="1000">
                <a:solidFill>
                  <a:srgbClr val="005F7C"/>
                </a:solidFill>
                <a:latin typeface="Muli Light" panose="00000400000000000000" pitchFamily="2" charset="0"/>
              </a:rPr>
              <a:t>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1F298B3-A3EE-EF77-3E89-3742315BC8E6}"/>
              </a:ext>
            </a:extLst>
          </p:cNvPr>
          <p:cNvGrpSpPr/>
          <p:nvPr/>
        </p:nvGrpSpPr>
        <p:grpSpPr>
          <a:xfrm>
            <a:off x="8953842" y="1838547"/>
            <a:ext cx="2430000" cy="1339670"/>
            <a:chOff x="8953842" y="1838547"/>
            <a:chExt cx="2430000" cy="1339670"/>
          </a:xfrm>
        </p:grpSpPr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F30721A8-2565-004B-898E-E87A9F22C27B}"/>
                </a:ext>
              </a:extLst>
            </p:cNvPr>
            <p:cNvSpPr/>
            <p:nvPr/>
          </p:nvSpPr>
          <p:spPr>
            <a:xfrm>
              <a:off x="8953842" y="1957817"/>
              <a:ext cx="2430000" cy="1220400"/>
            </a:xfrm>
            <a:prstGeom prst="rect">
              <a:avLst/>
            </a:prstGeom>
            <a:noFill/>
            <a:ln w="19050" cap="flat" cmpd="sng" algn="ctr">
              <a:solidFill>
                <a:schemeClr val="accent6">
                  <a:lumMod val="50000"/>
                </a:schemeClr>
              </a:solidFill>
              <a:prstDash val="sysDot"/>
            </a:ln>
            <a:effectLst/>
          </p:spPr>
          <p:txBody>
            <a:bodyPr rtlCol="0" anchor="t">
              <a:noAutofit/>
            </a:bodyPr>
            <a:lstStyle/>
            <a:p>
              <a:pPr algn="just"/>
              <a:endParaRPr lang="pt-PT" sz="800">
                <a:solidFill>
                  <a:schemeClr val="tx1"/>
                </a:solidFill>
                <a:latin typeface="Muli Light" panose="00000400000000000000" pitchFamily="2" charset="0"/>
              </a:endParaRPr>
            </a:p>
            <a:p>
              <a:pPr marL="190481" lvl="5" indent="0" algn="just">
                <a:spcBef>
                  <a:spcPts val="300"/>
                </a:spcBef>
              </a:pPr>
              <a:endParaRPr lang="pt-PT" sz="2000" b="1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15D32C7-7CD4-870D-C838-5F486A249A02}"/>
                </a:ext>
              </a:extLst>
            </p:cNvPr>
            <p:cNvGrpSpPr/>
            <p:nvPr/>
          </p:nvGrpSpPr>
          <p:grpSpPr>
            <a:xfrm>
              <a:off x="9064332" y="1838547"/>
              <a:ext cx="206007" cy="206008"/>
              <a:chOff x="8992998" y="1796699"/>
              <a:chExt cx="206007" cy="206008"/>
            </a:xfrm>
          </p:grpSpPr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9EBF72E2-CF95-B017-915A-BE9F46661DB3}"/>
                  </a:ext>
                </a:extLst>
              </p:cNvPr>
              <p:cNvSpPr/>
              <p:nvPr/>
            </p:nvSpPr>
            <p:spPr>
              <a:xfrm>
                <a:off x="8992998" y="1796699"/>
                <a:ext cx="206007" cy="2060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718C9428-8053-F9DF-6B3F-DB63DB0860DB}"/>
                  </a:ext>
                </a:extLst>
              </p:cNvPr>
              <p:cNvGrpSpPr/>
              <p:nvPr/>
            </p:nvGrpSpPr>
            <p:grpSpPr>
              <a:xfrm>
                <a:off x="9012691" y="1817168"/>
                <a:ext cx="166622" cy="166623"/>
                <a:chOff x="9020678" y="2144772"/>
                <a:chExt cx="166622" cy="166623"/>
              </a:xfrm>
            </p:grpSpPr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674D27F4-AB98-02C6-76BF-C6AF87273C9A}"/>
                    </a:ext>
                  </a:extLst>
                </p:cNvPr>
                <p:cNvSpPr/>
                <p:nvPr/>
              </p:nvSpPr>
              <p:spPr>
                <a:xfrm>
                  <a:off x="9020678" y="2144772"/>
                  <a:ext cx="166622" cy="16662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pic>
              <p:nvPicPr>
                <p:cNvPr id="189" name="Graphic 188" descr="Sustainability with solid fill">
                  <a:extLst>
                    <a:ext uri="{FF2B5EF4-FFF2-40B4-BE49-F238E27FC236}">
                      <a16:creationId xmlns:a16="http://schemas.microsoft.com/office/drawing/2014/main" id="{0F096E35-8018-3D2B-6550-F0B068E731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25905" y="2149223"/>
                  <a:ext cx="156167" cy="156169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845D7C1-FE81-05A9-F237-C03593F3C034}"/>
              </a:ext>
            </a:extLst>
          </p:cNvPr>
          <p:cNvGrpSpPr/>
          <p:nvPr/>
        </p:nvGrpSpPr>
        <p:grpSpPr>
          <a:xfrm>
            <a:off x="6350884" y="1838547"/>
            <a:ext cx="2435654" cy="1339670"/>
            <a:chOff x="6350884" y="1838547"/>
            <a:chExt cx="2435654" cy="133967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90595D9-48C9-DB59-B2BA-C938068A969A}"/>
                </a:ext>
              </a:extLst>
            </p:cNvPr>
            <p:cNvGrpSpPr/>
            <p:nvPr/>
          </p:nvGrpSpPr>
          <p:grpSpPr>
            <a:xfrm>
              <a:off x="6350884" y="1957817"/>
              <a:ext cx="2435654" cy="1220400"/>
              <a:chOff x="6358871" y="2224874"/>
              <a:chExt cx="2435654" cy="1220400"/>
            </a:xfrm>
          </p:grpSpPr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F06B7AA5-7A40-C5E8-DE45-68E369C004F8}"/>
                  </a:ext>
                </a:extLst>
              </p:cNvPr>
              <p:cNvSpPr txBox="1"/>
              <p:nvPr/>
            </p:nvSpPr>
            <p:spPr>
              <a:xfrm>
                <a:off x="6358871" y="2253214"/>
                <a:ext cx="2435653" cy="9886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pt-PT" sz="1000" b="1">
                    <a:solidFill>
                      <a:srgbClr val="005F7C"/>
                    </a:solidFill>
                    <a:latin typeface="Muli Light" panose="00000400000000000000" pitchFamily="2" charset="0"/>
                  </a:rPr>
                  <a:t>Impacto:</a:t>
                </a:r>
                <a:r>
                  <a:rPr lang="pt-PT" sz="1000">
                    <a:solidFill>
                      <a:srgbClr val="005F7C"/>
                    </a:solidFill>
                    <a:latin typeface="Muli Light" panose="00000400000000000000" pitchFamily="2" charset="0"/>
                  </a:rPr>
                  <a:t> Garante a coerência metodológica PCAF e evita o crescimento artificial das emissões por comportamento inesperado nos dados.</a:t>
                </a: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CC2536E2-EEB4-EFC7-DA6A-0A358AC0192C}"/>
                  </a:ext>
                </a:extLst>
              </p:cNvPr>
              <p:cNvSpPr/>
              <p:nvPr/>
            </p:nvSpPr>
            <p:spPr>
              <a:xfrm>
                <a:off x="6364099" y="2224874"/>
                <a:ext cx="2430426" cy="1220400"/>
              </a:xfrm>
              <a:prstGeom prst="rect">
                <a:avLst/>
              </a:prstGeom>
              <a:noFill/>
              <a:ln w="19050" cap="flat" cmpd="sng" algn="ctr">
                <a:solidFill>
                  <a:schemeClr val="accent6">
                    <a:lumMod val="50000"/>
                  </a:schemeClr>
                </a:solidFill>
                <a:prstDash val="sysDot"/>
              </a:ln>
              <a:effectLst/>
            </p:spPr>
            <p:txBody>
              <a:bodyPr rtlCol="0" anchor="t">
                <a:noAutofit/>
              </a:bodyPr>
              <a:lstStyle/>
              <a:p>
                <a:pPr algn="just"/>
                <a:endParaRPr lang="pt-PT" sz="800">
                  <a:solidFill>
                    <a:schemeClr val="tx1"/>
                  </a:solidFill>
                  <a:latin typeface="Muli Light" panose="00000400000000000000" pitchFamily="2" charset="0"/>
                </a:endParaRPr>
              </a:p>
              <a:p>
                <a:pPr marL="190481" lvl="5" indent="0" algn="just">
                  <a:spcBef>
                    <a:spcPts val="300"/>
                  </a:spcBef>
                </a:pPr>
                <a:endParaRPr lang="pt-PT" sz="2000" b="1">
                  <a:solidFill>
                    <a:schemeClr val="tx1"/>
                  </a:solidFill>
                  <a:latin typeface="Muli" panose="00000500000000000000" pitchFamily="2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12CA554-6449-2726-6D97-D570824B6244}"/>
                </a:ext>
              </a:extLst>
            </p:cNvPr>
            <p:cNvGrpSpPr/>
            <p:nvPr/>
          </p:nvGrpSpPr>
          <p:grpSpPr>
            <a:xfrm>
              <a:off x="6467089" y="1838547"/>
              <a:ext cx="206007" cy="206007"/>
              <a:chOff x="6528599" y="1766643"/>
              <a:chExt cx="206007" cy="206007"/>
            </a:xfrm>
          </p:grpSpPr>
          <p:grpSp>
            <p:nvGrpSpPr>
              <p:cNvPr id="183" name="Group 182">
                <a:extLst>
                  <a:ext uri="{FF2B5EF4-FFF2-40B4-BE49-F238E27FC236}">
                    <a16:creationId xmlns:a16="http://schemas.microsoft.com/office/drawing/2014/main" id="{7108D6DC-6BB4-C1DB-071F-8E6A893D0247}"/>
                  </a:ext>
                </a:extLst>
              </p:cNvPr>
              <p:cNvGrpSpPr/>
              <p:nvPr/>
            </p:nvGrpSpPr>
            <p:grpSpPr>
              <a:xfrm>
                <a:off x="6528599" y="1766643"/>
                <a:ext cx="206007" cy="206007"/>
                <a:chOff x="3239409" y="908574"/>
                <a:chExt cx="642472" cy="642471"/>
              </a:xfrm>
            </p:grpSpPr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2CFDDAF9-4127-9F27-EDB3-712BE77DB83C}"/>
                    </a:ext>
                  </a:extLst>
                </p:cNvPr>
                <p:cNvSpPr/>
                <p:nvPr/>
              </p:nvSpPr>
              <p:spPr>
                <a:xfrm>
                  <a:off x="3239409" y="908574"/>
                  <a:ext cx="642472" cy="642471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4D07744F-DC8C-ACB3-EB76-4388F6ADE882}"/>
                    </a:ext>
                  </a:extLst>
                </p:cNvPr>
                <p:cNvSpPr/>
                <p:nvPr/>
              </p:nvSpPr>
              <p:spPr>
                <a:xfrm>
                  <a:off x="3300824" y="969991"/>
                  <a:ext cx="519643" cy="519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pic>
            <p:nvPicPr>
              <p:cNvPr id="184" name="Graphic 183" descr="Renewable Energy with solid fill">
                <a:extLst>
                  <a:ext uri="{FF2B5EF4-FFF2-40B4-BE49-F238E27FC236}">
                    <a16:creationId xmlns:a16="http://schemas.microsoft.com/office/drawing/2014/main" id="{0BCFCDAC-4766-7BD9-310F-B7AFC6DBEE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541602" y="1779646"/>
                <a:ext cx="180000" cy="180000"/>
              </a:xfrm>
              <a:prstGeom prst="rect">
                <a:avLst/>
              </a:prstGeom>
            </p:spPr>
          </p:pic>
        </p:grp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27C19C9D-1AB2-9D61-FF4C-1C80F324E6F5}"/>
              </a:ext>
            </a:extLst>
          </p:cNvPr>
          <p:cNvSpPr/>
          <p:nvPr/>
        </p:nvSpPr>
        <p:spPr>
          <a:xfrm>
            <a:off x="549490" y="1162800"/>
            <a:ext cx="10977858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De forma sintética, identificam-se os principais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drivers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 do cálculo das emissões financiadas, evidenciando as variáveis-chave, o seu impacto e as recomendações estratégicas para otimização do exercício.</a:t>
            </a:r>
            <a:endParaRPr lang="pt-PT" sz="14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F5ECB6B-6338-BF1D-A82A-8705AD4AC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91" y="3293740"/>
            <a:ext cx="4822416" cy="1444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Certificados Energéticos (EPC)</a:t>
            </a: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Os EPC permitem refletir diferenças entre os imóveis através das suas classes energéticas, tornando as estimativas de emissões mais precisas do que o uso de valores genéricos e tipicamente mais conservadores.</a:t>
            </a:r>
            <a:endParaRPr lang="pt-PT" sz="1200" b="1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C7BFFD1D-BE49-C3A0-AD02-47F52F6B1CD4}"/>
              </a:ext>
            </a:extLst>
          </p:cNvPr>
          <p:cNvGrpSpPr/>
          <p:nvPr/>
        </p:nvGrpSpPr>
        <p:grpSpPr>
          <a:xfrm>
            <a:off x="6350884" y="3338373"/>
            <a:ext cx="5032958" cy="1355616"/>
            <a:chOff x="6350884" y="3230920"/>
            <a:chExt cx="5032958" cy="1355616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C0003E4-5A39-4168-5295-70B109BE459F}"/>
                </a:ext>
              </a:extLst>
            </p:cNvPr>
            <p:cNvSpPr txBox="1"/>
            <p:nvPr/>
          </p:nvSpPr>
          <p:spPr>
            <a:xfrm>
              <a:off x="8946642" y="3367100"/>
              <a:ext cx="2437200" cy="12194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pt-PT" sz="1000" b="1">
                  <a:solidFill>
                    <a:srgbClr val="005F7C"/>
                  </a:solidFill>
                  <a:latin typeface="Muli Light" panose="00000400000000000000" pitchFamily="2" charset="0"/>
                </a:rPr>
                <a:t>Recomendação estratégica: </a:t>
              </a:r>
              <a:r>
                <a:rPr lang="pt-PT" sz="1000">
                  <a:solidFill>
                    <a:srgbClr val="005F7C"/>
                  </a:solidFill>
                  <a:latin typeface="Muli Light" panose="00000400000000000000" pitchFamily="2" charset="0"/>
                </a:rPr>
                <a:t>Priorizar a recolha e atualização dos EPC para aumentar a cobertura de dados reais e melhorar a qualidade das estimativas de emissões no </a:t>
              </a:r>
              <a:r>
                <a:rPr lang="pt-PT" sz="1000" i="1">
                  <a:solidFill>
                    <a:srgbClr val="005F7C"/>
                  </a:solidFill>
                  <a:latin typeface="Muli Light" panose="00000400000000000000" pitchFamily="2" charset="0"/>
                </a:rPr>
                <a:t>portfolio</a:t>
              </a:r>
              <a:r>
                <a:rPr lang="pt-PT" sz="1000">
                  <a:solidFill>
                    <a:srgbClr val="005F7C"/>
                  </a:solidFill>
                  <a:latin typeface="Muli Light" panose="00000400000000000000" pitchFamily="2" charset="0"/>
                </a:rPr>
                <a:t>.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8D9B72B-25D2-06D0-6019-65FC5F217327}"/>
                </a:ext>
              </a:extLst>
            </p:cNvPr>
            <p:cNvSpPr txBox="1"/>
            <p:nvPr/>
          </p:nvSpPr>
          <p:spPr>
            <a:xfrm>
              <a:off x="6350884" y="3367100"/>
              <a:ext cx="2435653" cy="9886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pt-PT" sz="1000" b="1">
                  <a:solidFill>
                    <a:srgbClr val="005F7C"/>
                  </a:solidFill>
                  <a:latin typeface="Muli Light" panose="00000400000000000000" pitchFamily="2" charset="0"/>
                </a:rPr>
                <a:t>Impacto:</a:t>
              </a:r>
              <a:r>
                <a:rPr lang="pt-PT" sz="1000">
                  <a:solidFill>
                    <a:srgbClr val="005F7C"/>
                  </a:solidFill>
                  <a:latin typeface="Muli Light" panose="00000400000000000000" pitchFamily="2" charset="0"/>
                </a:rPr>
                <a:t> Reduz incerteza e melhora a comparabilidade com padrões/ trajetórias de referência nacionais e internacionais.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F3B75AD-82C0-7125-7A58-7EA43C2F556E}"/>
                </a:ext>
              </a:extLst>
            </p:cNvPr>
            <p:cNvGrpSpPr/>
            <p:nvPr/>
          </p:nvGrpSpPr>
          <p:grpSpPr>
            <a:xfrm>
              <a:off x="8953842" y="3230920"/>
              <a:ext cx="2430000" cy="1339670"/>
              <a:chOff x="8953842" y="1838547"/>
              <a:chExt cx="2430000" cy="133967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D7D62E8-758F-C992-B43E-63635A21483A}"/>
                  </a:ext>
                </a:extLst>
              </p:cNvPr>
              <p:cNvSpPr/>
              <p:nvPr/>
            </p:nvSpPr>
            <p:spPr>
              <a:xfrm>
                <a:off x="8953842" y="1957817"/>
                <a:ext cx="2430000" cy="1220400"/>
              </a:xfrm>
              <a:prstGeom prst="rect">
                <a:avLst/>
              </a:prstGeom>
              <a:noFill/>
              <a:ln w="19050" cap="flat" cmpd="sng" algn="ctr">
                <a:solidFill>
                  <a:schemeClr val="accent6">
                    <a:lumMod val="50000"/>
                  </a:schemeClr>
                </a:solidFill>
                <a:prstDash val="sysDot"/>
              </a:ln>
              <a:effectLst/>
            </p:spPr>
            <p:txBody>
              <a:bodyPr rtlCol="0" anchor="t">
                <a:noAutofit/>
              </a:bodyPr>
              <a:lstStyle/>
              <a:p>
                <a:pPr algn="just"/>
                <a:endParaRPr lang="pt-PT" sz="800">
                  <a:solidFill>
                    <a:schemeClr val="tx1"/>
                  </a:solidFill>
                  <a:latin typeface="Muli Light" panose="00000400000000000000" pitchFamily="2" charset="0"/>
                </a:endParaRPr>
              </a:p>
              <a:p>
                <a:pPr marL="190481" lvl="5" indent="0" algn="just">
                  <a:spcBef>
                    <a:spcPts val="300"/>
                  </a:spcBef>
                </a:pPr>
                <a:endParaRPr lang="pt-PT" sz="2000" b="1">
                  <a:solidFill>
                    <a:schemeClr val="tx1"/>
                  </a:solidFill>
                  <a:latin typeface="Muli" panose="00000500000000000000" pitchFamily="2" charset="0"/>
                </a:endParaRPr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15CB58A7-8D26-9369-24D2-14BA914677CE}"/>
                  </a:ext>
                </a:extLst>
              </p:cNvPr>
              <p:cNvGrpSpPr/>
              <p:nvPr/>
            </p:nvGrpSpPr>
            <p:grpSpPr>
              <a:xfrm>
                <a:off x="9064332" y="1838547"/>
                <a:ext cx="206007" cy="206008"/>
                <a:chOff x="8992998" y="1796699"/>
                <a:chExt cx="206007" cy="206008"/>
              </a:xfrm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A1AA004D-A2D9-6509-200B-3ECFE2F03B6A}"/>
                    </a:ext>
                  </a:extLst>
                </p:cNvPr>
                <p:cNvSpPr/>
                <p:nvPr/>
              </p:nvSpPr>
              <p:spPr>
                <a:xfrm>
                  <a:off x="8992998" y="1796699"/>
                  <a:ext cx="206007" cy="206008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98F678CA-3CCF-CDC2-939B-3695A3846BB8}"/>
                    </a:ext>
                  </a:extLst>
                </p:cNvPr>
                <p:cNvGrpSpPr/>
                <p:nvPr/>
              </p:nvGrpSpPr>
              <p:grpSpPr>
                <a:xfrm>
                  <a:off x="9012691" y="1817168"/>
                  <a:ext cx="166622" cy="166623"/>
                  <a:chOff x="9020678" y="2144772"/>
                  <a:chExt cx="166622" cy="166623"/>
                </a:xfrm>
              </p:grpSpPr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81451381-E7D5-0EA0-9318-02B04C05AE4B}"/>
                      </a:ext>
                    </a:extLst>
                  </p:cNvPr>
                  <p:cNvSpPr/>
                  <p:nvPr/>
                </p:nvSpPr>
                <p:spPr>
                  <a:xfrm>
                    <a:off x="9020678" y="2144772"/>
                    <a:ext cx="166622" cy="166623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pic>
                <p:nvPicPr>
                  <p:cNvPr id="24" name="Graphic 23" descr="Sustainability with solid fill">
                    <a:extLst>
                      <a:ext uri="{FF2B5EF4-FFF2-40B4-BE49-F238E27FC236}">
                        <a16:creationId xmlns:a16="http://schemas.microsoft.com/office/drawing/2014/main" id="{DAFC3775-4532-43DD-4B09-42880404639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025905" y="2149223"/>
                    <a:ext cx="156167" cy="156169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5957E367-89E0-81A7-E9A1-FA03DACBCE6F}"/>
                </a:ext>
              </a:extLst>
            </p:cNvPr>
            <p:cNvGrpSpPr/>
            <p:nvPr/>
          </p:nvGrpSpPr>
          <p:grpSpPr>
            <a:xfrm>
              <a:off x="6350884" y="3230920"/>
              <a:ext cx="2430426" cy="1339670"/>
              <a:chOff x="6439763" y="3044179"/>
              <a:chExt cx="2430426" cy="1339670"/>
            </a:xfrm>
          </p:grpSpPr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5867F3B7-A0DC-ED0B-8643-A41D6F208C4A}"/>
                  </a:ext>
                </a:extLst>
              </p:cNvPr>
              <p:cNvSpPr/>
              <p:nvPr/>
            </p:nvSpPr>
            <p:spPr>
              <a:xfrm>
                <a:off x="6550740" y="3044179"/>
                <a:ext cx="206007" cy="206007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989015BA-8E78-3EBD-B236-FDA622B00E33}"/>
                  </a:ext>
                </a:extLst>
              </p:cNvPr>
              <p:cNvGrpSpPr/>
              <p:nvPr/>
            </p:nvGrpSpPr>
            <p:grpSpPr>
              <a:xfrm>
                <a:off x="6439763" y="3057182"/>
                <a:ext cx="2430426" cy="1326667"/>
                <a:chOff x="6439763" y="3057182"/>
                <a:chExt cx="2430426" cy="1326667"/>
              </a:xfrm>
            </p:grpSpPr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C2926E12-F8C2-50AD-85D6-A5202BAEBA92}"/>
                    </a:ext>
                  </a:extLst>
                </p:cNvPr>
                <p:cNvSpPr/>
                <p:nvPr/>
              </p:nvSpPr>
              <p:spPr>
                <a:xfrm>
                  <a:off x="6439763" y="3163449"/>
                  <a:ext cx="2430426" cy="1220400"/>
                </a:xfrm>
                <a:prstGeom prst="rect">
                  <a:avLst/>
                </a:prstGeom>
                <a:noFill/>
                <a:ln w="19050" cap="flat" cmpd="sng" algn="ctr">
                  <a:solidFill>
                    <a:schemeClr val="accent6">
                      <a:lumMod val="50000"/>
                    </a:schemeClr>
                  </a:solidFill>
                  <a:prstDash val="sysDot"/>
                </a:ln>
                <a:effectLst/>
              </p:spPr>
              <p:txBody>
                <a:bodyPr rtlCol="0" anchor="t">
                  <a:noAutofit/>
                </a:bodyPr>
                <a:lstStyle/>
                <a:p>
                  <a:pPr algn="just"/>
                  <a:endParaRPr lang="pt-PT" sz="800">
                    <a:solidFill>
                      <a:schemeClr val="tx1"/>
                    </a:solidFill>
                    <a:latin typeface="Muli Light" panose="00000400000000000000" pitchFamily="2" charset="0"/>
                  </a:endParaRPr>
                </a:p>
                <a:p>
                  <a:pPr marL="190481" lvl="5" indent="0" algn="just">
                    <a:spcBef>
                      <a:spcPts val="300"/>
                    </a:spcBef>
                  </a:pPr>
                  <a:endParaRPr lang="pt-PT" sz="2000" b="1">
                    <a:solidFill>
                      <a:schemeClr val="tx1"/>
                    </a:solidFill>
                    <a:latin typeface="Muli" panose="00000500000000000000" pitchFamily="2" charset="0"/>
                  </a:endParaRPr>
                </a:p>
              </p:txBody>
            </p:sp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004210C5-04FB-519C-68D9-95CF09787FF6}"/>
                    </a:ext>
                  </a:extLst>
                </p:cNvPr>
                <p:cNvSpPr/>
                <p:nvPr/>
              </p:nvSpPr>
              <p:spPr>
                <a:xfrm>
                  <a:off x="6570433" y="3063872"/>
                  <a:ext cx="166622" cy="1666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pic>
              <p:nvPicPr>
                <p:cNvPr id="131" name="Graphic 130" descr="Renewable Energy with solid fill">
                  <a:extLst>
                    <a:ext uri="{FF2B5EF4-FFF2-40B4-BE49-F238E27FC236}">
                      <a16:creationId xmlns:a16="http://schemas.microsoft.com/office/drawing/2014/main" id="{7DEAEDEC-F3B7-F664-E305-DA7B1F7F82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63743" y="3057182"/>
                  <a:ext cx="180000" cy="18000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E9DFF714-D99A-9673-5ADD-1C47C971EDF4}"/>
              </a:ext>
            </a:extLst>
          </p:cNvPr>
          <p:cNvGrpSpPr/>
          <p:nvPr/>
        </p:nvGrpSpPr>
        <p:grpSpPr>
          <a:xfrm>
            <a:off x="6350884" y="4839213"/>
            <a:ext cx="5032958" cy="1359113"/>
            <a:chOff x="6350884" y="4804488"/>
            <a:chExt cx="5032958" cy="1359113"/>
          </a:xfrm>
        </p:grpSpPr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DB780C18-5EBA-8887-0F3F-3BB145BC785F}"/>
                </a:ext>
              </a:extLst>
            </p:cNvPr>
            <p:cNvGrpSpPr/>
            <p:nvPr/>
          </p:nvGrpSpPr>
          <p:grpSpPr>
            <a:xfrm>
              <a:off x="6350884" y="4944165"/>
              <a:ext cx="5032958" cy="1219436"/>
              <a:chOff x="6046558" y="2113901"/>
              <a:chExt cx="5032958" cy="1219436"/>
            </a:xfrm>
          </p:grpSpPr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1D480DDF-5F99-FBCE-78D1-0EC7BC5948B5}"/>
                  </a:ext>
                </a:extLst>
              </p:cNvPr>
              <p:cNvSpPr txBox="1"/>
              <p:nvPr/>
            </p:nvSpPr>
            <p:spPr>
              <a:xfrm>
                <a:off x="6046558" y="2113901"/>
                <a:ext cx="2435653" cy="12194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pt-PT" sz="1000" b="1">
                    <a:solidFill>
                      <a:srgbClr val="005F7C"/>
                    </a:solidFill>
                    <a:latin typeface="Muli Light" panose="00000400000000000000" pitchFamily="2" charset="0"/>
                  </a:rPr>
                  <a:t>Impacto:</a:t>
                </a:r>
                <a:r>
                  <a:rPr lang="pt-PT" sz="1000">
                    <a:solidFill>
                      <a:srgbClr val="005F7C"/>
                    </a:solidFill>
                    <a:latin typeface="Muli Light" panose="00000400000000000000" pitchFamily="2" charset="0"/>
                  </a:rPr>
                  <a:t> Reduz incerteza nas estimativas globais da carteira e permite uma classificação menos genérica dos bens. Impacta também a comparabilidade.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E84C4356-04DF-585C-F9B9-3379265945FC}"/>
                  </a:ext>
                </a:extLst>
              </p:cNvPr>
              <p:cNvSpPr txBox="1"/>
              <p:nvPr/>
            </p:nvSpPr>
            <p:spPr>
              <a:xfrm>
                <a:off x="8642316" y="2113901"/>
                <a:ext cx="2437200" cy="9886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pt-PT" sz="1000" b="1">
                    <a:solidFill>
                      <a:srgbClr val="005F7C"/>
                    </a:solidFill>
                    <a:latin typeface="Muli Light" panose="00000400000000000000" pitchFamily="2" charset="0"/>
                  </a:rPr>
                  <a:t>Recomendação estratégica: </a:t>
                </a:r>
                <a:r>
                  <a:rPr lang="pt-PT" sz="1000">
                    <a:solidFill>
                      <a:srgbClr val="005F7C"/>
                    </a:solidFill>
                    <a:latin typeface="Muli Light" panose="00000400000000000000" pitchFamily="2" charset="0"/>
                  </a:rPr>
                  <a:t>Evoluir na qualidade e granularidade da aplicação da finalidade e definição do perímetro de cálculo</a:t>
                </a:r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1D24D43F-C53B-04D0-49D0-6CBA4F6B3413}"/>
                </a:ext>
              </a:extLst>
            </p:cNvPr>
            <p:cNvGrpSpPr/>
            <p:nvPr/>
          </p:nvGrpSpPr>
          <p:grpSpPr>
            <a:xfrm>
              <a:off x="6350884" y="4804488"/>
              <a:ext cx="2430426" cy="1339670"/>
              <a:chOff x="6508512" y="1990947"/>
              <a:chExt cx="2430426" cy="1339670"/>
            </a:xfrm>
          </p:grpSpPr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537F0034-B3F4-97F5-B372-0D834BA839C8}"/>
                  </a:ext>
                </a:extLst>
              </p:cNvPr>
              <p:cNvGrpSpPr/>
              <p:nvPr/>
            </p:nvGrpSpPr>
            <p:grpSpPr>
              <a:xfrm>
                <a:off x="6508512" y="1990947"/>
                <a:ext cx="2430426" cy="1339670"/>
                <a:chOff x="6508512" y="1990947"/>
                <a:chExt cx="2430426" cy="1339670"/>
              </a:xfrm>
            </p:grpSpPr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A22A1640-3317-C70B-E978-15A5240FEE84}"/>
                    </a:ext>
                  </a:extLst>
                </p:cNvPr>
                <p:cNvSpPr/>
                <p:nvPr/>
              </p:nvSpPr>
              <p:spPr>
                <a:xfrm>
                  <a:off x="6508512" y="2110217"/>
                  <a:ext cx="2430426" cy="1220400"/>
                </a:xfrm>
                <a:prstGeom prst="rect">
                  <a:avLst/>
                </a:prstGeom>
                <a:noFill/>
                <a:ln w="19050" cap="flat" cmpd="sng" algn="ctr">
                  <a:solidFill>
                    <a:schemeClr val="accent6">
                      <a:lumMod val="50000"/>
                    </a:schemeClr>
                  </a:solidFill>
                  <a:prstDash val="sysDot"/>
                </a:ln>
                <a:effectLst/>
              </p:spPr>
              <p:txBody>
                <a:bodyPr rtlCol="0" anchor="t">
                  <a:noAutofit/>
                </a:bodyPr>
                <a:lstStyle/>
                <a:p>
                  <a:pPr algn="just"/>
                  <a:endParaRPr lang="pt-PT" sz="800">
                    <a:solidFill>
                      <a:schemeClr val="tx1"/>
                    </a:solidFill>
                    <a:latin typeface="Muli Light" panose="00000400000000000000" pitchFamily="2" charset="0"/>
                  </a:endParaRPr>
                </a:p>
                <a:p>
                  <a:pPr marL="190481" lvl="5" indent="0" algn="just">
                    <a:spcBef>
                      <a:spcPts val="300"/>
                    </a:spcBef>
                  </a:pPr>
                  <a:endParaRPr lang="pt-PT" sz="2000" b="1">
                    <a:solidFill>
                      <a:schemeClr val="tx1"/>
                    </a:solidFill>
                    <a:latin typeface="Muli" panose="00000500000000000000" pitchFamily="2" charset="0"/>
                  </a:endParaRPr>
                </a:p>
              </p:txBody>
            </p:sp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96BF89EB-5C3E-D6FB-E97E-FFFF27084C7D}"/>
                    </a:ext>
                  </a:extLst>
                </p:cNvPr>
                <p:cNvSpPr/>
                <p:nvPr/>
              </p:nvSpPr>
              <p:spPr>
                <a:xfrm>
                  <a:off x="6619489" y="1990947"/>
                  <a:ext cx="206007" cy="206007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E13319A8-895A-C235-1B8F-2B7ABA6DB26F}"/>
                    </a:ext>
                  </a:extLst>
                </p:cNvPr>
                <p:cNvSpPr/>
                <p:nvPr/>
              </p:nvSpPr>
              <p:spPr>
                <a:xfrm>
                  <a:off x="6639182" y="2010640"/>
                  <a:ext cx="166622" cy="1666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pic>
            <p:nvPicPr>
              <p:cNvPr id="138" name="Graphic 137" descr="Renewable Energy with solid fill">
                <a:extLst>
                  <a:ext uri="{FF2B5EF4-FFF2-40B4-BE49-F238E27FC236}">
                    <a16:creationId xmlns:a16="http://schemas.microsoft.com/office/drawing/2014/main" id="{72DBE1D9-C433-3C06-5EF0-83C62A40D2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632492" y="2003950"/>
                <a:ext cx="180000" cy="180000"/>
              </a:xfrm>
              <a:prstGeom prst="rect">
                <a:avLst/>
              </a:prstGeom>
            </p:spPr>
          </p:pic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F5D76C62-4150-977C-0D45-BC68D4BE3E46}"/>
                </a:ext>
              </a:extLst>
            </p:cNvPr>
            <p:cNvGrpSpPr/>
            <p:nvPr/>
          </p:nvGrpSpPr>
          <p:grpSpPr>
            <a:xfrm>
              <a:off x="8946642" y="4804488"/>
              <a:ext cx="2430000" cy="1339670"/>
              <a:chOff x="9106242" y="3383320"/>
              <a:chExt cx="2430000" cy="1339670"/>
            </a:xfrm>
          </p:grpSpPr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D68CC37D-6A25-7BB0-2959-7F163CF83F56}"/>
                  </a:ext>
                </a:extLst>
              </p:cNvPr>
              <p:cNvSpPr/>
              <p:nvPr/>
            </p:nvSpPr>
            <p:spPr>
              <a:xfrm>
                <a:off x="9106242" y="3502590"/>
                <a:ext cx="2430000" cy="1220400"/>
              </a:xfrm>
              <a:prstGeom prst="rect">
                <a:avLst/>
              </a:prstGeom>
              <a:noFill/>
              <a:ln w="19050" cap="flat" cmpd="sng" algn="ctr">
                <a:solidFill>
                  <a:schemeClr val="accent6">
                    <a:lumMod val="50000"/>
                  </a:schemeClr>
                </a:solidFill>
                <a:prstDash val="sysDot"/>
              </a:ln>
              <a:effectLst/>
            </p:spPr>
            <p:txBody>
              <a:bodyPr rtlCol="0" anchor="t">
                <a:noAutofit/>
              </a:bodyPr>
              <a:lstStyle/>
              <a:p>
                <a:pPr algn="just"/>
                <a:endParaRPr lang="pt-PT" sz="800">
                  <a:solidFill>
                    <a:schemeClr val="tx1"/>
                  </a:solidFill>
                  <a:latin typeface="Muli Light" panose="00000400000000000000" pitchFamily="2" charset="0"/>
                </a:endParaRPr>
              </a:p>
              <a:p>
                <a:pPr marL="190481" lvl="5" indent="0" algn="just">
                  <a:spcBef>
                    <a:spcPts val="300"/>
                  </a:spcBef>
                </a:pPr>
                <a:endParaRPr lang="pt-PT" sz="2000" b="1">
                  <a:solidFill>
                    <a:schemeClr val="tx1"/>
                  </a:solidFill>
                  <a:latin typeface="Muli" panose="00000500000000000000" pitchFamily="2" charset="0"/>
                </a:endParaRPr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66512152-D67C-9670-B3F9-4D0999010A0B}"/>
                  </a:ext>
                </a:extLst>
              </p:cNvPr>
              <p:cNvSpPr/>
              <p:nvPr/>
            </p:nvSpPr>
            <p:spPr>
              <a:xfrm>
                <a:off x="9216732" y="3383320"/>
                <a:ext cx="206007" cy="2060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4F76BAB3-F453-69F3-5021-322153735850}"/>
                  </a:ext>
                </a:extLst>
              </p:cNvPr>
              <p:cNvSpPr/>
              <p:nvPr/>
            </p:nvSpPr>
            <p:spPr>
              <a:xfrm>
                <a:off x="9236425" y="3403789"/>
                <a:ext cx="166622" cy="1666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pic>
            <p:nvPicPr>
              <p:cNvPr id="150" name="Graphic 149" descr="Sustainability with solid fill">
                <a:extLst>
                  <a:ext uri="{FF2B5EF4-FFF2-40B4-BE49-F238E27FC236}">
                    <a16:creationId xmlns:a16="http://schemas.microsoft.com/office/drawing/2014/main" id="{BDA82C1E-2DCA-B391-3908-D83EB39B70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241652" y="3408240"/>
                <a:ext cx="156167" cy="15616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74517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B8869-197A-B46C-5F9F-B1768EC8C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05_01.png">
            <a:extLst>
              <a:ext uri="{FF2B5EF4-FFF2-40B4-BE49-F238E27FC236}">
                <a16:creationId xmlns:a16="http://schemas.microsoft.com/office/drawing/2014/main" id="{57342806-9320-B487-3E95-9FA018C0E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CA1229-4C1D-A009-2860-CE21F3E763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/>
              <a:t>Resultados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15C2E-9816-2259-E678-09578B994D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Riscos e Oportunidades</a:t>
            </a: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EAE732E9-D2B1-B20C-53AE-AE067FEDD054}"/>
              </a:ext>
            </a:extLst>
          </p:cNvPr>
          <p:cNvSpPr txBox="1">
            <a:spLocks/>
          </p:cNvSpPr>
          <p:nvPr/>
        </p:nvSpPr>
        <p:spPr>
          <a:xfrm>
            <a:off x="566226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PT" sz="13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211" name="Block Arc 210">
            <a:extLst>
              <a:ext uri="{FF2B5EF4-FFF2-40B4-BE49-F238E27FC236}">
                <a16:creationId xmlns:a16="http://schemas.microsoft.com/office/drawing/2014/main" id="{530F9B08-F153-3E58-0267-DDA694473530}"/>
              </a:ext>
            </a:extLst>
          </p:cNvPr>
          <p:cNvSpPr/>
          <p:nvPr/>
        </p:nvSpPr>
        <p:spPr>
          <a:xfrm rot="16429591">
            <a:off x="10648648" y="3531153"/>
            <a:ext cx="3529322" cy="2119531"/>
          </a:xfrm>
          <a:prstGeom prst="blockArc">
            <a:avLst>
              <a:gd name="adj1" fmla="val 11486096"/>
              <a:gd name="adj2" fmla="val 19462196"/>
              <a:gd name="adj3" fmla="val 2623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1271750-BAE4-9180-1359-7B9FEFA69665}"/>
              </a:ext>
            </a:extLst>
          </p:cNvPr>
          <p:cNvGrpSpPr/>
          <p:nvPr/>
        </p:nvGrpSpPr>
        <p:grpSpPr>
          <a:xfrm>
            <a:off x="549490" y="1747634"/>
            <a:ext cx="4911632" cy="4674736"/>
            <a:chOff x="346176" y="1071994"/>
            <a:chExt cx="4911632" cy="478708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3214AC8-B36F-D960-4127-3C030E4FF80A}"/>
                </a:ext>
              </a:extLst>
            </p:cNvPr>
            <p:cNvSpPr/>
            <p:nvPr/>
          </p:nvSpPr>
          <p:spPr>
            <a:xfrm>
              <a:off x="665204" y="1420008"/>
              <a:ext cx="4592604" cy="4439075"/>
            </a:xfrm>
            <a:prstGeom prst="rect">
              <a:avLst/>
            </a:prstGeom>
            <a:noFill/>
            <a:ln w="19050" cap="flat" cmpd="sng" algn="ctr">
              <a:solidFill>
                <a:schemeClr val="accent6">
                  <a:lumMod val="50000"/>
                </a:schemeClr>
              </a:solidFill>
              <a:prstDash val="sysDot"/>
            </a:ln>
            <a:effectLst/>
          </p:spPr>
          <p:txBody>
            <a:bodyPr rtlCol="0" anchor="t">
              <a:noAutofit/>
            </a:bodyPr>
            <a:lstStyle/>
            <a:p>
              <a:pPr algn="just"/>
              <a:endParaRPr lang="pt-PT" sz="800" noProof="0">
                <a:solidFill>
                  <a:schemeClr val="tx1"/>
                </a:solidFill>
                <a:latin typeface="Muli Light" panose="00000400000000000000" pitchFamily="2" charset="0"/>
              </a:endParaRPr>
            </a:p>
            <a:p>
              <a:pPr marL="190481" lvl="5" indent="0" algn="just">
                <a:spcBef>
                  <a:spcPts val="300"/>
                </a:spcBef>
              </a:pPr>
              <a:endParaRPr lang="pt-PT" sz="2000" b="1" noProof="0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sp>
          <p:nvSpPr>
            <p:cNvPr id="33" name="Rectangle 18">
              <a:extLst>
                <a:ext uri="{FF2B5EF4-FFF2-40B4-BE49-F238E27FC236}">
                  <a16:creationId xmlns:a16="http://schemas.microsoft.com/office/drawing/2014/main" id="{D90F0683-7DD8-1E27-9F40-71DB8DBC0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011" y="1273417"/>
              <a:ext cx="1800000" cy="2396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i="1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 </a:t>
              </a:r>
              <a:r>
                <a:rPr lang="pt-PT" sz="1200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Riscos</a:t>
              </a:r>
              <a:endParaRPr lang="pt-PT" sz="1200" i="1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endParaRP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BD4C2CA-3985-BB29-DAB3-4C3AAE0C2DA7}"/>
                </a:ext>
              </a:extLst>
            </p:cNvPr>
            <p:cNvGrpSpPr/>
            <p:nvPr/>
          </p:nvGrpSpPr>
          <p:grpSpPr>
            <a:xfrm>
              <a:off x="346176" y="1071994"/>
              <a:ext cx="642472" cy="642472"/>
              <a:chOff x="3557968" y="908576"/>
              <a:chExt cx="642472" cy="642472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E5D39E3F-833E-3FE9-F3D3-CE0C5998ADDB}"/>
                  </a:ext>
                </a:extLst>
              </p:cNvPr>
              <p:cNvGrpSpPr/>
              <p:nvPr/>
            </p:nvGrpSpPr>
            <p:grpSpPr>
              <a:xfrm>
                <a:off x="3557968" y="908576"/>
                <a:ext cx="642472" cy="642472"/>
                <a:chOff x="3239409" y="908576"/>
                <a:chExt cx="642472" cy="642472"/>
              </a:xfrm>
            </p:grpSpPr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E8C3C1E5-0BB2-9BC7-9067-3D903B6ECFFA}"/>
                    </a:ext>
                  </a:extLst>
                </p:cNvPr>
                <p:cNvSpPr/>
                <p:nvPr/>
              </p:nvSpPr>
              <p:spPr>
                <a:xfrm>
                  <a:off x="3239409" y="908576"/>
                  <a:ext cx="642472" cy="642472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noProof="0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108CF8AA-B2CD-98AA-34A8-373C5147B4C1}"/>
                    </a:ext>
                  </a:extLst>
                </p:cNvPr>
                <p:cNvSpPr/>
                <p:nvPr/>
              </p:nvSpPr>
              <p:spPr>
                <a:xfrm>
                  <a:off x="3300824" y="969991"/>
                  <a:ext cx="519643" cy="519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noProof="0"/>
                </a:p>
              </p:txBody>
            </p:sp>
          </p:grpSp>
          <p:pic>
            <p:nvPicPr>
              <p:cNvPr id="6" name="Graphic 5" descr="Radioactive with solid fill">
                <a:extLst>
                  <a:ext uri="{FF2B5EF4-FFF2-40B4-BE49-F238E27FC236}">
                    <a16:creationId xmlns:a16="http://schemas.microsoft.com/office/drawing/2014/main" id="{23F8D800-6EDE-78FF-5489-2F1602D02B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634068" y="984676"/>
                <a:ext cx="490272" cy="490272"/>
              </a:xfrm>
              <a:prstGeom prst="rect">
                <a:avLst/>
              </a:prstGeom>
            </p:spPr>
          </p:pic>
        </p:grpSp>
      </p:grpSp>
      <p:sp>
        <p:nvSpPr>
          <p:cNvPr id="28" name="Rectangle 2">
            <a:extLst>
              <a:ext uri="{FF2B5EF4-FFF2-40B4-BE49-F238E27FC236}">
                <a16:creationId xmlns:a16="http://schemas.microsoft.com/office/drawing/2014/main" id="{790D88D3-38EA-B643-CC98-1AB41B6F1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5609" y="2195051"/>
            <a:ext cx="4437341" cy="4214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Calculadora única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Convergência com o modelo verde no âmbito do reporte do Pilar III (ESG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Risks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), garantindo uma única fonte de informação para a tomada de decisão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nas mais diferentes dimensões – risco, relato objetivos estratégicos, etc.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Melhoria da qualidade de dados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Reforço e enriquecimento das bases de dados internas, incluindo a qualidade e completude dos campos já existentes, reforçando a precisão e robustez das estimativas.</a:t>
            </a:r>
          </a:p>
          <a:p>
            <a:pPr algn="just">
              <a:lnSpc>
                <a:spcPct val="150000"/>
              </a:lnSpc>
            </a:pP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Benefícios estratégicos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Apoio a decisões de crédito, estratégias comerciais, metas de descarbonização,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benchmarking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internacional e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compliance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regulatório.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5BB3997-26FF-3CB9-302D-40E229C6C2F3}"/>
              </a:ext>
            </a:extLst>
          </p:cNvPr>
          <p:cNvGrpSpPr/>
          <p:nvPr/>
        </p:nvGrpSpPr>
        <p:grpSpPr>
          <a:xfrm>
            <a:off x="6339347" y="1747634"/>
            <a:ext cx="4911866" cy="4674736"/>
            <a:chOff x="6339347" y="1071513"/>
            <a:chExt cx="4911866" cy="477753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96FF16A-F435-0E68-7857-25B224846E9E}"/>
                </a:ext>
              </a:extLst>
            </p:cNvPr>
            <p:cNvSpPr/>
            <p:nvPr/>
          </p:nvSpPr>
          <p:spPr>
            <a:xfrm>
              <a:off x="6658609" y="1420008"/>
              <a:ext cx="4592604" cy="4429037"/>
            </a:xfrm>
            <a:prstGeom prst="rect">
              <a:avLst/>
            </a:prstGeom>
            <a:noFill/>
            <a:ln w="19050" cap="flat" cmpd="sng" algn="ctr">
              <a:solidFill>
                <a:schemeClr val="accent6">
                  <a:lumMod val="50000"/>
                </a:schemeClr>
              </a:solidFill>
              <a:prstDash val="sysDot"/>
            </a:ln>
            <a:effectLst/>
          </p:spPr>
          <p:txBody>
            <a:bodyPr rtlCol="0" anchor="t">
              <a:noAutofit/>
            </a:bodyPr>
            <a:lstStyle/>
            <a:p>
              <a:pPr algn="just"/>
              <a:endParaRPr lang="pt-PT" sz="800" noProof="0">
                <a:solidFill>
                  <a:schemeClr val="tx1"/>
                </a:solidFill>
                <a:latin typeface="Muli Light" panose="00000400000000000000" pitchFamily="2" charset="0"/>
              </a:endParaRPr>
            </a:p>
          </p:txBody>
        </p:sp>
        <p:sp>
          <p:nvSpPr>
            <p:cNvPr id="36" name="Rectangle 18">
              <a:extLst>
                <a:ext uri="{FF2B5EF4-FFF2-40B4-BE49-F238E27FC236}">
                  <a16:creationId xmlns:a16="http://schemas.microsoft.com/office/drawing/2014/main" id="{083039B4-4AAC-B440-46FB-672A2619C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0415" y="1273177"/>
              <a:ext cx="1800000" cy="23914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i="1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 </a:t>
              </a:r>
              <a:r>
                <a:rPr lang="pt-PT" sz="1200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Oportunidades</a:t>
              </a:r>
              <a:endParaRPr lang="pt-PT" sz="1200" i="1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D92E8B7-8278-8B7A-DB7C-6D56D01EF015}"/>
                </a:ext>
              </a:extLst>
            </p:cNvPr>
            <p:cNvGrpSpPr/>
            <p:nvPr/>
          </p:nvGrpSpPr>
          <p:grpSpPr>
            <a:xfrm>
              <a:off x="6339347" y="1071513"/>
              <a:ext cx="642472" cy="642472"/>
              <a:chOff x="6223600" y="689549"/>
              <a:chExt cx="642472" cy="642472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735C9901-B676-B971-0E77-A74044786E6C}"/>
                  </a:ext>
                </a:extLst>
              </p:cNvPr>
              <p:cNvGrpSpPr/>
              <p:nvPr/>
            </p:nvGrpSpPr>
            <p:grpSpPr>
              <a:xfrm>
                <a:off x="6223600" y="689549"/>
                <a:ext cx="642472" cy="642472"/>
                <a:chOff x="3239409" y="908576"/>
                <a:chExt cx="642472" cy="642472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81B37965-5667-6108-3B49-24AEC0D2F624}"/>
                    </a:ext>
                  </a:extLst>
                </p:cNvPr>
                <p:cNvSpPr/>
                <p:nvPr/>
              </p:nvSpPr>
              <p:spPr>
                <a:xfrm>
                  <a:off x="3239409" y="908576"/>
                  <a:ext cx="642472" cy="642472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noProof="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D5CA088A-2B7A-8090-F0AE-5941424B6DFF}"/>
                    </a:ext>
                  </a:extLst>
                </p:cNvPr>
                <p:cNvSpPr/>
                <p:nvPr/>
              </p:nvSpPr>
              <p:spPr>
                <a:xfrm>
                  <a:off x="3300824" y="969991"/>
                  <a:ext cx="519643" cy="519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noProof="0"/>
                </a:p>
              </p:txBody>
            </p:sp>
          </p:grpSp>
          <p:pic>
            <p:nvPicPr>
              <p:cNvPr id="11" name="Graphic 10" descr="Open hand with plant with solid fill">
                <a:extLst>
                  <a:ext uri="{FF2B5EF4-FFF2-40B4-BE49-F238E27FC236}">
                    <a16:creationId xmlns:a16="http://schemas.microsoft.com/office/drawing/2014/main" id="{DBA174CD-6BF3-6661-F811-62F5DDF010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300036" y="765985"/>
                <a:ext cx="489600" cy="489600"/>
              </a:xfrm>
              <a:prstGeom prst="rect">
                <a:avLst/>
              </a:prstGeom>
            </p:spPr>
          </p:pic>
        </p:grp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1985773-A2DE-8014-C75C-F6AC5EEE9E1E}"/>
              </a:ext>
            </a:extLst>
          </p:cNvPr>
          <p:cNvSpPr/>
          <p:nvPr/>
        </p:nvSpPr>
        <p:spPr>
          <a:xfrm>
            <a:off x="549490" y="1162800"/>
            <a:ext cx="11001007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Apresentam-se os riscos e as oportunidades associadas ao processo de cálculo das emissões, destacando os fatores que impactam a precisão das estimativas e o alinhamento estratégico do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portfolio.</a:t>
            </a:r>
            <a:endParaRPr lang="pt-PT" sz="14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A24E79A7-A78A-1D72-0A55-EB4129F90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518" y="2195051"/>
            <a:ext cx="4437341" cy="4214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Dependência de </a:t>
            </a:r>
            <a:r>
              <a:rPr lang="pt-PT" sz="1200" b="1" i="1" err="1">
                <a:solidFill>
                  <a:srgbClr val="005F7C"/>
                </a:solidFill>
                <a:latin typeface="Muli Light" panose="00000400000000000000" pitchFamily="2" charset="0"/>
              </a:rPr>
              <a:t>proxies</a:t>
            </a:r>
            <a:endParaRPr lang="pt-PT" sz="1200" i="1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Dependência de estatísticas e parâmetros médios devido à indisponibilidade de dados reais e oficiais de certificados energéticos ou de dados reais de consumo. </a:t>
            </a:r>
          </a:p>
          <a:p>
            <a:pPr algn="just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Estimativas conservadoras</a:t>
            </a:r>
          </a:p>
          <a:p>
            <a:pPr algn="just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Adoção de metodologias mais conservadoras (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Score 4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-5), resultando em emissões superiores às reais, ou estimadas de forma mais detalhada por usar elementos reais e oficiais.</a:t>
            </a:r>
          </a:p>
          <a:p>
            <a:pPr algn="just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Limitações de qualidade de dados </a:t>
            </a:r>
          </a:p>
          <a:p>
            <a:pPr algn="just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Incompletude ou desatualização de informação chave que afeta a precisão e robustez do cálculo das emissões e as tomadas de ação.</a:t>
            </a:r>
          </a:p>
        </p:txBody>
      </p:sp>
    </p:spTree>
    <p:extLst>
      <p:ext uri="{BB962C8B-B14F-4D97-AF65-F5344CB8AC3E}">
        <p14:creationId xmlns:p14="http://schemas.microsoft.com/office/powerpoint/2010/main" val="1847974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48021-55B8-DC37-065A-160013355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05_01.png">
            <a:extLst>
              <a:ext uri="{FF2B5EF4-FFF2-40B4-BE49-F238E27FC236}">
                <a16:creationId xmlns:a16="http://schemas.microsoft.com/office/drawing/2014/main" id="{086537F0-904D-9609-810D-566DD68B9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7833E3-7438-8F18-843B-760BDFC77D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/>
              <a:t>Resultados</a:t>
            </a:r>
            <a:endParaRPr lang="pt-PT" sz="2000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827A8-E02C-EFD8-FE59-8260921C46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i="1" noProof="0"/>
              <a:t>Portfolio</a:t>
            </a:r>
            <a:r>
              <a:rPr lang="pt-PT" sz="1300" i="1"/>
              <a:t>s</a:t>
            </a:r>
            <a:r>
              <a:rPr lang="pt-PT" sz="1300" noProof="0"/>
              <a:t> Santander </a:t>
            </a:r>
            <a:r>
              <a:rPr lang="pt-PT" sz="1300" noProof="0" err="1"/>
              <a:t>vs</a:t>
            </a:r>
            <a:r>
              <a:rPr lang="pt-PT" sz="1300" noProof="0"/>
              <a:t> Cenários de Descarbonização IEA e CRREM</a:t>
            </a: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53EC1DD0-6966-5B4A-515E-C15B413A206E}"/>
              </a:ext>
            </a:extLst>
          </p:cNvPr>
          <p:cNvSpPr txBox="1">
            <a:spLocks/>
          </p:cNvSpPr>
          <p:nvPr/>
        </p:nvSpPr>
        <p:spPr>
          <a:xfrm>
            <a:off x="566226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PT" sz="13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FEE4B1-F916-064E-0D8C-B3B4779C410E}"/>
              </a:ext>
            </a:extLst>
          </p:cNvPr>
          <p:cNvSpPr/>
          <p:nvPr/>
        </p:nvSpPr>
        <p:spPr>
          <a:xfrm>
            <a:off x="549491" y="1162800"/>
            <a:ext cx="10588234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A utilização de cenários globais (IEA Net Zero </a:t>
            </a:r>
            <a:r>
              <a:rPr lang="pt-PT" sz="1400" noProof="0" err="1">
                <a:solidFill>
                  <a:srgbClr val="005F7C"/>
                </a:solidFill>
                <a:latin typeface="Muli Light" panose="00000400000000000000" pitchFamily="2" charset="0"/>
              </a:rPr>
              <a:t>by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 2050) e setoriais/ regionais (CRREM) permite comparar o ponto de partida do portefólio imobiliário do Santander com o previsto em diferentes trajetórias compatíveis com o objetivo de 1,5 </a:t>
            </a:r>
            <a:r>
              <a:rPr lang="pt-PT" sz="1400" noProof="0" err="1">
                <a:solidFill>
                  <a:srgbClr val="005F7C"/>
                </a:solidFill>
                <a:latin typeface="Muli Light" panose="00000400000000000000" pitchFamily="2" charset="0"/>
              </a:rPr>
              <a:t>ºC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 e que se caracterizam por: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0B75D5-AB87-B09C-5279-17CAFFD130D6}"/>
              </a:ext>
            </a:extLst>
          </p:cNvPr>
          <p:cNvSpPr/>
          <p:nvPr/>
        </p:nvSpPr>
        <p:spPr>
          <a:xfrm>
            <a:off x="996132" y="2002973"/>
            <a:ext cx="2061469" cy="4394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pt-PT" sz="1200" b="1" noProof="0">
                <a:solidFill>
                  <a:schemeClr val="bg1"/>
                </a:solidFill>
                <a:latin typeface="Muli Light" panose="00000400000000000000" pitchFamily="2" charset="0"/>
              </a:rPr>
              <a:t>Alinhamento com ciência e Paris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A2C37C-55C3-1346-3771-680A4D274AFB}"/>
              </a:ext>
            </a:extLst>
          </p:cNvPr>
          <p:cNvSpPr/>
          <p:nvPr/>
        </p:nvSpPr>
        <p:spPr>
          <a:xfrm>
            <a:off x="5100497" y="2011051"/>
            <a:ext cx="2061469" cy="4394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pt-PT" sz="1200" b="1" noProof="0">
                <a:solidFill>
                  <a:schemeClr val="bg1"/>
                </a:solidFill>
                <a:latin typeface="Muli Light" panose="00000400000000000000" pitchFamily="2" charset="0"/>
              </a:rPr>
              <a:t>Expectativas de investidores e reguladores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96AC0A-D081-913B-C6A5-E13106695501}"/>
              </a:ext>
            </a:extLst>
          </p:cNvPr>
          <p:cNvSpPr/>
          <p:nvPr/>
        </p:nvSpPr>
        <p:spPr>
          <a:xfrm>
            <a:off x="9146586" y="2007012"/>
            <a:ext cx="2061469" cy="4394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pt-PT" sz="1200" b="1" noProof="0">
                <a:solidFill>
                  <a:schemeClr val="bg1"/>
                </a:solidFill>
                <a:latin typeface="Muli Light" panose="00000400000000000000" pitchFamily="2" charset="0"/>
              </a:rPr>
              <a:t>Definição de metas e comparabilidade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D7CDCC1-B729-3D09-701A-E5DC99056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363296"/>
              </p:ext>
            </p:extLst>
          </p:nvPr>
        </p:nvGraphicFramePr>
        <p:xfrm>
          <a:off x="894150" y="3216354"/>
          <a:ext cx="10402116" cy="2682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3686">
                  <a:extLst>
                    <a:ext uri="{9D8B030D-6E8A-4147-A177-3AD203B41FA5}">
                      <a16:colId xmlns:a16="http://schemas.microsoft.com/office/drawing/2014/main" val="3923825179"/>
                    </a:ext>
                  </a:extLst>
                </a:gridCol>
                <a:gridCol w="1733686">
                  <a:extLst>
                    <a:ext uri="{9D8B030D-6E8A-4147-A177-3AD203B41FA5}">
                      <a16:colId xmlns:a16="http://schemas.microsoft.com/office/drawing/2014/main" val="824781884"/>
                    </a:ext>
                  </a:extLst>
                </a:gridCol>
                <a:gridCol w="1733686">
                  <a:extLst>
                    <a:ext uri="{9D8B030D-6E8A-4147-A177-3AD203B41FA5}">
                      <a16:colId xmlns:a16="http://schemas.microsoft.com/office/drawing/2014/main" val="2483964457"/>
                    </a:ext>
                  </a:extLst>
                </a:gridCol>
                <a:gridCol w="1733686">
                  <a:extLst>
                    <a:ext uri="{9D8B030D-6E8A-4147-A177-3AD203B41FA5}">
                      <a16:colId xmlns:a16="http://schemas.microsoft.com/office/drawing/2014/main" val="2670907368"/>
                    </a:ext>
                  </a:extLst>
                </a:gridCol>
                <a:gridCol w="1733686">
                  <a:extLst>
                    <a:ext uri="{9D8B030D-6E8A-4147-A177-3AD203B41FA5}">
                      <a16:colId xmlns:a16="http://schemas.microsoft.com/office/drawing/2014/main" val="3670750263"/>
                    </a:ext>
                  </a:extLst>
                </a:gridCol>
                <a:gridCol w="1733686">
                  <a:extLst>
                    <a:ext uri="{9D8B030D-6E8A-4147-A177-3AD203B41FA5}">
                      <a16:colId xmlns:a16="http://schemas.microsoft.com/office/drawing/2014/main" val="25438349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Cenário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Objetivo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Fonte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Geografia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i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Portfolio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Intensidade 2024</a:t>
                      </a:r>
                    </a:p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(Kg CO</a:t>
                      </a:r>
                      <a:r>
                        <a:rPr lang="pt-PT" sz="1200" b="1" baseline="-25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e/m</a:t>
                      </a:r>
                      <a:r>
                        <a:rPr lang="pt-PT" sz="1200" b="1" baseline="30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16671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noProof="0">
                          <a:latin typeface="Muli Light" panose="00000400000000000000" pitchFamily="2" charset="0"/>
                        </a:rPr>
                        <a:t>IEA NZE</a:t>
                      </a:r>
                      <a:r>
                        <a:rPr lang="pt-PT" sz="1200" baseline="30000" noProof="0">
                          <a:latin typeface="Muli Light" panose="00000400000000000000" pitchFamily="2" charset="0"/>
                        </a:rPr>
                        <a:t>1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Net-Zero emissions by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 2050 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International Energy Agency – A roadmap for the global energy sector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noProof="0">
                          <a:latin typeface="Muli Light" panose="00000400000000000000" pitchFamily="2" charset="0"/>
                        </a:rPr>
                        <a:t>Global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Residencial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8,2</a:t>
                      </a:r>
                      <a:endParaRPr lang="pt-PT" sz="1200" baseline="300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176102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ctr"/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ctr"/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Services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12,5</a:t>
                      </a:r>
                      <a:endParaRPr lang="pt-PT" sz="1200" baseline="300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535589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noProof="0">
                          <a:latin typeface="Muli Light" panose="00000400000000000000" pitchFamily="2" charset="0"/>
                        </a:rPr>
                        <a:t>CRREM </a:t>
                      </a:r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Decarbornisation Targets</a:t>
                      </a:r>
                      <a:r>
                        <a:rPr lang="pt-PT" sz="1200" baseline="30000" noProof="0">
                          <a:latin typeface="Muli Light" panose="00000400000000000000" pitchFamily="2" charset="0"/>
                        </a:rPr>
                        <a:t>2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Limit Global Warming to 1,5º C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CRREM Risk Assessment Tool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noProof="0">
                          <a:latin typeface="Muli Light" panose="00000400000000000000" pitchFamily="2" charset="0"/>
                        </a:rPr>
                        <a:t>Portugal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Residential Multi-Family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9,6</a:t>
                      </a:r>
                      <a:endParaRPr lang="pt-PT" sz="1200" baseline="300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61243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ctr"/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 anchor="ctr"/>
                </a:tc>
                <a:tc vMerge="1">
                  <a:txBody>
                    <a:bodyPr/>
                    <a:lstStyle/>
                    <a:p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ctr"/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Office, Retail and Hotel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27,8-32,9</a:t>
                      </a:r>
                      <a:r>
                        <a:rPr lang="pt-PT" sz="1200" baseline="30000" noProof="0">
                          <a:latin typeface="Muli Light" panose="00000400000000000000" pitchFamily="2" charset="0"/>
                        </a:rPr>
                        <a:t>3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0870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PT" sz="12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12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noProof="0">
                          <a:latin typeface="Muli Light" panose="00000400000000000000" pitchFamily="2" charset="0"/>
                        </a:rPr>
                        <a:t>Santander, PCAF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noProof="0">
                          <a:latin typeface="Muli Light" panose="00000400000000000000" pitchFamily="2" charset="0"/>
                        </a:rPr>
                        <a:t>Portugal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Mortgages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9,5</a:t>
                      </a:r>
                      <a:r>
                        <a:rPr lang="pt-PT" sz="1200" baseline="30000" noProof="0">
                          <a:latin typeface="Muli Light" panose="00000400000000000000" pitchFamily="2" charset="0"/>
                        </a:rPr>
                        <a:t>4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0148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PT" sz="12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12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ctr"/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CRE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19,5</a:t>
                      </a:r>
                      <a:r>
                        <a:rPr lang="pt-PT" sz="1200" baseline="30000" noProof="0">
                          <a:latin typeface="Muli Light" panose="00000400000000000000" pitchFamily="2" charset="0"/>
                        </a:rPr>
                        <a:t>4</a:t>
                      </a:r>
                      <a:endParaRPr lang="pt-PT" sz="12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518824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1B8BB258-426D-C037-038F-B5BB061230C3}"/>
              </a:ext>
            </a:extLst>
          </p:cNvPr>
          <p:cNvSpPr/>
          <p:nvPr/>
        </p:nvSpPr>
        <p:spPr>
          <a:xfrm>
            <a:off x="549491" y="2644331"/>
            <a:ext cx="10994321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Considerando os imóveis financiados para os quais o Banco detém informação sobre os certificados energéticos reais (EPC), à data de 2024, observa-se uma comparação favorável com o cenário previsto pelo CRREM para Portugal.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AF86C0-A9AC-0863-49BC-27328AC4B1E9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Estimativa para ano de referência apurada com os dados base disponibilizados pela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International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Energy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Agency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 e portfolios com características mais próximas das classes de ativos consideradas na calculadora Portfolio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Alignment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. (2) Estimativa para o ano de referência tal como apurada pelo próprio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Carbon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Risk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 Real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Estate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 Monitor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. (3) Intensidade apresentada como intervalo de forma a considerar o detalhe dos cenários de cada um dos três 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portfolios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identificados pelo CRREM e que melhor comparam com a classe de ativos classificada como CRE na calculadora 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Portfolio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Alignment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. (4) Valores de intensidade física apurados pela calculadora 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Portfolio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Alignment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considerando apenas os imóveis financiadas para os quais existe informação sobre a respetiva área e os certificados energéticos reais.</a:t>
            </a:r>
          </a:p>
        </p:txBody>
      </p:sp>
    </p:spTree>
    <p:extLst>
      <p:ext uri="{BB962C8B-B14F-4D97-AF65-F5344CB8AC3E}">
        <p14:creationId xmlns:p14="http://schemas.microsoft.com/office/powerpoint/2010/main" val="930941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hand touching a green screen&#10;&#10;AI-generated content may be incorrect.">
            <a:extLst>
              <a:ext uri="{FF2B5EF4-FFF2-40B4-BE49-F238E27FC236}">
                <a16:creationId xmlns:a16="http://schemas.microsoft.com/office/drawing/2014/main" id="{5B58B742-DA5E-A312-4078-62FF5B363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411" cy="73247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9DBD9E6-29B3-E55E-20A9-861085EA1670}"/>
              </a:ext>
            </a:extLst>
          </p:cNvPr>
          <p:cNvSpPr/>
          <p:nvPr/>
        </p:nvSpPr>
        <p:spPr>
          <a:xfrm>
            <a:off x="-2325" y="0"/>
            <a:ext cx="12190413" cy="7324725"/>
          </a:xfrm>
          <a:prstGeom prst="rect">
            <a:avLst/>
          </a:prstGeom>
          <a:solidFill>
            <a:schemeClr val="bg2">
              <a:lumMod val="1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pic>
        <p:nvPicPr>
          <p:cNvPr id="9" name="07.png">
            <a:extLst>
              <a:ext uri="{FF2B5EF4-FFF2-40B4-BE49-F238E27FC236}">
                <a16:creationId xmlns:a16="http://schemas.microsoft.com/office/drawing/2014/main" id="{4548546F-395E-C459-996D-44F083D3F1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2768827"/>
            <a:ext cx="12192734" cy="178060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1926D0B-B258-4959-169D-8F042B96AEA2}"/>
              </a:ext>
            </a:extLst>
          </p:cNvPr>
          <p:cNvSpPr txBox="1">
            <a:spLocks/>
          </p:cNvSpPr>
          <p:nvPr/>
        </p:nvSpPr>
        <p:spPr>
          <a:xfrm>
            <a:off x="809521" y="2933764"/>
            <a:ext cx="10767129" cy="495236"/>
          </a:xfrm>
          <a:prstGeom prst="rect">
            <a:avLst/>
          </a:prstGeom>
        </p:spPr>
        <p:txBody>
          <a:bodyPr/>
          <a:lstStyle>
            <a:lvl1pPr marL="111352" indent="-111352" algn="l" defTabSz="445407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05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759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46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16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486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57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27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297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b="1" noProof="0">
                <a:solidFill>
                  <a:schemeClr val="bg1"/>
                </a:solidFill>
                <a:latin typeface="Muli" panose="00000500000000000000" pitchFamily="2" charset="0"/>
              </a:rPr>
              <a:t>3. Metodologia e Robustez</a:t>
            </a:r>
          </a:p>
        </p:txBody>
      </p:sp>
    </p:spTree>
    <p:extLst>
      <p:ext uri="{BB962C8B-B14F-4D97-AF65-F5344CB8AC3E}">
        <p14:creationId xmlns:p14="http://schemas.microsoft.com/office/powerpoint/2010/main" val="131821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C95AA-929F-1DD1-9643-B74A12954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9C7E62-24F1-3C3B-6DA8-36B4F09B5C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sz="2000" b="1"/>
              <a:t>Metodologia e Robustez</a:t>
            </a:r>
            <a:endParaRPr lang="pt-PT" sz="20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32E43-7821-8D52-1689-88D72F9713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 noProof="0"/>
              <a:t>Pressupostos e Metodologia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96FF3A-4DF4-2F32-C9BF-22845BF04DD6}"/>
              </a:ext>
            </a:extLst>
          </p:cNvPr>
          <p:cNvSpPr>
            <a:spLocks/>
          </p:cNvSpPr>
          <p:nvPr/>
        </p:nvSpPr>
        <p:spPr>
          <a:xfrm>
            <a:off x="609522" y="1343025"/>
            <a:ext cx="10454744" cy="206258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71991" tIns="107986" rIns="71991" bIns="287963" rtlCol="0" anchor="t"/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Fator de atribuição calculado não pode tomar valores superiores a 1;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Valor do imóvel na </a:t>
            </a:r>
            <a:r>
              <a:rPr lang="pt-PT" sz="1200" noProof="0" err="1">
                <a:solidFill>
                  <a:srgbClr val="005F7C"/>
                </a:solidFill>
                <a:latin typeface="Muli Light" panose="00000400000000000000" pitchFamily="2" charset="0"/>
              </a:rPr>
              <a:t>originação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pressupõe a utilização do preço de aquisição ou, se indisponível, do montante de avaliação;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Para classificação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do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, considera-se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a finalidade do bem, ou a tipologia de garantia como alternativa quando a finalidade é ‘outras’;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Consideram-se apenas classificações de EPC reais que estejam também presentes no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input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corporativo. Para os demais aplica-se a metodologia mais conservadora;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Utilizado o fator de emissão do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input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PCAF com data de referência mais recente;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Com a ausência de dados que permita a aplicação consistente de uma dada opção de cálculo, foi aplicada a metodologia mais conservadora.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AAA23C-1AAD-D0B9-62B2-45BD1880A33E}"/>
              </a:ext>
            </a:extLst>
          </p:cNvPr>
          <p:cNvSpPr>
            <a:spLocks/>
          </p:cNvSpPr>
          <p:nvPr/>
        </p:nvSpPr>
        <p:spPr>
          <a:xfrm>
            <a:off x="8732186" y="1898609"/>
            <a:ext cx="2548711" cy="8158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71991" tIns="107986" rIns="71991" bIns="287963" rtlCol="0" anchor="t"/>
          <a:lstStyle/>
          <a:p>
            <a:pPr algn="r" defTabSz="914309" hangingPunct="1">
              <a:defRPr/>
            </a:pPr>
            <a:r>
              <a:rPr lang="pt-PT" sz="1100" noProof="0">
                <a:solidFill>
                  <a:srgbClr val="024062"/>
                </a:solidFill>
                <a:latin typeface="Muli" panose="00000500000000000000" pitchFamily="2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3573B-41E5-889C-8051-AA1AE34BAE2E}"/>
              </a:ext>
            </a:extLst>
          </p:cNvPr>
          <p:cNvSpPr/>
          <p:nvPr/>
        </p:nvSpPr>
        <p:spPr>
          <a:xfrm>
            <a:off x="8672017" y="3620034"/>
            <a:ext cx="2739736" cy="2611433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tIns="215972" rtlCol="0" anchor="t">
            <a:noAutofit/>
          </a:bodyPr>
          <a:lstStyle/>
          <a:p>
            <a:pPr algn="r" defTabSz="914309" hangingPunct="1">
              <a:defRPr/>
            </a:pPr>
            <a:r>
              <a:rPr lang="pt-PT" sz="3200" b="1" noProof="0">
                <a:solidFill>
                  <a:schemeClr val="accent6"/>
                </a:solidFill>
                <a:latin typeface="Muli ExtraBold" panose="00000900000000000000" pitchFamily="2" charset="0"/>
              </a:rPr>
              <a:t>#1</a:t>
            </a:r>
            <a:endParaRPr lang="pt-PT" sz="1050" noProof="0">
              <a:solidFill>
                <a:schemeClr val="accent6"/>
              </a:solidFill>
              <a:latin typeface="Muli ExtraBold" panose="00000900000000000000" pitchFamily="2" charset="0"/>
            </a:endParaRPr>
          </a:p>
          <a:p>
            <a:pPr algn="r" defTabSz="914309" hangingPunct="1">
              <a:defRPr/>
            </a:pPr>
            <a:r>
              <a:rPr lang="pt-PT" sz="1200" b="1" noProof="0">
                <a:solidFill>
                  <a:srgbClr val="53CEFF"/>
                </a:solidFill>
                <a:latin typeface="Muli Light" panose="00000400000000000000" pitchFamily="2" charset="0"/>
              </a:rPr>
              <a:t>Maior cobertura de EPC reais</a:t>
            </a:r>
            <a:r>
              <a:rPr lang="pt-PT" sz="1200" b="1" noProof="0">
                <a:solidFill>
                  <a:srgbClr val="ABE7FF"/>
                </a:solidFill>
                <a:latin typeface="Muli Light" panose="00000400000000000000" pitchFamily="2" charset="0"/>
              </a:rPr>
              <a:t>,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permitirá melhorar a precisão do cálculo</a:t>
            </a:r>
            <a:r>
              <a:rPr lang="pt-PT" sz="1200" i="1" noProof="0">
                <a:solidFill>
                  <a:srgbClr val="024062"/>
                </a:solidFill>
                <a:latin typeface="Muli" panose="00000500000000000000" pitchFamily="2" charset="0"/>
              </a:rPr>
              <a:t>.</a:t>
            </a:r>
            <a:endParaRPr lang="pt-PT" sz="1200" noProof="0">
              <a:solidFill>
                <a:schemeClr val="accent4">
                  <a:lumMod val="50000"/>
                  <a:lumOff val="50000"/>
                </a:schemeClr>
              </a:solidFill>
              <a:latin typeface="Muli" panose="00000500000000000000" pitchFamily="2" charset="0"/>
            </a:endParaRPr>
          </a:p>
          <a:p>
            <a:pPr algn="r" defTabSz="914309" hangingPunct="1">
              <a:defRPr/>
            </a:pPr>
            <a:endParaRPr lang="pt-PT" sz="1050" noProof="0">
              <a:solidFill>
                <a:schemeClr val="accent4">
                  <a:lumMod val="50000"/>
                  <a:lumOff val="50000"/>
                </a:schemeClr>
              </a:solidFill>
              <a:latin typeface="Muli" panose="00000500000000000000" pitchFamily="2" charset="0"/>
            </a:endParaRPr>
          </a:p>
          <a:p>
            <a:pPr algn="r">
              <a:defRPr/>
            </a:pPr>
            <a:endParaRPr lang="pt-PT" sz="800" b="1" noProof="0">
              <a:solidFill>
                <a:schemeClr val="accent4">
                  <a:lumMod val="50000"/>
                  <a:lumOff val="50000"/>
                </a:schemeClr>
              </a:solidFill>
              <a:latin typeface="Muli" panose="00000500000000000000" pitchFamily="2" charset="0"/>
            </a:endParaRPr>
          </a:p>
          <a:p>
            <a:pPr algn="r">
              <a:defRPr/>
            </a:pPr>
            <a:r>
              <a:rPr lang="pt-PT" sz="3200" b="1" noProof="0">
                <a:solidFill>
                  <a:schemeClr val="accent6"/>
                </a:solidFill>
                <a:latin typeface="Muli ExtraBold" panose="00000900000000000000" pitchFamily="2" charset="0"/>
              </a:rPr>
              <a:t>#2</a:t>
            </a:r>
            <a:endParaRPr lang="pt-PT" sz="1050" noProof="0">
              <a:solidFill>
                <a:schemeClr val="accent6"/>
              </a:solidFill>
              <a:latin typeface="Muli ExtraBold" panose="00000900000000000000" pitchFamily="2" charset="0"/>
            </a:endParaRPr>
          </a:p>
          <a:p>
            <a:pPr algn="r"/>
            <a:r>
              <a:rPr lang="pt-PT" sz="1200" b="1" noProof="0">
                <a:solidFill>
                  <a:srgbClr val="53CEFF"/>
                </a:solidFill>
                <a:latin typeface="Muli Light" panose="00000400000000000000" pitchFamily="2" charset="0"/>
              </a:rPr>
              <a:t>Qualidade e completude dos dados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de forma a garantir resultados mais robustos e maior nível de certeza.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E8C2CF-66DA-5347-F73C-B572636E57A5}"/>
              </a:ext>
            </a:extLst>
          </p:cNvPr>
          <p:cNvSpPr/>
          <p:nvPr/>
        </p:nvSpPr>
        <p:spPr>
          <a:xfrm>
            <a:off x="609522" y="1297690"/>
            <a:ext cx="10802232" cy="2132104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11" name="Rectangle 18">
            <a:extLst>
              <a:ext uri="{FF2B5EF4-FFF2-40B4-BE49-F238E27FC236}">
                <a16:creationId xmlns:a16="http://schemas.microsoft.com/office/drawing/2014/main" id="{2A366511-EAD8-711B-12DB-2A1A2D541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1182717"/>
            <a:ext cx="1800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bg1">
                    <a:lumMod val="50000"/>
                  </a:schemeClr>
                </a:solidFill>
                <a:latin typeface="Muli Bold" panose="00000800000000000000" pitchFamily="2" charset="0"/>
              </a:rPr>
              <a:t>Pressupostos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7B475A-2BA7-08A0-E1EE-1230964FF03B}"/>
              </a:ext>
            </a:extLst>
          </p:cNvPr>
          <p:cNvSpPr/>
          <p:nvPr/>
        </p:nvSpPr>
        <p:spPr>
          <a:xfrm>
            <a:off x="609522" y="3620034"/>
            <a:ext cx="7625464" cy="2611433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8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D9C06EC-DB69-0D7B-F354-C202012E5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673825"/>
              </p:ext>
            </p:extLst>
          </p:nvPr>
        </p:nvGraphicFramePr>
        <p:xfrm>
          <a:off x="696229" y="3772683"/>
          <a:ext cx="7488000" cy="2392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7501">
                  <a:extLst>
                    <a:ext uri="{9D8B030D-6E8A-4147-A177-3AD203B41FA5}">
                      <a16:colId xmlns:a16="http://schemas.microsoft.com/office/drawing/2014/main" val="2204192616"/>
                    </a:ext>
                  </a:extLst>
                </a:gridCol>
                <a:gridCol w="6660499">
                  <a:extLst>
                    <a:ext uri="{9D8B030D-6E8A-4147-A177-3AD203B41FA5}">
                      <a16:colId xmlns:a16="http://schemas.microsoft.com/office/drawing/2014/main" val="541378808"/>
                    </a:ext>
                  </a:extLst>
                </a:gridCol>
              </a:tblGrid>
              <a:tr h="126333">
                <a:tc>
                  <a:txBody>
                    <a:bodyPr/>
                    <a:lstStyle/>
                    <a:p>
                      <a:r>
                        <a:rPr lang="pt-PT" sz="1100" b="1" i="1" noProof="0">
                          <a:solidFill>
                            <a:schemeClr val="tx1"/>
                          </a:solidFill>
                          <a:latin typeface="Muli Light" panose="00000400000000000000" pitchFamily="2" charset="0"/>
                        </a:rPr>
                        <a:t>     DQS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 b="1" noProof="0">
                          <a:solidFill>
                            <a:schemeClr val="tx1"/>
                          </a:solidFill>
                          <a:latin typeface="Muli Light" panose="00000400000000000000" pitchFamily="2" charset="0"/>
                        </a:rPr>
                        <a:t>      Quando Utilizar?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469324"/>
                  </a:ext>
                </a:extLst>
              </a:tr>
              <a:tr h="416864">
                <a:tc>
                  <a:txBody>
                    <a:bodyPr/>
                    <a:lstStyle/>
                    <a:p>
                      <a:r>
                        <a:rPr lang="pt-PT" sz="1100" b="1" i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Score </a:t>
                      </a:r>
                      <a:r>
                        <a:rPr lang="pt-PT" sz="1100" b="1" i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100" b="1" i="0" baseline="30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Utilização de dados reais de consumo energético do imóvel e de fatores de emissão específicos.</a:t>
                      </a:r>
                    </a:p>
                    <a:p>
                      <a:pPr>
                        <a:buNone/>
                      </a:pPr>
                      <a:r>
                        <a:rPr lang="pt-PT" sz="1100" noProof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Cálculo com base nos fatores de emissão reais específicas do fornecedor.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611370"/>
                  </a:ext>
                </a:extLst>
              </a:tr>
              <a:tr h="416864">
                <a:tc>
                  <a:txBody>
                    <a:bodyPr/>
                    <a:lstStyle/>
                    <a:p>
                      <a:r>
                        <a:rPr lang="pt-PT" sz="1100" b="1" i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Score </a:t>
                      </a:r>
                      <a:r>
                        <a:rPr lang="pt-PT" sz="1100" b="1" i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i="1" baseline="30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Utilização de informação relativa ao consumo real do imóvel.</a:t>
                      </a:r>
                    </a:p>
                    <a:p>
                      <a:pPr>
                        <a:buNone/>
                      </a:pPr>
                      <a:r>
                        <a:rPr lang="pt-PT" sz="1100" noProof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Cálculo com base em valores médios de emissões da tipologia de energia.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477930"/>
                  </a:ext>
                </a:extLst>
              </a:tr>
              <a:tr h="416864">
                <a:tc>
                  <a:txBody>
                    <a:bodyPr/>
                    <a:lstStyle/>
                    <a:p>
                      <a:r>
                        <a:rPr lang="pt-PT" sz="1100" b="1" i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Score </a:t>
                      </a:r>
                      <a:r>
                        <a:rPr lang="pt-PT" sz="1100" b="1" i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Estimativa do consumo por m² baseada em EPC real, tipologia e área útil.</a:t>
                      </a:r>
                    </a:p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noProof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Cálculo com base em valores médios de emissões da fonte de energia e classe energética.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9465432"/>
                  </a:ext>
                </a:extLst>
              </a:tr>
              <a:tr h="416864">
                <a:tc>
                  <a:txBody>
                    <a:bodyPr/>
                    <a:lstStyle/>
                    <a:p>
                      <a:r>
                        <a:rPr lang="pt-PT" sz="1100" b="1" i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Score </a:t>
                      </a:r>
                      <a:r>
                        <a:rPr lang="pt-PT" sz="1100" b="1" i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PT" sz="11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Estimativa do consumo por m², considerando tipologia, localização e área útil.</a:t>
                      </a:r>
                    </a:p>
                    <a:p>
                      <a:r>
                        <a:rPr lang="pt-PT" sz="1100" noProof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Cálculo com base em valores médios de emissões.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054797"/>
                  </a:ext>
                </a:extLst>
              </a:tr>
              <a:tr h="416864">
                <a:tc>
                  <a:txBody>
                    <a:bodyPr/>
                    <a:lstStyle/>
                    <a:p>
                      <a:r>
                        <a:rPr lang="pt-PT" sz="1100" b="1" i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Score </a:t>
                      </a:r>
                      <a:r>
                        <a:rPr lang="pt-PT" sz="1100" b="1" i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PT" sz="11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Estimativa do consumo energético do imóvel, considerando tipologia, localização e número de imóveis.</a:t>
                      </a:r>
                    </a:p>
                    <a:p>
                      <a:r>
                        <a:rPr lang="pt-PT" sz="1100" noProof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Cálculo com base em valores médios de emissões do imóvel.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5293941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97B663AA-3A0E-1C72-DEC3-E59E0DD4684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2537" y1="36386" x2="42537" y2="36386"/>
                        <a14:foregroundMark x1="53234" y1="40482" x2="53234" y2="40482"/>
                        <a14:foregroundMark x1="62189" y1="65542" x2="62189" y2="65542"/>
                        <a14:foregroundMark x1="32587" y1="63133" x2="32587" y2="63133"/>
                      </a14:backgroundRemoval>
                    </a14:imgEffect>
                    <a14:imgEffect>
                      <a14:artisticCrisscrossEtching/>
                    </a14:imgEffect>
                  </a14:imgLayer>
                </a14:imgProps>
              </a:ext>
            </a:extLst>
          </a:blip>
          <a:srcRect l="15247" t="11799" r="15546" b="22847"/>
          <a:stretch>
            <a:fillRect/>
          </a:stretch>
        </p:blipFill>
        <p:spPr>
          <a:xfrm>
            <a:off x="721625" y="3800756"/>
            <a:ext cx="228956" cy="223200"/>
          </a:xfrm>
          <a:prstGeom prst="rect">
            <a:avLst/>
          </a:prstGeom>
        </p:spPr>
      </p:pic>
      <p:pic>
        <p:nvPicPr>
          <p:cNvPr id="17" name="Graphic 16" descr="Information with solid fill">
            <a:extLst>
              <a:ext uri="{FF2B5EF4-FFF2-40B4-BE49-F238E27FC236}">
                <a16:creationId xmlns:a16="http://schemas.microsoft.com/office/drawing/2014/main" id="{24FC12F1-1F56-D4AB-D644-B8A2811378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0111" y="3798055"/>
            <a:ext cx="223200" cy="2232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0935FB4-DD00-0DFB-2FE1-2E21CE676E08}"/>
              </a:ext>
            </a:extLst>
          </p:cNvPr>
          <p:cNvSpPr/>
          <p:nvPr/>
        </p:nvSpPr>
        <p:spPr>
          <a:xfrm>
            <a:off x="609522" y="6124274"/>
            <a:ext cx="10666830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rgbClr val="005F7C"/>
                </a:solidFill>
                <a:latin typeface="Muli Light" panose="00000400000000000000" pitchFamily="2" charset="0"/>
              </a:rPr>
              <a:t>Nota: (1) </a:t>
            </a:r>
            <a:r>
              <a:rPr lang="pt-PT" sz="800">
                <a:solidFill>
                  <a:srgbClr val="005F7C"/>
                </a:solidFill>
                <a:latin typeface="Muli Light" panose="00000400000000000000" pitchFamily="2" charset="0"/>
              </a:rPr>
              <a:t>A aplicação dos </a:t>
            </a:r>
            <a:r>
              <a:rPr lang="pt-PT" sz="800" i="1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800" i="1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800" i="1">
                <a:solidFill>
                  <a:srgbClr val="005F7C"/>
                </a:solidFill>
                <a:latin typeface="Muli Light" panose="00000400000000000000" pitchFamily="2" charset="0"/>
              </a:rPr>
              <a:t> Scores </a:t>
            </a:r>
            <a:r>
              <a:rPr lang="pt-PT" sz="800">
                <a:solidFill>
                  <a:srgbClr val="005F7C"/>
                </a:solidFill>
                <a:latin typeface="Muli Light" panose="00000400000000000000" pitchFamily="2" charset="0"/>
              </a:rPr>
              <a:t>1 e 2 depende de dados oficiais e reais de consumo energético, que não estão disponíveis na base de dados do Banco. Por este motivo, não foram aplicados como metodologia ao presente exercício. </a:t>
            </a:r>
            <a:endParaRPr lang="pt-PT" sz="8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4EED95AA-6A92-6D59-9CF7-7BEC288EC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3494121"/>
            <a:ext cx="180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Metodologia</a:t>
            </a: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14F3297B-0AD8-57C4-7710-CEE839625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9732" y="3494120"/>
            <a:ext cx="216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Oportunidades de Melhoria</a:t>
            </a:r>
          </a:p>
        </p:txBody>
      </p:sp>
    </p:spTree>
    <p:extLst>
      <p:ext uri="{BB962C8B-B14F-4D97-AF65-F5344CB8AC3E}">
        <p14:creationId xmlns:p14="http://schemas.microsoft.com/office/powerpoint/2010/main" val="38974602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5D680-B542-AB21-3FB3-31BA98434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0467F1-F6EE-32A8-B6F5-4E51191C8B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sz="2000" b="1"/>
              <a:t>Metodologia e Robustez</a:t>
            </a:r>
            <a:endParaRPr lang="pt-PT" sz="20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59941-D454-E27D-F498-3F75BB6AE2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 noProof="0"/>
              <a:t>Análise de Sensibilidade - Utilização de EPC estimados como reais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130913-A8EF-536F-0598-3F2CDE5E89F5}"/>
              </a:ext>
            </a:extLst>
          </p:cNvPr>
          <p:cNvSpPr/>
          <p:nvPr/>
        </p:nvSpPr>
        <p:spPr>
          <a:xfrm>
            <a:off x="7132183" y="1849027"/>
            <a:ext cx="4592604" cy="4264888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B23E6A0-8914-FFFE-C223-C774990BEC21}"/>
              </a:ext>
            </a:extLst>
          </p:cNvPr>
          <p:cNvSpPr/>
          <p:nvPr/>
        </p:nvSpPr>
        <p:spPr>
          <a:xfrm>
            <a:off x="8027080" y="2321206"/>
            <a:ext cx="3320536" cy="8463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Variação significativa das emissões, nos dois  </a:t>
            </a:r>
            <a:r>
              <a:rPr lang="pt-PT" sz="1100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 CRE</a:t>
            </a:r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 (-</a:t>
            </a:r>
            <a:r>
              <a:rPr lang="pt-PT" sz="1100" b="1">
                <a:solidFill>
                  <a:srgbClr val="005F7C"/>
                </a:solidFill>
                <a:latin typeface="Muli Light" panose="00000400000000000000" pitchFamily="2" charset="0"/>
              </a:rPr>
              <a:t>41%</a:t>
            </a:r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)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 e </a:t>
            </a:r>
            <a:r>
              <a:rPr lang="pt-PT" sz="11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 (-</a:t>
            </a:r>
            <a:r>
              <a:rPr lang="pt-PT" sz="1100" b="1" noProof="0">
                <a:solidFill>
                  <a:srgbClr val="005F7C"/>
                </a:solidFill>
                <a:latin typeface="Muli Light" panose="00000400000000000000" pitchFamily="2" charset="0"/>
              </a:rPr>
              <a:t>24%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), devido à utilização de dados mais precisos sobre os fatores de emissão (resultante do pressuposto da utilização dos EPC estimados como reais).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0D12B27-789D-F04A-DBEC-606324C47B1B}"/>
              </a:ext>
            </a:extLst>
          </p:cNvPr>
          <p:cNvSpPr txBox="1">
            <a:spLocks/>
          </p:cNvSpPr>
          <p:nvPr/>
        </p:nvSpPr>
        <p:spPr>
          <a:xfrm>
            <a:off x="7934880" y="2035050"/>
            <a:ext cx="3615445" cy="3153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pt-PT" sz="1400" b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rPr>
              <a:t>Emissões Financiadas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FEBCC18-E541-3FD3-39D2-0E5479165B93}"/>
              </a:ext>
            </a:extLst>
          </p:cNvPr>
          <p:cNvGrpSpPr/>
          <p:nvPr/>
        </p:nvGrpSpPr>
        <p:grpSpPr>
          <a:xfrm>
            <a:off x="7308419" y="2035050"/>
            <a:ext cx="625935" cy="1302175"/>
            <a:chOff x="7503150" y="1416510"/>
            <a:chExt cx="625935" cy="1260702"/>
          </a:xfrm>
        </p:grpSpPr>
        <p:sp>
          <p:nvSpPr>
            <p:cNvPr id="27" name="Arrow: Chevron 26">
              <a:extLst>
                <a:ext uri="{FF2B5EF4-FFF2-40B4-BE49-F238E27FC236}">
                  <a16:creationId xmlns:a16="http://schemas.microsoft.com/office/drawing/2014/main" id="{88F0D706-22F5-6D43-B668-7EE1BA91E90C}"/>
                </a:ext>
              </a:extLst>
            </p:cNvPr>
            <p:cNvSpPr/>
            <p:nvPr/>
          </p:nvSpPr>
          <p:spPr>
            <a:xfrm rot="5400000">
              <a:off x="7185767" y="1733893"/>
              <a:ext cx="1260702" cy="625935"/>
            </a:xfrm>
            <a:prstGeom prst="chevr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>
                <a:solidFill>
                  <a:schemeClr val="tx1"/>
                </a:solidFill>
              </a:endParaRPr>
            </a:p>
          </p:txBody>
        </p:sp>
        <p:pic>
          <p:nvPicPr>
            <p:cNvPr id="37" name="Picture 3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598C35BD-427B-9F6F-856B-97B82FCA9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CrisscrossEtching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3518" y="1854260"/>
              <a:ext cx="385200" cy="385200"/>
            </a:xfrm>
            <a:prstGeom prst="rect">
              <a:avLst/>
            </a:prstGeom>
          </p:spPr>
        </p:pic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B1D7E752-DDE2-5ABF-9606-B158627FAAAD}"/>
              </a:ext>
            </a:extLst>
          </p:cNvPr>
          <p:cNvSpPr/>
          <p:nvPr/>
        </p:nvSpPr>
        <p:spPr>
          <a:xfrm>
            <a:off x="8027080" y="4805897"/>
            <a:ext cx="3320536" cy="5245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Diminuição PCAF </a:t>
            </a:r>
            <a:r>
              <a:rPr lang="pt-PT" sz="1100" i="1" noProof="0">
                <a:solidFill>
                  <a:srgbClr val="005F7C"/>
                </a:solidFill>
                <a:latin typeface="Muli Light" panose="00000400000000000000" pitchFamily="2" charset="0"/>
              </a:rPr>
              <a:t>score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 nos dois </a:t>
            </a:r>
            <a:r>
              <a:rPr lang="pt-PT" sz="1100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, evidenciando a sensibilidade do alinhamento da carteira às metodologias adotadas. 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A325C398-D4E8-A542-75B6-609D831DA32A}"/>
              </a:ext>
            </a:extLst>
          </p:cNvPr>
          <p:cNvSpPr txBox="1">
            <a:spLocks/>
          </p:cNvSpPr>
          <p:nvPr/>
        </p:nvSpPr>
        <p:spPr>
          <a:xfrm>
            <a:off x="7935642" y="4527775"/>
            <a:ext cx="3615445" cy="3153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pt-PT" sz="1400" b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rPr>
              <a:t>PCAF </a:t>
            </a:r>
            <a:r>
              <a:rPr lang="pt-PT" sz="1400" b="1" i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rPr>
              <a:t>Score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BF6F4A3-B4AC-18BF-7FF4-60B8472BAD5F}"/>
              </a:ext>
            </a:extLst>
          </p:cNvPr>
          <p:cNvGrpSpPr/>
          <p:nvPr/>
        </p:nvGrpSpPr>
        <p:grpSpPr>
          <a:xfrm>
            <a:off x="7308416" y="4527775"/>
            <a:ext cx="625935" cy="1302175"/>
            <a:chOff x="7503147" y="3829844"/>
            <a:chExt cx="625935" cy="1260702"/>
          </a:xfrm>
        </p:grpSpPr>
        <p:sp>
          <p:nvSpPr>
            <p:cNvPr id="29" name="Arrow: Chevron 28">
              <a:extLst>
                <a:ext uri="{FF2B5EF4-FFF2-40B4-BE49-F238E27FC236}">
                  <a16:creationId xmlns:a16="http://schemas.microsoft.com/office/drawing/2014/main" id="{FC9B9CFA-8DFF-225A-BD3D-B0ACF81CD37B}"/>
                </a:ext>
              </a:extLst>
            </p:cNvPr>
            <p:cNvSpPr/>
            <p:nvPr/>
          </p:nvSpPr>
          <p:spPr>
            <a:xfrm rot="5400000">
              <a:off x="7185764" y="4147227"/>
              <a:ext cx="1260702" cy="625935"/>
            </a:xfrm>
            <a:prstGeom prst="chevr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>
                <a:solidFill>
                  <a:schemeClr val="tx1"/>
                </a:solidFill>
              </a:endParaRP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5E675490-6190-CB5F-562E-91B605C10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42537" y1="36386" x2="42537" y2="36386"/>
                          <a14:foregroundMark x1="53234" y1="40482" x2="53234" y2="40482"/>
                          <a14:foregroundMark x1="62189" y1="65542" x2="62189" y2="65542"/>
                          <a14:foregroundMark x1="32587" y1="63133" x2="32587" y2="63133"/>
                        </a14:backgroundRemoval>
                      </a14:imgEffect>
                      <a14:imgEffect>
                        <a14:artisticCrisscrossEtching/>
                      </a14:imgEffect>
                    </a14:imgLayer>
                  </a14:imgProps>
                </a:ext>
              </a:extLst>
            </a:blip>
            <a:srcRect l="15247" t="11799" r="15546" b="22847"/>
            <a:stretch>
              <a:fillRect/>
            </a:stretch>
          </p:blipFill>
          <p:spPr>
            <a:xfrm>
              <a:off x="7619209" y="4268238"/>
              <a:ext cx="393813" cy="383912"/>
            </a:xfrm>
            <a:prstGeom prst="rect">
              <a:avLst/>
            </a:prstGeom>
          </p:spPr>
        </p:pic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3782EA6F-EDB6-8773-54E9-30EC08CE033E}"/>
              </a:ext>
            </a:extLst>
          </p:cNvPr>
          <p:cNvSpPr/>
          <p:nvPr/>
        </p:nvSpPr>
        <p:spPr>
          <a:xfrm>
            <a:off x="8027080" y="3552329"/>
            <a:ext cx="3320536" cy="5245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Redução proporcional da intensidade física e económica nos dois </a:t>
            </a:r>
            <a:r>
              <a:rPr lang="pt-PT" sz="1100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, refletindo o impacto direto da metodologia adotada.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75018BE1-8556-D928-E950-610D57EB64AD}"/>
              </a:ext>
            </a:extLst>
          </p:cNvPr>
          <p:cNvSpPr txBox="1">
            <a:spLocks/>
          </p:cNvSpPr>
          <p:nvPr/>
        </p:nvSpPr>
        <p:spPr>
          <a:xfrm>
            <a:off x="7933737" y="3281413"/>
            <a:ext cx="3615445" cy="3153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pt-PT" sz="1400" b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rPr>
              <a:t>Intensidade de Emissões</a:t>
            </a:r>
            <a:endParaRPr lang="pt-PT" sz="1400" b="1" i="1" noProof="0">
              <a:latin typeface="Muli" panose="00000500000000000000" pitchFamily="2" charset="0"/>
              <a:ea typeface="Segoe UI" panose="020B0502040204020203" pitchFamily="34" charset="0"/>
              <a:cs typeface="Arial" panose="020B0604020202020204" pitchFamily="34" charset="0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D1CC870-7961-AD4F-EA5F-D0C32FF54DCD}"/>
              </a:ext>
            </a:extLst>
          </p:cNvPr>
          <p:cNvGrpSpPr/>
          <p:nvPr/>
        </p:nvGrpSpPr>
        <p:grpSpPr>
          <a:xfrm>
            <a:off x="7308418" y="3281413"/>
            <a:ext cx="625935" cy="1302175"/>
            <a:chOff x="7503149" y="2636022"/>
            <a:chExt cx="625935" cy="1260702"/>
          </a:xfrm>
        </p:grpSpPr>
        <p:sp>
          <p:nvSpPr>
            <p:cNvPr id="28" name="Arrow: Chevron 27">
              <a:extLst>
                <a:ext uri="{FF2B5EF4-FFF2-40B4-BE49-F238E27FC236}">
                  <a16:creationId xmlns:a16="http://schemas.microsoft.com/office/drawing/2014/main" id="{998517B9-4F25-5AA4-490D-D0EF6CE46465}"/>
                </a:ext>
              </a:extLst>
            </p:cNvPr>
            <p:cNvSpPr/>
            <p:nvPr/>
          </p:nvSpPr>
          <p:spPr>
            <a:xfrm rot="5400000">
              <a:off x="7185766" y="2953405"/>
              <a:ext cx="1260702" cy="625935"/>
            </a:xfrm>
            <a:prstGeom prst="chevr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>
                <a:solidFill>
                  <a:schemeClr val="tx1"/>
                </a:solidFill>
              </a:endParaRPr>
            </a:p>
          </p:txBody>
        </p:sp>
        <p:pic>
          <p:nvPicPr>
            <p:cNvPr id="54" name="Graphic 53" descr="Home with solid fill">
              <a:extLst>
                <a:ext uri="{FF2B5EF4-FFF2-40B4-BE49-F238E27FC236}">
                  <a16:creationId xmlns:a16="http://schemas.microsoft.com/office/drawing/2014/main" id="{70CFEF79-EA28-E09D-5C41-0017F4447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623530" y="3073772"/>
              <a:ext cx="385174" cy="385200"/>
            </a:xfrm>
            <a:prstGeom prst="rect">
              <a:avLst/>
            </a:prstGeom>
          </p:spPr>
        </p:pic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C313AA72-71D4-85E0-5291-BF8FA43D5659}"/>
              </a:ext>
            </a:extLst>
          </p:cNvPr>
          <p:cNvSpPr/>
          <p:nvPr/>
        </p:nvSpPr>
        <p:spPr>
          <a:xfrm>
            <a:off x="608401" y="116280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Para uma melhor compreensão sobre o cálculo efetuado, nomeadamente a relevância de algumas das variáveis no valor de emissões apurado, foram conduzidas análises de sensibilidade em variáveis-chave, avaliando o seu impacto em diferentes cenários: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CBD0080-C24A-C2D1-46B9-FB0BEDA51365}"/>
              </a:ext>
            </a:extLst>
          </p:cNvPr>
          <p:cNvGrpSpPr/>
          <p:nvPr/>
        </p:nvGrpSpPr>
        <p:grpSpPr>
          <a:xfrm>
            <a:off x="608401" y="1849027"/>
            <a:ext cx="6161961" cy="1990145"/>
            <a:chOff x="401334" y="1846783"/>
            <a:chExt cx="6216477" cy="199014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A810354-1F40-ECD1-B2E6-82E86EC4B566}"/>
                </a:ext>
              </a:extLst>
            </p:cNvPr>
            <p:cNvSpPr/>
            <p:nvPr/>
          </p:nvSpPr>
          <p:spPr>
            <a:xfrm>
              <a:off x="401334" y="1862202"/>
              <a:ext cx="6216477" cy="1567592"/>
            </a:xfrm>
            <a:prstGeom prst="rect">
              <a:avLst/>
            </a:prstGeom>
            <a:noFill/>
            <a:ln w="19050" cap="flat" cmpd="sng" algn="ctr">
              <a:solidFill>
                <a:schemeClr val="bg1">
                  <a:lumMod val="75000"/>
                </a:schemeClr>
              </a:solidFill>
              <a:prstDash val="sysDot"/>
            </a:ln>
            <a:effectLst/>
          </p:spPr>
          <p:txBody>
            <a:bodyPr rtlCol="0" anchor="t">
              <a:noAutofit/>
            </a:bodyPr>
            <a:lstStyle/>
            <a:p>
              <a:pPr algn="just"/>
              <a:endParaRPr lang="pt-PT" sz="1000" noProof="0">
                <a:solidFill>
                  <a:schemeClr val="tx1"/>
                </a:solidFill>
                <a:latin typeface="Muli Light" panose="00000400000000000000" pitchFamily="2" charset="0"/>
              </a:endParaRPr>
            </a:p>
            <a:p>
              <a:pPr marL="190481" lvl="5" indent="0" algn="just">
                <a:spcBef>
                  <a:spcPts val="300"/>
                </a:spcBef>
              </a:pPr>
              <a:endParaRPr lang="pt-PT" sz="2800" b="1" noProof="0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1647BA7-A47C-6A30-B19C-41719D207D30}"/>
                </a:ext>
              </a:extLst>
            </p:cNvPr>
            <p:cNvSpPr>
              <a:spLocks/>
            </p:cNvSpPr>
            <p:nvPr/>
          </p:nvSpPr>
          <p:spPr>
            <a:xfrm>
              <a:off x="549490" y="1846783"/>
              <a:ext cx="5919404" cy="199014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71991" tIns="107986" rIns="71991" bIns="287963" rtlCol="0" anchor="t"/>
            <a:lstStyle/>
            <a:p>
              <a:pPr algn="just">
                <a:lnSpc>
                  <a:spcPct val="150000"/>
                </a:lnSpc>
              </a:pPr>
              <a:r>
                <a:rPr lang="pt-PT" sz="1200" noProof="0">
                  <a:solidFill>
                    <a:srgbClr val="005F7C"/>
                  </a:solidFill>
                  <a:latin typeface="Muli Light" panose="00000400000000000000" pitchFamily="2" charset="0"/>
                </a:rPr>
                <a:t>No Cenário 1, o cálculo das emissões financiadas passou a </a:t>
              </a:r>
              <a:r>
                <a:rPr lang="pt-PT" sz="1200" b="1" noProof="0">
                  <a:solidFill>
                    <a:srgbClr val="005F7C"/>
                  </a:solidFill>
                  <a:latin typeface="Muli Light" panose="00000400000000000000" pitchFamily="2" charset="0"/>
                </a:rPr>
                <a:t>considerar as estimativas disponíveis sobre os </a:t>
              </a:r>
              <a:r>
                <a:rPr lang="pt-PT" sz="1200" b="1">
                  <a:solidFill>
                    <a:srgbClr val="005F7C"/>
                  </a:solidFill>
                  <a:latin typeface="Muli Light" panose="00000400000000000000" pitchFamily="2" charset="0"/>
                </a:rPr>
                <a:t>certificados energéticos (EPC) </a:t>
              </a: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como se as mesmas fossem reais. </a:t>
              </a:r>
              <a:r>
                <a:rPr lang="pt-PT" sz="1200" noProof="0">
                  <a:solidFill>
                    <a:srgbClr val="005F7C"/>
                  </a:solidFill>
                  <a:latin typeface="Muli Light" panose="00000400000000000000" pitchFamily="2" charset="0"/>
                </a:rPr>
                <a:t>A metodologia de cálculo foi ajustada em conformidade, permitindo a utilização de fatores de emissão </a:t>
              </a:r>
              <a:r>
                <a:rPr lang="pt-PT" sz="1200" noProof="0" err="1">
                  <a:solidFill>
                    <a:srgbClr val="005F7C"/>
                  </a:solidFill>
                  <a:latin typeface="Muli Light" panose="00000400000000000000" pitchFamily="2" charset="0"/>
                </a:rPr>
                <a:t>mai</a:t>
              </a: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s precisos, suportados nas referidas estimativas de classe energética</a:t>
              </a:r>
              <a:r>
                <a:rPr lang="pt-PT" sz="1200" noProof="0">
                  <a:solidFill>
                    <a:srgbClr val="005F7C"/>
                  </a:solidFill>
                  <a:latin typeface="Muli Light" panose="00000400000000000000" pitchFamily="2" charset="0"/>
                </a:rPr>
                <a:t>.</a:t>
              </a:r>
              <a:endParaRPr lang="pt-PT" sz="1200" i="1" baseline="30000" noProof="0">
                <a:solidFill>
                  <a:srgbClr val="005F7C"/>
                </a:solidFill>
                <a:latin typeface="Muli Light" panose="00000400000000000000" pitchFamily="2" charset="0"/>
              </a:endParaRPr>
            </a:p>
          </p:txBody>
        </p:sp>
      </p:grp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31F5A3A-474D-969A-DC31-5D918782B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893894"/>
              </p:ext>
            </p:extLst>
          </p:nvPr>
        </p:nvGraphicFramePr>
        <p:xfrm>
          <a:off x="639326" y="4225842"/>
          <a:ext cx="6130242" cy="1888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3414">
                  <a:extLst>
                    <a:ext uri="{9D8B030D-6E8A-4147-A177-3AD203B41FA5}">
                      <a16:colId xmlns:a16="http://schemas.microsoft.com/office/drawing/2014/main" val="1198862161"/>
                    </a:ext>
                  </a:extLst>
                </a:gridCol>
                <a:gridCol w="2043414">
                  <a:extLst>
                    <a:ext uri="{9D8B030D-6E8A-4147-A177-3AD203B41FA5}">
                      <a16:colId xmlns:a16="http://schemas.microsoft.com/office/drawing/2014/main" val="2066231882"/>
                    </a:ext>
                  </a:extLst>
                </a:gridCol>
                <a:gridCol w="2043414">
                  <a:extLst>
                    <a:ext uri="{9D8B030D-6E8A-4147-A177-3AD203B41FA5}">
                      <a16:colId xmlns:a16="http://schemas.microsoft.com/office/drawing/2014/main" val="3820715977"/>
                    </a:ext>
                  </a:extLst>
                </a:gridCol>
              </a:tblGrid>
              <a:tr h="418325">
                <a:tc>
                  <a:txBody>
                    <a:bodyPr/>
                    <a:lstStyle/>
                    <a:p>
                      <a:endParaRPr lang="pt-PT" sz="90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/>
                </a:tc>
                <a:tc gridSpan="2">
                  <a:txBody>
                    <a:bodyPr/>
                    <a:lstStyle/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baseline="-25000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e)</a:t>
                      </a:r>
                      <a:endParaRPr lang="pt-PT" sz="1200">
                        <a:solidFill>
                          <a:schemeClr val="accent6">
                            <a:lumMod val="75000"/>
                          </a:schemeClr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120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654083"/>
                  </a:ext>
                </a:extLst>
              </a:tr>
              <a:tr h="367437"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Setor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Cálculo Oficial 2024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Cenário</a:t>
                      </a:r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1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112916"/>
                  </a:ext>
                </a:extLst>
              </a:tr>
              <a:tr h="367437">
                <a:tc>
                  <a:txBody>
                    <a:bodyPr/>
                    <a:lstStyle/>
                    <a:p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Commercial Real Estate (CRE)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101 494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59 464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7910279"/>
                  </a:ext>
                </a:extLst>
              </a:tr>
              <a:tr h="367437">
                <a:tc>
                  <a:txBody>
                    <a:bodyPr/>
                    <a:lstStyle/>
                    <a:p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Mortgages Loans 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422 389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320 595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23191699"/>
                  </a:ext>
                </a:extLst>
              </a:tr>
              <a:tr h="367437">
                <a:tc>
                  <a:txBody>
                    <a:bodyPr/>
                    <a:lstStyle/>
                    <a:p>
                      <a:pPr algn="ctr"/>
                      <a:r>
                        <a:rPr lang="pt-PT" sz="10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Total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523 883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380 059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351575"/>
                  </a:ext>
                </a:extLst>
              </a:tr>
            </a:tbl>
          </a:graphicData>
        </a:graphic>
      </p:graphicFrame>
      <p:sp>
        <p:nvSpPr>
          <p:cNvPr id="5" name="Rectangle 18">
            <a:extLst>
              <a:ext uri="{FF2B5EF4-FFF2-40B4-BE49-F238E27FC236}">
                <a16:creationId xmlns:a16="http://schemas.microsoft.com/office/drawing/2014/main" id="{CC4BA5E4-4961-FE6F-DF13-CAED56A7B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00" y="1747867"/>
            <a:ext cx="1800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bg1">
                    <a:lumMod val="50000"/>
                  </a:schemeClr>
                </a:solidFill>
                <a:latin typeface="Muli Bold" panose="00000800000000000000" pitchFamily="2" charset="0"/>
              </a:rPr>
              <a:t>Cenário 1</a:t>
            </a:r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C117FF44-93FA-850F-F750-22DCF99ED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9435" y="1731444"/>
            <a:ext cx="216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Análise de Sensibilidade</a:t>
            </a:r>
            <a:r>
              <a:rPr lang="pt-PT" sz="1200" baseline="300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34BEA1-18E1-2BB3-73B1-829C252EE78C}"/>
              </a:ext>
            </a:extLst>
          </p:cNvPr>
          <p:cNvSpPr/>
          <p:nvPr/>
        </p:nvSpPr>
        <p:spPr>
          <a:xfrm>
            <a:off x="7828280" y="5738824"/>
            <a:ext cx="3842822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b="1" noProof="0">
                <a:solidFill>
                  <a:srgbClr val="005F7C"/>
                </a:solidFill>
                <a:latin typeface="Muli Light" panose="00000400000000000000" pitchFamily="2" charset="0"/>
              </a:rPr>
              <a:t>Melhorar a qualidade de informação dos EPC permite obter resultados mais robustos e eliminar sobrestimações.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08000F-7FC3-AF56-C44C-BEFF433E458C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O detalhe associado a outras métricas e valores apurados encontra-se apresentado nos anexos.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388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941AF-2074-9A2A-B02C-C36570852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C628210-EE07-F322-0FC7-CF91B141EA72}"/>
              </a:ext>
            </a:extLst>
          </p:cNvPr>
          <p:cNvSpPr/>
          <p:nvPr/>
        </p:nvSpPr>
        <p:spPr>
          <a:xfrm>
            <a:off x="7828280" y="5738824"/>
            <a:ext cx="3842822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b="1">
                <a:solidFill>
                  <a:srgbClr val="005F7C"/>
                </a:solidFill>
                <a:latin typeface="Muli Light" panose="00000400000000000000" pitchFamily="2" charset="0"/>
              </a:rPr>
              <a:t>Utilização do montante de avaliação proporciona um cálculo mais robusto e realista das emissões financiadas.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84F39AB-0D77-9593-8B59-58F73B1F8E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45722"/>
              </p:ext>
            </p:extLst>
          </p:nvPr>
        </p:nvGraphicFramePr>
        <p:xfrm>
          <a:off x="639326" y="4223915"/>
          <a:ext cx="6130242" cy="189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3414">
                  <a:extLst>
                    <a:ext uri="{9D8B030D-6E8A-4147-A177-3AD203B41FA5}">
                      <a16:colId xmlns:a16="http://schemas.microsoft.com/office/drawing/2014/main" val="1198862161"/>
                    </a:ext>
                  </a:extLst>
                </a:gridCol>
                <a:gridCol w="2043414">
                  <a:extLst>
                    <a:ext uri="{9D8B030D-6E8A-4147-A177-3AD203B41FA5}">
                      <a16:colId xmlns:a16="http://schemas.microsoft.com/office/drawing/2014/main" val="2066231882"/>
                    </a:ext>
                  </a:extLst>
                </a:gridCol>
                <a:gridCol w="2043414">
                  <a:extLst>
                    <a:ext uri="{9D8B030D-6E8A-4147-A177-3AD203B41FA5}">
                      <a16:colId xmlns:a16="http://schemas.microsoft.com/office/drawing/2014/main" val="3820715977"/>
                    </a:ext>
                  </a:extLst>
                </a:gridCol>
              </a:tblGrid>
              <a:tr h="418752">
                <a:tc>
                  <a:txBody>
                    <a:bodyPr/>
                    <a:lstStyle/>
                    <a:p>
                      <a:endParaRPr lang="pt-PT" sz="90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/>
                </a:tc>
                <a:tc gridSpan="2">
                  <a:txBody>
                    <a:bodyPr/>
                    <a:lstStyle/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baseline="-25000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e)</a:t>
                      </a:r>
                      <a:endParaRPr lang="pt-PT" sz="1200">
                        <a:solidFill>
                          <a:schemeClr val="accent6">
                            <a:lumMod val="75000"/>
                          </a:schemeClr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120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654083"/>
                  </a:ext>
                </a:extLst>
              </a:tr>
              <a:tr h="367812"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Setor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Cálculo Oficial 2024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Cenário</a:t>
                      </a:r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2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112916"/>
                  </a:ext>
                </a:extLst>
              </a:tr>
              <a:tr h="367812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Commercial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Real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Estate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(CRE)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101 494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91 654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7910279"/>
                  </a:ext>
                </a:extLst>
              </a:tr>
              <a:tr h="367812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Mortgages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Loans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422 389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304 862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23191699"/>
                  </a:ext>
                </a:extLst>
              </a:tr>
              <a:tr h="367812">
                <a:tc>
                  <a:txBody>
                    <a:bodyPr/>
                    <a:lstStyle/>
                    <a:p>
                      <a:pPr algn="ctr"/>
                      <a:r>
                        <a:rPr lang="pt-PT" sz="10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Total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523 883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396 516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351575"/>
                  </a:ext>
                </a:extLst>
              </a:tr>
            </a:tbl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232FB3-2850-BE63-A5F2-B7796C9C4A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sz="2000" b="1"/>
              <a:t>Metodologia e Robustez</a:t>
            </a:r>
            <a:endParaRPr lang="pt-PT" sz="20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BA959-104A-7D8C-8BD2-03A8AD44BA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7581498" cy="238180"/>
          </a:xfrm>
        </p:spPr>
        <p:txBody>
          <a:bodyPr/>
          <a:lstStyle/>
          <a:p>
            <a:r>
              <a:rPr lang="pt-PT" sz="1300"/>
              <a:t>Análise de Sensibilidade - Utilização do montante de avaliação no cálculo do fator de atribuição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8AD14A-296E-119D-E294-7FC42F3630FE}"/>
              </a:ext>
            </a:extLst>
          </p:cNvPr>
          <p:cNvSpPr/>
          <p:nvPr/>
        </p:nvSpPr>
        <p:spPr>
          <a:xfrm>
            <a:off x="7132183" y="1849027"/>
            <a:ext cx="4592604" cy="4264888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57F736B-695E-DE38-1C38-5F3579522F35}"/>
              </a:ext>
            </a:extLst>
          </p:cNvPr>
          <p:cNvGrpSpPr/>
          <p:nvPr/>
        </p:nvGrpSpPr>
        <p:grpSpPr>
          <a:xfrm>
            <a:off x="7308419" y="2035049"/>
            <a:ext cx="4241906" cy="1302175"/>
            <a:chOff x="7503150" y="1416510"/>
            <a:chExt cx="4241906" cy="1260702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6A518E6-F9EE-0F65-68CE-5B8E26CF0239}"/>
                </a:ext>
              </a:extLst>
            </p:cNvPr>
            <p:cNvSpPr/>
            <p:nvPr/>
          </p:nvSpPr>
          <p:spPr>
            <a:xfrm>
              <a:off x="8237161" y="1688634"/>
              <a:ext cx="3320536" cy="65554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Redução das emissões, nos dois  portfolios CRE (~</a:t>
              </a:r>
              <a:r>
                <a:rPr lang="pt-PT" sz="1100" b="1">
                  <a:solidFill>
                    <a:srgbClr val="005F7C"/>
                  </a:solidFill>
                  <a:latin typeface="Muli Light" panose="00000400000000000000" pitchFamily="2" charset="0"/>
                </a:rPr>
                <a:t>9,3%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) e </a:t>
              </a:r>
              <a:r>
                <a:rPr lang="pt-PT" sz="1100" i="1" err="1">
                  <a:solidFill>
                    <a:srgbClr val="005F7C"/>
                  </a:solidFill>
                  <a:latin typeface="Muli Light" panose="00000400000000000000" pitchFamily="2" charset="0"/>
                </a:rPr>
                <a:t>Mortgage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 (~</a:t>
              </a:r>
              <a:r>
                <a:rPr lang="pt-PT" sz="1100" b="1">
                  <a:solidFill>
                    <a:srgbClr val="005F7C"/>
                  </a:solidFill>
                  <a:latin typeface="Muli Light" panose="00000400000000000000" pitchFamily="2" charset="0"/>
                </a:rPr>
                <a:t>28%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), refletindo o impacto direto da alteração da variável-chave para cálculo do fator de atribuição. </a:t>
              </a:r>
            </a:p>
          </p:txBody>
        </p:sp>
        <p:sp>
          <p:nvSpPr>
            <p:cNvPr id="30" name="Text Placeholder 2">
              <a:extLst>
                <a:ext uri="{FF2B5EF4-FFF2-40B4-BE49-F238E27FC236}">
                  <a16:creationId xmlns:a16="http://schemas.microsoft.com/office/drawing/2014/main" id="{72203265-0B16-13E8-A9C1-0406F579F8A4}"/>
                </a:ext>
              </a:extLst>
            </p:cNvPr>
            <p:cNvSpPr txBox="1">
              <a:spLocks/>
            </p:cNvSpPr>
            <p:nvPr/>
          </p:nvSpPr>
          <p:spPr>
            <a:xfrm>
              <a:off x="8129611" y="1416510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Emissões Financiadas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9AD921B3-807F-D17D-5765-247B83FA1432}"/>
                </a:ext>
              </a:extLst>
            </p:cNvPr>
            <p:cNvGrpSpPr/>
            <p:nvPr/>
          </p:nvGrpSpPr>
          <p:grpSpPr>
            <a:xfrm>
              <a:off x="7503150" y="1416510"/>
              <a:ext cx="625935" cy="1260702"/>
              <a:chOff x="7503150" y="1416510"/>
              <a:chExt cx="625935" cy="1260702"/>
            </a:xfrm>
          </p:grpSpPr>
          <p:sp>
            <p:nvSpPr>
              <p:cNvPr id="27" name="Arrow: Chevron 26">
                <a:extLst>
                  <a:ext uri="{FF2B5EF4-FFF2-40B4-BE49-F238E27FC236}">
                    <a16:creationId xmlns:a16="http://schemas.microsoft.com/office/drawing/2014/main" id="{C3125105-C3DE-68A2-C220-5FBC9DC2F880}"/>
                  </a:ext>
                </a:extLst>
              </p:cNvPr>
              <p:cNvSpPr/>
              <p:nvPr/>
            </p:nvSpPr>
            <p:spPr>
              <a:xfrm rot="5400000">
                <a:off x="7185767" y="1733893"/>
                <a:ext cx="1260702" cy="625935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37" name="Picture 36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21EC1EEF-B1E2-658B-78D0-50AC14BAC8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23518" y="1854260"/>
                <a:ext cx="385200" cy="385200"/>
              </a:xfrm>
              <a:prstGeom prst="rect">
                <a:avLst/>
              </a:prstGeom>
            </p:spPr>
          </p:pic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236EBE2-D6EF-C33E-5C7B-D9256358C594}"/>
              </a:ext>
            </a:extLst>
          </p:cNvPr>
          <p:cNvGrpSpPr/>
          <p:nvPr/>
        </p:nvGrpSpPr>
        <p:grpSpPr>
          <a:xfrm>
            <a:off x="7308416" y="4527775"/>
            <a:ext cx="4242671" cy="1302175"/>
            <a:chOff x="7503147" y="3829844"/>
            <a:chExt cx="4242671" cy="126070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776BBD9-86DE-C849-0E99-EE39230E9DE4}"/>
                </a:ext>
              </a:extLst>
            </p:cNvPr>
            <p:cNvSpPr/>
            <p:nvPr/>
          </p:nvSpPr>
          <p:spPr>
            <a:xfrm>
              <a:off x="8221811" y="4099110"/>
              <a:ext cx="3320536" cy="50783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PCAF </a:t>
              </a:r>
              <a:r>
                <a:rPr lang="pt-PT" sz="1100" i="1">
                  <a:solidFill>
                    <a:srgbClr val="005F7C"/>
                  </a:solidFill>
                  <a:latin typeface="Muli Light" panose="00000400000000000000" pitchFamily="2" charset="0"/>
                </a:rPr>
                <a:t>score 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estável, indicando que a alteração metodológica não compromete significativamente a avaliação de alinhamento do </a:t>
              </a:r>
              <a:r>
                <a:rPr lang="pt-PT" sz="1100" i="1">
                  <a:solidFill>
                    <a:srgbClr val="005F7C"/>
                  </a:solidFill>
                  <a:latin typeface="Muli Light" panose="00000400000000000000" pitchFamily="2" charset="0"/>
                </a:rPr>
                <a:t>portfolio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. </a:t>
              </a:r>
            </a:p>
          </p:txBody>
        </p:sp>
        <p:sp>
          <p:nvSpPr>
            <p:cNvPr id="32" name="Text Placeholder 2">
              <a:extLst>
                <a:ext uri="{FF2B5EF4-FFF2-40B4-BE49-F238E27FC236}">
                  <a16:creationId xmlns:a16="http://schemas.microsoft.com/office/drawing/2014/main" id="{9EBF9644-91E3-C053-DAB2-2EE953A207CB}"/>
                </a:ext>
              </a:extLst>
            </p:cNvPr>
            <p:cNvSpPr txBox="1">
              <a:spLocks/>
            </p:cNvSpPr>
            <p:nvPr/>
          </p:nvSpPr>
          <p:spPr>
            <a:xfrm>
              <a:off x="8130373" y="3829844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PCAF </a:t>
              </a:r>
              <a:r>
                <a:rPr lang="pt-PT" sz="1400" b="1" i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Score</a:t>
              </a: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A8C7669A-4096-8720-BE4B-52FFC0E97C73}"/>
                </a:ext>
              </a:extLst>
            </p:cNvPr>
            <p:cNvGrpSpPr/>
            <p:nvPr/>
          </p:nvGrpSpPr>
          <p:grpSpPr>
            <a:xfrm>
              <a:off x="7503147" y="3829844"/>
              <a:ext cx="625935" cy="1260702"/>
              <a:chOff x="7503147" y="3829844"/>
              <a:chExt cx="625935" cy="1260702"/>
            </a:xfrm>
          </p:grpSpPr>
          <p:sp>
            <p:nvSpPr>
              <p:cNvPr id="29" name="Arrow: Chevron 28">
                <a:extLst>
                  <a:ext uri="{FF2B5EF4-FFF2-40B4-BE49-F238E27FC236}">
                    <a16:creationId xmlns:a16="http://schemas.microsoft.com/office/drawing/2014/main" id="{87582AB4-FBD2-6EEB-CD3F-37581241D07B}"/>
                  </a:ext>
                </a:extLst>
              </p:cNvPr>
              <p:cNvSpPr/>
              <p:nvPr/>
            </p:nvSpPr>
            <p:spPr>
              <a:xfrm rot="5400000">
                <a:off x="7185764" y="4147227"/>
                <a:ext cx="1260702" cy="625935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008BA44A-B282-DFB4-5C78-1CBA58F087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>
                            <a14:foregroundMark x1="42537" y1="36386" x2="42537" y2="36386"/>
                            <a14:foregroundMark x1="53234" y1="40482" x2="53234" y2="40482"/>
                            <a14:foregroundMark x1="62189" y1="65542" x2="62189" y2="65542"/>
                            <a14:foregroundMark x1="32587" y1="63133" x2="32587" y2="63133"/>
                          </a14:backgroundRemoval>
                        </a14:imgEffect>
                        <a14:imgEffect>
                          <a14:artisticCrisscrossEtching/>
                        </a14:imgEffect>
                      </a14:imgLayer>
                    </a14:imgProps>
                  </a:ext>
                </a:extLst>
              </a:blip>
              <a:srcRect l="15247" t="11799" r="15546" b="22847"/>
              <a:stretch>
                <a:fillRect/>
              </a:stretch>
            </p:blipFill>
            <p:spPr>
              <a:xfrm>
                <a:off x="7619209" y="4268238"/>
                <a:ext cx="393813" cy="383912"/>
              </a:xfrm>
              <a:prstGeom prst="rect">
                <a:avLst/>
              </a:prstGeom>
            </p:spPr>
          </p:pic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679B7F0-B0EB-3132-AD82-7C42691EDD43}"/>
              </a:ext>
            </a:extLst>
          </p:cNvPr>
          <p:cNvGrpSpPr/>
          <p:nvPr/>
        </p:nvGrpSpPr>
        <p:grpSpPr>
          <a:xfrm>
            <a:off x="7308418" y="3281416"/>
            <a:ext cx="4240764" cy="1302176"/>
            <a:chOff x="7503149" y="2623177"/>
            <a:chExt cx="4240764" cy="1260702"/>
          </a:xfrm>
        </p:grpSpPr>
        <p:sp>
          <p:nvSpPr>
            <p:cNvPr id="31" name="Text Placeholder 2">
              <a:extLst>
                <a:ext uri="{FF2B5EF4-FFF2-40B4-BE49-F238E27FC236}">
                  <a16:creationId xmlns:a16="http://schemas.microsoft.com/office/drawing/2014/main" id="{4FBEE402-D751-0EA0-C0DF-336ABE05E6B9}"/>
                </a:ext>
              </a:extLst>
            </p:cNvPr>
            <p:cNvSpPr txBox="1">
              <a:spLocks/>
            </p:cNvSpPr>
            <p:nvPr/>
          </p:nvSpPr>
          <p:spPr>
            <a:xfrm>
              <a:off x="8128468" y="2623177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Intensidade de Emissões</a:t>
              </a:r>
              <a:endParaRPr lang="pt-PT" sz="1400" b="1" i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EF69A612-AC9C-FA6A-2421-F1CE65B9B2FC}"/>
                </a:ext>
              </a:extLst>
            </p:cNvPr>
            <p:cNvGrpSpPr/>
            <p:nvPr/>
          </p:nvGrpSpPr>
          <p:grpSpPr>
            <a:xfrm>
              <a:off x="7503149" y="2623177"/>
              <a:ext cx="625935" cy="1260702"/>
              <a:chOff x="7503149" y="2636022"/>
              <a:chExt cx="625935" cy="1260702"/>
            </a:xfrm>
          </p:grpSpPr>
          <p:sp>
            <p:nvSpPr>
              <p:cNvPr id="28" name="Arrow: Chevron 27">
                <a:extLst>
                  <a:ext uri="{FF2B5EF4-FFF2-40B4-BE49-F238E27FC236}">
                    <a16:creationId xmlns:a16="http://schemas.microsoft.com/office/drawing/2014/main" id="{A2A0D2EB-2F64-B6B0-A6F9-A19D92FEDBEA}"/>
                  </a:ext>
                </a:extLst>
              </p:cNvPr>
              <p:cNvSpPr/>
              <p:nvPr/>
            </p:nvSpPr>
            <p:spPr>
              <a:xfrm rot="5400000">
                <a:off x="7185766" y="2953405"/>
                <a:ext cx="1260702" cy="625935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54" name="Graphic 53" descr="Home with solid fill">
                <a:extLst>
                  <a:ext uri="{FF2B5EF4-FFF2-40B4-BE49-F238E27FC236}">
                    <a16:creationId xmlns:a16="http://schemas.microsoft.com/office/drawing/2014/main" id="{B0549604-3E62-9F05-638B-9978CB1F30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623530" y="3073772"/>
                <a:ext cx="385174" cy="385200"/>
              </a:xfrm>
              <a:prstGeom prst="rect">
                <a:avLst/>
              </a:prstGeom>
            </p:spPr>
          </p:pic>
        </p:grp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F6EA778-6D12-C067-E80B-63A20ECC5697}"/>
              </a:ext>
            </a:extLst>
          </p:cNvPr>
          <p:cNvSpPr/>
          <p:nvPr/>
        </p:nvSpPr>
        <p:spPr>
          <a:xfrm>
            <a:off x="608401" y="116280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(continuação slide anterior)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C13D91E-9596-0431-2FFA-D63D94DD81E1}"/>
              </a:ext>
            </a:extLst>
          </p:cNvPr>
          <p:cNvGrpSpPr/>
          <p:nvPr/>
        </p:nvGrpSpPr>
        <p:grpSpPr>
          <a:xfrm>
            <a:off x="608401" y="1849027"/>
            <a:ext cx="6161961" cy="1990145"/>
            <a:chOff x="401334" y="1846783"/>
            <a:chExt cx="6216477" cy="199014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FA1D4C3-95BA-1BF3-B112-F0F9399F0A11}"/>
                </a:ext>
              </a:extLst>
            </p:cNvPr>
            <p:cNvSpPr/>
            <p:nvPr/>
          </p:nvSpPr>
          <p:spPr>
            <a:xfrm>
              <a:off x="401334" y="1862202"/>
              <a:ext cx="6216477" cy="1567592"/>
            </a:xfrm>
            <a:prstGeom prst="rect">
              <a:avLst/>
            </a:prstGeom>
            <a:noFill/>
            <a:ln w="19050" cap="flat" cmpd="sng" algn="ctr">
              <a:solidFill>
                <a:schemeClr val="bg1">
                  <a:lumMod val="75000"/>
                </a:schemeClr>
              </a:solidFill>
              <a:prstDash val="sysDot"/>
            </a:ln>
            <a:effectLst/>
          </p:spPr>
          <p:txBody>
            <a:bodyPr rtlCol="0" anchor="t">
              <a:noAutofit/>
            </a:bodyPr>
            <a:lstStyle/>
            <a:p>
              <a:pPr algn="just"/>
              <a:endParaRPr lang="pt-PT" sz="1000" noProof="0">
                <a:solidFill>
                  <a:schemeClr val="tx1"/>
                </a:solidFill>
                <a:latin typeface="Muli Light" panose="00000400000000000000" pitchFamily="2" charset="0"/>
              </a:endParaRPr>
            </a:p>
            <a:p>
              <a:pPr marL="190481" lvl="5" indent="0" algn="just">
                <a:spcBef>
                  <a:spcPts val="300"/>
                </a:spcBef>
              </a:pPr>
              <a:endParaRPr lang="pt-PT" sz="2800" b="1" noProof="0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9CDB1B5-0F3C-DE4A-90A6-542769D97355}"/>
                </a:ext>
              </a:extLst>
            </p:cNvPr>
            <p:cNvSpPr>
              <a:spLocks/>
            </p:cNvSpPr>
            <p:nvPr/>
          </p:nvSpPr>
          <p:spPr>
            <a:xfrm>
              <a:off x="549490" y="1846783"/>
              <a:ext cx="5919404" cy="199014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71991" tIns="107986" rIns="71991" bIns="287963" rtlCol="0" anchor="t"/>
            <a:lstStyle/>
            <a:p>
              <a:pPr algn="just">
                <a:lnSpc>
                  <a:spcPct val="150000"/>
                </a:lnSpc>
              </a:pP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No Cenário 2, o valor do imóvel na </a:t>
              </a:r>
              <a:r>
                <a:rPr lang="pt-PT" sz="1200" err="1">
                  <a:solidFill>
                    <a:srgbClr val="005F7C"/>
                  </a:solidFill>
                  <a:latin typeface="Muli Light" panose="00000400000000000000" pitchFamily="2" charset="0"/>
                </a:rPr>
                <a:t>originação</a:t>
              </a: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 passa a </a:t>
              </a:r>
              <a:r>
                <a:rPr lang="pt-PT" sz="1200" b="1">
                  <a:solidFill>
                    <a:srgbClr val="005F7C"/>
                  </a:solidFill>
                  <a:latin typeface="Muli Light" panose="00000400000000000000" pitchFamily="2" charset="0"/>
                </a:rPr>
                <a:t>considerar o montante de avaliação do imóvel,</a:t>
              </a: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 em vez do preço de aquisição. A alteração impacta diretamente o fator de atribuição e, consequentemente, o cálculo das emissões financiadas do imóvel.</a:t>
              </a:r>
            </a:p>
          </p:txBody>
        </p:sp>
      </p:grpSp>
      <p:sp>
        <p:nvSpPr>
          <p:cNvPr id="5" name="Rectangle 18">
            <a:extLst>
              <a:ext uri="{FF2B5EF4-FFF2-40B4-BE49-F238E27FC236}">
                <a16:creationId xmlns:a16="http://schemas.microsoft.com/office/drawing/2014/main" id="{AD6A3918-8372-452D-36B0-521E78E01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00" y="1747867"/>
            <a:ext cx="1800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bg1">
                    <a:lumMod val="50000"/>
                  </a:schemeClr>
                </a:solidFill>
                <a:latin typeface="Muli Bold" panose="00000800000000000000" pitchFamily="2" charset="0"/>
              </a:rPr>
              <a:t>Cenário 2</a:t>
            </a:r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1DE0F67C-4C89-D484-758C-C3508765E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9435" y="1731444"/>
            <a:ext cx="216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Análise de Sensibilidade</a:t>
            </a:r>
            <a:r>
              <a:rPr lang="pt-PT" sz="1200" baseline="300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BC3D96-E0B1-BCC3-5A6F-1BA0580BCD54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O detalhe associado a outras métricas e valores apurados encontra-se apresentados nos anexos.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32AC25-4733-760E-7E48-B0DCAE5B1390}"/>
              </a:ext>
            </a:extLst>
          </p:cNvPr>
          <p:cNvSpPr/>
          <p:nvPr/>
        </p:nvSpPr>
        <p:spPr>
          <a:xfrm>
            <a:off x="8042430" y="3560056"/>
            <a:ext cx="3320536" cy="8463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/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Redução da intensidade económica, enquanto a intensidade física se mantém-se quase inalterada, nos dois </a:t>
            </a:r>
            <a:r>
              <a:rPr lang="pt-PT" sz="1100" i="1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, dado que o fator de atribuição impacta os dois parâmetros utilizados no cálculo (total de emissões e área).</a:t>
            </a:r>
          </a:p>
        </p:txBody>
      </p:sp>
    </p:spTree>
    <p:extLst>
      <p:ext uri="{BB962C8B-B14F-4D97-AF65-F5344CB8AC3E}">
        <p14:creationId xmlns:p14="http://schemas.microsoft.com/office/powerpoint/2010/main" val="6462190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E2413-3252-3C6B-F47C-6843063C6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AAF96-3047-40EC-0BBC-A12CE69FDD53}"/>
              </a:ext>
            </a:extLst>
          </p:cNvPr>
          <p:cNvSpPr/>
          <p:nvPr/>
        </p:nvSpPr>
        <p:spPr>
          <a:xfrm>
            <a:off x="8042430" y="3566459"/>
            <a:ext cx="3320536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Diminuição da intensidade física e económica, no </a:t>
            </a:r>
            <a:r>
              <a:rPr lang="pt-PT" sz="11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 de CRE e aumento significativo no </a:t>
            </a:r>
            <a:r>
              <a:rPr lang="pt-PT" sz="11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 de </a:t>
            </a:r>
            <a:r>
              <a:rPr lang="pt-PT" sz="1100" i="1" err="1">
                <a:solidFill>
                  <a:srgbClr val="005F7C"/>
                </a:solidFill>
                <a:latin typeface="Muli Light" panose="00000400000000000000" pitchFamily="2" charset="0"/>
              </a:rPr>
              <a:t>Mortgage</a:t>
            </a:r>
            <a:r>
              <a:rPr lang="pt-PT" sz="1100" i="1">
                <a:solidFill>
                  <a:srgbClr val="005F7C"/>
                </a:solidFill>
                <a:latin typeface="Muli Light" panose="00000400000000000000" pitchFamily="2" charset="0"/>
              </a:rPr>
              <a:t>. </a:t>
            </a:r>
            <a:endParaRPr lang="pt-PT" sz="110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2B046E-35C5-9160-DE4B-AB00596B87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sz="2000" b="1"/>
              <a:t>Metodologia e Robustez</a:t>
            </a:r>
            <a:endParaRPr lang="pt-PT" sz="20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DEACE-68C2-A179-C986-59323C060D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Análise de Sensibilidade - Utilização dos fatores de emissão dos imóveis de Espanha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D127FE-DCB3-465E-1D82-021B061C5A04}"/>
              </a:ext>
            </a:extLst>
          </p:cNvPr>
          <p:cNvSpPr/>
          <p:nvPr/>
        </p:nvSpPr>
        <p:spPr>
          <a:xfrm>
            <a:off x="7132183" y="1849027"/>
            <a:ext cx="4592604" cy="4264888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7C71719-D8FC-9E2F-6AE8-CE56C47661DA}"/>
              </a:ext>
            </a:extLst>
          </p:cNvPr>
          <p:cNvGrpSpPr/>
          <p:nvPr/>
        </p:nvGrpSpPr>
        <p:grpSpPr>
          <a:xfrm>
            <a:off x="7308419" y="2035050"/>
            <a:ext cx="4241906" cy="1302175"/>
            <a:chOff x="7503150" y="1416510"/>
            <a:chExt cx="4241906" cy="1260702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57F1C79-13A0-5F3F-A8F0-1D9EA7609A94}"/>
                </a:ext>
              </a:extLst>
            </p:cNvPr>
            <p:cNvSpPr/>
            <p:nvPr/>
          </p:nvSpPr>
          <p:spPr>
            <a:xfrm>
              <a:off x="8237161" y="1688634"/>
              <a:ext cx="3320536" cy="49165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Redução significativa das emissões no </a:t>
              </a:r>
              <a:r>
                <a:rPr lang="pt-PT" sz="1100" i="1">
                  <a:solidFill>
                    <a:srgbClr val="005F7C"/>
                  </a:solidFill>
                  <a:latin typeface="Muli Light" panose="00000400000000000000" pitchFamily="2" charset="0"/>
                </a:rPr>
                <a:t>portfolio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 de CRE (~</a:t>
              </a:r>
              <a:r>
                <a:rPr lang="pt-PT" sz="1100" b="1">
                  <a:solidFill>
                    <a:srgbClr val="005F7C"/>
                  </a:solidFill>
                  <a:latin typeface="Muli Light" panose="00000400000000000000" pitchFamily="2" charset="0"/>
                </a:rPr>
                <a:t>38%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) e aumento significativo no </a:t>
              </a:r>
              <a:r>
                <a:rPr lang="pt-PT" sz="1100" i="1">
                  <a:solidFill>
                    <a:srgbClr val="005F7C"/>
                  </a:solidFill>
                  <a:latin typeface="Muli Light" panose="00000400000000000000" pitchFamily="2" charset="0"/>
                </a:rPr>
                <a:t>portfolio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 de </a:t>
              </a:r>
              <a:r>
                <a:rPr lang="pt-PT" sz="1100" i="1" err="1">
                  <a:solidFill>
                    <a:srgbClr val="005F7C"/>
                  </a:solidFill>
                  <a:latin typeface="Muli Light" panose="00000400000000000000" pitchFamily="2" charset="0"/>
                </a:rPr>
                <a:t>Mortgage</a:t>
              </a:r>
              <a:r>
                <a:rPr lang="pt-PT" sz="1100" i="1">
                  <a:solidFill>
                    <a:srgbClr val="005F7C"/>
                  </a:solidFill>
                  <a:latin typeface="Muli Light" panose="00000400000000000000" pitchFamily="2" charset="0"/>
                </a:rPr>
                <a:t> 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(~</a:t>
              </a:r>
              <a:r>
                <a:rPr lang="pt-PT" sz="1100" b="1">
                  <a:solidFill>
                    <a:srgbClr val="005F7C"/>
                  </a:solidFill>
                  <a:latin typeface="Muli Light" panose="00000400000000000000" pitchFamily="2" charset="0"/>
                </a:rPr>
                <a:t>44%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). </a:t>
              </a:r>
            </a:p>
          </p:txBody>
        </p:sp>
        <p:sp>
          <p:nvSpPr>
            <p:cNvPr id="30" name="Text Placeholder 2">
              <a:extLst>
                <a:ext uri="{FF2B5EF4-FFF2-40B4-BE49-F238E27FC236}">
                  <a16:creationId xmlns:a16="http://schemas.microsoft.com/office/drawing/2014/main" id="{0D17EB17-FCFD-EA6F-2138-E8103BDE31C3}"/>
                </a:ext>
              </a:extLst>
            </p:cNvPr>
            <p:cNvSpPr txBox="1">
              <a:spLocks/>
            </p:cNvSpPr>
            <p:nvPr/>
          </p:nvSpPr>
          <p:spPr>
            <a:xfrm>
              <a:off x="8129611" y="1416510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Emissões Financiadas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43961C5B-5F95-1CA5-8428-A82D875BE658}"/>
                </a:ext>
              </a:extLst>
            </p:cNvPr>
            <p:cNvGrpSpPr/>
            <p:nvPr/>
          </p:nvGrpSpPr>
          <p:grpSpPr>
            <a:xfrm>
              <a:off x="7503150" y="1416510"/>
              <a:ext cx="625935" cy="1260702"/>
              <a:chOff x="7503150" y="1416510"/>
              <a:chExt cx="625935" cy="1260702"/>
            </a:xfrm>
          </p:grpSpPr>
          <p:sp>
            <p:nvSpPr>
              <p:cNvPr id="27" name="Arrow: Chevron 26">
                <a:extLst>
                  <a:ext uri="{FF2B5EF4-FFF2-40B4-BE49-F238E27FC236}">
                    <a16:creationId xmlns:a16="http://schemas.microsoft.com/office/drawing/2014/main" id="{9F059702-F3E4-1A87-5C36-475BF0184FE3}"/>
                  </a:ext>
                </a:extLst>
              </p:cNvPr>
              <p:cNvSpPr/>
              <p:nvPr/>
            </p:nvSpPr>
            <p:spPr>
              <a:xfrm rot="5400000">
                <a:off x="7185767" y="1733893"/>
                <a:ext cx="1260702" cy="625935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37" name="Picture 36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2663CC9C-0E67-B5C8-71ED-CE968115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23518" y="1854260"/>
                <a:ext cx="385200" cy="385200"/>
              </a:xfrm>
              <a:prstGeom prst="rect">
                <a:avLst/>
              </a:prstGeom>
            </p:spPr>
          </p:pic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5DFCE54-78AD-2EB9-E99F-9A06ED930093}"/>
              </a:ext>
            </a:extLst>
          </p:cNvPr>
          <p:cNvGrpSpPr/>
          <p:nvPr/>
        </p:nvGrpSpPr>
        <p:grpSpPr>
          <a:xfrm>
            <a:off x="7308416" y="4527775"/>
            <a:ext cx="4242671" cy="1302175"/>
            <a:chOff x="7503147" y="3829844"/>
            <a:chExt cx="4242671" cy="126070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054BAD4-8F29-120B-FC3B-A7B7F492A848}"/>
                </a:ext>
              </a:extLst>
            </p:cNvPr>
            <p:cNvSpPr/>
            <p:nvPr/>
          </p:nvSpPr>
          <p:spPr>
            <a:xfrm>
              <a:off x="8221811" y="4099109"/>
              <a:ext cx="3320536" cy="65554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PCAF </a:t>
              </a:r>
              <a:r>
                <a:rPr lang="pt-PT" sz="1100" i="1">
                  <a:solidFill>
                    <a:srgbClr val="005F7C"/>
                  </a:solidFill>
                  <a:latin typeface="Muli Light" panose="00000400000000000000" pitchFamily="2" charset="0"/>
                </a:rPr>
                <a:t>score 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estável, indicando que apesar das variações verificadas, o nível de robustez dos dados e o alinhamento metodológico permanecem consistente. </a:t>
              </a:r>
            </a:p>
          </p:txBody>
        </p:sp>
        <p:sp>
          <p:nvSpPr>
            <p:cNvPr id="32" name="Text Placeholder 2">
              <a:extLst>
                <a:ext uri="{FF2B5EF4-FFF2-40B4-BE49-F238E27FC236}">
                  <a16:creationId xmlns:a16="http://schemas.microsoft.com/office/drawing/2014/main" id="{79D04378-147B-4D1A-DD13-02E303F5E1AE}"/>
                </a:ext>
              </a:extLst>
            </p:cNvPr>
            <p:cNvSpPr txBox="1">
              <a:spLocks/>
            </p:cNvSpPr>
            <p:nvPr/>
          </p:nvSpPr>
          <p:spPr>
            <a:xfrm>
              <a:off x="8130373" y="3829844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PCAF </a:t>
              </a:r>
              <a:r>
                <a:rPr lang="pt-PT" sz="1400" b="1" i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Score</a:t>
              </a: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C1693D05-0142-5F68-A12F-8563A3ABDAD9}"/>
                </a:ext>
              </a:extLst>
            </p:cNvPr>
            <p:cNvGrpSpPr/>
            <p:nvPr/>
          </p:nvGrpSpPr>
          <p:grpSpPr>
            <a:xfrm>
              <a:off x="7503147" y="3829844"/>
              <a:ext cx="625935" cy="1260702"/>
              <a:chOff x="7503147" y="3829844"/>
              <a:chExt cx="625935" cy="1260702"/>
            </a:xfrm>
          </p:grpSpPr>
          <p:sp>
            <p:nvSpPr>
              <p:cNvPr id="29" name="Arrow: Chevron 28">
                <a:extLst>
                  <a:ext uri="{FF2B5EF4-FFF2-40B4-BE49-F238E27FC236}">
                    <a16:creationId xmlns:a16="http://schemas.microsoft.com/office/drawing/2014/main" id="{903927F2-0496-FF54-3A8D-0B9001FB917E}"/>
                  </a:ext>
                </a:extLst>
              </p:cNvPr>
              <p:cNvSpPr/>
              <p:nvPr/>
            </p:nvSpPr>
            <p:spPr>
              <a:xfrm rot="5400000">
                <a:off x="7185764" y="4147227"/>
                <a:ext cx="1260702" cy="625935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1A4BD96E-9456-F5B0-792E-8FF1559ECB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>
                            <a14:foregroundMark x1="42537" y1="36386" x2="42537" y2="36386"/>
                            <a14:foregroundMark x1="53234" y1="40482" x2="53234" y2="40482"/>
                            <a14:foregroundMark x1="62189" y1="65542" x2="62189" y2="65542"/>
                            <a14:foregroundMark x1="32587" y1="63133" x2="32587" y2="63133"/>
                          </a14:backgroundRemoval>
                        </a14:imgEffect>
                        <a14:imgEffect>
                          <a14:artisticCrisscrossEtching/>
                        </a14:imgEffect>
                      </a14:imgLayer>
                    </a14:imgProps>
                  </a:ext>
                </a:extLst>
              </a:blip>
              <a:srcRect l="15247" t="11799" r="15546" b="22847"/>
              <a:stretch>
                <a:fillRect/>
              </a:stretch>
            </p:blipFill>
            <p:spPr>
              <a:xfrm>
                <a:off x="7619209" y="4268238"/>
                <a:ext cx="393813" cy="383912"/>
              </a:xfrm>
              <a:prstGeom prst="rect">
                <a:avLst/>
              </a:prstGeom>
            </p:spPr>
          </p:pic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0A7437C-01C7-EC3E-FEA2-93AE8D98331E}"/>
              </a:ext>
            </a:extLst>
          </p:cNvPr>
          <p:cNvGrpSpPr/>
          <p:nvPr/>
        </p:nvGrpSpPr>
        <p:grpSpPr>
          <a:xfrm>
            <a:off x="7308418" y="3281413"/>
            <a:ext cx="4240764" cy="1302175"/>
            <a:chOff x="7503149" y="2623177"/>
            <a:chExt cx="4240764" cy="1260702"/>
          </a:xfrm>
        </p:grpSpPr>
        <p:sp>
          <p:nvSpPr>
            <p:cNvPr id="31" name="Text Placeholder 2">
              <a:extLst>
                <a:ext uri="{FF2B5EF4-FFF2-40B4-BE49-F238E27FC236}">
                  <a16:creationId xmlns:a16="http://schemas.microsoft.com/office/drawing/2014/main" id="{18F7877E-3B31-32FD-EF3C-3617321C8A89}"/>
                </a:ext>
              </a:extLst>
            </p:cNvPr>
            <p:cNvSpPr txBox="1">
              <a:spLocks/>
            </p:cNvSpPr>
            <p:nvPr/>
          </p:nvSpPr>
          <p:spPr>
            <a:xfrm>
              <a:off x="8128468" y="2623177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Intensidade de Emissões</a:t>
              </a:r>
              <a:endParaRPr lang="pt-PT" sz="1400" b="1" i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F1A54B1E-26C2-2931-699D-098B52CF5A9B}"/>
                </a:ext>
              </a:extLst>
            </p:cNvPr>
            <p:cNvGrpSpPr/>
            <p:nvPr/>
          </p:nvGrpSpPr>
          <p:grpSpPr>
            <a:xfrm>
              <a:off x="7503149" y="2623177"/>
              <a:ext cx="625935" cy="1260702"/>
              <a:chOff x="7503149" y="2636022"/>
              <a:chExt cx="625935" cy="1260702"/>
            </a:xfrm>
          </p:grpSpPr>
          <p:sp>
            <p:nvSpPr>
              <p:cNvPr id="28" name="Arrow: Chevron 27">
                <a:extLst>
                  <a:ext uri="{FF2B5EF4-FFF2-40B4-BE49-F238E27FC236}">
                    <a16:creationId xmlns:a16="http://schemas.microsoft.com/office/drawing/2014/main" id="{8D2CFEED-0490-0130-55EE-0E80104D59E4}"/>
                  </a:ext>
                </a:extLst>
              </p:cNvPr>
              <p:cNvSpPr/>
              <p:nvPr/>
            </p:nvSpPr>
            <p:spPr>
              <a:xfrm rot="5400000">
                <a:off x="7185766" y="2953405"/>
                <a:ext cx="1260702" cy="625935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54" name="Graphic 53" descr="Home with solid fill">
                <a:extLst>
                  <a:ext uri="{FF2B5EF4-FFF2-40B4-BE49-F238E27FC236}">
                    <a16:creationId xmlns:a16="http://schemas.microsoft.com/office/drawing/2014/main" id="{F2340A38-D1B3-3217-1E24-104BED14E1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623530" y="3073772"/>
                <a:ext cx="385174" cy="385200"/>
              </a:xfrm>
              <a:prstGeom prst="rect">
                <a:avLst/>
              </a:prstGeom>
            </p:spPr>
          </p:pic>
        </p:grp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714E3FF1-06AD-CA18-3CBE-9E9088B16549}"/>
              </a:ext>
            </a:extLst>
          </p:cNvPr>
          <p:cNvSpPr/>
          <p:nvPr/>
        </p:nvSpPr>
        <p:spPr>
          <a:xfrm>
            <a:off x="608401" y="116280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(continuação slide anterior)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2249FBB-3057-9911-3D41-4F58AB0A80A4}"/>
              </a:ext>
            </a:extLst>
          </p:cNvPr>
          <p:cNvGrpSpPr/>
          <p:nvPr/>
        </p:nvGrpSpPr>
        <p:grpSpPr>
          <a:xfrm>
            <a:off x="608401" y="1849027"/>
            <a:ext cx="6161961" cy="1990145"/>
            <a:chOff x="401334" y="1846783"/>
            <a:chExt cx="6216477" cy="199014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8BB8532-721C-9693-83D0-985C90323B3D}"/>
                </a:ext>
              </a:extLst>
            </p:cNvPr>
            <p:cNvSpPr/>
            <p:nvPr/>
          </p:nvSpPr>
          <p:spPr>
            <a:xfrm>
              <a:off x="401334" y="1862202"/>
              <a:ext cx="6216477" cy="1567592"/>
            </a:xfrm>
            <a:prstGeom prst="rect">
              <a:avLst/>
            </a:prstGeom>
            <a:noFill/>
            <a:ln w="19050" cap="flat" cmpd="sng" algn="ctr">
              <a:solidFill>
                <a:schemeClr val="bg1">
                  <a:lumMod val="75000"/>
                </a:schemeClr>
              </a:solidFill>
              <a:prstDash val="sysDot"/>
            </a:ln>
            <a:effectLst/>
          </p:spPr>
          <p:txBody>
            <a:bodyPr rtlCol="0" anchor="t">
              <a:noAutofit/>
            </a:bodyPr>
            <a:lstStyle/>
            <a:p>
              <a:pPr algn="just"/>
              <a:endParaRPr lang="pt-PT" sz="1000" noProof="0">
                <a:solidFill>
                  <a:schemeClr val="tx1"/>
                </a:solidFill>
                <a:latin typeface="Muli Light" panose="00000400000000000000" pitchFamily="2" charset="0"/>
              </a:endParaRPr>
            </a:p>
            <a:p>
              <a:pPr marL="190481" lvl="5" indent="0" algn="just">
                <a:spcBef>
                  <a:spcPts val="300"/>
                </a:spcBef>
              </a:pPr>
              <a:endParaRPr lang="pt-PT" sz="2800" b="1" noProof="0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63077A9-B1C5-DDB7-37CC-7CF0F9FFCEE1}"/>
                </a:ext>
              </a:extLst>
            </p:cNvPr>
            <p:cNvSpPr>
              <a:spLocks/>
            </p:cNvSpPr>
            <p:nvPr/>
          </p:nvSpPr>
          <p:spPr>
            <a:xfrm>
              <a:off x="549490" y="1846783"/>
              <a:ext cx="5919404" cy="199014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71991" tIns="107986" rIns="71991" bIns="287963" rtlCol="0" anchor="t"/>
            <a:lstStyle/>
            <a:p>
              <a:pPr algn="just">
                <a:lnSpc>
                  <a:spcPct val="150000"/>
                </a:lnSpc>
              </a:pP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No Cenário 3, a análise incide na substituição dos fatores de emissão dos imóveis localizado em Portugal pelos </a:t>
              </a:r>
              <a:r>
                <a:rPr lang="pt-PT" sz="1200" b="1">
                  <a:solidFill>
                    <a:srgbClr val="005F7C"/>
                  </a:solidFill>
                  <a:latin typeface="Muli Light" panose="00000400000000000000" pitchFamily="2" charset="0"/>
                </a:rPr>
                <a:t>fatores de emissão dos imóveis localizados em Espanha</a:t>
              </a: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, mantendo a mesma metodologia e pressupostos de cálculo das emissões financiadas do cenário oficial.</a:t>
              </a:r>
            </a:p>
          </p:txBody>
        </p:sp>
      </p:grpSp>
      <p:sp>
        <p:nvSpPr>
          <p:cNvPr id="5" name="Rectangle 18">
            <a:extLst>
              <a:ext uri="{FF2B5EF4-FFF2-40B4-BE49-F238E27FC236}">
                <a16:creationId xmlns:a16="http://schemas.microsoft.com/office/drawing/2014/main" id="{7838D209-082E-FCA3-D74D-AF4A215C2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00" y="1747867"/>
            <a:ext cx="1800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bg1">
                    <a:lumMod val="50000"/>
                  </a:schemeClr>
                </a:solidFill>
                <a:latin typeface="Muli Bold" panose="00000800000000000000" pitchFamily="2" charset="0"/>
              </a:rPr>
              <a:t>Cenário 3</a:t>
            </a:r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1A2D2549-99E8-80F3-DE4F-D5A42C5B4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9435" y="1731444"/>
            <a:ext cx="216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Análise de Sensibilidade</a:t>
            </a:r>
            <a:r>
              <a:rPr lang="pt-PT" sz="1200" baseline="300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35E868-37C5-4794-C9C5-0259E68F91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579520"/>
              </p:ext>
            </p:extLst>
          </p:nvPr>
        </p:nvGraphicFramePr>
        <p:xfrm>
          <a:off x="639326" y="4223915"/>
          <a:ext cx="6130242" cy="189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3414">
                  <a:extLst>
                    <a:ext uri="{9D8B030D-6E8A-4147-A177-3AD203B41FA5}">
                      <a16:colId xmlns:a16="http://schemas.microsoft.com/office/drawing/2014/main" val="1198862161"/>
                    </a:ext>
                  </a:extLst>
                </a:gridCol>
                <a:gridCol w="2043414">
                  <a:extLst>
                    <a:ext uri="{9D8B030D-6E8A-4147-A177-3AD203B41FA5}">
                      <a16:colId xmlns:a16="http://schemas.microsoft.com/office/drawing/2014/main" val="2066231882"/>
                    </a:ext>
                  </a:extLst>
                </a:gridCol>
                <a:gridCol w="2043414">
                  <a:extLst>
                    <a:ext uri="{9D8B030D-6E8A-4147-A177-3AD203B41FA5}">
                      <a16:colId xmlns:a16="http://schemas.microsoft.com/office/drawing/2014/main" val="3820715977"/>
                    </a:ext>
                  </a:extLst>
                </a:gridCol>
              </a:tblGrid>
              <a:tr h="418752">
                <a:tc>
                  <a:txBody>
                    <a:bodyPr/>
                    <a:lstStyle/>
                    <a:p>
                      <a:endParaRPr lang="pt-PT" sz="90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/>
                </a:tc>
                <a:tc gridSpan="2">
                  <a:txBody>
                    <a:bodyPr/>
                    <a:lstStyle/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baseline="-25000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e)</a:t>
                      </a:r>
                      <a:endParaRPr lang="pt-PT" sz="1200">
                        <a:solidFill>
                          <a:schemeClr val="accent6">
                            <a:lumMod val="75000"/>
                          </a:schemeClr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120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654083"/>
                  </a:ext>
                </a:extLst>
              </a:tr>
              <a:tr h="367812"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Setor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Cálculo Oficial 2024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Cenário</a:t>
                      </a:r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3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112916"/>
                  </a:ext>
                </a:extLst>
              </a:tr>
              <a:tr h="367812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Commercial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Real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Estate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(CRE)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101 494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63 065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7910279"/>
                  </a:ext>
                </a:extLst>
              </a:tr>
              <a:tr h="367812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Mortgages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Loans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422 389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606 396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23191699"/>
                  </a:ext>
                </a:extLst>
              </a:tr>
              <a:tr h="367812">
                <a:tc>
                  <a:txBody>
                    <a:bodyPr/>
                    <a:lstStyle/>
                    <a:p>
                      <a:pPr algn="ctr"/>
                      <a:r>
                        <a:rPr lang="pt-PT" sz="10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Total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523 883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669 462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35157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CA1CB82-BB90-B831-9C06-219F6D27AF20}"/>
              </a:ext>
            </a:extLst>
          </p:cNvPr>
          <p:cNvSpPr/>
          <p:nvPr/>
        </p:nvSpPr>
        <p:spPr>
          <a:xfrm>
            <a:off x="7828280" y="5738824"/>
            <a:ext cx="3842822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b="1">
                <a:solidFill>
                  <a:srgbClr val="005F7C"/>
                </a:solidFill>
                <a:latin typeface="Muli Light" panose="00000400000000000000" pitchFamily="2" charset="0"/>
              </a:rPr>
              <a:t>As emissões financiadas refletem a variação observada entre os fatores de emissão de Portugal e Espanha.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D2FB64-009D-8C7E-AD98-9E1DB3C770A9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O detalhe associado a outras métricas e valores apurados encontra-se apresentados nos anexos.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533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0D3ED-6CF6-1ADF-5A30-037530FEC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D8DAAA0-B36F-B609-351F-3805B2D51C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3" y="0"/>
            <a:ext cx="12192734" cy="685879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AC95815-76C5-FEE3-294B-D53AA370928C}"/>
              </a:ext>
            </a:extLst>
          </p:cNvPr>
          <p:cNvSpPr/>
          <p:nvPr/>
        </p:nvSpPr>
        <p:spPr>
          <a:xfrm>
            <a:off x="-1" y="-9872"/>
            <a:ext cx="12190413" cy="6858695"/>
          </a:xfrm>
          <a:prstGeom prst="rect">
            <a:avLst/>
          </a:prstGeom>
          <a:solidFill>
            <a:srgbClr val="00206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pic>
        <p:nvPicPr>
          <p:cNvPr id="9" name="07.png">
            <a:extLst>
              <a:ext uri="{FF2B5EF4-FFF2-40B4-BE49-F238E27FC236}">
                <a16:creationId xmlns:a16="http://schemas.microsoft.com/office/drawing/2014/main" id="{8CFCBFD7-E3E3-B458-FE10-427E76D379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2768827"/>
            <a:ext cx="12192734" cy="178060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81767D1-B4CD-5225-E10A-5E7477781EF2}"/>
              </a:ext>
            </a:extLst>
          </p:cNvPr>
          <p:cNvSpPr txBox="1">
            <a:spLocks/>
          </p:cNvSpPr>
          <p:nvPr/>
        </p:nvSpPr>
        <p:spPr>
          <a:xfrm>
            <a:off x="809521" y="2933764"/>
            <a:ext cx="10767129" cy="495236"/>
          </a:xfrm>
          <a:prstGeom prst="rect">
            <a:avLst/>
          </a:prstGeom>
        </p:spPr>
        <p:txBody>
          <a:bodyPr/>
          <a:lstStyle>
            <a:lvl1pPr marL="111352" indent="-111352" algn="l" defTabSz="445407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05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759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46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16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486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57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27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297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b="1" noProof="0">
                <a:solidFill>
                  <a:schemeClr val="bg1"/>
                </a:solidFill>
                <a:latin typeface="Muli" panose="00000500000000000000" pitchFamily="2" charset="0"/>
              </a:rPr>
              <a:t>4. Implicações e 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41477071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48A48-384A-C459-FA2A-DA72D9ECA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owchart: Delay 33">
            <a:extLst>
              <a:ext uri="{FF2B5EF4-FFF2-40B4-BE49-F238E27FC236}">
                <a16:creationId xmlns:a16="http://schemas.microsoft.com/office/drawing/2014/main" id="{35DAC8EC-5175-2514-63C7-042BF1E33015}"/>
              </a:ext>
            </a:extLst>
          </p:cNvPr>
          <p:cNvSpPr/>
          <p:nvPr/>
        </p:nvSpPr>
        <p:spPr>
          <a:xfrm>
            <a:off x="0" y="0"/>
            <a:ext cx="4725049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310FFA6-D3BA-9A2B-9B43-0E3851A6A5D9}"/>
              </a:ext>
            </a:extLst>
          </p:cNvPr>
          <p:cNvGrpSpPr/>
          <p:nvPr/>
        </p:nvGrpSpPr>
        <p:grpSpPr>
          <a:xfrm>
            <a:off x="-202130" y="4482821"/>
            <a:ext cx="3526156" cy="770400"/>
            <a:chOff x="-202130" y="4482821"/>
            <a:chExt cx="3526156" cy="77040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737ABC8-7A25-93CD-3783-21BD06B602E5}"/>
                </a:ext>
              </a:extLst>
            </p:cNvPr>
            <p:cNvSpPr/>
            <p:nvPr/>
          </p:nvSpPr>
          <p:spPr>
            <a:xfrm>
              <a:off x="-202130" y="4482821"/>
              <a:ext cx="3526156" cy="7704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8"/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Alargamento a outras classes de ativos</a:t>
              </a:r>
              <a:endParaRPr lang="pt-PT" sz="1200" b="1" i="1" noProof="0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7B4879D8-2B28-761C-1D1A-25656C9D0274}"/>
                </a:ext>
              </a:extLst>
            </p:cNvPr>
            <p:cNvGrpSpPr/>
            <p:nvPr/>
          </p:nvGrpSpPr>
          <p:grpSpPr>
            <a:xfrm>
              <a:off x="268356" y="4652021"/>
              <a:ext cx="424146" cy="432000"/>
              <a:chOff x="6087407" y="4848671"/>
              <a:chExt cx="424146" cy="432000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FC7F0ED-B284-1DD7-9374-0F5C51A04F93}"/>
                  </a:ext>
                </a:extLst>
              </p:cNvPr>
              <p:cNvSpPr/>
              <p:nvPr/>
            </p:nvSpPr>
            <p:spPr>
              <a:xfrm>
                <a:off x="6087407" y="4848671"/>
                <a:ext cx="424146" cy="432000"/>
              </a:xfrm>
              <a:prstGeom prst="ellipse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137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uli Light" panose="00000400000000000000" pitchFamily="2" charset="0"/>
                  <a:ea typeface="+mn-ea"/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9A590ECA-9AE4-1080-7F68-7CF2D5CD5091}"/>
                  </a:ext>
                </a:extLst>
              </p:cNvPr>
              <p:cNvGrpSpPr/>
              <p:nvPr/>
            </p:nvGrpSpPr>
            <p:grpSpPr>
              <a:xfrm>
                <a:off x="6188372" y="4868021"/>
                <a:ext cx="250435" cy="393301"/>
                <a:chOff x="6678050" y="4893490"/>
                <a:chExt cx="250435" cy="393301"/>
              </a:xfrm>
            </p:grpSpPr>
            <p:pic>
              <p:nvPicPr>
                <p:cNvPr id="14" name="Graphic 13" descr="City with solid fill">
                  <a:extLst>
                    <a:ext uri="{FF2B5EF4-FFF2-40B4-BE49-F238E27FC236}">
                      <a16:creationId xmlns:a16="http://schemas.microsoft.com/office/drawing/2014/main" id="{230F75F3-88EC-4A88-D4AA-E8B299E4FF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l="63050"/>
                <a:stretch>
                  <a:fillRect/>
                </a:stretch>
              </p:blipFill>
              <p:spPr>
                <a:xfrm>
                  <a:off x="6678050" y="4893490"/>
                  <a:ext cx="145326" cy="393301"/>
                </a:xfrm>
                <a:prstGeom prst="rect">
                  <a:avLst/>
                </a:prstGeom>
              </p:spPr>
            </p:pic>
            <p:pic>
              <p:nvPicPr>
                <p:cNvPr id="23" name="Graphic 22" descr="Home with solid fill">
                  <a:extLst>
                    <a:ext uri="{FF2B5EF4-FFF2-40B4-BE49-F238E27FC236}">
                      <a16:creationId xmlns:a16="http://schemas.microsoft.com/office/drawing/2014/main" id="{70DF94C4-DB7A-3EAD-3400-BB0BA00A90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85069" y="5004090"/>
                  <a:ext cx="243416" cy="24341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DE5952A-564A-5F6D-EFB6-13060AF266EA}"/>
              </a:ext>
            </a:extLst>
          </p:cNvPr>
          <p:cNvGrpSpPr/>
          <p:nvPr/>
        </p:nvGrpSpPr>
        <p:grpSpPr>
          <a:xfrm>
            <a:off x="-202130" y="3379403"/>
            <a:ext cx="3526156" cy="770400"/>
            <a:chOff x="-202130" y="3379403"/>
            <a:chExt cx="3526156" cy="7704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7D93769-DBDA-AA4F-2543-397418F2932D}"/>
                </a:ext>
              </a:extLst>
            </p:cNvPr>
            <p:cNvSpPr/>
            <p:nvPr/>
          </p:nvSpPr>
          <p:spPr>
            <a:xfrm>
              <a:off x="-202130" y="3379403"/>
              <a:ext cx="3526156" cy="7704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8"/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Processo de Cálculo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EF3783B-5659-A944-0AD6-4FDA3C116C77}"/>
                </a:ext>
              </a:extLst>
            </p:cNvPr>
            <p:cNvGrpSpPr/>
            <p:nvPr/>
          </p:nvGrpSpPr>
          <p:grpSpPr>
            <a:xfrm>
              <a:off x="268356" y="3548602"/>
              <a:ext cx="424146" cy="432000"/>
              <a:chOff x="4763420" y="5542863"/>
              <a:chExt cx="424146" cy="432000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589E0F0-2102-2E18-13BA-0E3AE2793065}"/>
                  </a:ext>
                </a:extLst>
              </p:cNvPr>
              <p:cNvSpPr/>
              <p:nvPr/>
            </p:nvSpPr>
            <p:spPr>
              <a:xfrm>
                <a:off x="4763420" y="5542863"/>
                <a:ext cx="424146" cy="432000"/>
              </a:xfrm>
              <a:prstGeom prst="ellipse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137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uli Light" panose="00000400000000000000" pitchFamily="2" charset="0"/>
                  <a:ea typeface="+mn-ea"/>
                </a:endParaRPr>
              </a:p>
            </p:txBody>
          </p:sp>
          <p:pic>
            <p:nvPicPr>
              <p:cNvPr id="25" name="Graphic 24" descr="Mathematics with solid fill">
                <a:extLst>
                  <a:ext uri="{FF2B5EF4-FFF2-40B4-BE49-F238E27FC236}">
                    <a16:creationId xmlns:a16="http://schemas.microsoft.com/office/drawing/2014/main" id="{60158B51-14DF-A581-AAB9-1A890086A8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836360" y="5619730"/>
                <a:ext cx="295200" cy="295200"/>
              </a:xfrm>
              <a:prstGeom prst="rect">
                <a:avLst/>
              </a:prstGeom>
            </p:spPr>
          </p:pic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F8703C6-445F-F53F-3F5D-28D891E4FC8C}"/>
              </a:ext>
            </a:extLst>
          </p:cNvPr>
          <p:cNvGrpSpPr/>
          <p:nvPr/>
        </p:nvGrpSpPr>
        <p:grpSpPr>
          <a:xfrm>
            <a:off x="-202131" y="2275208"/>
            <a:ext cx="3526156" cy="771177"/>
            <a:chOff x="-202131" y="2275208"/>
            <a:chExt cx="3526156" cy="771177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613ADEC-65F4-5F60-D61A-12B153223F1E}"/>
                </a:ext>
              </a:extLst>
            </p:cNvPr>
            <p:cNvSpPr/>
            <p:nvPr/>
          </p:nvSpPr>
          <p:spPr>
            <a:xfrm>
              <a:off x="-202131" y="2275208"/>
              <a:ext cx="3526156" cy="771177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8"/>
              <a:r>
                <a:rPr lang="pt-PT" sz="12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Dados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FDDD17B-108D-C789-2AA4-B6F63BC75FE3}"/>
                </a:ext>
              </a:extLst>
            </p:cNvPr>
            <p:cNvGrpSpPr/>
            <p:nvPr/>
          </p:nvGrpSpPr>
          <p:grpSpPr>
            <a:xfrm>
              <a:off x="272783" y="2471573"/>
              <a:ext cx="423530" cy="432000"/>
              <a:chOff x="272783" y="2471573"/>
              <a:chExt cx="423530" cy="43200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F05756DA-F79E-F7AF-995B-872A239EC143}"/>
                  </a:ext>
                </a:extLst>
              </p:cNvPr>
              <p:cNvSpPr/>
              <p:nvPr/>
            </p:nvSpPr>
            <p:spPr>
              <a:xfrm>
                <a:off x="272783" y="2471573"/>
                <a:ext cx="423530" cy="432000"/>
              </a:xfrm>
              <a:prstGeom prst="ellipse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137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uli Light" panose="00000400000000000000" pitchFamily="2" charset="0"/>
                  <a:ea typeface="+mn-ea"/>
                </a:endParaRPr>
              </a:p>
            </p:txBody>
          </p:sp>
          <p:pic>
            <p:nvPicPr>
              <p:cNvPr id="27" name="Graphic 26" descr="Earth globe: Africa and Europe with solid fill">
                <a:extLst>
                  <a:ext uri="{FF2B5EF4-FFF2-40B4-BE49-F238E27FC236}">
                    <a16:creationId xmlns:a16="http://schemas.microsoft.com/office/drawing/2014/main" id="{C27E924D-7D7A-CB0C-D759-AFD9CA8A6A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6948" y="2539973"/>
                <a:ext cx="295200" cy="295200"/>
              </a:xfrm>
              <a:prstGeom prst="rect">
                <a:avLst/>
              </a:prstGeom>
            </p:spPr>
          </p:pic>
        </p:grpSp>
      </p:grp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3F331C78-EF54-25CC-EF49-A4214045CA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Implicações e Próximos Passos</a:t>
            </a:r>
          </a:p>
        </p:txBody>
      </p:sp>
      <p:sp>
        <p:nvSpPr>
          <p:cNvPr id="31" name="Text Placeholder 190">
            <a:extLst>
              <a:ext uri="{FF2B5EF4-FFF2-40B4-BE49-F238E27FC236}">
                <a16:creationId xmlns:a16="http://schemas.microsoft.com/office/drawing/2014/main" id="{1CEE1AC3-2982-698D-4254-28D7FF5514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Oportunidades de melhoria identificadas (1|2)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EE14D0EE-77F2-8BC3-51E5-C7B756F0BF71}"/>
              </a:ext>
            </a:extLst>
          </p:cNvPr>
          <p:cNvSpPr txBox="1">
            <a:spLocks/>
          </p:cNvSpPr>
          <p:nvPr/>
        </p:nvSpPr>
        <p:spPr>
          <a:xfrm>
            <a:off x="3648173" y="1206555"/>
            <a:ext cx="6372520" cy="400936"/>
          </a:xfrm>
          <a:prstGeom prst="rect">
            <a:avLst/>
          </a:prstGeom>
        </p:spPr>
        <p:txBody>
          <a:bodyPr/>
          <a:lstStyle>
            <a:lvl1pPr algn="l" defTabSz="457066" eaLnBrk="1" hangingPunct="1">
              <a:spcBef>
                <a:spcPts val="500"/>
              </a:spcBef>
              <a:buFont typeface="Arial" panose="020B0604020202020204" pitchFamily="34" charset="0"/>
              <a:defRPr sz="1200" kern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  <a:lvl2pPr marL="34280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</a:defRPr>
            </a:lvl2pPr>
            <a:lvl3pPr marL="57133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</a:defRPr>
            </a:lvl3pPr>
            <a:lvl4pPr marL="799865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4pPr>
            <a:lvl5pPr marL="1028398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5pPr>
            <a:lvl6pPr marL="12569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6pPr>
            <a:lvl7pPr marL="148546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7pPr>
            <a:lvl8pPr marL="1713996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8pPr>
            <a:lvl9pPr marL="19425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9pPr>
          </a:lstStyle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 noProof="0">
                <a:solidFill>
                  <a:srgbClr val="005F7C"/>
                </a:solidFill>
              </a:rPr>
              <a:t>Este exercício contribui para a unificação do processo de cálculo de emissões no Banco, dando coerência à narrativa externa para a generalidade das partes interessadas, entre as quais reguladores a investidores.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 noProof="0">
                <a:solidFill>
                  <a:srgbClr val="005F7C"/>
                </a:solidFill>
              </a:rPr>
              <a:t>Contudo, o cálculo de emissões financiadas é ainda relativamente recente e assenta em várias camadas de dados, pressupostos e escolhas metodológicas que procuram incorporar as melhores práticas. Assim, é importante que continue a ser avaliada a oportunidade de melhorar a qualidade dos dados, designadamente:</a:t>
            </a:r>
          </a:p>
          <a:p>
            <a:pPr marL="228600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pt-PT" noProof="0">
                <a:solidFill>
                  <a:srgbClr val="005F7C"/>
                </a:solidFill>
              </a:rPr>
              <a:t>Aumentar a cobertura de dados referentes a cada um dos ativos, concretamente: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Área dos imóveis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reduzindo a dependência de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proxies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genéricos, mesmo para aqueles em que existe informação real sobre o certificado energético;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Certificados energéticos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aumentando a cobertura dos certificados energéticos dos imóveis  e/ ou trabalhando na qualidade das estimativas de forma a que exista conforto na utilização destas estimativas para efeitos de cálculo;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Consumo de energia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recolha de informação sobre o consumo de energia dos imóveis permitira passar de um processo de cálculo baseados em dados estimados de consumo – recorrendo a certificados energéticos e áreas dos imóveis – para a utilização de elementos factuais no que diz respeito a esta variável;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Fatores de emissão da energia consumida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que conjuntamente com os dados reais sobre o consumo de energia do edifício permitiram o cálculo de emissões com maior fiabilidade.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751B3B-239C-14E6-80CF-E0C4F4DFBFE7}"/>
              </a:ext>
            </a:extLst>
          </p:cNvPr>
          <p:cNvSpPr/>
          <p:nvPr/>
        </p:nvSpPr>
        <p:spPr>
          <a:xfrm>
            <a:off x="4785861" y="1791975"/>
            <a:ext cx="6176891" cy="4715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3" tIns="71983" rIns="35992" bIns="35992" rtlCol="0" anchor="t"/>
          <a:lstStyle/>
          <a:p>
            <a:pPr marL="359410" lvl="3" indent="-171450" algn="just" defTabSz="405487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pt-PT" sz="1200" b="1" noProof="0">
              <a:solidFill>
                <a:srgbClr val="003E51"/>
              </a:solidFill>
              <a:latin typeface="Muli Ligh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A5EBC1-CBFF-2F02-6729-FDB3DC7E9CBF}"/>
              </a:ext>
            </a:extLst>
          </p:cNvPr>
          <p:cNvSpPr/>
          <p:nvPr/>
        </p:nvSpPr>
        <p:spPr>
          <a:xfrm>
            <a:off x="10146871" y="3054952"/>
            <a:ext cx="876693" cy="46420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i="1" noProof="0">
                <a:solidFill>
                  <a:schemeClr val="bg1"/>
                </a:solidFill>
                <a:latin typeface="Muli Light" panose="00000400000000000000" pitchFamily="2" charset="0"/>
              </a:rPr>
              <a:t>Score</a:t>
            </a:r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 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8D78E5-A6B3-8DD9-0DB9-168C91056C32}"/>
              </a:ext>
            </a:extLst>
          </p:cNvPr>
          <p:cNvSpPr/>
          <p:nvPr/>
        </p:nvSpPr>
        <p:spPr>
          <a:xfrm>
            <a:off x="10146871" y="3818382"/>
            <a:ext cx="876693" cy="4642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i="1" noProof="0">
                <a:solidFill>
                  <a:schemeClr val="bg1"/>
                </a:solidFill>
                <a:latin typeface="Muli Light" panose="00000400000000000000" pitchFamily="2" charset="0"/>
              </a:rPr>
              <a:t>Score</a:t>
            </a:r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 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01E32E2-78C8-E649-5734-22C3F7EF7C1B}"/>
              </a:ext>
            </a:extLst>
          </p:cNvPr>
          <p:cNvSpPr/>
          <p:nvPr/>
        </p:nvSpPr>
        <p:spPr>
          <a:xfrm>
            <a:off x="10146871" y="4581812"/>
            <a:ext cx="876693" cy="46420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i="1" noProof="0">
                <a:solidFill>
                  <a:schemeClr val="bg1"/>
                </a:solidFill>
                <a:latin typeface="Muli Light" panose="00000400000000000000" pitchFamily="2" charset="0"/>
              </a:rPr>
              <a:t>Score</a:t>
            </a:r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 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9A51E7-88EA-F1F8-D104-D86BBF8B2D7E}"/>
              </a:ext>
            </a:extLst>
          </p:cNvPr>
          <p:cNvSpPr/>
          <p:nvPr/>
        </p:nvSpPr>
        <p:spPr>
          <a:xfrm>
            <a:off x="10146871" y="5345243"/>
            <a:ext cx="876693" cy="46420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i="1" noProof="0">
                <a:solidFill>
                  <a:schemeClr val="bg1"/>
                </a:solidFill>
                <a:latin typeface="Muli Light" panose="00000400000000000000" pitchFamily="2" charset="0"/>
              </a:rPr>
              <a:t>Score</a:t>
            </a:r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 1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00E9D0E-C1D9-1D38-ECC5-2F434F7E239E}"/>
              </a:ext>
            </a:extLst>
          </p:cNvPr>
          <p:cNvSpPr/>
          <p:nvPr/>
        </p:nvSpPr>
        <p:spPr>
          <a:xfrm rot="5400000">
            <a:off x="9903743" y="3979458"/>
            <a:ext cx="3096000" cy="261998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922D34-5B88-DCB4-055C-AAC7DE1EE850}"/>
              </a:ext>
            </a:extLst>
          </p:cNvPr>
          <p:cNvSpPr txBox="1"/>
          <p:nvPr/>
        </p:nvSpPr>
        <p:spPr>
          <a:xfrm>
            <a:off x="11004710" y="2291522"/>
            <a:ext cx="894066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pt-PT" sz="1400" noProof="0">
                <a:latin typeface="Muli Light" panose="00000400000000000000" pitchFamily="2" charset="0"/>
              </a:rPr>
              <a:t>Incerteza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AB42E0-7D04-5916-9CC2-96A165AD495B}"/>
              </a:ext>
            </a:extLst>
          </p:cNvPr>
          <p:cNvSpPr txBox="1"/>
          <p:nvPr/>
        </p:nvSpPr>
        <p:spPr>
          <a:xfrm>
            <a:off x="11004710" y="5631465"/>
            <a:ext cx="894066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pt-PT" sz="1400" noProof="0">
                <a:latin typeface="Muli Light" panose="00000400000000000000" pitchFamily="2" charset="0"/>
              </a:rPr>
              <a:t>Certeza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A08CE1-B762-83C4-117A-AD0BBC8A94D1}"/>
              </a:ext>
            </a:extLst>
          </p:cNvPr>
          <p:cNvSpPr txBox="1"/>
          <p:nvPr/>
        </p:nvSpPr>
        <p:spPr>
          <a:xfrm>
            <a:off x="10146871" y="1381056"/>
            <a:ext cx="1706594" cy="73866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pt-PT" sz="1400" i="1" noProof="0">
                <a:latin typeface="Muli Light" panose="00000400000000000000" pitchFamily="2" charset="0"/>
              </a:rPr>
              <a:t>Score</a:t>
            </a:r>
            <a:r>
              <a:rPr lang="pt-PT" sz="1400" noProof="0">
                <a:latin typeface="Muli Light" panose="00000400000000000000" pitchFamily="2" charset="0"/>
              </a:rPr>
              <a:t> de qualidade dos dados</a:t>
            </a:r>
            <a:r>
              <a:rPr lang="pt-PT" sz="1400" baseline="30000" noProof="0">
                <a:latin typeface="Muli Light" panose="00000400000000000000" pitchFamily="2" charset="0"/>
              </a:rPr>
              <a:t>1</a:t>
            </a:r>
          </a:p>
        </p:txBody>
      </p:sp>
      <p:pic>
        <p:nvPicPr>
          <p:cNvPr id="2" name="05_01.png">
            <a:extLst>
              <a:ext uri="{FF2B5EF4-FFF2-40B4-BE49-F238E27FC236}">
                <a16:creationId xmlns:a16="http://schemas.microsoft.com/office/drawing/2014/main" id="{594431D8-FCAD-157C-8177-37E3A6244A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6A09436-BD52-A3C4-448E-6D972E7A9CCB}"/>
              </a:ext>
            </a:extLst>
          </p:cNvPr>
          <p:cNvSpPr/>
          <p:nvPr/>
        </p:nvSpPr>
        <p:spPr>
          <a:xfrm>
            <a:off x="485840" y="6189626"/>
            <a:ext cx="11218734" cy="483403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EA8AB6-F92D-1363-418D-607DED78A819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Notas: (1) PCAF,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Financed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emissions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– For financial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institutions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measuring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and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reporting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scope 3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category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emissions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(dezembro de 2025)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  <a:endParaRPr lang="pt-PT" sz="80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2F0327-002D-88BC-1484-8B387315F659}"/>
              </a:ext>
            </a:extLst>
          </p:cNvPr>
          <p:cNvSpPr/>
          <p:nvPr/>
        </p:nvSpPr>
        <p:spPr>
          <a:xfrm>
            <a:off x="10138406" y="2291522"/>
            <a:ext cx="876693" cy="4642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i="1" noProof="0">
                <a:solidFill>
                  <a:schemeClr val="bg1"/>
                </a:solidFill>
                <a:latin typeface="Muli Light" panose="00000400000000000000" pitchFamily="2" charset="0"/>
              </a:rPr>
              <a:t>Score</a:t>
            </a:r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 5</a:t>
            </a:r>
          </a:p>
        </p:txBody>
      </p:sp>
    </p:spTree>
    <p:extLst>
      <p:ext uri="{BB962C8B-B14F-4D97-AF65-F5344CB8AC3E}">
        <p14:creationId xmlns:p14="http://schemas.microsoft.com/office/powerpoint/2010/main" val="3634733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68E45-4EDC-4CCF-4307-6DE58FFB5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owchart: Delay 33">
            <a:extLst>
              <a:ext uri="{FF2B5EF4-FFF2-40B4-BE49-F238E27FC236}">
                <a16:creationId xmlns:a16="http://schemas.microsoft.com/office/drawing/2014/main" id="{8ACA05FD-5A02-D376-C6BA-FFCFA5E149BD}"/>
              </a:ext>
            </a:extLst>
          </p:cNvPr>
          <p:cNvSpPr/>
          <p:nvPr/>
        </p:nvSpPr>
        <p:spPr>
          <a:xfrm>
            <a:off x="0" y="0"/>
            <a:ext cx="4725049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ABDE45E-48AE-83C6-695A-C955326FC467}"/>
              </a:ext>
            </a:extLst>
          </p:cNvPr>
          <p:cNvSpPr/>
          <p:nvPr/>
        </p:nvSpPr>
        <p:spPr>
          <a:xfrm>
            <a:off x="-202130" y="4482821"/>
            <a:ext cx="3526156" cy="770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8"/>
            <a:r>
              <a:rPr lang="pt-PT" sz="1200" b="1" noProof="0">
                <a:solidFill>
                  <a:schemeClr val="bg1"/>
                </a:solidFill>
                <a:latin typeface="Muli" panose="00000500000000000000" pitchFamily="2" charset="0"/>
              </a:rPr>
              <a:t>Alargamento a outras classes de ativos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C76CBB8-1CF2-5C81-FC4B-33263616B75F}"/>
              </a:ext>
            </a:extLst>
          </p:cNvPr>
          <p:cNvGrpSpPr/>
          <p:nvPr/>
        </p:nvGrpSpPr>
        <p:grpSpPr>
          <a:xfrm>
            <a:off x="268356" y="4652021"/>
            <a:ext cx="424146" cy="432000"/>
            <a:chOff x="6087407" y="4848671"/>
            <a:chExt cx="424146" cy="432000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420EEF1-FC6D-5791-C6F5-FCA22A575C66}"/>
                </a:ext>
              </a:extLst>
            </p:cNvPr>
            <p:cNvSpPr/>
            <p:nvPr/>
          </p:nvSpPr>
          <p:spPr>
            <a:xfrm>
              <a:off x="6087407" y="4848671"/>
              <a:ext cx="424146" cy="432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21332F5-6A2C-7FF4-BE92-502362CE215B}"/>
                </a:ext>
              </a:extLst>
            </p:cNvPr>
            <p:cNvGrpSpPr/>
            <p:nvPr/>
          </p:nvGrpSpPr>
          <p:grpSpPr>
            <a:xfrm>
              <a:off x="6188372" y="4868021"/>
              <a:ext cx="250435" cy="393301"/>
              <a:chOff x="6678050" y="4893490"/>
              <a:chExt cx="250435" cy="393301"/>
            </a:xfrm>
          </p:grpSpPr>
          <p:pic>
            <p:nvPicPr>
              <p:cNvPr id="14" name="Graphic 13" descr="City with solid fill">
                <a:extLst>
                  <a:ext uri="{FF2B5EF4-FFF2-40B4-BE49-F238E27FC236}">
                    <a16:creationId xmlns:a16="http://schemas.microsoft.com/office/drawing/2014/main" id="{A3E4F337-25B2-A0E4-17A0-057DB5499C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l="63050"/>
              <a:stretch>
                <a:fillRect/>
              </a:stretch>
            </p:blipFill>
            <p:spPr>
              <a:xfrm>
                <a:off x="6678050" y="4893490"/>
                <a:ext cx="145326" cy="393301"/>
              </a:xfrm>
              <a:prstGeom prst="rect">
                <a:avLst/>
              </a:prstGeom>
            </p:spPr>
          </p:pic>
          <p:pic>
            <p:nvPicPr>
              <p:cNvPr id="23" name="Graphic 22" descr="Home with solid fill">
                <a:extLst>
                  <a:ext uri="{FF2B5EF4-FFF2-40B4-BE49-F238E27FC236}">
                    <a16:creationId xmlns:a16="http://schemas.microsoft.com/office/drawing/2014/main" id="{C968EC52-BC7C-35E4-B1AC-27ED494F3C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685069" y="5004090"/>
                <a:ext cx="243416" cy="243416"/>
              </a:xfrm>
              <a:prstGeom prst="rect">
                <a:avLst/>
              </a:prstGeom>
            </p:spPr>
          </p:pic>
        </p:grp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32165A-AD60-DFF4-0E0D-6030B32A9ADD}"/>
              </a:ext>
            </a:extLst>
          </p:cNvPr>
          <p:cNvSpPr/>
          <p:nvPr/>
        </p:nvSpPr>
        <p:spPr>
          <a:xfrm>
            <a:off x="-202130" y="3379403"/>
            <a:ext cx="3526156" cy="770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8"/>
            <a:r>
              <a:rPr lang="pt-PT" sz="1200" b="1" noProof="0">
                <a:solidFill>
                  <a:schemeClr val="bg1"/>
                </a:solidFill>
                <a:latin typeface="Muli" panose="00000500000000000000" pitchFamily="2" charset="0"/>
              </a:rPr>
              <a:t>Processo de Cálculo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C4A421E-3B88-E8DC-9DA0-D75C40FFB042}"/>
              </a:ext>
            </a:extLst>
          </p:cNvPr>
          <p:cNvGrpSpPr/>
          <p:nvPr/>
        </p:nvGrpSpPr>
        <p:grpSpPr>
          <a:xfrm>
            <a:off x="268356" y="3548602"/>
            <a:ext cx="424146" cy="432000"/>
            <a:chOff x="4763420" y="5542863"/>
            <a:chExt cx="424146" cy="432000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73FCE37-4384-1FE2-CD08-7031F7B205BB}"/>
                </a:ext>
              </a:extLst>
            </p:cNvPr>
            <p:cNvSpPr/>
            <p:nvPr/>
          </p:nvSpPr>
          <p:spPr>
            <a:xfrm>
              <a:off x="4763420" y="5542863"/>
              <a:ext cx="424146" cy="432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pic>
          <p:nvPicPr>
            <p:cNvPr id="25" name="Graphic 24" descr="Mathematics with solid fill">
              <a:extLst>
                <a:ext uri="{FF2B5EF4-FFF2-40B4-BE49-F238E27FC236}">
                  <a16:creationId xmlns:a16="http://schemas.microsoft.com/office/drawing/2014/main" id="{7458558D-2D5D-E032-CD0B-D204DA0AC60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836360" y="5619730"/>
              <a:ext cx="295200" cy="295200"/>
            </a:xfrm>
            <a:prstGeom prst="rect">
              <a:avLst/>
            </a:prstGeom>
          </p:spPr>
        </p:pic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BCEDFE5-1799-A446-02F3-8F5AEE341022}"/>
              </a:ext>
            </a:extLst>
          </p:cNvPr>
          <p:cNvSpPr/>
          <p:nvPr/>
        </p:nvSpPr>
        <p:spPr>
          <a:xfrm>
            <a:off x="-202131" y="2275208"/>
            <a:ext cx="3526156" cy="7711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8"/>
            <a:r>
              <a:rPr lang="pt-PT" sz="1200" b="1" noProof="0">
                <a:solidFill>
                  <a:schemeClr val="tx1"/>
                </a:solidFill>
                <a:latin typeface="Muli" panose="00000500000000000000" pitchFamily="2" charset="0"/>
              </a:rPr>
              <a:t>Dados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F4C2764-F8F0-263A-97D3-AA1C4A964692}"/>
              </a:ext>
            </a:extLst>
          </p:cNvPr>
          <p:cNvGrpSpPr/>
          <p:nvPr/>
        </p:nvGrpSpPr>
        <p:grpSpPr>
          <a:xfrm>
            <a:off x="272783" y="2471573"/>
            <a:ext cx="423530" cy="432000"/>
            <a:chOff x="272783" y="2471573"/>
            <a:chExt cx="423530" cy="432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1B5266D-BF83-5ABB-C94E-F2AFAFD58F36}"/>
                </a:ext>
              </a:extLst>
            </p:cNvPr>
            <p:cNvSpPr/>
            <p:nvPr/>
          </p:nvSpPr>
          <p:spPr>
            <a:xfrm>
              <a:off x="272783" y="2471573"/>
              <a:ext cx="423530" cy="432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pic>
          <p:nvPicPr>
            <p:cNvPr id="27" name="Graphic 26" descr="Earth globe: Africa and Europe with solid fill">
              <a:extLst>
                <a:ext uri="{FF2B5EF4-FFF2-40B4-BE49-F238E27FC236}">
                  <a16:creationId xmlns:a16="http://schemas.microsoft.com/office/drawing/2014/main" id="{E44BB787-2049-FD6D-F109-B87664628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36948" y="2539973"/>
              <a:ext cx="295200" cy="295200"/>
            </a:xfrm>
            <a:prstGeom prst="rect">
              <a:avLst/>
            </a:prstGeom>
          </p:spPr>
        </p:pic>
      </p:grp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1D55CE80-EAE7-08C3-2BE9-E7B342B7D5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Implicações e Próximos Passos</a:t>
            </a:r>
          </a:p>
        </p:txBody>
      </p:sp>
      <p:sp>
        <p:nvSpPr>
          <p:cNvPr id="31" name="Text Placeholder 190">
            <a:extLst>
              <a:ext uri="{FF2B5EF4-FFF2-40B4-BE49-F238E27FC236}">
                <a16:creationId xmlns:a16="http://schemas.microsoft.com/office/drawing/2014/main" id="{4F31AED6-269F-7767-46F2-C7472649FE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Oportunidades de melhoria identificadas</a:t>
            </a:r>
            <a:r>
              <a:rPr lang="pt-PT" sz="1300"/>
              <a:t> (2|2)</a:t>
            </a:r>
            <a:endParaRPr lang="pt-PT" sz="1300" noProof="0"/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D21FBE13-66D8-F251-D346-0BF71E9FB9F7}"/>
              </a:ext>
            </a:extLst>
          </p:cNvPr>
          <p:cNvSpPr txBox="1">
            <a:spLocks/>
          </p:cNvSpPr>
          <p:nvPr/>
        </p:nvSpPr>
        <p:spPr>
          <a:xfrm>
            <a:off x="3648173" y="1206555"/>
            <a:ext cx="6372520" cy="400936"/>
          </a:xfrm>
          <a:prstGeom prst="rect">
            <a:avLst/>
          </a:prstGeom>
        </p:spPr>
        <p:txBody>
          <a:bodyPr/>
          <a:lstStyle>
            <a:lvl1pPr algn="l" defTabSz="457066" eaLnBrk="1" hangingPunct="1">
              <a:spcBef>
                <a:spcPts val="500"/>
              </a:spcBef>
              <a:buFont typeface="Arial" panose="020B0604020202020204" pitchFamily="34" charset="0"/>
              <a:defRPr sz="1200" kern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  <a:lvl2pPr marL="34280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</a:defRPr>
            </a:lvl2pPr>
            <a:lvl3pPr marL="57133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</a:defRPr>
            </a:lvl3pPr>
            <a:lvl4pPr marL="799865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4pPr>
            <a:lvl5pPr marL="1028398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5pPr>
            <a:lvl6pPr marL="12569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6pPr>
            <a:lvl7pPr marL="148546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7pPr>
            <a:lvl8pPr marL="1713996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8pPr>
            <a:lvl9pPr marL="19425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9pPr>
          </a:lstStyle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 noProof="0">
                <a:solidFill>
                  <a:srgbClr val="005F7C"/>
                </a:solidFill>
              </a:rPr>
              <a:t>Com a unificação do processo de cálculo de emissões de ESG </a:t>
            </a:r>
            <a:r>
              <a:rPr lang="pt-PT" i="1" noProof="0" err="1">
                <a:solidFill>
                  <a:srgbClr val="005F7C"/>
                </a:solidFill>
              </a:rPr>
              <a:t>Risks</a:t>
            </a:r>
            <a:r>
              <a:rPr lang="pt-PT" noProof="0">
                <a:solidFill>
                  <a:srgbClr val="005F7C"/>
                </a:solidFill>
              </a:rPr>
              <a:t> e de </a:t>
            </a:r>
            <a:r>
              <a:rPr lang="pt-PT" i="1" noProof="0">
                <a:solidFill>
                  <a:srgbClr val="005F7C"/>
                </a:solidFill>
              </a:rPr>
              <a:t>Portfolio </a:t>
            </a:r>
            <a:r>
              <a:rPr lang="pt-PT" i="1" noProof="0" err="1">
                <a:solidFill>
                  <a:srgbClr val="005F7C"/>
                </a:solidFill>
              </a:rPr>
              <a:t>Alignment</a:t>
            </a:r>
            <a:r>
              <a:rPr lang="pt-PT" noProof="0">
                <a:solidFill>
                  <a:srgbClr val="005F7C"/>
                </a:solidFill>
              </a:rPr>
              <a:t>, o processo de cálculo passou a utilizar os mesmos dados e pressupostos e a aplicar as mesmas fórmulas de cálculo. Assim, a incorporação de novas melhorias será refletida de forma consistente sobre o nível de risco e o grau de alinhamento.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pt-PT" noProof="0">
              <a:solidFill>
                <a:srgbClr val="005F7C"/>
              </a:solidFill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2.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Fórmula de cálculo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Avaliar a oportunidade da utilização do valor de avaliação dos imóveis como “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Property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i="1" noProof="0" err="1">
                <a:solidFill>
                  <a:srgbClr val="005F7C"/>
                </a:solidFill>
              </a:rPr>
              <a:t>v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alue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at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origination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”, ficando a utilização do preço de aquisição do imóvel como opção na aus</a:t>
            </a:r>
            <a:r>
              <a:rPr lang="pt-PT" noProof="0">
                <a:solidFill>
                  <a:srgbClr val="005F7C"/>
                </a:solidFill>
              </a:rPr>
              <a:t>ência de informação sobre o valor de avaliação.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pt-PT" noProof="0">
              <a:solidFill>
                <a:srgbClr val="005F7C"/>
              </a:solidFill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pt-PT" noProof="0">
              <a:solidFill>
                <a:srgbClr val="005F7C"/>
              </a:solidFill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3.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Mobilidade </a:t>
            </a:r>
            <a:r>
              <a:rPr lang="pt-PT" b="1" noProof="0">
                <a:solidFill>
                  <a:srgbClr val="005F7C"/>
                </a:solidFill>
              </a:rPr>
              <a:t>e transportes</a:t>
            </a:r>
            <a:r>
              <a:rPr lang="pt-PT" noProof="0">
                <a:solidFill>
                  <a:srgbClr val="005F7C"/>
                </a:solidFill>
              </a:rPr>
              <a:t> – De acordo com o RNC2050, o setor dos transportes representa 25% do total de emissões, sendo o setor com maior crescimento de emissões nas décadas recentes. Dentro deste setor, 96% das emissões têm origem na utilização das estradas e a utilização do automóvel representa 41%</a:t>
            </a:r>
            <a:r>
              <a:rPr lang="pt-PT" baseline="30000" noProof="0">
                <a:solidFill>
                  <a:srgbClr val="005F7C"/>
                </a:solidFill>
              </a:rPr>
              <a:t>1</a:t>
            </a:r>
            <a:r>
              <a:rPr lang="pt-PT" noProof="0">
                <a:solidFill>
                  <a:srgbClr val="005F7C"/>
                </a:solidFill>
              </a:rPr>
              <a:t>. Assim, o alargamento gradual do cálculo a outras classes de ativos, como a mobilidade e transportes, permitirá uma visão mais completa da pegada financiada e reforça a credibilidade externa. A definição de um </a:t>
            </a:r>
            <a:r>
              <a:rPr lang="pt-PT" i="1" noProof="0" err="1">
                <a:solidFill>
                  <a:srgbClr val="005F7C"/>
                </a:solidFill>
              </a:rPr>
              <a:t>roadmap</a:t>
            </a:r>
            <a:r>
              <a:rPr lang="pt-PT" noProof="0">
                <a:solidFill>
                  <a:srgbClr val="005F7C"/>
                </a:solidFill>
              </a:rPr>
              <a:t> de cobertura deverá ser articulada com prioridades de risco e disponibilidade de dados e beneficiar do processo de unificação de cálculo já referido.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D424AB-DE9C-D99A-B411-22118524EA94}"/>
              </a:ext>
            </a:extLst>
          </p:cNvPr>
          <p:cNvSpPr/>
          <p:nvPr/>
        </p:nvSpPr>
        <p:spPr>
          <a:xfrm>
            <a:off x="4785861" y="1791975"/>
            <a:ext cx="6176891" cy="4715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3" tIns="71983" rIns="35992" bIns="35992" rtlCol="0" anchor="t"/>
          <a:lstStyle/>
          <a:p>
            <a:pPr marL="359410" lvl="3" indent="-171450" algn="just" defTabSz="405487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pt-PT" sz="1200" b="1" noProof="0">
              <a:solidFill>
                <a:srgbClr val="003E51"/>
              </a:solidFill>
              <a:latin typeface="Muli Ligh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BC135E4-0902-689A-6C68-213E090B2B1F}"/>
                  </a:ext>
                </a:extLst>
              </p:cNvPr>
              <p:cNvSpPr txBox="1"/>
              <p:nvPr/>
            </p:nvSpPr>
            <p:spPr>
              <a:xfrm>
                <a:off x="4049472" y="3300911"/>
                <a:ext cx="4977388" cy="5107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600" b="0" i="1" noProof="0" smtClean="0">
                          <a:latin typeface="Cambria Math" panose="02040503050406030204" pitchFamily="18" charset="0"/>
                        </a:rPr>
                        <m:t>𝐴𝑡𝑡𝑟𝑖𝑏𝑢𝑡𝑖𝑜𝑛</m:t>
                      </m:r>
                      <m:r>
                        <a:rPr lang="pt-PT" sz="1600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PT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1600" b="0" i="1" noProof="0" smtClean="0">
                              <a:latin typeface="Cambria Math" panose="02040503050406030204" pitchFamily="18" charset="0"/>
                            </a:rPr>
                            <m:t>𝑓𝑎𝑐𝑡𝑜𝑟</m:t>
                          </m:r>
                        </m:e>
                        <m:sub>
                          <m:r>
                            <a:rPr lang="pt-PT" sz="1600" b="0" i="1" noProof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pt-PT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PT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1600" i="1" noProof="0">
                                  <a:latin typeface="Cambria Math" panose="02040503050406030204" pitchFamily="18" charset="0"/>
                                </a:rPr>
                                <m:t>𝑂𝑢𝑡𝑠𝑡𝑎𝑛𝑑𝑖𝑛𝑔</m:t>
                              </m:r>
                              <m:r>
                                <a:rPr lang="pt-PT" sz="1600" i="1" noProof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PT" sz="1600" i="1" noProof="0">
                                  <a:latin typeface="Cambria Math" panose="02040503050406030204" pitchFamily="18" charset="0"/>
                                </a:rPr>
                                <m:t>𝑎𝑚𝑜𝑢𝑛𝑡</m:t>
                              </m:r>
                            </m:e>
                            <m:sub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𝑃𝑟𝑜𝑝𝑒𝑟𝑡𝑦</m:t>
                              </m:r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𝑣𝑎𝑙𝑢𝑒</m:t>
                              </m:r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𝑜𝑟𝑖𝑔𝑖𝑛𝑎𝑡𝑖𝑜𝑛</m:t>
                              </m:r>
                            </m:e>
                            <m:sub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PT" sz="1600" noProof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BC135E4-0902-689A-6C68-213E090B2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472" y="3300911"/>
                <a:ext cx="4977388" cy="51071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F18E5D-7BD3-7323-5A7B-C7DA6ED2FA98}"/>
                  </a:ext>
                </a:extLst>
              </p:cNvPr>
              <p:cNvSpPr txBox="1"/>
              <p:nvPr/>
            </p:nvSpPr>
            <p:spPr>
              <a:xfrm>
                <a:off x="5291311" y="3959751"/>
                <a:ext cx="149900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400" b="0" i="1" noProof="0" smtClean="0">
                          <a:latin typeface="Cambria Math" panose="02040503050406030204" pitchFamily="18" charset="0"/>
                        </a:rPr>
                        <m:t>𝑜𝑛𝑑𝑒</m:t>
                      </m:r>
                      <m:r>
                        <a:rPr lang="pt-PT" sz="1400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400" b="0" i="1" noProof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PT" sz="1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PT" sz="1400" b="0" i="1" noProof="0" smtClean="0">
                          <a:latin typeface="Cambria Math" panose="02040503050406030204" pitchFamily="18" charset="0"/>
                        </a:rPr>
                        <m:t>𝑏𝑢𝑖𝑙𝑑𝑖𝑛𝑔</m:t>
                      </m:r>
                    </m:oMath>
                  </m:oMathPara>
                </a14:m>
                <a:endParaRPr lang="pt-PT" sz="1400" noProof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F18E5D-7BD3-7323-5A7B-C7DA6ED2F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311" y="3959751"/>
                <a:ext cx="1499000" cy="215444"/>
              </a:xfrm>
              <a:prstGeom prst="rect">
                <a:avLst/>
              </a:prstGeom>
              <a:blipFill>
                <a:blip r:embed="rId12"/>
                <a:stretch>
                  <a:fillRect l="-4065" r="-2439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A8E9A5A-CB7A-43B3-67AC-61D406136D93}"/>
              </a:ext>
            </a:extLst>
          </p:cNvPr>
          <p:cNvSpPr txBox="1"/>
          <p:nvPr/>
        </p:nvSpPr>
        <p:spPr>
          <a:xfrm>
            <a:off x="3701491" y="3055666"/>
            <a:ext cx="5673349" cy="128066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noAutofit/>
          </a:bodyPr>
          <a:lstStyle/>
          <a:p>
            <a:endParaRPr lang="pt-PT" sz="1400" noProof="0">
              <a:latin typeface="Muli Light" panose="000004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F31B82-8D50-961F-88D5-87E89E0D4912}"/>
              </a:ext>
            </a:extLst>
          </p:cNvPr>
          <p:cNvSpPr/>
          <p:nvPr/>
        </p:nvSpPr>
        <p:spPr>
          <a:xfrm>
            <a:off x="485840" y="6189626"/>
            <a:ext cx="11218734" cy="483403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pic>
        <p:nvPicPr>
          <p:cNvPr id="19" name="Graphic 18" descr="Motorcycle with solid fill">
            <a:extLst>
              <a:ext uri="{FF2B5EF4-FFF2-40B4-BE49-F238E27FC236}">
                <a16:creationId xmlns:a16="http://schemas.microsoft.com/office/drawing/2014/main" id="{10CEA551-BF2F-1DF7-E46D-D81F7A1193D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927955" y="4423684"/>
            <a:ext cx="914400" cy="914400"/>
          </a:xfrm>
          <a:prstGeom prst="rect">
            <a:avLst/>
          </a:prstGeom>
        </p:spPr>
      </p:pic>
      <p:pic>
        <p:nvPicPr>
          <p:cNvPr id="22" name="Graphic 21" descr="Car with solid fill">
            <a:extLst>
              <a:ext uri="{FF2B5EF4-FFF2-40B4-BE49-F238E27FC236}">
                <a16:creationId xmlns:a16="http://schemas.microsoft.com/office/drawing/2014/main" id="{1F376010-61A2-0B23-D82D-DE8B3DE497B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394582" y="5252428"/>
            <a:ext cx="914400" cy="914400"/>
          </a:xfrm>
          <a:prstGeom prst="rect">
            <a:avLst/>
          </a:prstGeom>
        </p:spPr>
      </p:pic>
      <p:pic>
        <p:nvPicPr>
          <p:cNvPr id="26" name="Graphic 25" descr="Truck with solid fill">
            <a:extLst>
              <a:ext uri="{FF2B5EF4-FFF2-40B4-BE49-F238E27FC236}">
                <a16:creationId xmlns:a16="http://schemas.microsoft.com/office/drawing/2014/main" id="{24F8EDDB-32BF-4BD5-96C5-48455E56F03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906692" y="4423684"/>
            <a:ext cx="914400" cy="914400"/>
          </a:xfrm>
          <a:prstGeom prst="rect">
            <a:avLst/>
          </a:prstGeom>
        </p:spPr>
      </p:pic>
      <p:pic>
        <p:nvPicPr>
          <p:cNvPr id="4" name="05_01.png">
            <a:extLst>
              <a:ext uri="{FF2B5EF4-FFF2-40B4-BE49-F238E27FC236}">
                <a16:creationId xmlns:a16="http://schemas.microsoft.com/office/drawing/2014/main" id="{069E61E4-8192-DDCB-693A-078CBCD66CE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Graphic 5" descr="House with solid fill">
            <a:extLst>
              <a:ext uri="{FF2B5EF4-FFF2-40B4-BE49-F238E27FC236}">
                <a16:creationId xmlns:a16="http://schemas.microsoft.com/office/drawing/2014/main" id="{BE2FDA48-7B2A-5035-3D80-5F32D89E65B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992292" y="3172883"/>
            <a:ext cx="914400" cy="914400"/>
          </a:xfrm>
          <a:prstGeom prst="rect">
            <a:avLst/>
          </a:prstGeom>
        </p:spPr>
      </p:pic>
      <p:pic>
        <p:nvPicPr>
          <p:cNvPr id="11" name="Graphic 10" descr="City with solid fill">
            <a:extLst>
              <a:ext uri="{FF2B5EF4-FFF2-40B4-BE49-F238E27FC236}">
                <a16:creationId xmlns:a16="http://schemas.microsoft.com/office/drawing/2014/main" id="{056C5526-5E06-C83D-2277-763CE753954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906692" y="3215711"/>
            <a:ext cx="914400" cy="914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E76F226-C698-AA4F-88C9-FFF38146C944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Roadmap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for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Carbon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Neutrality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2050 – Long-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Term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Strategy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for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Carbon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Neutrality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of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the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Portuguese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Economy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by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2050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05467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58DCB-9326-92CA-EB1F-4D893E584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owchart: Delay 33">
            <a:extLst>
              <a:ext uri="{FF2B5EF4-FFF2-40B4-BE49-F238E27FC236}">
                <a16:creationId xmlns:a16="http://schemas.microsoft.com/office/drawing/2014/main" id="{C5B66573-0C93-C04D-2C66-B7782E9DC4C5}"/>
              </a:ext>
            </a:extLst>
          </p:cNvPr>
          <p:cNvSpPr/>
          <p:nvPr/>
        </p:nvSpPr>
        <p:spPr>
          <a:xfrm>
            <a:off x="0" y="0"/>
            <a:ext cx="4725049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9D6240A-59E7-9C46-27DA-C964295BFE8C}"/>
              </a:ext>
            </a:extLst>
          </p:cNvPr>
          <p:cNvGrpSpPr/>
          <p:nvPr/>
        </p:nvGrpSpPr>
        <p:grpSpPr>
          <a:xfrm>
            <a:off x="-202130" y="3596692"/>
            <a:ext cx="3526156" cy="770400"/>
            <a:chOff x="-202130" y="3379403"/>
            <a:chExt cx="3526156" cy="7704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B541D96-7A81-614B-8A4F-02C3CD0B0597}"/>
                </a:ext>
              </a:extLst>
            </p:cNvPr>
            <p:cNvSpPr/>
            <p:nvPr/>
          </p:nvSpPr>
          <p:spPr>
            <a:xfrm>
              <a:off x="-202130" y="3379403"/>
              <a:ext cx="3526156" cy="7704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8"/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Gestão de risco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CAFEE2B-20A7-8626-DF24-ED45801F44DA}"/>
                </a:ext>
              </a:extLst>
            </p:cNvPr>
            <p:cNvGrpSpPr/>
            <p:nvPr/>
          </p:nvGrpSpPr>
          <p:grpSpPr>
            <a:xfrm>
              <a:off x="268356" y="3548602"/>
              <a:ext cx="424146" cy="432000"/>
              <a:chOff x="4763420" y="5542863"/>
              <a:chExt cx="424146" cy="432000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EB2B2ED5-6976-7E52-E4B0-6717F047BF43}"/>
                  </a:ext>
                </a:extLst>
              </p:cNvPr>
              <p:cNvSpPr/>
              <p:nvPr/>
            </p:nvSpPr>
            <p:spPr>
              <a:xfrm>
                <a:off x="4763420" y="5542863"/>
                <a:ext cx="424146" cy="432000"/>
              </a:xfrm>
              <a:prstGeom prst="ellipse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137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uli Light" panose="00000400000000000000" pitchFamily="2" charset="0"/>
                  <a:ea typeface="+mn-ea"/>
                </a:endParaRPr>
              </a:p>
            </p:txBody>
          </p:sp>
          <p:pic>
            <p:nvPicPr>
              <p:cNvPr id="25" name="Graphic 24" descr="Downward trend graph with solid fill">
                <a:extLst>
                  <a:ext uri="{FF2B5EF4-FFF2-40B4-BE49-F238E27FC236}">
                    <a16:creationId xmlns:a16="http://schemas.microsoft.com/office/drawing/2014/main" id="{99699585-7F6D-1D0B-325B-1C43B1B74A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4836360" y="5619730"/>
                <a:ext cx="295200" cy="295200"/>
              </a:xfrm>
              <a:prstGeom prst="rect">
                <a:avLst/>
              </a:prstGeom>
            </p:spPr>
          </p:pic>
        </p:grp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1DA6B7E-16C3-E9FE-DA56-C83976494219}"/>
              </a:ext>
            </a:extLst>
          </p:cNvPr>
          <p:cNvSpPr/>
          <p:nvPr/>
        </p:nvSpPr>
        <p:spPr>
          <a:xfrm>
            <a:off x="-202131" y="2492497"/>
            <a:ext cx="3526156" cy="77117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8"/>
            <a:r>
              <a:rPr lang="pt-PT" sz="1200" b="1" noProof="0">
                <a:solidFill>
                  <a:schemeClr val="bg1"/>
                </a:solidFill>
                <a:latin typeface="Muli" panose="00000500000000000000" pitchFamily="2" charset="0"/>
              </a:rPr>
              <a:t>Comerciais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5048163-55E2-B639-7221-A725E55BA818}"/>
              </a:ext>
            </a:extLst>
          </p:cNvPr>
          <p:cNvGrpSpPr/>
          <p:nvPr/>
        </p:nvGrpSpPr>
        <p:grpSpPr>
          <a:xfrm>
            <a:off x="272783" y="2688862"/>
            <a:ext cx="423530" cy="432000"/>
            <a:chOff x="272783" y="2471573"/>
            <a:chExt cx="423530" cy="432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6E5F7EC-3C22-0689-F248-3904D149DF65}"/>
                </a:ext>
              </a:extLst>
            </p:cNvPr>
            <p:cNvSpPr/>
            <p:nvPr/>
          </p:nvSpPr>
          <p:spPr>
            <a:xfrm>
              <a:off x="272783" y="2471573"/>
              <a:ext cx="423530" cy="432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pic>
          <p:nvPicPr>
            <p:cNvPr id="27" name="Graphic 26" descr="Internet Banking with solid fill">
              <a:extLst>
                <a:ext uri="{FF2B5EF4-FFF2-40B4-BE49-F238E27FC236}">
                  <a16:creationId xmlns:a16="http://schemas.microsoft.com/office/drawing/2014/main" id="{4732131A-C0E3-8604-062E-90362A5FC6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336948" y="2539973"/>
              <a:ext cx="295200" cy="295200"/>
            </a:xfrm>
            <a:prstGeom prst="rect">
              <a:avLst/>
            </a:prstGeom>
          </p:spPr>
        </p:pic>
      </p:grp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171C0C25-E50B-F21E-1E04-E382F60665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Implicações e Próximos Passos</a:t>
            </a:r>
          </a:p>
        </p:txBody>
      </p:sp>
      <p:sp>
        <p:nvSpPr>
          <p:cNvPr id="31" name="Text Placeholder 190">
            <a:extLst>
              <a:ext uri="{FF2B5EF4-FFF2-40B4-BE49-F238E27FC236}">
                <a16:creationId xmlns:a16="http://schemas.microsoft.com/office/drawing/2014/main" id="{5BBA37E3-491C-82F6-A138-FA7D522FAD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Alavancas para descarbonização da carteira (1|2)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98278C4A-25DB-8ACB-1D6B-3A6D5D7CC51B}"/>
              </a:ext>
            </a:extLst>
          </p:cNvPr>
          <p:cNvSpPr txBox="1">
            <a:spLocks/>
          </p:cNvSpPr>
          <p:nvPr/>
        </p:nvSpPr>
        <p:spPr>
          <a:xfrm>
            <a:off x="3648173" y="1206555"/>
            <a:ext cx="6762652" cy="400936"/>
          </a:xfrm>
          <a:prstGeom prst="rect">
            <a:avLst/>
          </a:prstGeom>
        </p:spPr>
        <p:txBody>
          <a:bodyPr/>
          <a:lstStyle>
            <a:lvl1pPr algn="l" defTabSz="457066" eaLnBrk="1" hangingPunct="1">
              <a:spcBef>
                <a:spcPts val="500"/>
              </a:spcBef>
              <a:buFont typeface="Arial" panose="020B0604020202020204" pitchFamily="34" charset="0"/>
              <a:defRPr sz="1200" kern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  <a:lvl2pPr marL="34280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</a:defRPr>
            </a:lvl2pPr>
            <a:lvl3pPr marL="57133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</a:defRPr>
            </a:lvl3pPr>
            <a:lvl4pPr marL="799865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4pPr>
            <a:lvl5pPr marL="1028398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5pPr>
            <a:lvl6pPr marL="12569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6pPr>
            <a:lvl7pPr marL="148546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7pPr>
            <a:lvl8pPr marL="1713996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8pPr>
            <a:lvl9pPr marL="19425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9pPr>
          </a:lstStyle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 noProof="0">
                <a:solidFill>
                  <a:srgbClr val="005F7C"/>
                </a:solidFill>
              </a:rPr>
              <a:t>Como evidenciado nas análises de sensibilidade realizadas durante o processo de cálculo, é expectável que a melhoria da qualidade dos dados e da sua cobertura tenha um contributo positivo para a redução das emissões relatadas.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 noProof="0">
                <a:solidFill>
                  <a:srgbClr val="005F7C"/>
                </a:solidFill>
              </a:rPr>
              <a:t>Contudo, dado a aceleração da redução de emissões prevista nos diferentes cenários de descarbonização comumente aceites como referência, será necessária a implementação de outras iniciativas, seja de índole comercial, como da própria gestão de </a:t>
            </a:r>
            <a:r>
              <a:rPr lang="pt-PT" i="1" noProof="0">
                <a:solidFill>
                  <a:srgbClr val="005F7C"/>
                </a:solidFill>
              </a:rPr>
              <a:t>portfolio</a:t>
            </a:r>
            <a:r>
              <a:rPr lang="pt-PT" noProof="0">
                <a:solidFill>
                  <a:srgbClr val="005F7C"/>
                </a:solidFill>
              </a:rPr>
              <a:t>. </a:t>
            </a:r>
          </a:p>
          <a:p>
            <a:pPr marL="228600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pt-PT" noProof="0">
                <a:solidFill>
                  <a:srgbClr val="005F7C"/>
                </a:solidFill>
              </a:rPr>
              <a:t>Oferta comercial e processo de concessão: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Produtos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Desenvolver e escalar a oferta de produtos específicos para o setor imobiliário, designadamente hipotecas “verdes”, produtos de crédito para melhoria de desempenho e eficiência energética, quer para CRE como para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Concessão de crédito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Integrar requisitos mínimos de desempenho energético ou plano de melhoria associado a novos financiamentos/ renovações e limitar novas exposições a ativos claramente desalinhados sem plano de transição devidamente suportado;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Pricing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&amp; incentivos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Diferenciação de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spreads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em função do alinhamento da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performance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do bem a financiar com a trajetória necessária para o cumprimento dos objetivos do Banco e criação de mecanismos de redução de margem “pós intervenção” para o cliente em função da comprovação do desempenho energético;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Parcerias para viabilização de intervenções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– estabelecer parcerias para obra/ instalação de soluções eficientes de forma a oferecer pacote integrado – obra + financiamento – e/ ou identificação de apoio técnico para planeamento de intervenções de reabilitação.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13B3A6-7018-66B4-2B1A-B8B56AD57475}"/>
              </a:ext>
            </a:extLst>
          </p:cNvPr>
          <p:cNvSpPr/>
          <p:nvPr/>
        </p:nvSpPr>
        <p:spPr>
          <a:xfrm>
            <a:off x="4785861" y="1791975"/>
            <a:ext cx="6176891" cy="4715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3" tIns="71983" rIns="35992" bIns="35992" rtlCol="0" anchor="t"/>
          <a:lstStyle/>
          <a:p>
            <a:pPr marL="359410" lvl="3" indent="-171450" algn="just" defTabSz="405487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pt-PT" sz="1200" b="1" noProof="0">
              <a:solidFill>
                <a:srgbClr val="003E51"/>
              </a:solidFill>
              <a:latin typeface="Muli Light"/>
            </a:endParaRPr>
          </a:p>
        </p:txBody>
      </p:sp>
      <p:pic>
        <p:nvPicPr>
          <p:cNvPr id="9" name="05_01.png">
            <a:extLst>
              <a:ext uri="{FF2B5EF4-FFF2-40B4-BE49-F238E27FC236}">
                <a16:creationId xmlns:a16="http://schemas.microsoft.com/office/drawing/2014/main" id="{3BFF9289-6807-5402-E5F9-57B012A697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870390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F186E-5273-A74D-BB65-D33D04D7C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owchart: Delay 33">
            <a:extLst>
              <a:ext uri="{FF2B5EF4-FFF2-40B4-BE49-F238E27FC236}">
                <a16:creationId xmlns:a16="http://schemas.microsoft.com/office/drawing/2014/main" id="{E8EB41CC-C684-841F-9848-AF7E486496EB}"/>
              </a:ext>
            </a:extLst>
          </p:cNvPr>
          <p:cNvSpPr/>
          <p:nvPr/>
        </p:nvSpPr>
        <p:spPr>
          <a:xfrm>
            <a:off x="0" y="0"/>
            <a:ext cx="4725049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C4EAA6A4-599B-C343-32EF-B28F61FAB6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Implicações e Próximos Passos</a:t>
            </a:r>
          </a:p>
        </p:txBody>
      </p:sp>
      <p:sp>
        <p:nvSpPr>
          <p:cNvPr id="31" name="Text Placeholder 190">
            <a:extLst>
              <a:ext uri="{FF2B5EF4-FFF2-40B4-BE49-F238E27FC236}">
                <a16:creationId xmlns:a16="http://schemas.microsoft.com/office/drawing/2014/main" id="{77731EF8-0E94-72EB-1DDD-41E9B5CE1D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Alavancas para descarbonização da carteira (1|2)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B8916FDB-8D86-5C2C-7F84-DAB04C9BD84B}"/>
              </a:ext>
            </a:extLst>
          </p:cNvPr>
          <p:cNvSpPr txBox="1">
            <a:spLocks/>
          </p:cNvSpPr>
          <p:nvPr/>
        </p:nvSpPr>
        <p:spPr>
          <a:xfrm>
            <a:off x="3648173" y="1206555"/>
            <a:ext cx="6762652" cy="400936"/>
          </a:xfrm>
          <a:prstGeom prst="rect">
            <a:avLst/>
          </a:prstGeom>
        </p:spPr>
        <p:txBody>
          <a:bodyPr/>
          <a:lstStyle>
            <a:lvl1pPr algn="l" defTabSz="457066" eaLnBrk="1" hangingPunct="1">
              <a:spcBef>
                <a:spcPts val="500"/>
              </a:spcBef>
              <a:buFont typeface="Arial" panose="020B0604020202020204" pitchFamily="34" charset="0"/>
              <a:defRPr sz="1200" kern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  <a:lvl2pPr marL="34280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</a:defRPr>
            </a:lvl2pPr>
            <a:lvl3pPr marL="57133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</a:defRPr>
            </a:lvl3pPr>
            <a:lvl4pPr marL="799865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4pPr>
            <a:lvl5pPr marL="1028398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5pPr>
            <a:lvl6pPr marL="12569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6pPr>
            <a:lvl7pPr marL="148546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7pPr>
            <a:lvl8pPr marL="1713996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8pPr>
            <a:lvl9pPr marL="19425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9pPr>
          </a:lstStyle>
          <a:p>
            <a:pPr marL="228600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pt-PT" noProof="0">
                <a:solidFill>
                  <a:srgbClr val="005F7C"/>
                </a:solidFill>
              </a:rPr>
              <a:t>Gestão de risco &amp; portefólio alinhada com a descarbonização: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KPIs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e metas de carteira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Definir metas de redução de intensidade em linha com a trajetória definida e que impactem igualmente a política comercial, fazendo o acompanhamento destes indicadores (e.g. percentagem de exposição alinhada com o cenário, percentagem de exposição com EPC A ou A+, etc.);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Análise de risco de crédito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Desafiar a incorporação de indicadores de eficiência energética nos modelos de risco/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scorecards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e usar avaliações sobre risco físico e risco de transição como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input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para limites sectoriais,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ratings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/ notações internas e apetência ao risco;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Gestão ativa do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Identificar segmentos/ clientes prioritários para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engagement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e apoio à transição (e.g., maior intensidade, exposição, etc.) e/ ou definir políticas de rotação gradual de exposições que se revelem mais difíceis de alinhar – por serem estruturalmente ineficientes, incentivos ou capacidade para proceder à sua reabilitação;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Governance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e planeamento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– Relacionar estas ações com o plano de transição do Banco, com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milestones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claros e calendarizados, devidamente reconhecidos e aprovados pelos órgãos de governo próprios. Utilizar a calculadora para assegurar o acompanhamento e reporte conjunto entre as dimensões risco, emissões financiadas e progresso comercial.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C9F113-C742-B9F1-1A2D-F2A263EC7399}"/>
              </a:ext>
            </a:extLst>
          </p:cNvPr>
          <p:cNvSpPr/>
          <p:nvPr/>
        </p:nvSpPr>
        <p:spPr>
          <a:xfrm>
            <a:off x="4785861" y="1791975"/>
            <a:ext cx="6176891" cy="4715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3" tIns="71983" rIns="35992" bIns="35992" rtlCol="0" anchor="t"/>
          <a:lstStyle/>
          <a:p>
            <a:pPr marL="359410" lvl="3" indent="-171450" algn="just" defTabSz="405487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pt-PT" sz="1200" b="1" noProof="0">
              <a:solidFill>
                <a:srgbClr val="003E51"/>
              </a:solidFill>
              <a:latin typeface="Muli Light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692005-1445-6578-C543-359921FC5AC2}"/>
              </a:ext>
            </a:extLst>
          </p:cNvPr>
          <p:cNvSpPr/>
          <p:nvPr/>
        </p:nvSpPr>
        <p:spPr>
          <a:xfrm>
            <a:off x="-202130" y="3596692"/>
            <a:ext cx="3526156" cy="770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8"/>
            <a:r>
              <a:rPr lang="pt-PT" sz="1200" b="1" noProof="0">
                <a:solidFill>
                  <a:schemeClr val="bg1"/>
                </a:solidFill>
                <a:latin typeface="Muli" panose="00000500000000000000" pitchFamily="2" charset="0"/>
              </a:rPr>
              <a:t>Gestão de risco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F878009-0F9E-564D-7B22-BAF370927457}"/>
              </a:ext>
            </a:extLst>
          </p:cNvPr>
          <p:cNvGrpSpPr/>
          <p:nvPr/>
        </p:nvGrpSpPr>
        <p:grpSpPr>
          <a:xfrm>
            <a:off x="268356" y="3765891"/>
            <a:ext cx="424146" cy="432000"/>
            <a:chOff x="4763420" y="5542863"/>
            <a:chExt cx="424146" cy="432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47920DE-C7DC-2C88-4E10-EDB1B9294998}"/>
                </a:ext>
              </a:extLst>
            </p:cNvPr>
            <p:cNvSpPr/>
            <p:nvPr/>
          </p:nvSpPr>
          <p:spPr>
            <a:xfrm>
              <a:off x="4763420" y="5542863"/>
              <a:ext cx="424146" cy="432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pic>
          <p:nvPicPr>
            <p:cNvPr id="6" name="Graphic 5" descr="Downward trend graph with solid fill">
              <a:extLst>
                <a:ext uri="{FF2B5EF4-FFF2-40B4-BE49-F238E27FC236}">
                  <a16:creationId xmlns:a16="http://schemas.microsoft.com/office/drawing/2014/main" id="{9F37AB85-96E7-0C83-41F7-DE2C287DF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836360" y="5619730"/>
              <a:ext cx="295200" cy="295200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E96EFBF-958F-C54D-7042-3F507D0BD2C3}"/>
              </a:ext>
            </a:extLst>
          </p:cNvPr>
          <p:cNvSpPr/>
          <p:nvPr/>
        </p:nvSpPr>
        <p:spPr>
          <a:xfrm>
            <a:off x="-202131" y="2492497"/>
            <a:ext cx="3526156" cy="7711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8"/>
            <a:r>
              <a:rPr lang="pt-PT" sz="1200" b="1" noProof="0">
                <a:solidFill>
                  <a:schemeClr val="tx1"/>
                </a:solidFill>
                <a:latin typeface="Muli" panose="00000500000000000000" pitchFamily="2" charset="0"/>
              </a:rPr>
              <a:t>Comerciais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B0791A-C2D5-55C3-ACB3-599A3A5322AC}"/>
              </a:ext>
            </a:extLst>
          </p:cNvPr>
          <p:cNvGrpSpPr/>
          <p:nvPr/>
        </p:nvGrpSpPr>
        <p:grpSpPr>
          <a:xfrm>
            <a:off x="272783" y="2688862"/>
            <a:ext cx="423530" cy="432000"/>
            <a:chOff x="272783" y="2471573"/>
            <a:chExt cx="423530" cy="4320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5864C09-BE35-D567-0042-29B753D987D6}"/>
                </a:ext>
              </a:extLst>
            </p:cNvPr>
            <p:cNvSpPr/>
            <p:nvPr/>
          </p:nvSpPr>
          <p:spPr>
            <a:xfrm>
              <a:off x="272783" y="2471573"/>
              <a:ext cx="423530" cy="432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pic>
          <p:nvPicPr>
            <p:cNvPr id="11" name="Graphic 10" descr="Internet Banking with solid fill">
              <a:extLst>
                <a:ext uri="{FF2B5EF4-FFF2-40B4-BE49-F238E27FC236}">
                  <a16:creationId xmlns:a16="http://schemas.microsoft.com/office/drawing/2014/main" id="{507A5B43-F8D5-74B0-5865-155BADD8E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336948" y="2539973"/>
              <a:ext cx="295200" cy="295200"/>
            </a:xfrm>
            <a:prstGeom prst="rect">
              <a:avLst/>
            </a:prstGeom>
          </p:spPr>
        </p:pic>
      </p:grpSp>
      <p:pic>
        <p:nvPicPr>
          <p:cNvPr id="12" name="05_01.png">
            <a:extLst>
              <a:ext uri="{FF2B5EF4-FFF2-40B4-BE49-F238E27FC236}">
                <a16:creationId xmlns:a16="http://schemas.microsoft.com/office/drawing/2014/main" id="{883244E7-A3C9-E8DF-A3BB-D4365A2FCF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809B376-4E39-3566-CA6E-BC01D9FF0BDF}"/>
              </a:ext>
            </a:extLst>
          </p:cNvPr>
          <p:cNvSpPr/>
          <p:nvPr/>
        </p:nvSpPr>
        <p:spPr>
          <a:xfrm>
            <a:off x="9331921" y="5454693"/>
            <a:ext cx="1708427" cy="109457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Monitorização dos objetivos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7E2B8FC-8C29-B371-6D81-10A890E7712E}"/>
              </a:ext>
            </a:extLst>
          </p:cNvPr>
          <p:cNvSpPr/>
          <p:nvPr/>
        </p:nvSpPr>
        <p:spPr>
          <a:xfrm>
            <a:off x="7462782" y="5454693"/>
            <a:ext cx="1708427" cy="109457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Desenvolvimento da oferta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31CBC10-31DB-A523-906F-11AD2AE71DAB}"/>
              </a:ext>
            </a:extLst>
          </p:cNvPr>
          <p:cNvSpPr/>
          <p:nvPr/>
        </p:nvSpPr>
        <p:spPr>
          <a:xfrm>
            <a:off x="5593643" y="5454693"/>
            <a:ext cx="1708427" cy="109457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Gestão </a:t>
            </a:r>
          </a:p>
          <a:p>
            <a:pPr algn="ctr"/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de risco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2D50BE0-9325-B6F5-1F4B-8BA7025CD28A}"/>
              </a:ext>
            </a:extLst>
          </p:cNvPr>
          <p:cNvSpPr/>
          <p:nvPr/>
        </p:nvSpPr>
        <p:spPr>
          <a:xfrm>
            <a:off x="3724504" y="5454693"/>
            <a:ext cx="1708427" cy="109457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Transparência para </a:t>
            </a:r>
            <a:r>
              <a:rPr lang="pt-PT" sz="1400" i="1" noProof="0" err="1">
                <a:solidFill>
                  <a:schemeClr val="bg1"/>
                </a:solidFill>
                <a:latin typeface="Muli Light" panose="00000400000000000000" pitchFamily="2" charset="0"/>
              </a:rPr>
              <a:t>stakeholders</a:t>
            </a:r>
            <a:endParaRPr lang="pt-PT" sz="1400" i="1" noProof="0">
              <a:solidFill>
                <a:schemeClr val="bg1"/>
              </a:solidFill>
              <a:latin typeface="Muli Light" panose="00000400000000000000" pitchFamily="2" charset="0"/>
            </a:endParaRPr>
          </a:p>
        </p:txBody>
      </p:sp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D34A1D89-A854-9822-DFF4-57601C029B49}"/>
              </a:ext>
            </a:extLst>
          </p:cNvPr>
          <p:cNvSpPr/>
          <p:nvPr/>
        </p:nvSpPr>
        <p:spPr>
          <a:xfrm>
            <a:off x="3724504" y="5946230"/>
            <a:ext cx="7315844" cy="55811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noProof="0">
                <a:solidFill>
                  <a:schemeClr val="tx1"/>
                </a:solidFill>
                <a:latin typeface="Muli Light" panose="00000400000000000000" pitchFamily="2" charset="0"/>
              </a:rPr>
              <a:t>Cálculo de emissões no cumprimento de diferentes objetivos de negócio</a:t>
            </a:r>
            <a:r>
              <a:rPr lang="pt-PT" sz="1400" baseline="30000" noProof="0">
                <a:solidFill>
                  <a:schemeClr val="tx1"/>
                </a:solidFill>
                <a:latin typeface="Muli Light" panose="00000400000000000000" pitchFamily="2" charset="0"/>
              </a:rPr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FB6DA4-018D-3B9B-7563-768D49247CCD}"/>
              </a:ext>
            </a:extLst>
          </p:cNvPr>
          <p:cNvSpPr/>
          <p:nvPr/>
        </p:nvSpPr>
        <p:spPr>
          <a:xfrm>
            <a:off x="485840" y="6532942"/>
            <a:ext cx="11218734" cy="33017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7BE8DE-73BD-AD1C-072B-66B3F4DAFDE6}"/>
              </a:ext>
            </a:extLst>
          </p:cNvPr>
          <p:cNvSpPr/>
          <p:nvPr/>
        </p:nvSpPr>
        <p:spPr>
          <a:xfrm>
            <a:off x="485840" y="6189626"/>
            <a:ext cx="11218734" cy="483403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655532-6348-92AC-24ED-F913670E6CAB}"/>
              </a:ext>
            </a:extLst>
          </p:cNvPr>
          <p:cNvSpPr/>
          <p:nvPr/>
        </p:nvSpPr>
        <p:spPr>
          <a:xfrm>
            <a:off x="549491" y="633471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Notas: (1) PCAF,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Financed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emissions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– For financial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institutions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measuring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and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reporting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scope 3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category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emissions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(dezembro de 2025)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  <a:endParaRPr lang="pt-PT" sz="80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1016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6AA4A-898C-D256-21AD-6E8AA0EA6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hand holding a plant with a light bulb">
            <a:extLst>
              <a:ext uri="{FF2B5EF4-FFF2-40B4-BE49-F238E27FC236}">
                <a16:creationId xmlns:a16="http://schemas.microsoft.com/office/drawing/2014/main" id="{310DC115-60E8-636B-7DEE-293F00DBB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-530372"/>
            <a:ext cx="12190413" cy="837900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6F6257B-18CC-C19C-9F8F-5235564C028A}"/>
              </a:ext>
            </a:extLst>
          </p:cNvPr>
          <p:cNvSpPr/>
          <p:nvPr/>
        </p:nvSpPr>
        <p:spPr>
          <a:xfrm>
            <a:off x="-2327" y="-530372"/>
            <a:ext cx="12190413" cy="7848978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pic>
        <p:nvPicPr>
          <p:cNvPr id="9" name="07.png">
            <a:extLst>
              <a:ext uri="{FF2B5EF4-FFF2-40B4-BE49-F238E27FC236}">
                <a16:creationId xmlns:a16="http://schemas.microsoft.com/office/drawing/2014/main" id="{13123D8B-EBA1-0221-26BB-2354E902D1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2768827"/>
            <a:ext cx="12192734" cy="178060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3200AD2-D855-C0AA-1116-9D5AB20DEF73}"/>
              </a:ext>
            </a:extLst>
          </p:cNvPr>
          <p:cNvSpPr txBox="1">
            <a:spLocks/>
          </p:cNvSpPr>
          <p:nvPr/>
        </p:nvSpPr>
        <p:spPr>
          <a:xfrm>
            <a:off x="809521" y="2933764"/>
            <a:ext cx="10767129" cy="495236"/>
          </a:xfrm>
          <a:prstGeom prst="rect">
            <a:avLst/>
          </a:prstGeom>
        </p:spPr>
        <p:txBody>
          <a:bodyPr/>
          <a:lstStyle>
            <a:lvl1pPr marL="111352" indent="-111352" algn="l" defTabSz="445407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05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759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46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16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486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57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27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297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b="1" noProof="0">
                <a:solidFill>
                  <a:schemeClr val="bg1"/>
                </a:solidFill>
                <a:latin typeface="Muli" panose="00000500000000000000" pitchFamily="2" charset="0"/>
              </a:rPr>
              <a:t>Anexos</a:t>
            </a:r>
          </a:p>
        </p:txBody>
      </p:sp>
    </p:spTree>
    <p:extLst>
      <p:ext uri="{BB962C8B-B14F-4D97-AF65-F5344CB8AC3E}">
        <p14:creationId xmlns:p14="http://schemas.microsoft.com/office/powerpoint/2010/main" val="4097853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372AD-8136-B899-8C0A-901F704D2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DF0450B-D886-9C57-404E-A0EEC586279F}"/>
              </a:ext>
            </a:extLst>
          </p:cNvPr>
          <p:cNvSpPr/>
          <p:nvPr/>
        </p:nvSpPr>
        <p:spPr>
          <a:xfrm>
            <a:off x="609522" y="1297690"/>
            <a:ext cx="7890810" cy="1916652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AA57D10-FF12-B792-6EE1-BB1D7F14D758}"/>
              </a:ext>
            </a:extLst>
          </p:cNvPr>
          <p:cNvSpPr/>
          <p:nvPr/>
        </p:nvSpPr>
        <p:spPr>
          <a:xfrm>
            <a:off x="609522" y="3426994"/>
            <a:ext cx="7880014" cy="3034766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8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F32EC-126E-CB42-184B-B425CCCC95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Fórmulas (1|5)</a:t>
            </a:r>
            <a:endParaRPr lang="pt-PT" sz="1300" noProof="0"/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A30B876F-1E7A-87B3-26FE-9563847BB6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731016F-CD66-5673-669A-5284A7C9FE11}"/>
              </a:ext>
            </a:extLst>
          </p:cNvPr>
          <p:cNvSpPr/>
          <p:nvPr/>
        </p:nvSpPr>
        <p:spPr>
          <a:xfrm>
            <a:off x="724806" y="3546282"/>
            <a:ext cx="6784346" cy="1336208"/>
          </a:xfrm>
          <a:prstGeom prst="roundRect">
            <a:avLst>
              <a:gd name="adj" fmla="val 14178"/>
            </a:avLst>
          </a:prstGeom>
          <a:noFill/>
          <a:ln w="3175" cap="flat" cmpd="sng" algn="ctr">
            <a:noFill/>
            <a:prstDash val="solid"/>
            <a:miter lim="800000"/>
          </a:ln>
          <a:effectLst/>
        </p:spPr>
        <p:txBody>
          <a:bodyPr wrap="square" lIns="0" tIns="0" rIns="0" rtlCol="0" anchor="ctr" anchorCtr="0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𝒊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cada imóvel do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; </a:t>
            </a: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𝒏: número total de imóveis considerados;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Emissões financiadas do Imóvel: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emissões financiadas calculadas para o imóvel expressas em toneladas de dióxido de carbono equivalente (tCO</a:t>
            </a:r>
            <a:r>
              <a:rPr lang="pt-PT" sz="1200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e).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DD66DFB-A217-C011-B970-68DAE3D32E9F}"/>
              </a:ext>
            </a:extLst>
          </p:cNvPr>
          <p:cNvSpPr/>
          <p:nvPr/>
        </p:nvSpPr>
        <p:spPr>
          <a:xfrm>
            <a:off x="2914066" y="1704293"/>
            <a:ext cx="31928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=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E257F2-CDA7-4A45-BA28-85796165926B}"/>
                  </a:ext>
                </a:extLst>
              </p:cNvPr>
              <p:cNvSpPr txBox="1"/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171450" indent="-171450" algn="l"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200">
                    <a:solidFill>
                      <a:schemeClr val="tx1"/>
                    </a:solidFill>
                    <a:latin typeface="Muli Light" panose="00000400000000000000" pitchFamily="2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𝐸𝑚𝑖𝑠𝑠</m:t>
                      </m:r>
                      <m:r>
                        <a:rPr lang="pt-PT" noProof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õ</m:t>
                      </m:r>
                      <m:r>
                        <a:rPr lang="pt-PT" i="1" noProof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pt-PT" noProof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𝐴𝑏𝑠𝑜𝑙𝑢𝑡𝑎𝑠</m:t>
                      </m:r>
                      <m:r>
                        <a:rPr lang="pt-PT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PT" b="0" i="1" noProof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 noProof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 noProof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𝑃𝑜𝑟𝑡𝑓</m:t>
                      </m:r>
                      <m:r>
                        <a:rPr lang="pt-PT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pt-PT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𝑙𝑖𝑜</m:t>
                      </m:r>
                    </m:oMath>
                  </m:oMathPara>
                </a14:m>
                <a:endParaRPr lang="pt-PT" noProof="0">
                  <a:solidFill>
                    <a:schemeClr val="bg1"/>
                  </a:solidFill>
                  <a:latin typeface="Muli" panose="00000500000000000000" pitchFamily="2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E257F2-CDA7-4A45-BA28-857961659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33C8B4-398C-F0E4-6E29-3EDD2449257B}"/>
                  </a:ext>
                </a:extLst>
              </p:cNvPr>
              <p:cNvSpPr txBox="1"/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PT" sz="12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PT" sz="12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PT" sz="12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PT" sz="12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𝐸𝑚𝑖𝑠𝑠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õ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𝐹𝑖𝑛𝑎𝑛𝑐𝑖𝑎𝑑𝑎𝑠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pt-PT" sz="1200" dirty="0">
                              <a:solidFill>
                                <a:schemeClr val="tx1"/>
                              </a:solidFill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𝑑𝑜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𝐼𝑚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ó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𝑣𝑒𝑙</m:t>
                          </m:r>
                          <m:r>
                            <m:rPr>
                              <m:nor/>
                            </m:rPr>
                            <a:rPr lang="pt-PT" sz="1200" dirty="0">
                              <a:solidFill>
                                <a:schemeClr val="tx1"/>
                              </a:solidFill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pt-PT" sz="1200" noProof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33C8B4-398C-F0E4-6E29-3EDD24492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8">
            <a:extLst>
              <a:ext uri="{FF2B5EF4-FFF2-40B4-BE49-F238E27FC236}">
                <a16:creationId xmlns:a16="http://schemas.microsoft.com/office/drawing/2014/main" id="{1FFDDDFD-4F9C-C49E-B6C5-7FBD10F01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1182717"/>
            <a:ext cx="1872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Emissões Absolutas</a:t>
            </a: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BB43F0CF-3B6A-DE5F-4C13-7FF559BFA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3301080"/>
            <a:ext cx="180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Descrição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ECD91F0-F4A2-F890-D687-5AC4CF86271C}"/>
              </a:ext>
            </a:extLst>
          </p:cNvPr>
          <p:cNvGrpSpPr/>
          <p:nvPr/>
        </p:nvGrpSpPr>
        <p:grpSpPr>
          <a:xfrm rot="10800000">
            <a:off x="9135329" y="2026231"/>
            <a:ext cx="866408" cy="1442227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65C1A4CF-EC63-0181-187D-6E7FADFEC8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4" name="Freeform 6">
              <a:extLst>
                <a:ext uri="{FF2B5EF4-FFF2-40B4-BE49-F238E27FC236}">
                  <a16:creationId xmlns:a16="http://schemas.microsoft.com/office/drawing/2014/main" id="{2A53F12C-F40A-7F6A-8AED-02FE8F7C63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AFC6A902-9D85-2335-EE12-B367A1C751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6EE3B271-E44C-086D-4DDA-7361005A23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7A53E4C-E9EA-4656-006F-DE58C7060730}"/>
              </a:ext>
            </a:extLst>
          </p:cNvPr>
          <p:cNvCxnSpPr>
            <a:cxnSpLocks/>
          </p:cNvCxnSpPr>
          <p:nvPr/>
        </p:nvCxnSpPr>
        <p:spPr>
          <a:xfrm flipV="1">
            <a:off x="9569009" y="-58723"/>
            <a:ext cx="0" cy="239047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2B364E7-A1E0-3DBE-017F-036C12A6F2BA}"/>
              </a:ext>
            </a:extLst>
          </p:cNvPr>
          <p:cNvCxnSpPr>
            <a:cxnSpLocks/>
          </p:cNvCxnSpPr>
          <p:nvPr/>
        </p:nvCxnSpPr>
        <p:spPr>
          <a:xfrm flipV="1">
            <a:off x="10558739" y="-58723"/>
            <a:ext cx="0" cy="3439801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grpSp>
        <p:nvGrpSpPr>
          <p:cNvPr id="41" name="Group 37">
            <a:extLst>
              <a:ext uri="{FF2B5EF4-FFF2-40B4-BE49-F238E27FC236}">
                <a16:creationId xmlns:a16="http://schemas.microsoft.com/office/drawing/2014/main" id="{1BC3FE0B-78B9-2636-7D92-235617C4E89B}"/>
              </a:ext>
            </a:extLst>
          </p:cNvPr>
          <p:cNvGrpSpPr/>
          <p:nvPr/>
        </p:nvGrpSpPr>
        <p:grpSpPr>
          <a:xfrm rot="10800000">
            <a:off x="10008818" y="2746523"/>
            <a:ext cx="1092506" cy="1818562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1144606D-89A5-7FDE-C596-1DC19ABC10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5" name="Freeform 6">
              <a:extLst>
                <a:ext uri="{FF2B5EF4-FFF2-40B4-BE49-F238E27FC236}">
                  <a16:creationId xmlns:a16="http://schemas.microsoft.com/office/drawing/2014/main" id="{688C262D-F95A-F70C-33FC-8C0375A5C0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2418B244-28C8-87C6-E9BD-F122690CD0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7" name="Freeform 5">
              <a:extLst>
                <a:ext uri="{FF2B5EF4-FFF2-40B4-BE49-F238E27FC236}">
                  <a16:creationId xmlns:a16="http://schemas.microsoft.com/office/drawing/2014/main" id="{969FCC9A-5830-15D1-49DB-3F6EF9DC3D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5C260E8-F343-6302-3F20-E7D70EFB2E90}"/>
              </a:ext>
            </a:extLst>
          </p:cNvPr>
          <p:cNvCxnSpPr>
            <a:cxnSpLocks/>
          </p:cNvCxnSpPr>
          <p:nvPr/>
        </p:nvCxnSpPr>
        <p:spPr>
          <a:xfrm flipV="1">
            <a:off x="11404889" y="-58723"/>
            <a:ext cx="0" cy="4108853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sp>
        <p:nvSpPr>
          <p:cNvPr id="49" name="Freeform 5">
            <a:extLst>
              <a:ext uri="{FF2B5EF4-FFF2-40B4-BE49-F238E27FC236}">
                <a16:creationId xmlns:a16="http://schemas.microsoft.com/office/drawing/2014/main" id="{4B60488D-206C-4063-4228-83DC77BFC483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411979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50" name="Freeform 6">
            <a:extLst>
              <a:ext uri="{FF2B5EF4-FFF2-40B4-BE49-F238E27FC236}">
                <a16:creationId xmlns:a16="http://schemas.microsoft.com/office/drawing/2014/main" id="{3D174690-D16A-36EA-3967-6315084C2FAE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216334" y="4066482"/>
            <a:ext cx="363977" cy="186710"/>
          </a:xfrm>
          <a:custGeom>
            <a:avLst/>
            <a:gdLst/>
            <a:ahLst/>
            <a:cxnLst>
              <a:cxn ang="0">
                <a:pos x="60" y="64"/>
              </a:cxn>
              <a:cxn ang="0">
                <a:pos x="60" y="78"/>
              </a:cxn>
              <a:cxn ang="0">
                <a:pos x="89" y="108"/>
              </a:cxn>
              <a:cxn ang="0">
                <a:pos x="133" y="108"/>
              </a:cxn>
              <a:cxn ang="0">
                <a:pos x="163" y="78"/>
              </a:cxn>
              <a:cxn ang="0">
                <a:pos x="163" y="64"/>
              </a:cxn>
              <a:cxn ang="0">
                <a:pos x="223" y="0"/>
              </a:cxn>
              <a:cxn ang="0">
                <a:pos x="0" y="0"/>
              </a:cxn>
              <a:cxn ang="0">
                <a:pos x="60" y="64"/>
              </a:cxn>
              <a:cxn ang="0">
                <a:pos x="60" y="64"/>
              </a:cxn>
              <a:cxn ang="0">
                <a:pos x="60" y="64"/>
              </a:cxn>
            </a:cxnLst>
            <a:rect l="0" t="0" r="r" b="b"/>
            <a:pathLst>
              <a:path w="223" h="108">
                <a:moveTo>
                  <a:pt x="60" y="64"/>
                </a:moveTo>
                <a:cubicBezTo>
                  <a:pt x="60" y="78"/>
                  <a:pt x="60" y="78"/>
                  <a:pt x="60" y="78"/>
                </a:cubicBezTo>
                <a:cubicBezTo>
                  <a:pt x="60" y="95"/>
                  <a:pt x="73" y="108"/>
                  <a:pt x="89" y="108"/>
                </a:cubicBezTo>
                <a:cubicBezTo>
                  <a:pt x="133" y="108"/>
                  <a:pt x="133" y="108"/>
                  <a:pt x="133" y="108"/>
                </a:cubicBezTo>
                <a:cubicBezTo>
                  <a:pt x="150" y="108"/>
                  <a:pt x="163" y="95"/>
                  <a:pt x="163" y="78"/>
                </a:cubicBezTo>
                <a:cubicBezTo>
                  <a:pt x="163" y="64"/>
                  <a:pt x="163" y="64"/>
                  <a:pt x="163" y="64"/>
                </a:cubicBezTo>
                <a:cubicBezTo>
                  <a:pt x="196" y="61"/>
                  <a:pt x="223" y="34"/>
                  <a:pt x="22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4"/>
                  <a:pt x="27" y="61"/>
                  <a:pt x="60" y="64"/>
                </a:cubicBezTo>
                <a:close/>
                <a:moveTo>
                  <a:pt x="60" y="64"/>
                </a:moveTo>
                <a:cubicBezTo>
                  <a:pt x="60" y="64"/>
                  <a:pt x="60" y="64"/>
                  <a:pt x="60" y="64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51" name="Freeform 7">
            <a:extLst>
              <a:ext uri="{FF2B5EF4-FFF2-40B4-BE49-F238E27FC236}">
                <a16:creationId xmlns:a16="http://schemas.microsoft.com/office/drawing/2014/main" id="{8429625E-4206-E0C1-F362-B5A56442574F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0965119" y="4541769"/>
            <a:ext cx="866407" cy="966937"/>
          </a:xfrm>
          <a:custGeom>
            <a:avLst/>
            <a:gdLst/>
            <a:ahLst/>
            <a:cxnLst>
              <a:cxn ang="0">
                <a:pos x="265" y="0"/>
              </a:cxn>
              <a:cxn ang="0">
                <a:pos x="0" y="266"/>
              </a:cxn>
              <a:cxn ang="0">
                <a:pos x="57" y="429"/>
              </a:cxn>
              <a:cxn ang="0">
                <a:pos x="144" y="557"/>
              </a:cxn>
              <a:cxn ang="0">
                <a:pos x="387" y="557"/>
              </a:cxn>
              <a:cxn ang="0">
                <a:pos x="474" y="429"/>
              </a:cxn>
              <a:cxn ang="0">
                <a:pos x="531" y="266"/>
              </a:cxn>
              <a:cxn ang="0">
                <a:pos x="265" y="0"/>
              </a:cxn>
              <a:cxn ang="0">
                <a:pos x="266" y="92"/>
              </a:cxn>
              <a:cxn ang="0">
                <a:pos x="95" y="263"/>
              </a:cxn>
              <a:cxn ang="0">
                <a:pos x="69" y="290"/>
              </a:cxn>
              <a:cxn ang="0">
                <a:pos x="42" y="263"/>
              </a:cxn>
              <a:cxn ang="0">
                <a:pos x="266" y="39"/>
              </a:cxn>
              <a:cxn ang="0">
                <a:pos x="292" y="66"/>
              </a:cxn>
              <a:cxn ang="0">
                <a:pos x="266" y="92"/>
              </a:cxn>
              <a:cxn ang="0">
                <a:pos x="266" y="92"/>
              </a:cxn>
              <a:cxn ang="0">
                <a:pos x="266" y="92"/>
              </a:cxn>
            </a:cxnLst>
            <a:rect l="0" t="0" r="r" b="b"/>
            <a:pathLst>
              <a:path w="531" h="557">
                <a:moveTo>
                  <a:pt x="265" y="0"/>
                </a:moveTo>
                <a:cubicBezTo>
                  <a:pt x="119" y="0"/>
                  <a:pt x="0" y="119"/>
                  <a:pt x="0" y="266"/>
                </a:cubicBezTo>
                <a:cubicBezTo>
                  <a:pt x="0" y="327"/>
                  <a:pt x="21" y="384"/>
                  <a:pt x="57" y="429"/>
                </a:cubicBezTo>
                <a:cubicBezTo>
                  <a:pt x="88" y="469"/>
                  <a:pt x="118" y="513"/>
                  <a:pt x="144" y="557"/>
                </a:cubicBezTo>
                <a:cubicBezTo>
                  <a:pt x="387" y="557"/>
                  <a:pt x="387" y="557"/>
                  <a:pt x="387" y="557"/>
                </a:cubicBezTo>
                <a:cubicBezTo>
                  <a:pt x="413" y="512"/>
                  <a:pt x="442" y="470"/>
                  <a:pt x="474" y="429"/>
                </a:cubicBezTo>
                <a:cubicBezTo>
                  <a:pt x="510" y="384"/>
                  <a:pt x="531" y="327"/>
                  <a:pt x="531" y="266"/>
                </a:cubicBezTo>
                <a:cubicBezTo>
                  <a:pt x="531" y="119"/>
                  <a:pt x="412" y="0"/>
                  <a:pt x="265" y="0"/>
                </a:cubicBezTo>
                <a:close/>
                <a:moveTo>
                  <a:pt x="266" y="92"/>
                </a:moveTo>
                <a:cubicBezTo>
                  <a:pt x="172" y="92"/>
                  <a:pt x="95" y="169"/>
                  <a:pt x="95" y="263"/>
                </a:cubicBezTo>
                <a:cubicBezTo>
                  <a:pt x="95" y="278"/>
                  <a:pt x="83" y="290"/>
                  <a:pt x="69" y="290"/>
                </a:cubicBezTo>
                <a:cubicBezTo>
                  <a:pt x="54" y="290"/>
                  <a:pt x="42" y="278"/>
                  <a:pt x="42" y="263"/>
                </a:cubicBezTo>
                <a:cubicBezTo>
                  <a:pt x="42" y="140"/>
                  <a:pt x="142" y="39"/>
                  <a:pt x="266" y="39"/>
                </a:cubicBezTo>
                <a:cubicBezTo>
                  <a:pt x="281" y="39"/>
                  <a:pt x="292" y="51"/>
                  <a:pt x="292" y="66"/>
                </a:cubicBezTo>
                <a:cubicBezTo>
                  <a:pt x="292" y="80"/>
                  <a:pt x="281" y="92"/>
                  <a:pt x="266" y="92"/>
                </a:cubicBezTo>
                <a:close/>
                <a:moveTo>
                  <a:pt x="266" y="92"/>
                </a:moveTo>
                <a:cubicBezTo>
                  <a:pt x="266" y="92"/>
                  <a:pt x="266" y="92"/>
                  <a:pt x="266" y="92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id="{D3694AF2-9321-A4EF-204C-50F2DB4518A0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284836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pic>
        <p:nvPicPr>
          <p:cNvPr id="53" name="Graphic 52" descr="Leaf with solid fill">
            <a:extLst>
              <a:ext uri="{FF2B5EF4-FFF2-40B4-BE49-F238E27FC236}">
                <a16:creationId xmlns:a16="http://schemas.microsoft.com/office/drawing/2014/main" id="{E7B679CF-5E57-DC93-DCB7-A86ECE66D4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6496" y="2825840"/>
            <a:ext cx="327752" cy="327752"/>
          </a:xfrm>
          <a:prstGeom prst="rect">
            <a:avLst/>
          </a:prstGeom>
        </p:spPr>
      </p:pic>
      <p:pic>
        <p:nvPicPr>
          <p:cNvPr id="54" name="Graphic 53" descr="Leaf with solid fill">
            <a:extLst>
              <a:ext uri="{FF2B5EF4-FFF2-40B4-BE49-F238E27FC236}">
                <a16:creationId xmlns:a16="http://schemas.microsoft.com/office/drawing/2014/main" id="{F278C275-9859-4A78-7AC5-09ECD8506D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68048" y="3758534"/>
            <a:ext cx="327752" cy="327752"/>
          </a:xfrm>
          <a:prstGeom prst="rect">
            <a:avLst/>
          </a:prstGeom>
        </p:spPr>
      </p:pic>
      <p:pic>
        <p:nvPicPr>
          <p:cNvPr id="55" name="Graphic 54" descr="Leaf with solid fill">
            <a:extLst>
              <a:ext uri="{FF2B5EF4-FFF2-40B4-BE49-F238E27FC236}">
                <a16:creationId xmlns:a16="http://schemas.microsoft.com/office/drawing/2014/main" id="{9BAAF712-46D5-C206-0A5D-F320800939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39172" y="4906213"/>
            <a:ext cx="327752" cy="32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3981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C879B-0319-707E-1207-351E382FD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A5A0A3CB-368F-BAF0-210D-0F5CA437C176}"/>
              </a:ext>
            </a:extLst>
          </p:cNvPr>
          <p:cNvSpPr/>
          <p:nvPr/>
        </p:nvSpPr>
        <p:spPr>
          <a:xfrm>
            <a:off x="609522" y="1297690"/>
            <a:ext cx="7890810" cy="1916652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1098692-3B21-1EB3-6388-983E9BD40821}"/>
              </a:ext>
            </a:extLst>
          </p:cNvPr>
          <p:cNvSpPr/>
          <p:nvPr/>
        </p:nvSpPr>
        <p:spPr>
          <a:xfrm>
            <a:off x="609522" y="3426994"/>
            <a:ext cx="7880014" cy="3034766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8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EB5D0-7EEC-7F37-B03B-569CB2394F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Fórmulas (2|5)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EF24FEF0-C0C9-499F-947A-3EB6CE9B6C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Anexos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5AD73BC-9578-CDBB-2902-204C0D60952C}"/>
              </a:ext>
            </a:extLst>
          </p:cNvPr>
          <p:cNvSpPr/>
          <p:nvPr/>
        </p:nvSpPr>
        <p:spPr>
          <a:xfrm>
            <a:off x="724806" y="3546281"/>
            <a:ext cx="6784346" cy="1962425"/>
          </a:xfrm>
          <a:prstGeom prst="roundRect">
            <a:avLst>
              <a:gd name="adj" fmla="val 14178"/>
            </a:avLst>
          </a:prstGeom>
          <a:noFill/>
          <a:ln w="3175" cap="flat" cmpd="sng" algn="ctr">
            <a:noFill/>
            <a:prstDash val="solid"/>
            <a:miter lim="800000"/>
          </a:ln>
          <a:effectLst/>
        </p:spPr>
        <p:txBody>
          <a:bodyPr wrap="square" lIns="0" tIns="0" rIns="0" rtlCol="0" anchor="ctr" anchorCtr="0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𝒊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cada imóvel do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𝒏: número total de imóveis considerados;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Emissões financiadas do Imóvel: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emissões financiadas calculadas para o imóvel expressas em toneladas de dióxido de carbono equivalente (tCO</a:t>
            </a:r>
            <a:r>
              <a:rPr lang="pt-PT" sz="1200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e). Para este efeito apenas são considerados os imóveis que apresentem um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score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de 3 ou 4.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Área Ponderada do Imóvel: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área útil do imóvel atribuída ao financiamento, que corresponde ao produto entre a área útil do imóvel e o fator de atribuição utilizado no cálculo das emissões financiadas, expressa em m</a:t>
            </a:r>
            <a:r>
              <a:rPr lang="pt-PT" sz="1200" baseline="30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Fator 1000: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fator de conversão da métrica para KgCO</a:t>
            </a:r>
            <a:r>
              <a:rPr lang="pt-PT" sz="1200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e, por metro quadrado (</a:t>
            </a:r>
            <a:r>
              <a:rPr lang="pt-PT" sz="1200" err="1">
                <a:solidFill>
                  <a:srgbClr val="005F7C"/>
                </a:solidFill>
                <a:latin typeface="Muli Light" panose="00000400000000000000" pitchFamily="2" charset="0"/>
              </a:rPr>
              <a:t>KgCO₂e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/€M).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1B2813A-54E9-0042-ED7D-B5777E44C320}"/>
              </a:ext>
            </a:extLst>
          </p:cNvPr>
          <p:cNvSpPr/>
          <p:nvPr/>
        </p:nvSpPr>
        <p:spPr>
          <a:xfrm>
            <a:off x="2914066" y="1704293"/>
            <a:ext cx="31928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=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AF01AD-47A4-FE3F-7EE0-9E037B9CD2E1}"/>
                  </a:ext>
                </a:extLst>
              </p:cNvPr>
              <p:cNvSpPr txBox="1"/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171450" indent="-171450" algn="l"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200">
                    <a:solidFill>
                      <a:schemeClr val="tx1"/>
                    </a:solidFill>
                    <a:latin typeface="Muli Light" panose="00000400000000000000" pitchFamily="2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Intensidade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í</m:t>
                      </m:r>
                      <m:r>
                        <m:rPr>
                          <m:sty m:val="p"/>
                        </m:rP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sica</m:t>
                      </m:r>
                    </m:oMath>
                  </m:oMathPara>
                </a14:m>
                <a:endParaRPr lang="pt-PT" i="1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𝑃𝑜𝑟𝑡𝑓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𝑙𝑖𝑜</m:t>
                      </m:r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Muli" panose="00000500000000000000" pitchFamily="2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AF01AD-47A4-FE3F-7EE0-9E037B9CD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D08ECC-9A2F-1ECF-FD5E-A10BB5EED720}"/>
                  </a:ext>
                </a:extLst>
              </p:cNvPr>
              <p:cNvSpPr txBox="1"/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PT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𝐸𝑚𝑖𝑠𝑠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õ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𝐹𝑖𝑛𝑎𝑛𝑐𝑖𝑎𝑑𝑎𝑠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pt-PT" sz="1200" dirty="0">
                                      <a:solidFill>
                                        <a:schemeClr val="tx1"/>
                                      </a:solidFill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𝐼𝑚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ó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𝑣𝑒𝑙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1000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pt-PT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Á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𝑟𝑒𝑎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𝑃𝑜𝑛𝑑𝑒𝑟𝑎𝑑𝑎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D08ECC-9A2F-1ECF-FD5E-A10BB5EED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8">
            <a:extLst>
              <a:ext uri="{FF2B5EF4-FFF2-40B4-BE49-F238E27FC236}">
                <a16:creationId xmlns:a16="http://schemas.microsoft.com/office/drawing/2014/main" id="{4DDCA759-C757-3FC2-936A-A305F8F93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1182717"/>
            <a:ext cx="1872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Intensidade Física</a:t>
            </a: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47E5C930-7C4C-B770-458E-72B3DCE06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3301080"/>
            <a:ext cx="180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Descrição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F5A4693-AD31-079B-33C6-D973C906B101}"/>
              </a:ext>
            </a:extLst>
          </p:cNvPr>
          <p:cNvGrpSpPr/>
          <p:nvPr/>
        </p:nvGrpSpPr>
        <p:grpSpPr>
          <a:xfrm rot="10800000">
            <a:off x="9135329" y="2026231"/>
            <a:ext cx="866408" cy="1442227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F22D0969-F4D6-E77E-A72A-84DA4636C0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D2350E81-5681-52DB-C42E-86DAFAAE0F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B3992623-9100-D127-33F8-72BB85E5B5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F15715C5-DB48-9E81-9ED3-6048391401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E21E2B1-5E61-9577-7AD2-43849E50FB8A}"/>
              </a:ext>
            </a:extLst>
          </p:cNvPr>
          <p:cNvCxnSpPr>
            <a:cxnSpLocks/>
          </p:cNvCxnSpPr>
          <p:nvPr/>
        </p:nvCxnSpPr>
        <p:spPr>
          <a:xfrm flipV="1">
            <a:off x="9569009" y="-58723"/>
            <a:ext cx="0" cy="239047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9249900-28FB-399F-DA64-FAC72DA4FE49}"/>
              </a:ext>
            </a:extLst>
          </p:cNvPr>
          <p:cNvCxnSpPr>
            <a:cxnSpLocks/>
          </p:cNvCxnSpPr>
          <p:nvPr/>
        </p:nvCxnSpPr>
        <p:spPr>
          <a:xfrm flipV="1">
            <a:off x="10558739" y="-58723"/>
            <a:ext cx="0" cy="3439801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grpSp>
        <p:nvGrpSpPr>
          <p:cNvPr id="39" name="Group 37">
            <a:extLst>
              <a:ext uri="{FF2B5EF4-FFF2-40B4-BE49-F238E27FC236}">
                <a16:creationId xmlns:a16="http://schemas.microsoft.com/office/drawing/2014/main" id="{4CBC9CC3-2FB3-FB8E-D010-99A0A1E4B988}"/>
              </a:ext>
            </a:extLst>
          </p:cNvPr>
          <p:cNvGrpSpPr/>
          <p:nvPr/>
        </p:nvGrpSpPr>
        <p:grpSpPr>
          <a:xfrm rot="10800000">
            <a:off x="10008818" y="2746524"/>
            <a:ext cx="1092506" cy="1818562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0" name="Freeform 5">
              <a:extLst>
                <a:ext uri="{FF2B5EF4-FFF2-40B4-BE49-F238E27FC236}">
                  <a16:creationId xmlns:a16="http://schemas.microsoft.com/office/drawing/2014/main" id="{FF7EAD11-7E1E-5EE4-5D9D-D6547E636B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1" name="Freeform 6">
              <a:extLst>
                <a:ext uri="{FF2B5EF4-FFF2-40B4-BE49-F238E27FC236}">
                  <a16:creationId xmlns:a16="http://schemas.microsoft.com/office/drawing/2014/main" id="{F5C0DA8F-69CF-B873-4986-3535FEDB9F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2" name="Freeform 7">
              <a:extLst>
                <a:ext uri="{FF2B5EF4-FFF2-40B4-BE49-F238E27FC236}">
                  <a16:creationId xmlns:a16="http://schemas.microsoft.com/office/drawing/2014/main" id="{D21A1C15-0E25-739B-9C31-331FBC0A6C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F5BE3EEE-7477-3BC2-A18F-E022197295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C468635-67BB-35BD-7112-A144065A30FC}"/>
              </a:ext>
            </a:extLst>
          </p:cNvPr>
          <p:cNvCxnSpPr>
            <a:cxnSpLocks/>
          </p:cNvCxnSpPr>
          <p:nvPr/>
        </p:nvCxnSpPr>
        <p:spPr>
          <a:xfrm flipV="1">
            <a:off x="11404889" y="-58723"/>
            <a:ext cx="0" cy="4108853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sp>
        <p:nvSpPr>
          <p:cNvPr id="45" name="Freeform 5">
            <a:extLst>
              <a:ext uri="{FF2B5EF4-FFF2-40B4-BE49-F238E27FC236}">
                <a16:creationId xmlns:a16="http://schemas.microsoft.com/office/drawing/2014/main" id="{AA28ABDA-B3D1-322E-5B94-64DC070AEF4A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411979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6" name="Freeform 6">
            <a:extLst>
              <a:ext uri="{FF2B5EF4-FFF2-40B4-BE49-F238E27FC236}">
                <a16:creationId xmlns:a16="http://schemas.microsoft.com/office/drawing/2014/main" id="{BDD7CBF5-820D-11D9-2638-1DF3F100E68A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216334" y="4066482"/>
            <a:ext cx="363977" cy="186710"/>
          </a:xfrm>
          <a:custGeom>
            <a:avLst/>
            <a:gdLst/>
            <a:ahLst/>
            <a:cxnLst>
              <a:cxn ang="0">
                <a:pos x="60" y="64"/>
              </a:cxn>
              <a:cxn ang="0">
                <a:pos x="60" y="78"/>
              </a:cxn>
              <a:cxn ang="0">
                <a:pos x="89" y="108"/>
              </a:cxn>
              <a:cxn ang="0">
                <a:pos x="133" y="108"/>
              </a:cxn>
              <a:cxn ang="0">
                <a:pos x="163" y="78"/>
              </a:cxn>
              <a:cxn ang="0">
                <a:pos x="163" y="64"/>
              </a:cxn>
              <a:cxn ang="0">
                <a:pos x="223" y="0"/>
              </a:cxn>
              <a:cxn ang="0">
                <a:pos x="0" y="0"/>
              </a:cxn>
              <a:cxn ang="0">
                <a:pos x="60" y="64"/>
              </a:cxn>
              <a:cxn ang="0">
                <a:pos x="60" y="64"/>
              </a:cxn>
              <a:cxn ang="0">
                <a:pos x="60" y="64"/>
              </a:cxn>
            </a:cxnLst>
            <a:rect l="0" t="0" r="r" b="b"/>
            <a:pathLst>
              <a:path w="223" h="108">
                <a:moveTo>
                  <a:pt x="60" y="64"/>
                </a:moveTo>
                <a:cubicBezTo>
                  <a:pt x="60" y="78"/>
                  <a:pt x="60" y="78"/>
                  <a:pt x="60" y="78"/>
                </a:cubicBezTo>
                <a:cubicBezTo>
                  <a:pt x="60" y="95"/>
                  <a:pt x="73" y="108"/>
                  <a:pt x="89" y="108"/>
                </a:cubicBezTo>
                <a:cubicBezTo>
                  <a:pt x="133" y="108"/>
                  <a:pt x="133" y="108"/>
                  <a:pt x="133" y="108"/>
                </a:cubicBezTo>
                <a:cubicBezTo>
                  <a:pt x="150" y="108"/>
                  <a:pt x="163" y="95"/>
                  <a:pt x="163" y="78"/>
                </a:cubicBezTo>
                <a:cubicBezTo>
                  <a:pt x="163" y="64"/>
                  <a:pt x="163" y="64"/>
                  <a:pt x="163" y="64"/>
                </a:cubicBezTo>
                <a:cubicBezTo>
                  <a:pt x="196" y="61"/>
                  <a:pt x="223" y="34"/>
                  <a:pt x="22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4"/>
                  <a:pt x="27" y="61"/>
                  <a:pt x="60" y="64"/>
                </a:cubicBezTo>
                <a:close/>
                <a:moveTo>
                  <a:pt x="60" y="64"/>
                </a:moveTo>
                <a:cubicBezTo>
                  <a:pt x="60" y="64"/>
                  <a:pt x="60" y="64"/>
                  <a:pt x="60" y="64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7" name="Freeform 7">
            <a:extLst>
              <a:ext uri="{FF2B5EF4-FFF2-40B4-BE49-F238E27FC236}">
                <a16:creationId xmlns:a16="http://schemas.microsoft.com/office/drawing/2014/main" id="{91F7F16C-D2C3-FAA3-8BA8-4B9639B2076E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0965119" y="4541769"/>
            <a:ext cx="866407" cy="966937"/>
          </a:xfrm>
          <a:custGeom>
            <a:avLst/>
            <a:gdLst/>
            <a:ahLst/>
            <a:cxnLst>
              <a:cxn ang="0">
                <a:pos x="265" y="0"/>
              </a:cxn>
              <a:cxn ang="0">
                <a:pos x="0" y="266"/>
              </a:cxn>
              <a:cxn ang="0">
                <a:pos x="57" y="429"/>
              </a:cxn>
              <a:cxn ang="0">
                <a:pos x="144" y="557"/>
              </a:cxn>
              <a:cxn ang="0">
                <a:pos x="387" y="557"/>
              </a:cxn>
              <a:cxn ang="0">
                <a:pos x="474" y="429"/>
              </a:cxn>
              <a:cxn ang="0">
                <a:pos x="531" y="266"/>
              </a:cxn>
              <a:cxn ang="0">
                <a:pos x="265" y="0"/>
              </a:cxn>
              <a:cxn ang="0">
                <a:pos x="266" y="92"/>
              </a:cxn>
              <a:cxn ang="0">
                <a:pos x="95" y="263"/>
              </a:cxn>
              <a:cxn ang="0">
                <a:pos x="69" y="290"/>
              </a:cxn>
              <a:cxn ang="0">
                <a:pos x="42" y="263"/>
              </a:cxn>
              <a:cxn ang="0">
                <a:pos x="266" y="39"/>
              </a:cxn>
              <a:cxn ang="0">
                <a:pos x="292" y="66"/>
              </a:cxn>
              <a:cxn ang="0">
                <a:pos x="266" y="92"/>
              </a:cxn>
              <a:cxn ang="0">
                <a:pos x="266" y="92"/>
              </a:cxn>
              <a:cxn ang="0">
                <a:pos x="266" y="92"/>
              </a:cxn>
            </a:cxnLst>
            <a:rect l="0" t="0" r="r" b="b"/>
            <a:pathLst>
              <a:path w="531" h="557">
                <a:moveTo>
                  <a:pt x="265" y="0"/>
                </a:moveTo>
                <a:cubicBezTo>
                  <a:pt x="119" y="0"/>
                  <a:pt x="0" y="119"/>
                  <a:pt x="0" y="266"/>
                </a:cubicBezTo>
                <a:cubicBezTo>
                  <a:pt x="0" y="327"/>
                  <a:pt x="21" y="384"/>
                  <a:pt x="57" y="429"/>
                </a:cubicBezTo>
                <a:cubicBezTo>
                  <a:pt x="88" y="469"/>
                  <a:pt x="118" y="513"/>
                  <a:pt x="144" y="557"/>
                </a:cubicBezTo>
                <a:cubicBezTo>
                  <a:pt x="387" y="557"/>
                  <a:pt x="387" y="557"/>
                  <a:pt x="387" y="557"/>
                </a:cubicBezTo>
                <a:cubicBezTo>
                  <a:pt x="413" y="512"/>
                  <a:pt x="442" y="470"/>
                  <a:pt x="474" y="429"/>
                </a:cubicBezTo>
                <a:cubicBezTo>
                  <a:pt x="510" y="384"/>
                  <a:pt x="531" y="327"/>
                  <a:pt x="531" y="266"/>
                </a:cubicBezTo>
                <a:cubicBezTo>
                  <a:pt x="531" y="119"/>
                  <a:pt x="412" y="0"/>
                  <a:pt x="265" y="0"/>
                </a:cubicBezTo>
                <a:close/>
                <a:moveTo>
                  <a:pt x="266" y="92"/>
                </a:moveTo>
                <a:cubicBezTo>
                  <a:pt x="172" y="92"/>
                  <a:pt x="95" y="169"/>
                  <a:pt x="95" y="263"/>
                </a:cubicBezTo>
                <a:cubicBezTo>
                  <a:pt x="95" y="278"/>
                  <a:pt x="83" y="290"/>
                  <a:pt x="69" y="290"/>
                </a:cubicBezTo>
                <a:cubicBezTo>
                  <a:pt x="54" y="290"/>
                  <a:pt x="42" y="278"/>
                  <a:pt x="42" y="263"/>
                </a:cubicBezTo>
                <a:cubicBezTo>
                  <a:pt x="42" y="140"/>
                  <a:pt x="142" y="39"/>
                  <a:pt x="266" y="39"/>
                </a:cubicBezTo>
                <a:cubicBezTo>
                  <a:pt x="281" y="39"/>
                  <a:pt x="292" y="51"/>
                  <a:pt x="292" y="66"/>
                </a:cubicBezTo>
                <a:cubicBezTo>
                  <a:pt x="292" y="80"/>
                  <a:pt x="281" y="92"/>
                  <a:pt x="266" y="92"/>
                </a:cubicBezTo>
                <a:close/>
                <a:moveTo>
                  <a:pt x="266" y="92"/>
                </a:moveTo>
                <a:cubicBezTo>
                  <a:pt x="266" y="92"/>
                  <a:pt x="266" y="92"/>
                  <a:pt x="266" y="92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8" name="Freeform 5">
            <a:extLst>
              <a:ext uri="{FF2B5EF4-FFF2-40B4-BE49-F238E27FC236}">
                <a16:creationId xmlns:a16="http://schemas.microsoft.com/office/drawing/2014/main" id="{70FFFD54-E2AA-23E5-55C2-DFE9F4B02DC1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284836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pic>
        <p:nvPicPr>
          <p:cNvPr id="49" name="Graphic 48" descr="Leaf with solid fill">
            <a:extLst>
              <a:ext uri="{FF2B5EF4-FFF2-40B4-BE49-F238E27FC236}">
                <a16:creationId xmlns:a16="http://schemas.microsoft.com/office/drawing/2014/main" id="{AB95ADA7-5592-B710-FD95-7ABA56A308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6496" y="2825840"/>
            <a:ext cx="327752" cy="327752"/>
          </a:xfrm>
          <a:prstGeom prst="rect">
            <a:avLst/>
          </a:prstGeom>
        </p:spPr>
      </p:pic>
      <p:pic>
        <p:nvPicPr>
          <p:cNvPr id="50" name="Graphic 49" descr="Leaf with solid fill">
            <a:extLst>
              <a:ext uri="{FF2B5EF4-FFF2-40B4-BE49-F238E27FC236}">
                <a16:creationId xmlns:a16="http://schemas.microsoft.com/office/drawing/2014/main" id="{0645A6BB-E35B-97BE-ED08-C804026391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68048" y="3758534"/>
            <a:ext cx="327752" cy="327752"/>
          </a:xfrm>
          <a:prstGeom prst="rect">
            <a:avLst/>
          </a:prstGeom>
        </p:spPr>
      </p:pic>
      <p:pic>
        <p:nvPicPr>
          <p:cNvPr id="51" name="Graphic 50" descr="Leaf with solid fill">
            <a:extLst>
              <a:ext uri="{FF2B5EF4-FFF2-40B4-BE49-F238E27FC236}">
                <a16:creationId xmlns:a16="http://schemas.microsoft.com/office/drawing/2014/main" id="{9315500F-E1BA-4CDC-B995-3B645F6DDB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39172" y="4906213"/>
            <a:ext cx="327752" cy="32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6368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B69B1-1F54-E03C-C73F-2898200E7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A0EDA8FE-6DC6-C836-E006-4E6C91F27BA3}"/>
              </a:ext>
            </a:extLst>
          </p:cNvPr>
          <p:cNvSpPr/>
          <p:nvPr/>
        </p:nvSpPr>
        <p:spPr>
          <a:xfrm>
            <a:off x="609522" y="1297690"/>
            <a:ext cx="7890810" cy="1916652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A284742-0E1C-7913-75FB-C1EBDC61A8EC}"/>
              </a:ext>
            </a:extLst>
          </p:cNvPr>
          <p:cNvSpPr/>
          <p:nvPr/>
        </p:nvSpPr>
        <p:spPr>
          <a:xfrm>
            <a:off x="609522" y="3426994"/>
            <a:ext cx="7880014" cy="3034766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8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E0653-7E5D-D7D0-C732-5D7B1BF7A4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Fórmulas (3|5)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89236E00-1774-2273-D3D9-37E05309E9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Anexos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09CABC7-F11B-9700-02D6-45723A862D21}"/>
              </a:ext>
            </a:extLst>
          </p:cNvPr>
          <p:cNvSpPr/>
          <p:nvPr/>
        </p:nvSpPr>
        <p:spPr>
          <a:xfrm>
            <a:off x="724806" y="3546281"/>
            <a:ext cx="6784346" cy="1962425"/>
          </a:xfrm>
          <a:prstGeom prst="roundRect">
            <a:avLst>
              <a:gd name="adj" fmla="val 14178"/>
            </a:avLst>
          </a:prstGeom>
          <a:noFill/>
          <a:ln w="3175" cap="flat" cmpd="sng" algn="ctr">
            <a:noFill/>
            <a:prstDash val="solid"/>
            <a:miter lim="800000"/>
          </a:ln>
          <a:effectLst/>
        </p:spPr>
        <p:txBody>
          <a:bodyPr wrap="square" lIns="0" tIns="0" rIns="0" rtlCol="0" anchor="ctr" anchorCtr="0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𝒊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cada imóvel do portfolio;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𝒏: número total de imóveis considerados;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Emissões financiadas do Imóvel: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emissões financiadas calculadas para o imóvel expressas em toneladas de dióxido de carbono equivalente (tCO</a:t>
            </a:r>
            <a:r>
              <a:rPr lang="pt-PT" sz="1200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e).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Montante em Dívida: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valor em dívida do empréstimo associado ao imóvel, em euros (€);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Fator 106: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o fator de conversão da métrica para </a:t>
            </a:r>
            <a:r>
              <a:rPr lang="pt-PT" sz="1200" err="1">
                <a:solidFill>
                  <a:srgbClr val="005F7C"/>
                </a:solidFill>
                <a:latin typeface="Muli Light" panose="00000400000000000000" pitchFamily="2" charset="0"/>
              </a:rPr>
              <a:t>tCO₂e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por milhão de euros financiados (</a:t>
            </a:r>
            <a:r>
              <a:rPr lang="pt-PT" sz="1200" err="1">
                <a:solidFill>
                  <a:srgbClr val="005F7C"/>
                </a:solidFill>
                <a:latin typeface="Muli Light" panose="00000400000000000000" pitchFamily="2" charset="0"/>
              </a:rPr>
              <a:t>tCO₂e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/€M).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DE81F44-D2FD-8277-0DA7-BBBFF549B8BA}"/>
              </a:ext>
            </a:extLst>
          </p:cNvPr>
          <p:cNvSpPr/>
          <p:nvPr/>
        </p:nvSpPr>
        <p:spPr>
          <a:xfrm>
            <a:off x="2914066" y="1704293"/>
            <a:ext cx="31928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=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F2FBF6-E2F5-AE44-DB05-9B82B63DB4D3}"/>
                  </a:ext>
                </a:extLst>
              </p:cNvPr>
              <p:cNvSpPr txBox="1"/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171450" indent="-171450" algn="l"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200">
                    <a:solidFill>
                      <a:schemeClr val="tx1"/>
                    </a:solidFill>
                    <a:latin typeface="Muli Light" panose="00000400000000000000" pitchFamily="2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Intensidade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Econ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m:rPr>
                          <m:sty m:val="p"/>
                        </m:rP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mica</m:t>
                      </m:r>
                    </m:oMath>
                  </m:oMathPara>
                </a14:m>
                <a:endParaRPr lang="pt-PT" i="1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𝑃𝑜𝑟𝑡𝑓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𝑙𝑖𝑜</m:t>
                      </m:r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Muli" panose="00000500000000000000" pitchFamily="2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F2FBF6-E2F5-AE44-DB05-9B82B63DB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DB6CD3-75D1-1991-E2EF-994F0B62F740}"/>
                  </a:ext>
                </a:extLst>
              </p:cNvPr>
              <p:cNvSpPr txBox="1"/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PT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𝐸𝑚𝑖𝑠𝑠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õ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𝐹𝑖𝑛𝑎𝑛𝑐𝑖𝑎𝑑𝑎𝑠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pt-PT" sz="1200" dirty="0">
                                      <a:solidFill>
                                        <a:schemeClr val="tx1"/>
                                      </a:solidFill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𝐼𝑚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ó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𝑣𝑒𝑙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pt-PT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𝑀𝑜𝑛𝑡𝑎𝑛𝑡𝑒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𝑒𝑚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í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𝑣𝑖𝑑𝑎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pt-PT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DB6CD3-75D1-1991-E2EF-994F0B62F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8">
            <a:extLst>
              <a:ext uri="{FF2B5EF4-FFF2-40B4-BE49-F238E27FC236}">
                <a16:creationId xmlns:a16="http://schemas.microsoft.com/office/drawing/2014/main" id="{66DAA9DE-255D-CBB0-D465-6011BBAB8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1182717"/>
            <a:ext cx="1872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Intensidade Económica</a:t>
            </a: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5B9F4D3E-94B7-2D05-D422-EC82F2F3B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3301080"/>
            <a:ext cx="180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Descrição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6DF19F-DDC9-A53C-0DDB-A05C99553FAB}"/>
              </a:ext>
            </a:extLst>
          </p:cNvPr>
          <p:cNvGrpSpPr/>
          <p:nvPr/>
        </p:nvGrpSpPr>
        <p:grpSpPr>
          <a:xfrm rot="10800000">
            <a:off x="9135329" y="2026231"/>
            <a:ext cx="866408" cy="1442227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52E94F11-3AF9-C58A-8CAB-B773E3E775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CC35B5C4-EC8E-445E-A96E-65801816B7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EC6DFB33-D424-A1F2-ADAF-4F2F97E04E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666F27FC-4CD7-F44A-1250-31CAD6CDF3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D9CE628-BB2E-CE1D-9722-F5BED46DD217}"/>
              </a:ext>
            </a:extLst>
          </p:cNvPr>
          <p:cNvCxnSpPr>
            <a:cxnSpLocks/>
          </p:cNvCxnSpPr>
          <p:nvPr/>
        </p:nvCxnSpPr>
        <p:spPr>
          <a:xfrm flipV="1">
            <a:off x="9569009" y="-58723"/>
            <a:ext cx="0" cy="239047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FBAAA70-3220-B07D-1A64-57DD206FE4CA}"/>
              </a:ext>
            </a:extLst>
          </p:cNvPr>
          <p:cNvCxnSpPr>
            <a:cxnSpLocks/>
          </p:cNvCxnSpPr>
          <p:nvPr/>
        </p:nvCxnSpPr>
        <p:spPr>
          <a:xfrm flipV="1">
            <a:off x="10558739" y="-58723"/>
            <a:ext cx="0" cy="3439801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grpSp>
        <p:nvGrpSpPr>
          <p:cNvPr id="39" name="Group 37">
            <a:extLst>
              <a:ext uri="{FF2B5EF4-FFF2-40B4-BE49-F238E27FC236}">
                <a16:creationId xmlns:a16="http://schemas.microsoft.com/office/drawing/2014/main" id="{C6289748-8E54-1537-1C39-02E1AFE06E99}"/>
              </a:ext>
            </a:extLst>
          </p:cNvPr>
          <p:cNvGrpSpPr/>
          <p:nvPr/>
        </p:nvGrpSpPr>
        <p:grpSpPr>
          <a:xfrm rot="10800000">
            <a:off x="10008818" y="2746524"/>
            <a:ext cx="1092506" cy="1818562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0" name="Freeform 5">
              <a:extLst>
                <a:ext uri="{FF2B5EF4-FFF2-40B4-BE49-F238E27FC236}">
                  <a16:creationId xmlns:a16="http://schemas.microsoft.com/office/drawing/2014/main" id="{2BD8E5C9-47AE-C2F0-9083-10C5855352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1" name="Freeform 6">
              <a:extLst>
                <a:ext uri="{FF2B5EF4-FFF2-40B4-BE49-F238E27FC236}">
                  <a16:creationId xmlns:a16="http://schemas.microsoft.com/office/drawing/2014/main" id="{3EF055B9-D761-BEB9-706F-2701712592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2" name="Freeform 7">
              <a:extLst>
                <a:ext uri="{FF2B5EF4-FFF2-40B4-BE49-F238E27FC236}">
                  <a16:creationId xmlns:a16="http://schemas.microsoft.com/office/drawing/2014/main" id="{9E30862F-3D07-7C5F-074B-BF4EC0A7D1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B280EE11-6F7B-E79F-620D-7EB6B049F3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06E0C7A-C250-7665-D699-672A5BA0B16A}"/>
              </a:ext>
            </a:extLst>
          </p:cNvPr>
          <p:cNvCxnSpPr>
            <a:cxnSpLocks/>
          </p:cNvCxnSpPr>
          <p:nvPr/>
        </p:nvCxnSpPr>
        <p:spPr>
          <a:xfrm flipV="1">
            <a:off x="11404889" y="-58723"/>
            <a:ext cx="0" cy="4108853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sp>
        <p:nvSpPr>
          <p:cNvPr id="45" name="Freeform 5">
            <a:extLst>
              <a:ext uri="{FF2B5EF4-FFF2-40B4-BE49-F238E27FC236}">
                <a16:creationId xmlns:a16="http://schemas.microsoft.com/office/drawing/2014/main" id="{49FE6E2D-68AC-DD24-2AD2-1A8818CBCD7D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411979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6" name="Freeform 6">
            <a:extLst>
              <a:ext uri="{FF2B5EF4-FFF2-40B4-BE49-F238E27FC236}">
                <a16:creationId xmlns:a16="http://schemas.microsoft.com/office/drawing/2014/main" id="{BE348E2B-E547-B86B-3F75-DCB25E3480BA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216334" y="4066482"/>
            <a:ext cx="363977" cy="186710"/>
          </a:xfrm>
          <a:custGeom>
            <a:avLst/>
            <a:gdLst/>
            <a:ahLst/>
            <a:cxnLst>
              <a:cxn ang="0">
                <a:pos x="60" y="64"/>
              </a:cxn>
              <a:cxn ang="0">
                <a:pos x="60" y="78"/>
              </a:cxn>
              <a:cxn ang="0">
                <a:pos x="89" y="108"/>
              </a:cxn>
              <a:cxn ang="0">
                <a:pos x="133" y="108"/>
              </a:cxn>
              <a:cxn ang="0">
                <a:pos x="163" y="78"/>
              </a:cxn>
              <a:cxn ang="0">
                <a:pos x="163" y="64"/>
              </a:cxn>
              <a:cxn ang="0">
                <a:pos x="223" y="0"/>
              </a:cxn>
              <a:cxn ang="0">
                <a:pos x="0" y="0"/>
              </a:cxn>
              <a:cxn ang="0">
                <a:pos x="60" y="64"/>
              </a:cxn>
              <a:cxn ang="0">
                <a:pos x="60" y="64"/>
              </a:cxn>
              <a:cxn ang="0">
                <a:pos x="60" y="64"/>
              </a:cxn>
            </a:cxnLst>
            <a:rect l="0" t="0" r="r" b="b"/>
            <a:pathLst>
              <a:path w="223" h="108">
                <a:moveTo>
                  <a:pt x="60" y="64"/>
                </a:moveTo>
                <a:cubicBezTo>
                  <a:pt x="60" y="78"/>
                  <a:pt x="60" y="78"/>
                  <a:pt x="60" y="78"/>
                </a:cubicBezTo>
                <a:cubicBezTo>
                  <a:pt x="60" y="95"/>
                  <a:pt x="73" y="108"/>
                  <a:pt x="89" y="108"/>
                </a:cubicBezTo>
                <a:cubicBezTo>
                  <a:pt x="133" y="108"/>
                  <a:pt x="133" y="108"/>
                  <a:pt x="133" y="108"/>
                </a:cubicBezTo>
                <a:cubicBezTo>
                  <a:pt x="150" y="108"/>
                  <a:pt x="163" y="95"/>
                  <a:pt x="163" y="78"/>
                </a:cubicBezTo>
                <a:cubicBezTo>
                  <a:pt x="163" y="64"/>
                  <a:pt x="163" y="64"/>
                  <a:pt x="163" y="64"/>
                </a:cubicBezTo>
                <a:cubicBezTo>
                  <a:pt x="196" y="61"/>
                  <a:pt x="223" y="34"/>
                  <a:pt x="22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4"/>
                  <a:pt x="27" y="61"/>
                  <a:pt x="60" y="64"/>
                </a:cubicBezTo>
                <a:close/>
                <a:moveTo>
                  <a:pt x="60" y="64"/>
                </a:moveTo>
                <a:cubicBezTo>
                  <a:pt x="60" y="64"/>
                  <a:pt x="60" y="64"/>
                  <a:pt x="60" y="64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7" name="Freeform 7">
            <a:extLst>
              <a:ext uri="{FF2B5EF4-FFF2-40B4-BE49-F238E27FC236}">
                <a16:creationId xmlns:a16="http://schemas.microsoft.com/office/drawing/2014/main" id="{05EFBD17-587B-0713-4A06-C57F46BDE5A3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0965119" y="4541769"/>
            <a:ext cx="866407" cy="966937"/>
          </a:xfrm>
          <a:custGeom>
            <a:avLst/>
            <a:gdLst/>
            <a:ahLst/>
            <a:cxnLst>
              <a:cxn ang="0">
                <a:pos x="265" y="0"/>
              </a:cxn>
              <a:cxn ang="0">
                <a:pos x="0" y="266"/>
              </a:cxn>
              <a:cxn ang="0">
                <a:pos x="57" y="429"/>
              </a:cxn>
              <a:cxn ang="0">
                <a:pos x="144" y="557"/>
              </a:cxn>
              <a:cxn ang="0">
                <a:pos x="387" y="557"/>
              </a:cxn>
              <a:cxn ang="0">
                <a:pos x="474" y="429"/>
              </a:cxn>
              <a:cxn ang="0">
                <a:pos x="531" y="266"/>
              </a:cxn>
              <a:cxn ang="0">
                <a:pos x="265" y="0"/>
              </a:cxn>
              <a:cxn ang="0">
                <a:pos x="266" y="92"/>
              </a:cxn>
              <a:cxn ang="0">
                <a:pos x="95" y="263"/>
              </a:cxn>
              <a:cxn ang="0">
                <a:pos x="69" y="290"/>
              </a:cxn>
              <a:cxn ang="0">
                <a:pos x="42" y="263"/>
              </a:cxn>
              <a:cxn ang="0">
                <a:pos x="266" y="39"/>
              </a:cxn>
              <a:cxn ang="0">
                <a:pos x="292" y="66"/>
              </a:cxn>
              <a:cxn ang="0">
                <a:pos x="266" y="92"/>
              </a:cxn>
              <a:cxn ang="0">
                <a:pos x="266" y="92"/>
              </a:cxn>
              <a:cxn ang="0">
                <a:pos x="266" y="92"/>
              </a:cxn>
            </a:cxnLst>
            <a:rect l="0" t="0" r="r" b="b"/>
            <a:pathLst>
              <a:path w="531" h="557">
                <a:moveTo>
                  <a:pt x="265" y="0"/>
                </a:moveTo>
                <a:cubicBezTo>
                  <a:pt x="119" y="0"/>
                  <a:pt x="0" y="119"/>
                  <a:pt x="0" y="266"/>
                </a:cubicBezTo>
                <a:cubicBezTo>
                  <a:pt x="0" y="327"/>
                  <a:pt x="21" y="384"/>
                  <a:pt x="57" y="429"/>
                </a:cubicBezTo>
                <a:cubicBezTo>
                  <a:pt x="88" y="469"/>
                  <a:pt x="118" y="513"/>
                  <a:pt x="144" y="557"/>
                </a:cubicBezTo>
                <a:cubicBezTo>
                  <a:pt x="387" y="557"/>
                  <a:pt x="387" y="557"/>
                  <a:pt x="387" y="557"/>
                </a:cubicBezTo>
                <a:cubicBezTo>
                  <a:pt x="413" y="512"/>
                  <a:pt x="442" y="470"/>
                  <a:pt x="474" y="429"/>
                </a:cubicBezTo>
                <a:cubicBezTo>
                  <a:pt x="510" y="384"/>
                  <a:pt x="531" y="327"/>
                  <a:pt x="531" y="266"/>
                </a:cubicBezTo>
                <a:cubicBezTo>
                  <a:pt x="531" y="119"/>
                  <a:pt x="412" y="0"/>
                  <a:pt x="265" y="0"/>
                </a:cubicBezTo>
                <a:close/>
                <a:moveTo>
                  <a:pt x="266" y="92"/>
                </a:moveTo>
                <a:cubicBezTo>
                  <a:pt x="172" y="92"/>
                  <a:pt x="95" y="169"/>
                  <a:pt x="95" y="263"/>
                </a:cubicBezTo>
                <a:cubicBezTo>
                  <a:pt x="95" y="278"/>
                  <a:pt x="83" y="290"/>
                  <a:pt x="69" y="290"/>
                </a:cubicBezTo>
                <a:cubicBezTo>
                  <a:pt x="54" y="290"/>
                  <a:pt x="42" y="278"/>
                  <a:pt x="42" y="263"/>
                </a:cubicBezTo>
                <a:cubicBezTo>
                  <a:pt x="42" y="140"/>
                  <a:pt x="142" y="39"/>
                  <a:pt x="266" y="39"/>
                </a:cubicBezTo>
                <a:cubicBezTo>
                  <a:pt x="281" y="39"/>
                  <a:pt x="292" y="51"/>
                  <a:pt x="292" y="66"/>
                </a:cubicBezTo>
                <a:cubicBezTo>
                  <a:pt x="292" y="80"/>
                  <a:pt x="281" y="92"/>
                  <a:pt x="266" y="92"/>
                </a:cubicBezTo>
                <a:close/>
                <a:moveTo>
                  <a:pt x="266" y="92"/>
                </a:moveTo>
                <a:cubicBezTo>
                  <a:pt x="266" y="92"/>
                  <a:pt x="266" y="92"/>
                  <a:pt x="266" y="92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8" name="Freeform 5">
            <a:extLst>
              <a:ext uri="{FF2B5EF4-FFF2-40B4-BE49-F238E27FC236}">
                <a16:creationId xmlns:a16="http://schemas.microsoft.com/office/drawing/2014/main" id="{3A8642AB-B07C-C165-9F21-CCB2B73661F8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284836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pic>
        <p:nvPicPr>
          <p:cNvPr id="49" name="Graphic 48" descr="Leaf with solid fill">
            <a:extLst>
              <a:ext uri="{FF2B5EF4-FFF2-40B4-BE49-F238E27FC236}">
                <a16:creationId xmlns:a16="http://schemas.microsoft.com/office/drawing/2014/main" id="{FAFEECB4-B094-8F25-3BD9-959CDA0732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6496" y="2825840"/>
            <a:ext cx="327752" cy="327752"/>
          </a:xfrm>
          <a:prstGeom prst="rect">
            <a:avLst/>
          </a:prstGeom>
        </p:spPr>
      </p:pic>
      <p:pic>
        <p:nvPicPr>
          <p:cNvPr id="50" name="Graphic 49" descr="Leaf with solid fill">
            <a:extLst>
              <a:ext uri="{FF2B5EF4-FFF2-40B4-BE49-F238E27FC236}">
                <a16:creationId xmlns:a16="http://schemas.microsoft.com/office/drawing/2014/main" id="{AFC2BB1E-88F0-F475-FAE1-67F673191B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68048" y="3758534"/>
            <a:ext cx="327752" cy="327752"/>
          </a:xfrm>
          <a:prstGeom prst="rect">
            <a:avLst/>
          </a:prstGeom>
        </p:spPr>
      </p:pic>
      <p:pic>
        <p:nvPicPr>
          <p:cNvPr id="51" name="Graphic 50" descr="Leaf with solid fill">
            <a:extLst>
              <a:ext uri="{FF2B5EF4-FFF2-40B4-BE49-F238E27FC236}">
                <a16:creationId xmlns:a16="http://schemas.microsoft.com/office/drawing/2014/main" id="{D0C0823B-2B25-09CF-C112-5C21FE8E98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39172" y="4906213"/>
            <a:ext cx="327752" cy="32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9621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0D40E-F5CF-E7D4-2323-9D7C55ED0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AA515A0-FDA2-8507-68E9-8B3C000FE0E3}"/>
              </a:ext>
            </a:extLst>
          </p:cNvPr>
          <p:cNvSpPr/>
          <p:nvPr/>
        </p:nvSpPr>
        <p:spPr>
          <a:xfrm>
            <a:off x="609522" y="1297690"/>
            <a:ext cx="7890810" cy="1916652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D6A7D2-5940-9CF7-DFF0-E54E7C14C554}"/>
              </a:ext>
            </a:extLst>
          </p:cNvPr>
          <p:cNvSpPr/>
          <p:nvPr/>
        </p:nvSpPr>
        <p:spPr>
          <a:xfrm>
            <a:off x="609522" y="3426994"/>
            <a:ext cx="7880014" cy="3034766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8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2A939-5159-36B4-C8F9-CEBA15BAE1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Fórmulas (4|5)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322D76CF-7C89-B1EC-4CF6-C30E7E7CBF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Anexos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5BD42BB-0BEE-60BA-6892-E8BC7AC889E7}"/>
              </a:ext>
            </a:extLst>
          </p:cNvPr>
          <p:cNvSpPr/>
          <p:nvPr/>
        </p:nvSpPr>
        <p:spPr>
          <a:xfrm>
            <a:off x="724806" y="3546281"/>
            <a:ext cx="6784346" cy="1962425"/>
          </a:xfrm>
          <a:prstGeom prst="roundRect">
            <a:avLst>
              <a:gd name="adj" fmla="val 14178"/>
            </a:avLst>
          </a:prstGeom>
          <a:noFill/>
          <a:ln w="3175" cap="flat" cmpd="sng" algn="ctr">
            <a:noFill/>
            <a:prstDash val="solid"/>
            <a:miter lim="800000"/>
          </a:ln>
          <a:effectLst/>
        </p:spPr>
        <p:txBody>
          <a:bodyPr wrap="square" lIns="0" tIns="0" rIns="0" rtlCol="0" anchor="ctr" anchorCtr="0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𝒊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cada imóvel do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𝒏: número total de imóveis considerados;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Emissões financiadas do Imóvel: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emissões financiadas calculadas para o imóvel expressas em toneladas de dióxido de carbono equivalente (tCO</a:t>
            </a:r>
            <a:r>
              <a:rPr lang="pt-PT" sz="1200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e);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i="1">
                <a:solidFill>
                  <a:srgbClr val="005F7C"/>
                </a:solidFill>
                <a:latin typeface="Muli Light" panose="00000400000000000000" pitchFamily="2" charset="0"/>
              </a:rPr>
              <a:t>Score 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PCAF: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score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de qualidade atribuído para o cálculo das emissões do imóvel.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1BA694-8165-5F5F-0D86-AA58751CA36D}"/>
              </a:ext>
            </a:extLst>
          </p:cNvPr>
          <p:cNvSpPr/>
          <p:nvPr/>
        </p:nvSpPr>
        <p:spPr>
          <a:xfrm>
            <a:off x="2914066" y="1704293"/>
            <a:ext cx="31928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=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06DA3B-4BDB-2E01-B7B0-B0D244DF6EC3}"/>
                  </a:ext>
                </a:extLst>
              </p:cNvPr>
              <p:cNvSpPr txBox="1"/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171450" indent="-171450" algn="l"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200">
                    <a:solidFill>
                      <a:schemeClr val="tx1"/>
                    </a:solidFill>
                    <a:latin typeface="Muli Light" panose="00000400000000000000" pitchFamily="2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𝑄𝑢𝑎𝑙𝑖𝑑𝑎𝑑𝑒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PT" b="0" i="1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𝑃𝑜𝑛𝑑𝑒𝑟𝑎𝑑𝑎</m:t>
                      </m:r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Muli" panose="00000500000000000000" pitchFamily="2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06DA3B-4BDB-2E01-B7B0-B0D244DF6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A56F06-6D51-971B-E13D-E8B0AF12F6D6}"/>
                  </a:ext>
                </a:extLst>
              </p:cNvPr>
              <p:cNvSpPr txBox="1"/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PT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𝐸𝑚𝑖𝑠𝑠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õ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𝐹𝑖𝑛𝑎𝑛𝑐𝑖𝑎𝑑𝑎𝑠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pt-PT" sz="1200" dirty="0">
                                      <a:solidFill>
                                        <a:schemeClr val="tx1"/>
                                      </a:solidFill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𝐼𝑚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ó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𝑣𝑒𝑙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𝑆𝑐𝑜𝑟𝑒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𝑃𝐶𝐴𝐹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pt-PT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𝐸𝑚𝑖𝑠𝑠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õ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𝐹𝑖𝑛𝑎𝑛𝑐𝑖𝑎𝑑𝑎𝑠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A56F06-6D51-971B-E13D-E8B0AF12F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8">
            <a:extLst>
              <a:ext uri="{FF2B5EF4-FFF2-40B4-BE49-F238E27FC236}">
                <a16:creationId xmlns:a16="http://schemas.microsoft.com/office/drawing/2014/main" id="{E5D249B1-89F4-163D-2C2C-0DB7E91B4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1182717"/>
            <a:ext cx="1872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i="1" noProof="0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Score </a:t>
            </a:r>
            <a:r>
              <a:rPr lang="pt-PT" sz="1200" b="1" noProof="0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de Qualidade</a:t>
            </a: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96DB3638-D729-EE90-0358-FBC5F030B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3301080"/>
            <a:ext cx="180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Descrição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8A3BD0E-EA24-FFAE-D82B-3F66978754F7}"/>
              </a:ext>
            </a:extLst>
          </p:cNvPr>
          <p:cNvGrpSpPr/>
          <p:nvPr/>
        </p:nvGrpSpPr>
        <p:grpSpPr>
          <a:xfrm rot="10800000">
            <a:off x="9135329" y="2026231"/>
            <a:ext cx="866408" cy="1442227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588897A3-AECD-C1DD-4195-9D67D4EC0B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5" name="Freeform 6">
              <a:extLst>
                <a:ext uri="{FF2B5EF4-FFF2-40B4-BE49-F238E27FC236}">
                  <a16:creationId xmlns:a16="http://schemas.microsoft.com/office/drawing/2014/main" id="{A025753B-CAC9-D9C0-A4BC-EF6472EE97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37BE1A1E-A1D8-469B-D91A-2C2057FD01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3556F677-B1F4-A89E-B410-F3A706673B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6D28F3D-5409-62D5-4BBC-9680A8504935}"/>
              </a:ext>
            </a:extLst>
          </p:cNvPr>
          <p:cNvCxnSpPr>
            <a:cxnSpLocks/>
          </p:cNvCxnSpPr>
          <p:nvPr/>
        </p:nvCxnSpPr>
        <p:spPr>
          <a:xfrm flipV="1">
            <a:off x="9569009" y="-58723"/>
            <a:ext cx="0" cy="239047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8C0B344-6F95-BDD7-E3B8-DF06D8BB0391}"/>
              </a:ext>
            </a:extLst>
          </p:cNvPr>
          <p:cNvCxnSpPr>
            <a:cxnSpLocks/>
          </p:cNvCxnSpPr>
          <p:nvPr/>
        </p:nvCxnSpPr>
        <p:spPr>
          <a:xfrm flipV="1">
            <a:off x="10558739" y="-58723"/>
            <a:ext cx="0" cy="3439801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grpSp>
        <p:nvGrpSpPr>
          <p:cNvPr id="41" name="Group 37">
            <a:extLst>
              <a:ext uri="{FF2B5EF4-FFF2-40B4-BE49-F238E27FC236}">
                <a16:creationId xmlns:a16="http://schemas.microsoft.com/office/drawing/2014/main" id="{97849FB9-AE59-9ADC-777B-F057102948AB}"/>
              </a:ext>
            </a:extLst>
          </p:cNvPr>
          <p:cNvGrpSpPr/>
          <p:nvPr/>
        </p:nvGrpSpPr>
        <p:grpSpPr>
          <a:xfrm rot="10800000">
            <a:off x="10008818" y="2746523"/>
            <a:ext cx="1092506" cy="1818562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2" name="Freeform 5">
              <a:extLst>
                <a:ext uri="{FF2B5EF4-FFF2-40B4-BE49-F238E27FC236}">
                  <a16:creationId xmlns:a16="http://schemas.microsoft.com/office/drawing/2014/main" id="{75D2FD36-BA97-B3A1-8F8B-91A0ACC996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3" name="Freeform 6">
              <a:extLst>
                <a:ext uri="{FF2B5EF4-FFF2-40B4-BE49-F238E27FC236}">
                  <a16:creationId xmlns:a16="http://schemas.microsoft.com/office/drawing/2014/main" id="{D7477028-FB94-03A3-D7B6-5317E28CBF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4" name="Freeform 7">
              <a:extLst>
                <a:ext uri="{FF2B5EF4-FFF2-40B4-BE49-F238E27FC236}">
                  <a16:creationId xmlns:a16="http://schemas.microsoft.com/office/drawing/2014/main" id="{D679C393-5F4D-5670-AE42-DE7D66E12C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B9581F83-44B0-3224-10CE-5BE803BF7D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258E60D-AED9-A23D-5DEE-F76D8C0832D1}"/>
              </a:ext>
            </a:extLst>
          </p:cNvPr>
          <p:cNvCxnSpPr>
            <a:cxnSpLocks/>
          </p:cNvCxnSpPr>
          <p:nvPr/>
        </p:nvCxnSpPr>
        <p:spPr>
          <a:xfrm flipV="1">
            <a:off x="11404889" y="-58723"/>
            <a:ext cx="0" cy="4108853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sp>
        <p:nvSpPr>
          <p:cNvPr id="47" name="Freeform 5">
            <a:extLst>
              <a:ext uri="{FF2B5EF4-FFF2-40B4-BE49-F238E27FC236}">
                <a16:creationId xmlns:a16="http://schemas.microsoft.com/office/drawing/2014/main" id="{8C4308F9-1C43-FDCE-38D6-6BF714F6E709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411979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8" name="Freeform 6">
            <a:extLst>
              <a:ext uri="{FF2B5EF4-FFF2-40B4-BE49-F238E27FC236}">
                <a16:creationId xmlns:a16="http://schemas.microsoft.com/office/drawing/2014/main" id="{31FCEA3C-A74B-1A2A-DD07-C40654D025DA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216334" y="4066482"/>
            <a:ext cx="363977" cy="186710"/>
          </a:xfrm>
          <a:custGeom>
            <a:avLst/>
            <a:gdLst/>
            <a:ahLst/>
            <a:cxnLst>
              <a:cxn ang="0">
                <a:pos x="60" y="64"/>
              </a:cxn>
              <a:cxn ang="0">
                <a:pos x="60" y="78"/>
              </a:cxn>
              <a:cxn ang="0">
                <a:pos x="89" y="108"/>
              </a:cxn>
              <a:cxn ang="0">
                <a:pos x="133" y="108"/>
              </a:cxn>
              <a:cxn ang="0">
                <a:pos x="163" y="78"/>
              </a:cxn>
              <a:cxn ang="0">
                <a:pos x="163" y="64"/>
              </a:cxn>
              <a:cxn ang="0">
                <a:pos x="223" y="0"/>
              </a:cxn>
              <a:cxn ang="0">
                <a:pos x="0" y="0"/>
              </a:cxn>
              <a:cxn ang="0">
                <a:pos x="60" y="64"/>
              </a:cxn>
              <a:cxn ang="0">
                <a:pos x="60" y="64"/>
              </a:cxn>
              <a:cxn ang="0">
                <a:pos x="60" y="64"/>
              </a:cxn>
            </a:cxnLst>
            <a:rect l="0" t="0" r="r" b="b"/>
            <a:pathLst>
              <a:path w="223" h="108">
                <a:moveTo>
                  <a:pt x="60" y="64"/>
                </a:moveTo>
                <a:cubicBezTo>
                  <a:pt x="60" y="78"/>
                  <a:pt x="60" y="78"/>
                  <a:pt x="60" y="78"/>
                </a:cubicBezTo>
                <a:cubicBezTo>
                  <a:pt x="60" y="95"/>
                  <a:pt x="73" y="108"/>
                  <a:pt x="89" y="108"/>
                </a:cubicBezTo>
                <a:cubicBezTo>
                  <a:pt x="133" y="108"/>
                  <a:pt x="133" y="108"/>
                  <a:pt x="133" y="108"/>
                </a:cubicBezTo>
                <a:cubicBezTo>
                  <a:pt x="150" y="108"/>
                  <a:pt x="163" y="95"/>
                  <a:pt x="163" y="78"/>
                </a:cubicBezTo>
                <a:cubicBezTo>
                  <a:pt x="163" y="64"/>
                  <a:pt x="163" y="64"/>
                  <a:pt x="163" y="64"/>
                </a:cubicBezTo>
                <a:cubicBezTo>
                  <a:pt x="196" y="61"/>
                  <a:pt x="223" y="34"/>
                  <a:pt x="22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4"/>
                  <a:pt x="27" y="61"/>
                  <a:pt x="60" y="64"/>
                </a:cubicBezTo>
                <a:close/>
                <a:moveTo>
                  <a:pt x="60" y="64"/>
                </a:moveTo>
                <a:cubicBezTo>
                  <a:pt x="60" y="64"/>
                  <a:pt x="60" y="64"/>
                  <a:pt x="60" y="64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9" name="Freeform 7">
            <a:extLst>
              <a:ext uri="{FF2B5EF4-FFF2-40B4-BE49-F238E27FC236}">
                <a16:creationId xmlns:a16="http://schemas.microsoft.com/office/drawing/2014/main" id="{DA6DA8B2-1494-3A2E-ACAC-24334EA2EA42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0965119" y="4541769"/>
            <a:ext cx="866407" cy="966937"/>
          </a:xfrm>
          <a:custGeom>
            <a:avLst/>
            <a:gdLst/>
            <a:ahLst/>
            <a:cxnLst>
              <a:cxn ang="0">
                <a:pos x="265" y="0"/>
              </a:cxn>
              <a:cxn ang="0">
                <a:pos x="0" y="266"/>
              </a:cxn>
              <a:cxn ang="0">
                <a:pos x="57" y="429"/>
              </a:cxn>
              <a:cxn ang="0">
                <a:pos x="144" y="557"/>
              </a:cxn>
              <a:cxn ang="0">
                <a:pos x="387" y="557"/>
              </a:cxn>
              <a:cxn ang="0">
                <a:pos x="474" y="429"/>
              </a:cxn>
              <a:cxn ang="0">
                <a:pos x="531" y="266"/>
              </a:cxn>
              <a:cxn ang="0">
                <a:pos x="265" y="0"/>
              </a:cxn>
              <a:cxn ang="0">
                <a:pos x="266" y="92"/>
              </a:cxn>
              <a:cxn ang="0">
                <a:pos x="95" y="263"/>
              </a:cxn>
              <a:cxn ang="0">
                <a:pos x="69" y="290"/>
              </a:cxn>
              <a:cxn ang="0">
                <a:pos x="42" y="263"/>
              </a:cxn>
              <a:cxn ang="0">
                <a:pos x="266" y="39"/>
              </a:cxn>
              <a:cxn ang="0">
                <a:pos x="292" y="66"/>
              </a:cxn>
              <a:cxn ang="0">
                <a:pos x="266" y="92"/>
              </a:cxn>
              <a:cxn ang="0">
                <a:pos x="266" y="92"/>
              </a:cxn>
              <a:cxn ang="0">
                <a:pos x="266" y="92"/>
              </a:cxn>
            </a:cxnLst>
            <a:rect l="0" t="0" r="r" b="b"/>
            <a:pathLst>
              <a:path w="531" h="557">
                <a:moveTo>
                  <a:pt x="265" y="0"/>
                </a:moveTo>
                <a:cubicBezTo>
                  <a:pt x="119" y="0"/>
                  <a:pt x="0" y="119"/>
                  <a:pt x="0" y="266"/>
                </a:cubicBezTo>
                <a:cubicBezTo>
                  <a:pt x="0" y="327"/>
                  <a:pt x="21" y="384"/>
                  <a:pt x="57" y="429"/>
                </a:cubicBezTo>
                <a:cubicBezTo>
                  <a:pt x="88" y="469"/>
                  <a:pt x="118" y="513"/>
                  <a:pt x="144" y="557"/>
                </a:cubicBezTo>
                <a:cubicBezTo>
                  <a:pt x="387" y="557"/>
                  <a:pt x="387" y="557"/>
                  <a:pt x="387" y="557"/>
                </a:cubicBezTo>
                <a:cubicBezTo>
                  <a:pt x="413" y="512"/>
                  <a:pt x="442" y="470"/>
                  <a:pt x="474" y="429"/>
                </a:cubicBezTo>
                <a:cubicBezTo>
                  <a:pt x="510" y="384"/>
                  <a:pt x="531" y="327"/>
                  <a:pt x="531" y="266"/>
                </a:cubicBezTo>
                <a:cubicBezTo>
                  <a:pt x="531" y="119"/>
                  <a:pt x="412" y="0"/>
                  <a:pt x="265" y="0"/>
                </a:cubicBezTo>
                <a:close/>
                <a:moveTo>
                  <a:pt x="266" y="92"/>
                </a:moveTo>
                <a:cubicBezTo>
                  <a:pt x="172" y="92"/>
                  <a:pt x="95" y="169"/>
                  <a:pt x="95" y="263"/>
                </a:cubicBezTo>
                <a:cubicBezTo>
                  <a:pt x="95" y="278"/>
                  <a:pt x="83" y="290"/>
                  <a:pt x="69" y="290"/>
                </a:cubicBezTo>
                <a:cubicBezTo>
                  <a:pt x="54" y="290"/>
                  <a:pt x="42" y="278"/>
                  <a:pt x="42" y="263"/>
                </a:cubicBezTo>
                <a:cubicBezTo>
                  <a:pt x="42" y="140"/>
                  <a:pt x="142" y="39"/>
                  <a:pt x="266" y="39"/>
                </a:cubicBezTo>
                <a:cubicBezTo>
                  <a:pt x="281" y="39"/>
                  <a:pt x="292" y="51"/>
                  <a:pt x="292" y="66"/>
                </a:cubicBezTo>
                <a:cubicBezTo>
                  <a:pt x="292" y="80"/>
                  <a:pt x="281" y="92"/>
                  <a:pt x="266" y="92"/>
                </a:cubicBezTo>
                <a:close/>
                <a:moveTo>
                  <a:pt x="266" y="92"/>
                </a:moveTo>
                <a:cubicBezTo>
                  <a:pt x="266" y="92"/>
                  <a:pt x="266" y="92"/>
                  <a:pt x="266" y="92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50" name="Freeform 5">
            <a:extLst>
              <a:ext uri="{FF2B5EF4-FFF2-40B4-BE49-F238E27FC236}">
                <a16:creationId xmlns:a16="http://schemas.microsoft.com/office/drawing/2014/main" id="{5B01E8FA-F0D5-84DE-4B27-6CDCBDBE6D4C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284836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pic>
        <p:nvPicPr>
          <p:cNvPr id="51" name="Graphic 50" descr="Leaf with solid fill">
            <a:extLst>
              <a:ext uri="{FF2B5EF4-FFF2-40B4-BE49-F238E27FC236}">
                <a16:creationId xmlns:a16="http://schemas.microsoft.com/office/drawing/2014/main" id="{9A443BA5-24F8-9691-4D10-D2FEEBC6EC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6496" y="2825840"/>
            <a:ext cx="327752" cy="327752"/>
          </a:xfrm>
          <a:prstGeom prst="rect">
            <a:avLst/>
          </a:prstGeom>
        </p:spPr>
      </p:pic>
      <p:pic>
        <p:nvPicPr>
          <p:cNvPr id="52" name="Graphic 51" descr="Leaf with solid fill">
            <a:extLst>
              <a:ext uri="{FF2B5EF4-FFF2-40B4-BE49-F238E27FC236}">
                <a16:creationId xmlns:a16="http://schemas.microsoft.com/office/drawing/2014/main" id="{808589BF-D80F-21FA-1248-7557DFE8F1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68048" y="3758534"/>
            <a:ext cx="327752" cy="327752"/>
          </a:xfrm>
          <a:prstGeom prst="rect">
            <a:avLst/>
          </a:prstGeom>
        </p:spPr>
      </p:pic>
      <p:pic>
        <p:nvPicPr>
          <p:cNvPr id="53" name="Graphic 52" descr="Leaf with solid fill">
            <a:extLst>
              <a:ext uri="{FF2B5EF4-FFF2-40B4-BE49-F238E27FC236}">
                <a16:creationId xmlns:a16="http://schemas.microsoft.com/office/drawing/2014/main" id="{AEF8D817-F1BD-BBBE-EBA3-F20EB5ECDE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39172" y="4906213"/>
            <a:ext cx="327752" cy="32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9178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CBA91-1D55-2726-AE25-98F0A25EC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9E011D-ED57-7F15-A799-4EAB964F1500}"/>
              </a:ext>
            </a:extLst>
          </p:cNvPr>
          <p:cNvSpPr/>
          <p:nvPr/>
        </p:nvSpPr>
        <p:spPr>
          <a:xfrm>
            <a:off x="609522" y="1297690"/>
            <a:ext cx="7890810" cy="1916652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E19DB8-F492-6AE0-323C-EAE4492DB633}"/>
              </a:ext>
            </a:extLst>
          </p:cNvPr>
          <p:cNvSpPr/>
          <p:nvPr/>
        </p:nvSpPr>
        <p:spPr>
          <a:xfrm>
            <a:off x="609522" y="3426994"/>
            <a:ext cx="7880014" cy="3034766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8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FB2CF-4E29-64A5-B01C-2513318BA5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Fórmulas (5|5)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5FECFADC-8E6E-2FAD-FAC2-75DD17A70E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Anexos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187AF6C-8510-4E07-A9D1-2DB954F69964}"/>
              </a:ext>
            </a:extLst>
          </p:cNvPr>
          <p:cNvGrpSpPr/>
          <p:nvPr/>
        </p:nvGrpSpPr>
        <p:grpSpPr>
          <a:xfrm rot="10800000">
            <a:off x="9135329" y="2026231"/>
            <a:ext cx="866408" cy="1442227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2C52A82A-54C2-3FEB-4142-2A570CB51B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76FC786F-A546-F294-902C-AD0BAC3EF1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D22D72CA-29BE-844F-42A6-0D9817D06F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76A92729-CEA8-2213-6B31-D01CA69CDF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0125F6-8211-CD26-EAC8-202EEA663253}"/>
              </a:ext>
            </a:extLst>
          </p:cNvPr>
          <p:cNvCxnSpPr>
            <a:cxnSpLocks/>
          </p:cNvCxnSpPr>
          <p:nvPr/>
        </p:nvCxnSpPr>
        <p:spPr>
          <a:xfrm flipV="1">
            <a:off x="9569009" y="-58723"/>
            <a:ext cx="0" cy="239047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7E81E09-E493-2F70-51C0-F2750794DAC7}"/>
              </a:ext>
            </a:extLst>
          </p:cNvPr>
          <p:cNvCxnSpPr>
            <a:cxnSpLocks/>
          </p:cNvCxnSpPr>
          <p:nvPr/>
        </p:nvCxnSpPr>
        <p:spPr>
          <a:xfrm flipV="1">
            <a:off x="10558739" y="-58723"/>
            <a:ext cx="0" cy="3439801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grpSp>
        <p:nvGrpSpPr>
          <p:cNvPr id="21" name="Group 37">
            <a:extLst>
              <a:ext uri="{FF2B5EF4-FFF2-40B4-BE49-F238E27FC236}">
                <a16:creationId xmlns:a16="http://schemas.microsoft.com/office/drawing/2014/main" id="{6A813670-D4E4-3F68-0627-FFAB4482EDA2}"/>
              </a:ext>
            </a:extLst>
          </p:cNvPr>
          <p:cNvGrpSpPr/>
          <p:nvPr/>
        </p:nvGrpSpPr>
        <p:grpSpPr>
          <a:xfrm rot="10800000">
            <a:off x="10008818" y="2746523"/>
            <a:ext cx="1092506" cy="1818562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A6614F0C-7F39-B110-14BA-6545B3E7B1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5E4AB250-D7CE-BD8A-C182-40D00477D6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265BC856-578D-7FE0-418D-DC69DC16D6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73AF43C5-84B5-DC2F-5B48-F0C75BBF79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72F1866-53D9-B409-F412-EFBB7847074C}"/>
              </a:ext>
            </a:extLst>
          </p:cNvPr>
          <p:cNvCxnSpPr>
            <a:cxnSpLocks/>
          </p:cNvCxnSpPr>
          <p:nvPr/>
        </p:nvCxnSpPr>
        <p:spPr>
          <a:xfrm flipV="1">
            <a:off x="11404889" y="-58723"/>
            <a:ext cx="0" cy="4108853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sp>
        <p:nvSpPr>
          <p:cNvPr id="27" name="Freeform 5">
            <a:extLst>
              <a:ext uri="{FF2B5EF4-FFF2-40B4-BE49-F238E27FC236}">
                <a16:creationId xmlns:a16="http://schemas.microsoft.com/office/drawing/2014/main" id="{0B8C7C52-9355-E262-59C2-081F58065ABB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411979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28" name="Freeform 6">
            <a:extLst>
              <a:ext uri="{FF2B5EF4-FFF2-40B4-BE49-F238E27FC236}">
                <a16:creationId xmlns:a16="http://schemas.microsoft.com/office/drawing/2014/main" id="{A7DC4FEC-A1D1-5CA0-4C0D-A7A122F67DDC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216334" y="4066482"/>
            <a:ext cx="363977" cy="186710"/>
          </a:xfrm>
          <a:custGeom>
            <a:avLst/>
            <a:gdLst/>
            <a:ahLst/>
            <a:cxnLst>
              <a:cxn ang="0">
                <a:pos x="60" y="64"/>
              </a:cxn>
              <a:cxn ang="0">
                <a:pos x="60" y="78"/>
              </a:cxn>
              <a:cxn ang="0">
                <a:pos x="89" y="108"/>
              </a:cxn>
              <a:cxn ang="0">
                <a:pos x="133" y="108"/>
              </a:cxn>
              <a:cxn ang="0">
                <a:pos x="163" y="78"/>
              </a:cxn>
              <a:cxn ang="0">
                <a:pos x="163" y="64"/>
              </a:cxn>
              <a:cxn ang="0">
                <a:pos x="223" y="0"/>
              </a:cxn>
              <a:cxn ang="0">
                <a:pos x="0" y="0"/>
              </a:cxn>
              <a:cxn ang="0">
                <a:pos x="60" y="64"/>
              </a:cxn>
              <a:cxn ang="0">
                <a:pos x="60" y="64"/>
              </a:cxn>
              <a:cxn ang="0">
                <a:pos x="60" y="64"/>
              </a:cxn>
            </a:cxnLst>
            <a:rect l="0" t="0" r="r" b="b"/>
            <a:pathLst>
              <a:path w="223" h="108">
                <a:moveTo>
                  <a:pt x="60" y="64"/>
                </a:moveTo>
                <a:cubicBezTo>
                  <a:pt x="60" y="78"/>
                  <a:pt x="60" y="78"/>
                  <a:pt x="60" y="78"/>
                </a:cubicBezTo>
                <a:cubicBezTo>
                  <a:pt x="60" y="95"/>
                  <a:pt x="73" y="108"/>
                  <a:pt x="89" y="108"/>
                </a:cubicBezTo>
                <a:cubicBezTo>
                  <a:pt x="133" y="108"/>
                  <a:pt x="133" y="108"/>
                  <a:pt x="133" y="108"/>
                </a:cubicBezTo>
                <a:cubicBezTo>
                  <a:pt x="150" y="108"/>
                  <a:pt x="163" y="95"/>
                  <a:pt x="163" y="78"/>
                </a:cubicBezTo>
                <a:cubicBezTo>
                  <a:pt x="163" y="64"/>
                  <a:pt x="163" y="64"/>
                  <a:pt x="163" y="64"/>
                </a:cubicBezTo>
                <a:cubicBezTo>
                  <a:pt x="196" y="61"/>
                  <a:pt x="223" y="34"/>
                  <a:pt x="22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4"/>
                  <a:pt x="27" y="61"/>
                  <a:pt x="60" y="64"/>
                </a:cubicBezTo>
                <a:close/>
                <a:moveTo>
                  <a:pt x="60" y="64"/>
                </a:moveTo>
                <a:cubicBezTo>
                  <a:pt x="60" y="64"/>
                  <a:pt x="60" y="64"/>
                  <a:pt x="60" y="64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49F20EE1-512B-1016-5D68-4603DF9A9442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0965119" y="4541769"/>
            <a:ext cx="866407" cy="966937"/>
          </a:xfrm>
          <a:custGeom>
            <a:avLst/>
            <a:gdLst/>
            <a:ahLst/>
            <a:cxnLst>
              <a:cxn ang="0">
                <a:pos x="265" y="0"/>
              </a:cxn>
              <a:cxn ang="0">
                <a:pos x="0" y="266"/>
              </a:cxn>
              <a:cxn ang="0">
                <a:pos x="57" y="429"/>
              </a:cxn>
              <a:cxn ang="0">
                <a:pos x="144" y="557"/>
              </a:cxn>
              <a:cxn ang="0">
                <a:pos x="387" y="557"/>
              </a:cxn>
              <a:cxn ang="0">
                <a:pos x="474" y="429"/>
              </a:cxn>
              <a:cxn ang="0">
                <a:pos x="531" y="266"/>
              </a:cxn>
              <a:cxn ang="0">
                <a:pos x="265" y="0"/>
              </a:cxn>
              <a:cxn ang="0">
                <a:pos x="266" y="92"/>
              </a:cxn>
              <a:cxn ang="0">
                <a:pos x="95" y="263"/>
              </a:cxn>
              <a:cxn ang="0">
                <a:pos x="69" y="290"/>
              </a:cxn>
              <a:cxn ang="0">
                <a:pos x="42" y="263"/>
              </a:cxn>
              <a:cxn ang="0">
                <a:pos x="266" y="39"/>
              </a:cxn>
              <a:cxn ang="0">
                <a:pos x="292" y="66"/>
              </a:cxn>
              <a:cxn ang="0">
                <a:pos x="266" y="92"/>
              </a:cxn>
              <a:cxn ang="0">
                <a:pos x="266" y="92"/>
              </a:cxn>
              <a:cxn ang="0">
                <a:pos x="266" y="92"/>
              </a:cxn>
            </a:cxnLst>
            <a:rect l="0" t="0" r="r" b="b"/>
            <a:pathLst>
              <a:path w="531" h="557">
                <a:moveTo>
                  <a:pt x="265" y="0"/>
                </a:moveTo>
                <a:cubicBezTo>
                  <a:pt x="119" y="0"/>
                  <a:pt x="0" y="119"/>
                  <a:pt x="0" y="266"/>
                </a:cubicBezTo>
                <a:cubicBezTo>
                  <a:pt x="0" y="327"/>
                  <a:pt x="21" y="384"/>
                  <a:pt x="57" y="429"/>
                </a:cubicBezTo>
                <a:cubicBezTo>
                  <a:pt x="88" y="469"/>
                  <a:pt x="118" y="513"/>
                  <a:pt x="144" y="557"/>
                </a:cubicBezTo>
                <a:cubicBezTo>
                  <a:pt x="387" y="557"/>
                  <a:pt x="387" y="557"/>
                  <a:pt x="387" y="557"/>
                </a:cubicBezTo>
                <a:cubicBezTo>
                  <a:pt x="413" y="512"/>
                  <a:pt x="442" y="470"/>
                  <a:pt x="474" y="429"/>
                </a:cubicBezTo>
                <a:cubicBezTo>
                  <a:pt x="510" y="384"/>
                  <a:pt x="531" y="327"/>
                  <a:pt x="531" y="266"/>
                </a:cubicBezTo>
                <a:cubicBezTo>
                  <a:pt x="531" y="119"/>
                  <a:pt x="412" y="0"/>
                  <a:pt x="265" y="0"/>
                </a:cubicBezTo>
                <a:close/>
                <a:moveTo>
                  <a:pt x="266" y="92"/>
                </a:moveTo>
                <a:cubicBezTo>
                  <a:pt x="172" y="92"/>
                  <a:pt x="95" y="169"/>
                  <a:pt x="95" y="263"/>
                </a:cubicBezTo>
                <a:cubicBezTo>
                  <a:pt x="95" y="278"/>
                  <a:pt x="83" y="290"/>
                  <a:pt x="69" y="290"/>
                </a:cubicBezTo>
                <a:cubicBezTo>
                  <a:pt x="54" y="290"/>
                  <a:pt x="42" y="278"/>
                  <a:pt x="42" y="263"/>
                </a:cubicBezTo>
                <a:cubicBezTo>
                  <a:pt x="42" y="140"/>
                  <a:pt x="142" y="39"/>
                  <a:pt x="266" y="39"/>
                </a:cubicBezTo>
                <a:cubicBezTo>
                  <a:pt x="281" y="39"/>
                  <a:pt x="292" y="51"/>
                  <a:pt x="292" y="66"/>
                </a:cubicBezTo>
                <a:cubicBezTo>
                  <a:pt x="292" y="80"/>
                  <a:pt x="281" y="92"/>
                  <a:pt x="266" y="92"/>
                </a:cubicBezTo>
                <a:close/>
                <a:moveTo>
                  <a:pt x="266" y="92"/>
                </a:moveTo>
                <a:cubicBezTo>
                  <a:pt x="266" y="92"/>
                  <a:pt x="266" y="92"/>
                  <a:pt x="266" y="92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30" name="Freeform 5">
            <a:extLst>
              <a:ext uri="{FF2B5EF4-FFF2-40B4-BE49-F238E27FC236}">
                <a16:creationId xmlns:a16="http://schemas.microsoft.com/office/drawing/2014/main" id="{10A0DD3D-31C8-9ED3-E8BE-4B9204C2AD06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284836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pic>
        <p:nvPicPr>
          <p:cNvPr id="6" name="Graphic 5" descr="Leaf with solid fill">
            <a:extLst>
              <a:ext uri="{FF2B5EF4-FFF2-40B4-BE49-F238E27FC236}">
                <a16:creationId xmlns:a16="http://schemas.microsoft.com/office/drawing/2014/main" id="{9E1100F2-E38A-EA1B-9D2E-551ADC30A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96496" y="2825840"/>
            <a:ext cx="327752" cy="327752"/>
          </a:xfrm>
          <a:prstGeom prst="rect">
            <a:avLst/>
          </a:prstGeom>
        </p:spPr>
      </p:pic>
      <p:pic>
        <p:nvPicPr>
          <p:cNvPr id="7" name="Graphic 6" descr="Leaf with solid fill">
            <a:extLst>
              <a:ext uri="{FF2B5EF4-FFF2-40B4-BE49-F238E27FC236}">
                <a16:creationId xmlns:a16="http://schemas.microsoft.com/office/drawing/2014/main" id="{9E2CFDA7-10E1-F1EC-9C7A-D01820FB56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8048" y="3758534"/>
            <a:ext cx="327752" cy="327752"/>
          </a:xfrm>
          <a:prstGeom prst="rect">
            <a:avLst/>
          </a:prstGeom>
        </p:spPr>
      </p:pic>
      <p:pic>
        <p:nvPicPr>
          <p:cNvPr id="12" name="Graphic 11" descr="Leaf with solid fill">
            <a:extLst>
              <a:ext uri="{FF2B5EF4-FFF2-40B4-BE49-F238E27FC236}">
                <a16:creationId xmlns:a16="http://schemas.microsoft.com/office/drawing/2014/main" id="{BD5E1704-70F6-D70E-933E-62CBCE0A4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39172" y="4906213"/>
            <a:ext cx="327752" cy="327752"/>
          </a:xfrm>
          <a:prstGeom prst="rect">
            <a:avLst/>
          </a:prstGeom>
        </p:spPr>
      </p:pic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A02589-7D56-A5A2-19CA-51D715F19012}"/>
              </a:ext>
            </a:extLst>
          </p:cNvPr>
          <p:cNvSpPr/>
          <p:nvPr/>
        </p:nvSpPr>
        <p:spPr>
          <a:xfrm>
            <a:off x="724806" y="3546281"/>
            <a:ext cx="6784346" cy="2915479"/>
          </a:xfrm>
          <a:prstGeom prst="roundRect">
            <a:avLst>
              <a:gd name="adj" fmla="val 14178"/>
            </a:avLst>
          </a:prstGeom>
          <a:noFill/>
          <a:ln w="3175" cap="flat" cmpd="sng" algn="ctr">
            <a:noFill/>
            <a:prstDash val="solid"/>
            <a:miter lim="800000"/>
          </a:ln>
          <a:effectLst/>
        </p:spPr>
        <p:txBody>
          <a:bodyPr wrap="square" lIns="0" tIns="0" rIns="0" rtlCol="0" anchor="ctr" anchorCtr="0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𝒊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cada imóvel do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𝒏: número total de imóveis considerados; </a:t>
            </a:r>
            <a:endParaRPr lang="pt-PT" sz="1200" b="1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lvl="0" indent="-171450" algn="just" defTabSz="914400" hangingPunct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Emissões do Edifício: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toneladas de dióxido de carbono equivalente (tCO</a:t>
            </a:r>
            <a:r>
              <a:rPr lang="pt-PT" sz="1200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e) associadas ao consumo energético do imóvel; </a:t>
            </a:r>
          </a:p>
          <a:p>
            <a:pPr marL="171450" lvl="0" indent="-171450" algn="just" defTabSz="914400" hangingPunct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Montante em Dívida do Empréstimo: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valor bruto do empréstimo, à data de referência (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gross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carrying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amount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), utilizado para calcular a proporção das emissões atribuídas ao Banco ou fator de atribuição;</a:t>
            </a:r>
          </a:p>
          <a:p>
            <a:pPr marL="171450" lvl="0" indent="-171450" algn="just" defTabSz="914400" hangingPunct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Valor do Imóvel na Originação: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corresponde ao valor total do imóvel no momento da transação – preço de aquisição. Sempre que o valor à data de </a:t>
            </a:r>
            <a:r>
              <a:rPr lang="pt-PT" sz="1200" err="1">
                <a:solidFill>
                  <a:srgbClr val="005F7C"/>
                </a:solidFill>
                <a:latin typeface="Muli Light" panose="00000400000000000000" pitchFamily="2" charset="0"/>
              </a:rPr>
              <a:t>originação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não esteja disponível, deverá ser utilizado o valor da última avaliação disponível.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16F880F-0933-67AB-3781-A43F4A7F20F0}"/>
              </a:ext>
            </a:extLst>
          </p:cNvPr>
          <p:cNvSpPr/>
          <p:nvPr/>
        </p:nvSpPr>
        <p:spPr>
          <a:xfrm>
            <a:off x="2914066" y="1704293"/>
            <a:ext cx="31928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=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69031A-6E79-1F70-28E9-C5BE3F962D83}"/>
                  </a:ext>
                </a:extLst>
              </p:cNvPr>
              <p:cNvSpPr txBox="1"/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171450" indent="-171450" algn="l"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200">
                    <a:solidFill>
                      <a:schemeClr val="tx1"/>
                    </a:solidFill>
                    <a:latin typeface="Muli Light" panose="00000400000000000000" pitchFamily="2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𝐸𝑚𝑖𝑠𝑠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õ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𝐹𝑖𝑛𝑎𝑛𝑐𝑖𝑎𝑑𝑎𝑠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𝐼𝑚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𝑣𝑒𝑙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𝑡𝐶𝑂</m:t>
                              </m:r>
                            </m:e>
                            <m:sub>
                              <m:r>
                                <a:rPr lang="pt-PT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Muli" panose="00000500000000000000" pitchFamily="2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69031A-6E79-1F70-28E9-C5BE3F962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52A807-7E30-2C43-C965-91AB2D204026}"/>
                  </a:ext>
                </a:extLst>
              </p:cNvPr>
              <p:cNvSpPr txBox="1"/>
              <p:nvPr/>
            </p:nvSpPr>
            <p:spPr>
              <a:xfrm>
                <a:off x="3403907" y="1591752"/>
                <a:ext cx="1655773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𝐸𝑚𝑖𝑠𝑠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õ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𝐸𝑑𝑖𝑓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𝑐𝑖𝑜</m:t>
                      </m:r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52A807-7E30-2C43-C965-91AB2D204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07" y="1591752"/>
                <a:ext cx="1655773" cy="6984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8">
            <a:extLst>
              <a:ext uri="{FF2B5EF4-FFF2-40B4-BE49-F238E27FC236}">
                <a16:creationId xmlns:a16="http://schemas.microsoft.com/office/drawing/2014/main" id="{61BF4B30-E37A-31CA-7DD5-E0C0E07DA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1182717"/>
            <a:ext cx="1872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Emissões Financiadas</a:t>
            </a: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E5373643-6F38-3353-E512-3E88AF95B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3301080"/>
            <a:ext cx="180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Descrição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F8DCF49-5556-9DBD-D707-1DF751058FD8}"/>
              </a:ext>
            </a:extLst>
          </p:cNvPr>
          <p:cNvSpPr/>
          <p:nvPr/>
        </p:nvSpPr>
        <p:spPr>
          <a:xfrm>
            <a:off x="5178830" y="1704293"/>
            <a:ext cx="32702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F68E06B-ED51-5352-E247-207F9B9827C4}"/>
                  </a:ext>
                </a:extLst>
              </p:cNvPr>
              <p:cNvSpPr txBox="1"/>
              <p:nvPr/>
            </p:nvSpPr>
            <p:spPr>
              <a:xfrm>
                <a:off x="5625007" y="1591752"/>
                <a:ext cx="1655773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𝐹𝑎𝑡𝑜𝑟</m:t>
                      </m:r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𝐴𝑡𝑟𝑖𝑏𝑢𝑖</m:t>
                      </m:r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çã</m:t>
                      </m:r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F68E06B-ED51-5352-E247-207F9B982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007" y="1591752"/>
                <a:ext cx="1655773" cy="6984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A837D41-AC6A-D5A4-0AC3-07A975A75504}"/>
              </a:ext>
            </a:extLst>
          </p:cNvPr>
          <p:cNvSpPr/>
          <p:nvPr/>
        </p:nvSpPr>
        <p:spPr>
          <a:xfrm>
            <a:off x="2914066" y="2537413"/>
            <a:ext cx="31928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=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C5A4CE5-E137-9392-31A7-8CB84133FB7C}"/>
                  </a:ext>
                </a:extLst>
              </p:cNvPr>
              <p:cNvSpPr txBox="1"/>
              <p:nvPr/>
            </p:nvSpPr>
            <p:spPr>
              <a:xfrm>
                <a:off x="724805" y="2425638"/>
                <a:ext cx="2018708" cy="69686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171450" indent="-171450" algn="l"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200">
                    <a:solidFill>
                      <a:schemeClr val="tx1"/>
                    </a:solidFill>
                    <a:latin typeface="Muli Light" panose="00000400000000000000" pitchFamily="2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𝐸𝑚𝑖𝑠𝑠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õ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𝐹𝑖𝑛𝑎𝑛𝑐𝑖𝑎𝑑𝑎𝑠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𝐼𝑚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𝑣𝑒𝑙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𝑡𝐶𝑂</m:t>
                              </m:r>
                            </m:e>
                            <m:sub>
                              <m:r>
                                <a:rPr lang="pt-PT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Muli" panose="00000500000000000000" pitchFamily="2" charset="0"/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C5A4CE5-E137-9392-31A7-8CB84133F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05" y="2425638"/>
                <a:ext cx="2018708" cy="696868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0E982C0-0AB4-27BB-1DE5-0755E22B71E2}"/>
                  </a:ext>
                </a:extLst>
              </p:cNvPr>
              <p:cNvSpPr txBox="1"/>
              <p:nvPr/>
            </p:nvSpPr>
            <p:spPr>
              <a:xfrm>
                <a:off x="3403907" y="2424872"/>
                <a:ext cx="1655773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𝐸𝑚𝑖𝑠𝑠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õ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𝐸𝑑𝑖𝑓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𝑐𝑖𝑜</m:t>
                      </m:r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0E982C0-0AB4-27BB-1DE5-0755E22B7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07" y="2424872"/>
                <a:ext cx="1655773" cy="698400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53B6662-B9A3-E816-1BFB-4AC4FC9994CA}"/>
              </a:ext>
            </a:extLst>
          </p:cNvPr>
          <p:cNvSpPr/>
          <p:nvPr/>
        </p:nvSpPr>
        <p:spPr>
          <a:xfrm>
            <a:off x="5178830" y="2537413"/>
            <a:ext cx="32702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BF7D7B1-9743-E424-B7C2-868ACC9C86C3}"/>
                  </a:ext>
                </a:extLst>
              </p:cNvPr>
              <p:cNvSpPr txBox="1"/>
              <p:nvPr/>
            </p:nvSpPr>
            <p:spPr>
              <a:xfrm>
                <a:off x="5625007" y="2424872"/>
                <a:ext cx="2690992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𝑀𝑜𝑛𝑡𝑎𝑛𝑡𝑒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𝑒𝑚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í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𝑣𝑖𝑑𝑎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𝑑𝑜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𝐸𝑚𝑝𝑟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𝑠𝑡𝑖𝑚𝑜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pt-PT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PT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𝑉𝑎𝑙𝑜𝑟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𝐼𝑚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ó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𝑣𝑒𝑙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𝑛𝑎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𝑂𝑟𝑖𝑔𝑖𝑛𝑎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çã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BF7D7B1-9743-E424-B7C2-868ACC9C8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007" y="2424872"/>
                <a:ext cx="2690992" cy="698400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91872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4FDB4-380A-F95F-FCFD-3615FB88F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91148-46C2-14EA-B42C-06D76364B5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 noProof="0"/>
              <a:t>Fonte de dados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B3AADC52-D250-F53E-A9DD-86DE8035AF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7DB6A42-91C7-B916-0AB2-E073AD6942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207968"/>
              </p:ext>
            </p:extLst>
          </p:nvPr>
        </p:nvGraphicFramePr>
        <p:xfrm>
          <a:off x="549490" y="1476038"/>
          <a:ext cx="10710758" cy="39653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6431">
                  <a:extLst>
                    <a:ext uri="{9D8B030D-6E8A-4147-A177-3AD203B41FA5}">
                      <a16:colId xmlns:a16="http://schemas.microsoft.com/office/drawing/2014/main" val="3642117824"/>
                    </a:ext>
                  </a:extLst>
                </a:gridCol>
                <a:gridCol w="2425806">
                  <a:extLst>
                    <a:ext uri="{9D8B030D-6E8A-4147-A177-3AD203B41FA5}">
                      <a16:colId xmlns:a16="http://schemas.microsoft.com/office/drawing/2014/main" val="3810066364"/>
                    </a:ext>
                  </a:extLst>
                </a:gridCol>
                <a:gridCol w="6308521">
                  <a:extLst>
                    <a:ext uri="{9D8B030D-6E8A-4147-A177-3AD203B41FA5}">
                      <a16:colId xmlns:a16="http://schemas.microsoft.com/office/drawing/2014/main" val="1061305446"/>
                    </a:ext>
                  </a:extLst>
                </a:gridCol>
              </a:tblGrid>
              <a:tr h="297599">
                <a:tc>
                  <a:txBody>
                    <a:bodyPr/>
                    <a:lstStyle/>
                    <a:p>
                      <a:pPr algn="ctr"/>
                      <a:r>
                        <a:rPr lang="pt-PT" sz="1200" b="1" i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Schema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Tabela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Descrição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266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business_esg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modesg_inp_emss_bens_imoveis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input que possui detalhe acerca das emissões de Scope 1 e Scope 2 dos imóveis, segmentados por país, estado e tipologia, e finalidade do bem.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14149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business_assets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Property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que contém informações descritivas dos bens imóveis como, por exemplo, tipologia, área útil e localização.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703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business_assets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property_energy_certificate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que contém informação de certificados energéticos (EPC) e respetivas emissões dos imóveis.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8184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bu_captools_work 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pa_out_bens_imoveis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output, gerada em âmbito da solução tática do presente exercício, que consolida emissões por imóvel, com campos essenciais como a chave do bem e o scope de emissões.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7484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bu_captools_work </a:t>
                      </a:r>
                      <a:endParaRPr lang="pt-PT" sz="1000" b="1" i="0" u="none" strike="noStrike" kern="1200" baseline="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pa_out_emss_fncd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output, gerada em âmbito da solução tática do presente exercício, que consolida a informação relativa às emissões financiadas de contrapartes, bens imóveis, incluindo Scopes 1 e 2 e respetivas metodologias de cálculo</a:t>
                      </a:r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.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067919"/>
                  </a:ext>
                </a:extLst>
              </a:tr>
              <a:tr h="403296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bu_captools_work</a:t>
                      </a:r>
                      <a:endParaRPr lang="pt-PT" sz="1000" b="1" i="0" u="none" strike="noStrike" kern="1200" baseline="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pa_out_emss_fncd_re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output que consolida a informação relativa às emissões financiadas dos bens imóveis, incluindo scopes 1 e 2, para o universo de Real Estate (CRE e Mortagges). Esta tabela é aprovisionada pelas tabelas táticas geradas no âmbito do presente exercício.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055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business_esg	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modesg_out_bens_imoveis 	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output do modelo verde, que consolida emissões por bem imóvel, com campos essenciais como a chave do bem e o scope de emissões e indicação do risco físico.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0405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business_esg	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modesg_out_emss_fncd 	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output do modelo verde que consolida a informação relativa às emissões financiadas de contrapartes, veículos e bens imóveis, incluindo Scopes 1, 2 e 3, e respetivas metodologias de cálculo</a:t>
                      </a:r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.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4497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business_esg	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modesg_out_emss_fncd_re 	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output a ser criada no modelo verde, que consolida a informação relativa às emissões financiadas dos bens imóveis, incluindo scopes 1 e 2, para o universo de Real </a:t>
                      </a:r>
                      <a:r>
                        <a:rPr lang="pt-PT" sz="1000" noProof="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Estate</a:t>
                      </a:r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(CRE e </a:t>
                      </a:r>
                      <a:r>
                        <a:rPr lang="pt-PT" sz="1000" noProof="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Mortagges</a:t>
                      </a:r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).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53348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7FEE324-351B-1BCE-87BE-C9938A9A980C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>
                <a:solidFill>
                  <a:srgbClr val="005F7C"/>
                </a:solidFill>
                <a:latin typeface="Muli Light" panose="00000400000000000000" pitchFamily="2" charset="0"/>
              </a:rPr>
              <a:t>Nota: (1) Após incorporação das melhorias metodológicas no modelo verde, incluindo a reclassificação da finalidade e o truncamento do rácio de financiamento a 100, as tabelas </a:t>
            </a:r>
            <a:r>
              <a:rPr lang="pt-PT" sz="800" b="1" err="1">
                <a:solidFill>
                  <a:srgbClr val="005F7C"/>
                </a:solidFill>
                <a:latin typeface="Muli Light" panose="00000400000000000000" pitchFamily="2" charset="0"/>
              </a:rPr>
              <a:t>modesg_out_bens_imoveis</a:t>
            </a:r>
            <a:r>
              <a:rPr lang="pt-PT" sz="800">
                <a:solidFill>
                  <a:srgbClr val="005F7C"/>
                </a:solidFill>
                <a:latin typeface="Muli Light" panose="00000400000000000000" pitchFamily="2" charset="0"/>
              </a:rPr>
              <a:t> e </a:t>
            </a:r>
            <a:r>
              <a:rPr lang="pt-PT" sz="800" b="1" err="1">
                <a:solidFill>
                  <a:srgbClr val="005F7C"/>
                </a:solidFill>
                <a:latin typeface="Muli Light" panose="00000400000000000000" pitchFamily="2" charset="0"/>
              </a:rPr>
              <a:t>modesg_out_emss_fncd</a:t>
            </a:r>
            <a:r>
              <a:rPr lang="pt-PT" sz="800">
                <a:solidFill>
                  <a:srgbClr val="005F7C"/>
                </a:solidFill>
                <a:latin typeface="Muli Light" panose="00000400000000000000" pitchFamily="2" charset="0"/>
              </a:rPr>
              <a:t> passam a substituir integralmente as tabelas táticas, garantindo eliminação de soluções paralelas e convergência metodológica. Adicionalmente, a tabela </a:t>
            </a:r>
            <a:r>
              <a:rPr lang="pt-PT" sz="800" b="1" err="1">
                <a:solidFill>
                  <a:srgbClr val="005F7C"/>
                </a:solidFill>
                <a:latin typeface="Muli Light" panose="00000400000000000000" pitchFamily="2" charset="0"/>
              </a:rPr>
              <a:t>modesg_out_emss_fncd_re</a:t>
            </a:r>
            <a:r>
              <a:rPr lang="pt-PT" sz="800">
                <a:solidFill>
                  <a:srgbClr val="005F7C"/>
                </a:solidFill>
                <a:latin typeface="Muli Light" panose="00000400000000000000" pitchFamily="2" charset="0"/>
              </a:rPr>
              <a:t> substitui a tabela tática correspondente, passando a ser aprovisionada exclusivamente pelas tabelas do Modelo Verde do Pilar III.</a:t>
            </a:r>
          </a:p>
        </p:txBody>
      </p:sp>
    </p:spTree>
    <p:extLst>
      <p:ext uri="{BB962C8B-B14F-4D97-AF65-F5344CB8AC3E}">
        <p14:creationId xmlns:p14="http://schemas.microsoft.com/office/powerpoint/2010/main" val="36890532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758F8-B0F7-9853-4B99-BBA9B222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05_01.png">
            <a:extLst>
              <a:ext uri="{FF2B5EF4-FFF2-40B4-BE49-F238E27FC236}">
                <a16:creationId xmlns:a16="http://schemas.microsoft.com/office/drawing/2014/main" id="{57C27B1F-28D2-7E0D-E5F9-237054E5B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32A59CB6-2742-78A3-62EF-2356E5AF1623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F282BB-4B2D-F9B7-A50F-0E982C237D31}"/>
              </a:ext>
            </a:extLst>
          </p:cNvPr>
          <p:cNvSpPr/>
          <p:nvPr/>
        </p:nvSpPr>
        <p:spPr>
          <a:xfrm>
            <a:off x="549491" y="6124274"/>
            <a:ext cx="10728110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4809E75-148C-5258-7FE3-538ECCFD8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349243"/>
              </p:ext>
            </p:extLst>
          </p:nvPr>
        </p:nvGraphicFramePr>
        <p:xfrm>
          <a:off x="894149" y="1782344"/>
          <a:ext cx="10382401" cy="29889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39211">
                  <a:extLst>
                    <a:ext uri="{9D8B030D-6E8A-4147-A177-3AD203B41FA5}">
                      <a16:colId xmlns:a16="http://schemas.microsoft.com/office/drawing/2014/main" val="3184646856"/>
                    </a:ext>
                  </a:extLst>
                </a:gridCol>
                <a:gridCol w="1947730">
                  <a:extLst>
                    <a:ext uri="{9D8B030D-6E8A-4147-A177-3AD203B41FA5}">
                      <a16:colId xmlns:a16="http://schemas.microsoft.com/office/drawing/2014/main" val="867229510"/>
                    </a:ext>
                  </a:extLst>
                </a:gridCol>
                <a:gridCol w="1947730">
                  <a:extLst>
                    <a:ext uri="{9D8B030D-6E8A-4147-A177-3AD203B41FA5}">
                      <a16:colId xmlns:a16="http://schemas.microsoft.com/office/drawing/2014/main" val="3915513247"/>
                    </a:ext>
                  </a:extLst>
                </a:gridCol>
                <a:gridCol w="1947730">
                  <a:extLst>
                    <a:ext uri="{9D8B030D-6E8A-4147-A177-3AD203B41FA5}">
                      <a16:colId xmlns:a16="http://schemas.microsoft.com/office/drawing/2014/main" val="1483846327"/>
                    </a:ext>
                  </a:extLst>
                </a:gridCol>
              </a:tblGrid>
              <a:tr h="2988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50" b="1" i="1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Portfolio</a:t>
                      </a:r>
                    </a:p>
                  </a:txBody>
                  <a:tcPr marL="9523" marR="9523" marT="9523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050" b="1" u="none" strike="noStrike" baseline="-25000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050" b="1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050" b="1" i="0" u="none" strike="noStrike" noProof="0">
                        <a:solidFill>
                          <a:schemeClr val="bg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3" marR="9523" marT="9523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(%)</a:t>
                      </a:r>
                      <a:endParaRPr lang="pt-PT" sz="1050" b="1" i="0" u="none" strike="noStrike" noProof="0">
                        <a:solidFill>
                          <a:schemeClr val="bg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3" marR="9523" marT="9523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Área Ponderada</a:t>
                      </a:r>
                      <a:r>
                        <a:rPr lang="pt-PT" sz="105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(m</a:t>
                      </a:r>
                      <a:r>
                        <a:rPr lang="pt-PT" sz="105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3" marR="9523" marT="9523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145091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i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Commercial Real Estate (CRE)</a:t>
                      </a:r>
                    </a:p>
                  </a:txBody>
                  <a:tcPr marL="257115" marR="9523" marT="952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101.494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19%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1.942.212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084604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Metodologia 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floor area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(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data quality score 3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526" marR="9523" marT="9523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1.373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70.447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495458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Metodologia 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floor area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(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data quality score 4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526" marR="9523" marT="9523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93.533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92%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1.871.765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471523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Metodologia 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number of buildings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(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data quality score 5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526" marR="9523" marT="9523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6.587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7%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Não Aplicável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31080310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i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Mortgages</a:t>
                      </a:r>
                    </a:p>
                  </a:txBody>
                  <a:tcPr marL="257115" marR="9523" marT="952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422.389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81%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29.537.954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555253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Metodologia 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floor area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(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data quality score 3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526" marR="9523" marT="9523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87.351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21%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9.226.657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8987451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Metodologia 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floor area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(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data quality score 4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526" marR="9523" marT="9523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317.323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75%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20.311.297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7205709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Metodologia 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number of buildings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(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data quality score 5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526" marR="9523" marT="9523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17.716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4%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Não Aplicável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73390004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1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15" marR="9523" marT="9523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1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523.883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31.480.166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108298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79BE4140-002A-1B5A-138C-83FAF5FB6EAC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Nota: (1) Área útil do imóvel atribuída ao financiamento correspondente ao produto entre a área útil do imóvel e o fator de atribuição utilizado no cálculo das emissões financiadas.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D921498-FE32-3B23-692D-5E0E0B019102}"/>
              </a:ext>
            </a:extLst>
          </p:cNvPr>
          <p:cNvGrpSpPr/>
          <p:nvPr/>
        </p:nvGrpSpPr>
        <p:grpSpPr>
          <a:xfrm>
            <a:off x="604353" y="1190340"/>
            <a:ext cx="11016000" cy="234000"/>
            <a:chOff x="604353" y="1190340"/>
            <a:chExt cx="11016000" cy="234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EE9A599-97BA-E8A9-8B63-3E6E743B6E92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18">
              <a:extLst>
                <a:ext uri="{FF2B5EF4-FFF2-40B4-BE49-F238E27FC236}">
                  <a16:creationId xmlns:a16="http://schemas.microsoft.com/office/drawing/2014/main" id="{A481F126-A7D9-64A5-1D2D-67CD2CDDB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33840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Cálculo das Emissões Financiadas - Dez.24</a:t>
              </a:r>
            </a:p>
          </p:txBody>
        </p:sp>
      </p:grp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790BCFF-4E49-1C87-CBE4-9249ACD03BE8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300"/>
              <a:t>Distribuição das Emissões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4CC9B934-7CC5-F67C-80F7-B1634618D2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</p:spTree>
    <p:extLst>
      <p:ext uri="{BB962C8B-B14F-4D97-AF65-F5344CB8AC3E}">
        <p14:creationId xmlns:p14="http://schemas.microsoft.com/office/powerpoint/2010/main" val="13760058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EED7B-4DC3-8AE9-9C77-03C8D81A6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0982F-0AAB-0163-F352-90E3428D1F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 noProof="0"/>
              <a:t>Análises de Sensibilidade – Resumo Global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1D7F027D-6B13-6155-FDD6-C2E232468A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4ECD44-64B4-023D-ACB2-05B19B3AD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16273"/>
              </p:ext>
            </p:extLst>
          </p:nvPr>
        </p:nvGraphicFramePr>
        <p:xfrm>
          <a:off x="610448" y="1498209"/>
          <a:ext cx="10940543" cy="1093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5978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1735232292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3762625140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i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Portfolio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Physical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Emission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Intensity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(kgCO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e/m</a:t>
                      </a:r>
                      <a:r>
                        <a:rPr lang="pt-PT" sz="1200" b="1" u="none" strike="noStrike" baseline="30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Economic Emission Intensity (tCO</a:t>
                      </a:r>
                      <a:r>
                        <a:rPr lang="it-IT" sz="1200" b="1" i="0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it-I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e/€M)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PCAF </a:t>
                      </a:r>
                      <a:r>
                        <a:rPr lang="pt-PT" sz="1200" b="1" i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Score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Commercial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Real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Estate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(CRE)</a:t>
                      </a:r>
                    </a:p>
                  </a:txBody>
                  <a:tcPr marL="68974" marR="68974" marT="34487" marB="34487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1.266.905.219 €</a:t>
                      </a:r>
                    </a:p>
                  </a:txBody>
                  <a:tcPr marL="6840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59.464</a:t>
                      </a:r>
                    </a:p>
                  </a:txBody>
                  <a:tcPr marL="6840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27,25</a:t>
                      </a:r>
                    </a:p>
                  </a:txBody>
                  <a:tcPr marL="6840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46,94</a:t>
                      </a:r>
                    </a:p>
                  </a:txBody>
                  <a:tcPr marL="6840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3,2</a:t>
                      </a:r>
                    </a:p>
                  </a:txBody>
                  <a:tcPr marL="6840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Mortgages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Loans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</a:p>
                  </a:txBody>
                  <a:tcPr marL="68974" marR="68974" marT="34487" marB="34487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23.305.878.350 €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320.595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10,25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13,76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3,1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24.572.783.570 €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380.059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200" b="1" i="0" u="none" strike="noStrike" noProof="0">
                        <a:solidFill>
                          <a:schemeClr val="bg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100" b="1" i="0" u="none" strike="noStrike" noProof="0">
                        <a:solidFill>
                          <a:schemeClr val="bg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100" b="1" i="0" u="none" strike="noStrike" noProof="0">
                        <a:solidFill>
                          <a:schemeClr val="bg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E15B6AA-3910-878B-20C2-53EB12786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917649"/>
              </p:ext>
            </p:extLst>
          </p:nvPr>
        </p:nvGraphicFramePr>
        <p:xfrm>
          <a:off x="610448" y="3195660"/>
          <a:ext cx="10940543" cy="1093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5978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1735232292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3762625140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i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Portfolio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Physical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Emission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Intensity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(kgCO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e/m</a:t>
                      </a:r>
                      <a:r>
                        <a:rPr lang="pt-PT" sz="1200" b="1" u="none" strike="noStrike" baseline="30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Economic Emission Intensity (tCO</a:t>
                      </a:r>
                      <a:r>
                        <a:rPr lang="it-IT" sz="1200" b="1" i="0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it-I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e/€M)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PCAF </a:t>
                      </a:r>
                      <a:r>
                        <a:rPr lang="pt-PT" sz="1200" b="1" i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Score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Commercial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Real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Estate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(CRE)</a:t>
                      </a:r>
                    </a:p>
                  </a:txBody>
                  <a:tcPr marL="68974" marR="68974" marT="34487" marB="34487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1.269.595.966 €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91.654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48,81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72,19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4,0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Mortgages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Loans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</a:p>
                  </a:txBody>
                  <a:tcPr marL="68974" marR="68974" marT="34487" marB="34487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23.305.986.580 €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304.862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13,63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13,08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3,8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24.575.582.546 €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396.516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pt-PT" sz="1200" b="1" i="0" u="none" strike="noStrike">
                        <a:solidFill>
                          <a:schemeClr val="bg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pt-PT" sz="1000" b="0" i="0" u="none" strike="noStrike">
                        <a:solidFill>
                          <a:srgbClr val="005F7C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pt-PT" sz="1000" b="0" i="0" u="none" strike="noStrike">
                        <a:solidFill>
                          <a:srgbClr val="005F7C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DD7EE5E-1987-ED7E-6583-AB90A8E57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753259"/>
              </p:ext>
            </p:extLst>
          </p:nvPr>
        </p:nvGraphicFramePr>
        <p:xfrm>
          <a:off x="610448" y="4893111"/>
          <a:ext cx="10940543" cy="1093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5978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1735232292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3762625140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i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Portfolio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Physical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Emission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Intensity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(kgCO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e/m</a:t>
                      </a:r>
                      <a:r>
                        <a:rPr lang="pt-PT" sz="1200" b="1" u="none" strike="noStrike" baseline="30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Economic Emission Intensity (tCO</a:t>
                      </a:r>
                      <a:r>
                        <a:rPr lang="it-IT" sz="1200" b="1" i="0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it-I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e/€M)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PCAF </a:t>
                      </a:r>
                      <a:r>
                        <a:rPr lang="pt-PT" sz="1200" b="1" i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Score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Commercial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Real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Estate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(CRE)</a:t>
                      </a:r>
                    </a:p>
                  </a:txBody>
                  <a:tcPr marL="68974" marR="68974" marT="34487" marB="34487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1.246.214.370 €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63.065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30,79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50,61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4,0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Mortgages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Loans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</a:p>
                  </a:txBody>
                  <a:tcPr marL="68974" marR="68974" marT="34487" marB="34487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23.305.964.795 €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606.396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19,74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26,02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3,8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24.552.179.165 €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669.462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pt-PT" sz="1050" b="0" i="0" u="none" strike="noStrike">
                        <a:solidFill>
                          <a:srgbClr val="005F7C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pt-PT" sz="1000" b="0" i="0" u="none" strike="noStrike">
                        <a:solidFill>
                          <a:srgbClr val="005F7C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pt-PT" sz="1000" b="0" i="0" u="none" strike="noStrike">
                        <a:solidFill>
                          <a:srgbClr val="005F7C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CFF9B51D-EDFF-EDD4-084B-D51DA05CDA90}"/>
              </a:ext>
            </a:extLst>
          </p:cNvPr>
          <p:cNvGrpSpPr/>
          <p:nvPr/>
        </p:nvGrpSpPr>
        <p:grpSpPr>
          <a:xfrm>
            <a:off x="604353" y="1190340"/>
            <a:ext cx="11016000" cy="234000"/>
            <a:chOff x="604353" y="1190340"/>
            <a:chExt cx="11016000" cy="234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B5AD936-2DB9-A6FF-075B-9BFBB1B57A90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ectangle 18">
              <a:extLst>
                <a:ext uri="{FF2B5EF4-FFF2-40B4-BE49-F238E27FC236}">
                  <a16:creationId xmlns:a16="http://schemas.microsoft.com/office/drawing/2014/main" id="{7A98776B-BA2F-3188-314A-329672057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18000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Cenário 1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0831E77-57A3-073B-DACA-F7B241CC09A0}"/>
              </a:ext>
            </a:extLst>
          </p:cNvPr>
          <p:cNvGrpSpPr/>
          <p:nvPr/>
        </p:nvGrpSpPr>
        <p:grpSpPr>
          <a:xfrm>
            <a:off x="604353" y="2888952"/>
            <a:ext cx="11016000" cy="234000"/>
            <a:chOff x="604353" y="1190340"/>
            <a:chExt cx="11016000" cy="234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C51048C-B5BE-D9CB-890C-9C0C997AFCEA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882B298-3FB8-D337-5DC0-C7E883AFA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18000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Cenário 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CA5EB8-6CCF-BA03-9D40-473795E81381}"/>
              </a:ext>
            </a:extLst>
          </p:cNvPr>
          <p:cNvGrpSpPr/>
          <p:nvPr/>
        </p:nvGrpSpPr>
        <p:grpSpPr>
          <a:xfrm>
            <a:off x="604353" y="4587563"/>
            <a:ext cx="11016000" cy="234000"/>
            <a:chOff x="604353" y="1190340"/>
            <a:chExt cx="11016000" cy="2340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EBE5646-F9DF-E0B9-21D3-2566D3B0C6FC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2CCE56A-19DC-5C7E-F0DA-A36C03168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18000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Cenário 3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010C41E0-A9E2-693F-8556-C78B92A4EAA0}"/>
              </a:ext>
            </a:extLst>
          </p:cNvPr>
          <p:cNvSpPr/>
          <p:nvPr/>
        </p:nvSpPr>
        <p:spPr>
          <a:xfrm>
            <a:off x="549490" y="6124274"/>
            <a:ext cx="10727059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Montante de valor bruto do financiamento associado ao colateral imobiliário. As exposições variam entre os diferentes cenários devido ao mapeamento entre os dados da carteira e o 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input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PCAF, para as variáveis classe energética dos certificados estimados e finalidade do bem, fazer flutuar o universo de cálculo – e.g., classes energéticas inválidas numa dada geografia.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3880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F97E2-D27C-FD83-9E34-75370DB02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08606F-08B8-0D3D-93B8-191EC8754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051944"/>
              </p:ext>
            </p:extLst>
          </p:nvPr>
        </p:nvGraphicFramePr>
        <p:xfrm>
          <a:off x="618935" y="1691881"/>
          <a:ext cx="10940547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8224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1.220.645.580 €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96%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422.160  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270.519.776 €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22%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1.380   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766.202.066 €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63%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42.401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183.923.738 €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11%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15.534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18.148.278 €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149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0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4</a:t>
                      </a:r>
                      <a:endParaRPr lang="pt-PT" sz="100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28.111.362 €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1.266.905.220 €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59.464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D194110D-A747-F56E-7A12-CA37E0B5D3B6}"/>
              </a:ext>
            </a:extLst>
          </p:cNvPr>
          <p:cNvGrpSpPr/>
          <p:nvPr/>
        </p:nvGrpSpPr>
        <p:grpSpPr>
          <a:xfrm>
            <a:off x="604353" y="1190340"/>
            <a:ext cx="11016000" cy="234000"/>
            <a:chOff x="604353" y="1190340"/>
            <a:chExt cx="11016000" cy="234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30789A9-9055-273A-F4EA-020050E1D3C4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18">
              <a:extLst>
                <a:ext uri="{FF2B5EF4-FFF2-40B4-BE49-F238E27FC236}">
                  <a16:creationId xmlns:a16="http://schemas.microsoft.com/office/drawing/2014/main" id="{50765BBB-F4F8-5664-8837-9CBECE0B6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18000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Cenário 1</a:t>
              </a: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3A879-7E3B-A464-9E07-7ACC333987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Análises de Sensibilidade – Detalhe por Finalidade do Colateral Imobiliário (1|3) 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3E301FDF-C1EB-19CE-99C0-E6B45C3BBE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5C1B47-083A-E4AF-2945-1E68CB6A8D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432041"/>
              </p:ext>
            </p:extLst>
          </p:nvPr>
        </p:nvGraphicFramePr>
        <p:xfrm>
          <a:off x="618935" y="3960100"/>
          <a:ext cx="10940547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8224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23.269.528.506 €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320.366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23.225.311.625 €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302.073   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r>
                        <a:rPr lang="pt-PT" sz="1000" b="0" u="none" strike="noStrike" baseline="30000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</a:t>
                      </a:r>
                      <a:endParaRPr lang="pt-PT" sz="1000" b="0" i="0" u="none" strike="noStrike" baseline="30000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30.520.446 €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14.446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13.696.435 €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3.847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35.637 €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229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0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4</a:t>
                      </a:r>
                      <a:endParaRPr lang="pt-PT" sz="100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36.314.207 €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23.305.878.350€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320.595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360D603-40D8-9F00-3405-A90EF0575B74}"/>
              </a:ext>
            </a:extLst>
          </p:cNvPr>
          <p:cNvSpPr/>
          <p:nvPr/>
        </p:nvSpPr>
        <p:spPr>
          <a:xfrm>
            <a:off x="608401" y="145744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Commercial</a:t>
            </a:r>
            <a:r>
              <a:rPr lang="pt-PT" sz="12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Real </a:t>
            </a:r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Estate</a:t>
            </a:r>
            <a:r>
              <a:rPr lang="pt-PT" sz="12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(CRE)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3904ED-5336-7818-82C5-42F1913D8E67}"/>
              </a:ext>
            </a:extLst>
          </p:cNvPr>
          <p:cNvSpPr/>
          <p:nvPr/>
        </p:nvSpPr>
        <p:spPr>
          <a:xfrm>
            <a:off x="608401" y="373328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Mortgage</a:t>
            </a:r>
            <a:endParaRPr lang="pt-PT" sz="1200" b="1" i="1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34B59E-5060-9197-CCB7-D030251F7E17}"/>
              </a:ext>
            </a:extLst>
          </p:cNvPr>
          <p:cNvSpPr/>
          <p:nvPr/>
        </p:nvSpPr>
        <p:spPr>
          <a:xfrm>
            <a:off x="549490" y="6124274"/>
            <a:ext cx="10727059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Montante de valor bruto do financiamento associado ao colateral imobiliário. (2) Devido a arredondamentos, a soma dos valores parciais poderá não coincidir exatamente com o total apresentado; (3) Financiamentos a particulares no âmbito de crédito de habitação cuja finalidade dos colaterais não são exclusivamente habitação. (4)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Exposição utilizada no cálculo das emissões financiadas, mas não </a:t>
            </a:r>
            <a:r>
              <a:rPr lang="pt-PT" sz="800" noProof="0" err="1">
                <a:solidFill>
                  <a:schemeClr val="tx1"/>
                </a:solidFill>
                <a:latin typeface="Muli Light" panose="00000400000000000000" pitchFamily="2" charset="0"/>
              </a:rPr>
              <a:t>colaterizada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pelos colaterais imobiliário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associados ao financiamento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9936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76EE6-AF73-3932-E8BD-2E1FCE926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8870C20-5AE0-F59D-BAA7-EE27D61B0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468017"/>
              </p:ext>
            </p:extLst>
          </p:nvPr>
        </p:nvGraphicFramePr>
        <p:xfrm>
          <a:off x="618935" y="1691881"/>
          <a:ext cx="10940547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8224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1.223.336.326 €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96%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91.617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270.519.776 €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22%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1.954   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768.419.656 €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63%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64.867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184.396.895 €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11%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24.796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18.148.278 €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37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0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endParaRPr lang="pt-PT" sz="100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28.111.362 €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1.269.595.965 €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91.654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C61CA3F5-00C7-DEF6-5675-99CE8098FFB2}"/>
              </a:ext>
            </a:extLst>
          </p:cNvPr>
          <p:cNvGrpSpPr/>
          <p:nvPr/>
        </p:nvGrpSpPr>
        <p:grpSpPr>
          <a:xfrm>
            <a:off x="604353" y="1190340"/>
            <a:ext cx="11016000" cy="234000"/>
            <a:chOff x="604353" y="1190340"/>
            <a:chExt cx="11016000" cy="234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DB3E790-727E-EDB7-855A-3140B025C47D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18">
              <a:extLst>
                <a:ext uri="{FF2B5EF4-FFF2-40B4-BE49-F238E27FC236}">
                  <a16:creationId xmlns:a16="http://schemas.microsoft.com/office/drawing/2014/main" id="{F3B71E83-B1CD-2598-CAE4-11FF751E7C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18000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Cenário 2</a:t>
              </a: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A9C35-DB7F-9647-B18C-CD69573FEA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Análises de Sensibilidade – Detalhe por Finalidade do Colateral Imobiliário (2|3) 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29790501-420E-0725-3B71-2B128CE43E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3A7FE5-75F9-6119-DC37-0367A9CB89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191147"/>
              </p:ext>
            </p:extLst>
          </p:nvPr>
        </p:nvGraphicFramePr>
        <p:xfrm>
          <a:off x="618935" y="3960100"/>
          <a:ext cx="10940547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8224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23.269.636.736 €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304.807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23.225.311.625 €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281.377   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r>
                        <a:rPr lang="pt-PT" sz="1000" b="0" u="none" strike="noStrike" baseline="30000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</a:t>
                      </a:r>
                      <a:endParaRPr lang="pt-PT" sz="1000" b="0" i="0" u="none" strike="noStrike" baseline="30000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30.591.558 €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16.846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13.733.553 €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6.584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35.637 €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54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0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4</a:t>
                      </a:r>
                      <a:endParaRPr lang="pt-PT" sz="100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36.314.207 €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23.305.986.580 €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304.862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1C35E6D-8472-B505-498E-92D81A850DBB}"/>
              </a:ext>
            </a:extLst>
          </p:cNvPr>
          <p:cNvSpPr/>
          <p:nvPr/>
        </p:nvSpPr>
        <p:spPr>
          <a:xfrm>
            <a:off x="608401" y="145744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Commercial</a:t>
            </a:r>
            <a:r>
              <a:rPr lang="pt-PT" sz="12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Real </a:t>
            </a:r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Estate</a:t>
            </a:r>
            <a:r>
              <a:rPr lang="pt-PT" sz="12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(CRE)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910931-6546-51A8-C4F8-054502E8C5C1}"/>
              </a:ext>
            </a:extLst>
          </p:cNvPr>
          <p:cNvSpPr/>
          <p:nvPr/>
        </p:nvSpPr>
        <p:spPr>
          <a:xfrm>
            <a:off x="608401" y="373328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Mortgage</a:t>
            </a:r>
            <a:endParaRPr lang="pt-PT" sz="1200" b="1" i="1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B739F7-3F4E-6B18-56AC-9C746F1A24AE}"/>
              </a:ext>
            </a:extLst>
          </p:cNvPr>
          <p:cNvSpPr/>
          <p:nvPr/>
        </p:nvSpPr>
        <p:spPr>
          <a:xfrm>
            <a:off x="549490" y="6124274"/>
            <a:ext cx="10727059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Montante de valor bruto do financiamento associado ao colateral imobiliário. (2) Devido a arredondamentos, a soma dos valores parciais poderá não coincidir exatamente com o total apresentado; (3) Financiamentos a particulares no âmbito de crédito de habitação cuja finalidade dos colaterais não são exclusivamente habitação. (4)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Exposição utilizada no cálculo das emissões financiadas, mas não </a:t>
            </a:r>
            <a:r>
              <a:rPr lang="pt-PT" sz="800" noProof="0" err="1">
                <a:solidFill>
                  <a:schemeClr val="tx1"/>
                </a:solidFill>
                <a:latin typeface="Muli Light" panose="00000400000000000000" pitchFamily="2" charset="0"/>
              </a:rPr>
              <a:t>colaterizada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pelos colaterais imobiliário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associados ao financiamento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0186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7782-802B-17BB-0FC0-36163F845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CB5564D-8701-F98D-774F-7AE8C613B64C}"/>
              </a:ext>
            </a:extLst>
          </p:cNvPr>
          <p:cNvGrpSpPr/>
          <p:nvPr/>
        </p:nvGrpSpPr>
        <p:grpSpPr>
          <a:xfrm>
            <a:off x="604353" y="1190340"/>
            <a:ext cx="11016000" cy="234000"/>
            <a:chOff x="604353" y="1190340"/>
            <a:chExt cx="11016000" cy="234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CE9907C-DD6E-017C-61A3-CB33ECD70D12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18">
              <a:extLst>
                <a:ext uri="{FF2B5EF4-FFF2-40B4-BE49-F238E27FC236}">
                  <a16:creationId xmlns:a16="http://schemas.microsoft.com/office/drawing/2014/main" id="{3E88EA80-1891-D307-27C4-0C4C6681D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18000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Cenário 3</a:t>
              </a: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3E47D-9D9B-E56C-92C4-2998FAC625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Análises de Sensibilidade – Detalhe por Finalidade do Colateral Imobiliário (3|3) 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4BD9A135-7DC9-26DD-6A01-278495EA3B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118FA1-93D2-8559-68F8-1F76A103A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941030"/>
              </p:ext>
            </p:extLst>
          </p:nvPr>
        </p:nvGraphicFramePr>
        <p:xfrm>
          <a:off x="618935" y="3960100"/>
          <a:ext cx="10940547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8224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23.269.614.951 €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606.273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23.225.311.625 €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591.303   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r>
                        <a:rPr lang="pt-PT" sz="1000" b="0" u="none" strike="noStrike" baseline="30000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</a:t>
                      </a:r>
                      <a:endParaRPr lang="pt-PT" sz="1000" b="0" i="0" u="none" strike="noStrike" baseline="30000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30.569.773 €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11.017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13.733.553 €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3.952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35.637 €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124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0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4</a:t>
                      </a:r>
                      <a:endParaRPr lang="pt-PT" sz="100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36.314.207 €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23.305.964.795 €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606.396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EA806D9E-3D44-D024-2C41-F10BDB0D979D}"/>
              </a:ext>
            </a:extLst>
          </p:cNvPr>
          <p:cNvSpPr/>
          <p:nvPr/>
        </p:nvSpPr>
        <p:spPr>
          <a:xfrm>
            <a:off x="608401" y="145744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Commercial</a:t>
            </a:r>
            <a:r>
              <a:rPr lang="pt-PT" sz="12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Real </a:t>
            </a:r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Estate</a:t>
            </a:r>
            <a:r>
              <a:rPr lang="pt-PT" sz="12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(CRE)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CA5B0B-A16D-0375-107C-86025876B055}"/>
              </a:ext>
            </a:extLst>
          </p:cNvPr>
          <p:cNvSpPr/>
          <p:nvPr/>
        </p:nvSpPr>
        <p:spPr>
          <a:xfrm>
            <a:off x="608401" y="373328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Mortgage</a:t>
            </a:r>
            <a:endParaRPr lang="pt-PT" sz="1200" b="1" i="1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A64AA1-3E2A-2CF0-7842-7BF00A6DF4C9}"/>
              </a:ext>
            </a:extLst>
          </p:cNvPr>
          <p:cNvSpPr/>
          <p:nvPr/>
        </p:nvSpPr>
        <p:spPr>
          <a:xfrm>
            <a:off x="549490" y="6124274"/>
            <a:ext cx="10727059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Montante de valor bruto do financiamento associado ao colateral imobiliário. (2) Devido a arredondamentos, a soma dos valores parciais poderá não coincidir exatamente com o total apresentado; (3) Financiamentos a particulares no âmbito de crédito de habitação cuja finalidade dos colaterais não são exclusivamente habitação. (4)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Exposição utilizada no cálculo das emissões financiadas, mas não </a:t>
            </a:r>
            <a:r>
              <a:rPr lang="pt-PT" sz="800" noProof="0" err="1">
                <a:solidFill>
                  <a:schemeClr val="tx1"/>
                </a:solidFill>
                <a:latin typeface="Muli Light" panose="00000400000000000000" pitchFamily="2" charset="0"/>
              </a:rPr>
              <a:t>colaterizada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pelos colaterais imobiliário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associados ao financiamento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E777E96-F8F7-8A0A-EB8C-536955E51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678664"/>
              </p:ext>
            </p:extLst>
          </p:nvPr>
        </p:nvGraphicFramePr>
        <p:xfrm>
          <a:off x="618935" y="1691881"/>
          <a:ext cx="10940547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8224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1.199.954.730 €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97%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62.985 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270.519.776 €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23%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2.880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746.033.512 €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62%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43,715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183.401.442 €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12%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16.390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18.148.278 €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81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0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endParaRPr lang="pt-PT" sz="100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28.111.362 €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1.246.214.370 €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63.065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00027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8FF8F-0968-489A-536B-E32AEE0F9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A27E2-6575-A301-F970-8B1C493E60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Documentos de suporte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D21965FA-A672-4740-3B6E-C1602CE3BE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DF597D-4D15-EA0F-7F67-63AF6A90CA9F}"/>
              </a:ext>
            </a:extLst>
          </p:cNvPr>
          <p:cNvSpPr/>
          <p:nvPr/>
        </p:nvSpPr>
        <p:spPr>
          <a:xfrm>
            <a:off x="549490" y="1162799"/>
            <a:ext cx="10963840" cy="826279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pt-PT" sz="140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41F8617-1B76-F115-385B-E376001D4C79}"/>
              </a:ext>
            </a:extLst>
          </p:cNvPr>
          <p:cNvGrpSpPr/>
          <p:nvPr/>
        </p:nvGrpSpPr>
        <p:grpSpPr>
          <a:xfrm>
            <a:off x="604353" y="1190340"/>
            <a:ext cx="11016000" cy="234000"/>
            <a:chOff x="604353" y="1190340"/>
            <a:chExt cx="11016000" cy="234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9F9A0CC-34BC-7F80-C409-34C083767696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8">
              <a:extLst>
                <a:ext uri="{FF2B5EF4-FFF2-40B4-BE49-F238E27FC236}">
                  <a16:creationId xmlns:a16="http://schemas.microsoft.com/office/drawing/2014/main" id="{59922E9E-EDB5-661F-20AC-1F9D0DDAF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33840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Cálculo das Emissões Financiadas - Dez.24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80336-1896-3B85-660B-944958D022B4}"/>
              </a:ext>
            </a:extLst>
          </p:cNvPr>
          <p:cNvSpPr/>
          <p:nvPr/>
        </p:nvSpPr>
        <p:spPr>
          <a:xfrm>
            <a:off x="604353" y="1437119"/>
            <a:ext cx="10963840" cy="826279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O documento abaixo apresenta o cálculo das emissões financiadas para os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Comercial Real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e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Mortgage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,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a dezembro de 2024, e o detalhe dos resultados por EPC, área ponderada e finalidade do bem.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7784401-2156-4D81-B496-AB25A0047827}"/>
              </a:ext>
            </a:extLst>
          </p:cNvPr>
          <p:cNvGrpSpPr/>
          <p:nvPr/>
        </p:nvGrpSpPr>
        <p:grpSpPr>
          <a:xfrm>
            <a:off x="604353" y="3537300"/>
            <a:ext cx="11016000" cy="234000"/>
            <a:chOff x="604353" y="1190340"/>
            <a:chExt cx="11016000" cy="234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5D08051-332D-348A-6E96-A11AC880F3A8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0CD3045E-044A-90A7-767F-E0D54AA3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33840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Documento de Especificação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2F3FCBC-9292-AE74-1AB3-A333AA9235AC}"/>
              </a:ext>
            </a:extLst>
          </p:cNvPr>
          <p:cNvSpPr/>
          <p:nvPr/>
        </p:nvSpPr>
        <p:spPr>
          <a:xfrm>
            <a:off x="604353" y="3784079"/>
            <a:ext cx="10963840" cy="826279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Abaixo encontra-se o documento de suporte à especificação funcional e técnica do processo do cálculo de emissões financiadas para o universo de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Commercial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Real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e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Mortagge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– solução tática e solução estrutural –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, de acordo com as recomendações do P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ortfolio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Aligment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.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E7CE9E7-466E-3D69-7B5A-1B2016A453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086330"/>
              </p:ext>
            </p:extLst>
          </p:nvPr>
        </p:nvGraphicFramePr>
        <p:xfrm>
          <a:off x="719979" y="2016619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914282" imgH="792515" progId="Excel.Sheet.12">
                  <p:embed/>
                </p:oleObj>
              </mc:Choice>
              <mc:Fallback>
                <p:oleObj name="Worksheet" showAsIcon="1" r:id="rId3" imgW="914282" imgH="792515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E7CE9E7-466E-3D69-7B5A-1B2016A453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9979" y="2016619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00B6173-144E-756D-5921-C8358414FA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616512"/>
              </p:ext>
            </p:extLst>
          </p:nvPr>
        </p:nvGraphicFramePr>
        <p:xfrm>
          <a:off x="719979" y="4386539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5" imgW="914282" imgH="792515" progId="AcroExch.Document.DC">
                  <p:embed/>
                </p:oleObj>
              </mc:Choice>
              <mc:Fallback>
                <p:oleObj name="Acrobat Document" showAsIcon="1" r:id="rId5" imgW="914282" imgH="792515" progId="AcroExch.Document.DC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00B6173-144E-756D-5921-C8358414FA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9979" y="4386539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008342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907585"/>
      </p:ext>
    </p:extLst>
  </p:cSld>
  <p:clrMapOvr>
    <a:masterClrMapping/>
  </p:clrMapOvr>
</p:sld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5C4F319D-F7CC-47B8-B464-87FE1764F457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38F48CE1-8A91-4E1A-BE73-7D2F7DAC64B1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3F2E31E4-9901-495B-855A-2D2A068FEFFE}"/>
    </a:ext>
  </a:extLst>
</a:theme>
</file>

<file path=ppt/theme/theme4.xml><?xml version="1.0" encoding="utf-8"?>
<a:theme xmlns:a="http://schemas.openxmlformats.org/drawingml/2006/main" name="Custom Design">
  <a:themeElements>
    <a:clrScheme name="Neyond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EBEBE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B2FE4A6B-F6AD-41F4-B806-7D3213B1E04B}"/>
    </a:ext>
  </a:extLst>
</a:theme>
</file>

<file path=ppt/theme/theme5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55EF05C4-3636-43ED-9363-705EB74EA362}"/>
    </a:ext>
  </a:extLst>
</a:theme>
</file>

<file path=ppt/theme/theme6.xml><?xml version="1.0" encoding="utf-8"?>
<a:theme xmlns:a="http://schemas.openxmlformats.org/drawingml/2006/main" name="1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7DA459F9-F72B-4C75-9D6C-ACE866DAF679}"/>
    </a:ext>
  </a:extLst>
</a:theme>
</file>

<file path=ppt/theme/theme7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0BF0CA76-717D-4029-9DE4-3DF3A88C9284}"/>
    </a:ext>
  </a:extLst>
</a:theme>
</file>

<file path=ppt/theme/theme8.xml><?xml version="1.0" encoding="utf-8"?>
<a:theme xmlns:a="http://schemas.openxmlformats.org/drawingml/2006/main" name="5_Custom Design">
  <a:themeElements>
    <a:clrScheme name="Neyond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EBEBE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9.xml><?xml version="1.0" encoding="utf-8"?>
<a:theme xmlns:a="http://schemas.openxmlformats.org/drawingml/2006/main" name="1_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10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Override1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9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0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B97585E09443F4AAD8146941AB48E01" ma:contentTypeVersion="5" ma:contentTypeDescription="Criar um novo documento." ma:contentTypeScope="" ma:versionID="341d2b79af88a545a077eeddd237f03f">
  <xsd:schema xmlns:xsd="http://www.w3.org/2001/XMLSchema" xmlns:xs="http://www.w3.org/2001/XMLSchema" xmlns:p="http://schemas.microsoft.com/office/2006/metadata/properties" xmlns:ns1="http://schemas.microsoft.com/sharepoint/v3" xmlns:ns2="9d629f8d-b1c2-45b2-ae28-e7468e488fba" targetNamespace="http://schemas.microsoft.com/office/2006/metadata/properties" ma:root="true" ma:fieldsID="9ceef524705317ec3293e4e5d2420b90" ns1:_="" ns2:_="">
    <xsd:import namespace="http://schemas.microsoft.com/sharepoint/v3"/>
    <xsd:import namespace="9d629f8d-b1c2-45b2-ae28-e7468e488f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629f8d-b1c2-45b2-ae28-e7468e488f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BF8D17-0426-4CC1-8F30-F5A1DD0A793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F4B554-327C-4269-8756-69B4FDD30EB7}">
  <ds:schemaRefs>
    <ds:schemaRef ds:uri="730b39d9-1db1-4469-8d07-18f97f0b72e0"/>
    <ds:schemaRef ds:uri="ffabaa1b-cae7-4af0-9c76-46674adc9da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0B1EC83-F946-4183-B4E2-38E66BD356FE}"/>
</file>

<file path=docProps/app.xml><?xml version="1.0" encoding="utf-8"?>
<Properties xmlns="http://schemas.openxmlformats.org/officeDocument/2006/extended-properties" xmlns:vt="http://schemas.openxmlformats.org/officeDocument/2006/docPropsVTypes">
  <Template>Neyond v0.4</Template>
  <Application>Microsoft Office PowerPoint</Application>
  <PresentationFormat>Custom</PresentationFormat>
  <Slides>44</Slides>
  <Notes>33</Notes>
  <HiddenSlides>0</HiddenSlides>
  <ScaleCrop>false</ScaleCrop>
  <HeadingPairs>
    <vt:vector size="4" baseType="variant">
      <vt:variant>
        <vt:lpstr>Theme</vt:lpstr>
      </vt:variant>
      <vt:variant>
        <vt:i4>9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1_Neyond_capa1</vt:lpstr>
      <vt:lpstr>Índice Neyond</vt:lpstr>
      <vt:lpstr>3_Neyond_separador</vt:lpstr>
      <vt:lpstr>Custom Design</vt:lpstr>
      <vt:lpstr>4_Custom Design</vt:lpstr>
      <vt:lpstr>1_Neyond_contracapa</vt:lpstr>
      <vt:lpstr>2_Neyond_Contracapa</vt:lpstr>
      <vt:lpstr>5_Custom Design</vt:lpstr>
      <vt:lpstr>1_Índice Neyond</vt:lpstr>
      <vt:lpstr>Portfolio Alignment – Cálculo de emissões financiadas de CRE e Mortgages, e Convergência de Calculadoras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Neyond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Neyond Proposta e Apresentacao</dc:subject>
  <dc:creator>martnunes@neyond.pt</dc:creator>
  <cp:revision>1</cp:revision>
  <dcterms:created xsi:type="dcterms:W3CDTF">2021-03-15T11:35:43Z</dcterms:created>
  <dcterms:modified xsi:type="dcterms:W3CDTF">2026-01-21T11:21:54Z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0x0101003B97585E09443F4AAD8146941AB48E01</vt:lpwstr>
  </property>
  <property fmtid="{D5CDD505-2E9C-101B-9397-08002B2CF9AE}" pid="4" name="MSIP_Label_41b88ec2-a72b-4523-9e84-0458a1764731_Enabled">
    <vt:lpwstr>true</vt:lpwstr>
  </property>
  <property fmtid="{D5CDD505-2E9C-101B-9397-08002B2CF9AE}" pid="5" name="MSIP_Label_41b88ec2-a72b-4523-9e84-0458a1764731_SetDate">
    <vt:lpwstr>2026-01-20T18:32:20Z</vt:lpwstr>
  </property>
  <property fmtid="{D5CDD505-2E9C-101B-9397-08002B2CF9AE}" pid="6" name="MSIP_Label_41b88ec2-a72b-4523-9e84-0458a1764731_Method">
    <vt:lpwstr>Privileged</vt:lpwstr>
  </property>
  <property fmtid="{D5CDD505-2E9C-101B-9397-08002B2CF9AE}" pid="7" name="MSIP_Label_41b88ec2-a72b-4523-9e84-0458a1764731_Name">
    <vt:lpwstr>Public O365</vt:lpwstr>
  </property>
  <property fmtid="{D5CDD505-2E9C-101B-9397-08002B2CF9AE}" pid="8" name="MSIP_Label_41b88ec2-a72b-4523-9e84-0458a1764731_SiteId">
    <vt:lpwstr>35595a02-4d6d-44ac-99e1-f9ab4cd872db</vt:lpwstr>
  </property>
  <property fmtid="{D5CDD505-2E9C-101B-9397-08002B2CF9AE}" pid="9" name="MSIP_Label_41b88ec2-a72b-4523-9e84-0458a1764731_ActionId">
    <vt:lpwstr>97e71b7e-8e1b-4bf4-bf65-7553d66b8c64</vt:lpwstr>
  </property>
  <property fmtid="{D5CDD505-2E9C-101B-9397-08002B2CF9AE}" pid="10" name="MSIP_Label_41b88ec2-a72b-4523-9e84-0458a1764731_ContentBits">
    <vt:lpwstr>0</vt:lpwstr>
  </property>
  <property fmtid="{D5CDD505-2E9C-101B-9397-08002B2CF9AE}" pid="11" name="MSIP_Label_41b88ec2-a72b-4523-9e84-0458a1764731_Tag">
    <vt:lpwstr>10, 0, 1, 1</vt:lpwstr>
  </property>
</Properties>
</file>