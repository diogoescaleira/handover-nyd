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ebp" ContentType="image/webp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theme/theme6.xml" ContentType="application/vnd.openxmlformats-officedocument.theme+xml"/>
  <Override PartName="/ppt/slideLayouts/slideLayout12.xml" ContentType="application/vnd.openxmlformats-officedocument.presentationml.slideLayout+xml"/>
  <Override PartName="/ppt/theme/theme7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8.xml" ContentType="application/vnd.openxmlformats-officedocument.theme+xml"/>
  <Override PartName="/ppt/slideLayouts/slideLayout1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theme/themeOverride6.xml" ContentType="application/vnd.openxmlformats-officedocument.themeOverrid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8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0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1.xml" ContentType="application/vnd.openxmlformats-officedocument.drawingml.chart+xml"/>
  <Override PartName="/ppt/theme/themeOverride7.xml" ContentType="application/vnd.openxmlformats-officedocument.themeOverride+xml"/>
  <Override PartName="/ppt/charts/chart12.xml" ContentType="application/vnd.openxmlformats-officedocument.drawingml.chart+xml"/>
  <Override PartName="/ppt/theme/themeOverride8.xml" ContentType="application/vnd.openxmlformats-officedocument.themeOverride+xml"/>
  <Override PartName="/ppt/charts/chart13.xml" ContentType="application/vnd.openxmlformats-officedocument.drawingml.chart+xml"/>
  <Override PartName="/ppt/theme/themeOverride9.xml" ContentType="application/vnd.openxmlformats-officedocument.themeOverride+xml"/>
  <Override PartName="/ppt/charts/chart14.xml" ContentType="application/vnd.openxmlformats-officedocument.drawingml.chart+xml"/>
  <Override PartName="/ppt/theme/themeOverride10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714" r:id="rId8"/>
    <p:sldMasterId id="2147483672" r:id="rId9"/>
    <p:sldMasterId id="2147483674" r:id="rId10"/>
    <p:sldMasterId id="2147483719" r:id="rId11"/>
    <p:sldMasterId id="2147483731" r:id="rId12"/>
  </p:sldMasterIdLst>
  <p:notesMasterIdLst>
    <p:notesMasterId r:id="rId57"/>
  </p:notesMasterIdLst>
  <p:sldIdLst>
    <p:sldId id="256" r:id="rId13"/>
    <p:sldId id="2147480644" r:id="rId14"/>
    <p:sldId id="2147480601" r:id="rId15"/>
    <p:sldId id="2086" r:id="rId16"/>
    <p:sldId id="2147480649" r:id="rId17"/>
    <p:sldId id="1916" r:id="rId18"/>
    <p:sldId id="2147480705" r:id="rId19"/>
    <p:sldId id="2147480608" r:id="rId20"/>
    <p:sldId id="2147480632" r:id="rId21"/>
    <p:sldId id="2147480660" r:id="rId22"/>
    <p:sldId id="2147480672" r:id="rId23"/>
    <p:sldId id="2147480704" r:id="rId24"/>
    <p:sldId id="2147480674" r:id="rId25"/>
    <p:sldId id="2147480675" r:id="rId26"/>
    <p:sldId id="2147480708" r:id="rId27"/>
    <p:sldId id="2147480677" r:id="rId28"/>
    <p:sldId id="2147480679" r:id="rId29"/>
    <p:sldId id="2147480693" r:id="rId30"/>
    <p:sldId id="2147480667" r:id="rId31"/>
    <p:sldId id="2147480706" r:id="rId32"/>
    <p:sldId id="2147480600" r:id="rId33"/>
    <p:sldId id="2147480716" r:id="rId34"/>
    <p:sldId id="2147480662" r:id="rId35"/>
    <p:sldId id="2147480719" r:id="rId36"/>
    <p:sldId id="2147480709" r:id="rId37"/>
    <p:sldId id="2147480645" r:id="rId38"/>
    <p:sldId id="2147480650" r:id="rId39"/>
    <p:sldId id="2147480678" r:id="rId40"/>
    <p:sldId id="2147480680" r:id="rId41"/>
    <p:sldId id="2147480681" r:id="rId42"/>
    <p:sldId id="2147480646" r:id="rId43"/>
    <p:sldId id="2147480627" r:id="rId44"/>
    <p:sldId id="2147480710" r:id="rId45"/>
    <p:sldId id="2147480711" r:id="rId46"/>
    <p:sldId id="2147480712" r:id="rId47"/>
    <p:sldId id="2147480713" r:id="rId48"/>
    <p:sldId id="2147480671" r:id="rId49"/>
    <p:sldId id="2147480683" r:id="rId50"/>
    <p:sldId id="2147480691" r:id="rId51"/>
    <p:sldId id="2147480701" r:id="rId52"/>
    <p:sldId id="2147480714" r:id="rId53"/>
    <p:sldId id="2147480715" r:id="rId54"/>
    <p:sldId id="2147480717" r:id="rId55"/>
    <p:sldId id="1866" r:id="rId56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92" userDrawn="1">
          <p15:clr>
            <a:srgbClr val="A4A3A4"/>
          </p15:clr>
        </p15:guide>
        <p15:guide id="3" pos="728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C3D218-8141-49A4-8812-F1E0B4FB106E}" name="Marta Rafaela Teixeira Nunes" initials="MN" userId="S::E808119@corp.santander.pt::fecb1cbf-9054-4e8a-94b9-f17588734626" providerId="AD"/>
  <p188:author id="{2C512F23-ECF9-FC74-E8C5-723516114F99}" name="Escaleira, Diogo Alexandre" initials="DE" userId="S::descaleira@neyond.pt::72fb12db-bc92-4c43-9b41-3ac15f1f989a" providerId="AD"/>
  <p188:author id="{F05F4351-4DEA-F3D4-C20B-E98F46D2B431}" name="Beno, Guilherme" initials="JB" userId="S::jbeno@neyond.pt::e06e10c8-5ec7-4c86-8b45-43003a290c96" providerId="AD"/>
  <p188:author id="{636B5556-3D72-E2F0-6E87-C9E5E1972C66}" name="Ahmad, Nadia Genebra" initials="ANG" userId="S::nahmad@neyond.pt::2eef2cf0-e606-4076-8505-6d6658fa1c4a" providerId="AD"/>
  <p188:author id="{C2999469-A153-5595-F2E2-2A4AC5150B28}" name="Correia, Andre Guilherme" initials="AC" userId="S::andcorreia@neyond.pt::7335ff0c-324e-4055-ab48-bd67a9e6dead" providerId="AD"/>
  <p188:author id="{44B2048D-5C18-4B91-B955-1679C26855BB}" name="Caguerelho, Ana Rita" initials="AC" userId="S::acaguerelho@neyond.pt::7b95d777-22bb-4b12-8360-afcdb5cf1abd" providerId="AD"/>
  <p188:author id="{CA811FA9-5862-93D8-F5D5-56ED83AC8E33}" name="Amaro, Sandra" initials="AS" userId="S::samaro@neyond.pt::6bedbfcc-5e0a-4e18-b9b0-c8ab328504b9" providerId="AD"/>
  <p188:author id="{77FB27BA-7DEB-83CD-6B51-FF941D4B2020}" name="Almeida, Luis Alexandre" initials="ALA" userId="S::lualmeida@neyond.pt::5df86c4b-e2b3-489b-9c00-1eef9e703c19" providerId="AD"/>
  <p188:author id="{6DC05CBA-2895-20DA-C20B-07DC48541C05}" name="Godinho, Luis" initials="GL" userId="S::lgodinho@neyond.pt::73da12d6-0d4b-484b-8b4c-3d031c51bbca" providerId="AD"/>
  <p188:author id="{4B33A3E4-8906-6F30-9846-470E97C725C1}" name="Nunes, Marta Rafaela" initials="MN" userId="S::martnunes@neyond.pt::64e258cc-da3c-4cb9-a36b-1ce753c6c460" providerId="AD"/>
  <p188:author id="{6C70D6F7-E882-8E70-FE42-FF06AD81861A}" name="Fernandes, Helder Filipe" initials="HF" userId="S::hefernandes@neyond.pt::16c6f568-f8ac-49a4-9e4b-3f11f521824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meida, Luis Alexandre" initials="ALA" lastIdx="6" clrIdx="0">
    <p:extLst>
      <p:ext uri="{19B8F6BF-5375-455C-9EA6-DF929625EA0E}">
        <p15:presenceInfo xmlns:p15="http://schemas.microsoft.com/office/powerpoint/2012/main" userId="S::lualmeida@epimetheus.pt::5df86c4b-e2b3-489b-9c00-1eef9e703c19" providerId="AD"/>
      </p:ext>
    </p:extLst>
  </p:cmAuthor>
  <p:cmAuthor id="2" name="Amaro, Sandra" initials="AS" lastIdx="28" clrIdx="1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3" name="Godinho, Luis" initials="GL" lastIdx="16" clrIdx="2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4" name="Amaro, Sandra" initials="AS [2]" lastIdx="2" clrIdx="3">
    <p:extLst>
      <p:ext uri="{19B8F6BF-5375-455C-9EA6-DF929625EA0E}">
        <p15:presenceInfo xmlns:p15="http://schemas.microsoft.com/office/powerpoint/2012/main" userId="S::samaro@neyond.pt::6bedbfcc-5e0a-4e18-b9b0-c8ab328504b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F7C"/>
    <a:srgbClr val="000000"/>
    <a:srgbClr val="003E51"/>
    <a:srgbClr val="D4F5FF"/>
    <a:srgbClr val="53CEFF"/>
    <a:srgbClr val="ABE7FF"/>
    <a:srgbClr val="009FDF"/>
    <a:srgbClr val="F2F2F2"/>
    <a:srgbClr val="7F7F7F"/>
    <a:srgbClr val="007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31924B-5D3B-4CB5-8A04-5C96748691CC}" v="36" dt="2026-02-06T23:07:56.52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14"/>
      </p:cViewPr>
      <p:guideLst>
        <p:guide orient="horz" pos="528"/>
        <p:guide pos="392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4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slide" Target="slides/slide30.xml"/><Relationship Id="rId47" Type="http://schemas.openxmlformats.org/officeDocument/2006/relationships/slide" Target="slides/slide35.xml"/><Relationship Id="rId50" Type="http://schemas.openxmlformats.org/officeDocument/2006/relationships/slide" Target="slides/slide38.xml"/><Relationship Id="rId55" Type="http://schemas.openxmlformats.org/officeDocument/2006/relationships/slide" Target="slides/slide43.xml"/><Relationship Id="rId63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9" Type="http://schemas.openxmlformats.org/officeDocument/2006/relationships/slide" Target="slides/slide17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53" Type="http://schemas.openxmlformats.org/officeDocument/2006/relationships/slide" Target="slides/slide41.xml"/><Relationship Id="rId58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61" Type="http://schemas.openxmlformats.org/officeDocument/2006/relationships/theme" Target="theme/theme1.xml"/><Relationship Id="rId19" Type="http://schemas.openxmlformats.org/officeDocument/2006/relationships/slide" Target="slides/slide7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56" Type="http://schemas.openxmlformats.org/officeDocument/2006/relationships/slide" Target="slides/slide44.xml"/><Relationship Id="rId64" Type="http://schemas.microsoft.com/office/2015/10/relationships/revisionInfo" Target="revisionInfo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39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openxmlformats.org/officeDocument/2006/relationships/slide" Target="slides/slide34.xml"/><Relationship Id="rId59" Type="http://schemas.openxmlformats.org/officeDocument/2006/relationships/presProps" Target="presProps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54" Type="http://schemas.openxmlformats.org/officeDocument/2006/relationships/slide" Target="slides/slide42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openxmlformats.org/officeDocument/2006/relationships/slide" Target="slides/slide37.xml"/><Relationship Id="rId57" Type="http://schemas.openxmlformats.org/officeDocument/2006/relationships/notesMaster" Target="notesMasters/notesMaster1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slide" Target="slides/slide40.xml"/><Relationship Id="rId60" Type="http://schemas.openxmlformats.org/officeDocument/2006/relationships/viewProps" Target="viewProps.xml"/><Relationship Id="rId65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9" Type="http://schemas.openxmlformats.org/officeDocument/2006/relationships/slide" Target="slides/slide2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ís Alexandre Aires de Almeida" userId="4b9b4041-e9c7-4980-8d84-55e401cbb611" providerId="ADAL" clId="{644289C5-847A-46F7-B121-7324ED32E24C}"/>
    <pc:docChg chg="undo custSel addSld delSld modSld sldOrd">
      <pc:chgData name="Luís Alexandre Aires de Almeida" userId="4b9b4041-e9c7-4980-8d84-55e401cbb611" providerId="ADAL" clId="{644289C5-847A-46F7-B121-7324ED32E24C}" dt="2026-02-06T23:07:56.522" v="446"/>
      <pc:docMkLst>
        <pc:docMk/>
      </pc:docMkLst>
      <pc:sldChg chg="modSp mod">
        <pc:chgData name="Luís Alexandre Aires de Almeida" userId="4b9b4041-e9c7-4980-8d84-55e401cbb611" providerId="ADAL" clId="{644289C5-847A-46F7-B121-7324ED32E24C}" dt="2026-02-06T22:46:01.462" v="227" actId="20577"/>
        <pc:sldMkLst>
          <pc:docMk/>
          <pc:sldMk cId="557686764" sldId="2147480632"/>
        </pc:sldMkLst>
        <pc:spChg chg="mod">
          <ac:chgData name="Luís Alexandre Aires de Almeida" userId="4b9b4041-e9c7-4980-8d84-55e401cbb611" providerId="ADAL" clId="{644289C5-847A-46F7-B121-7324ED32E24C}" dt="2026-02-06T22:45:29.387" v="219" actId="20577"/>
          <ac:spMkLst>
            <pc:docMk/>
            <pc:sldMk cId="557686764" sldId="2147480632"/>
            <ac:spMk id="16" creationId="{5D2E3B2E-D643-0283-9EFC-C65A6630178B}"/>
          </ac:spMkLst>
        </pc:spChg>
        <pc:spChg chg="mod">
          <ac:chgData name="Luís Alexandre Aires de Almeida" userId="4b9b4041-e9c7-4980-8d84-55e401cbb611" providerId="ADAL" clId="{644289C5-847A-46F7-B121-7324ED32E24C}" dt="2026-02-06T22:45:32.886" v="221" actId="20577"/>
          <ac:spMkLst>
            <pc:docMk/>
            <pc:sldMk cId="557686764" sldId="2147480632"/>
            <ac:spMk id="19" creationId="{EFF2877F-AF55-518D-12D2-0FC51BC5829D}"/>
          </ac:spMkLst>
        </pc:spChg>
        <pc:spChg chg="mod">
          <ac:chgData name="Luís Alexandre Aires de Almeida" userId="4b9b4041-e9c7-4980-8d84-55e401cbb611" providerId="ADAL" clId="{644289C5-847A-46F7-B121-7324ED32E24C}" dt="2026-02-06T22:46:01.462" v="227" actId="20577"/>
          <ac:spMkLst>
            <pc:docMk/>
            <pc:sldMk cId="557686764" sldId="2147480632"/>
            <ac:spMk id="22" creationId="{DB0C764E-7E60-651E-B60C-D41366123320}"/>
          </ac:spMkLst>
        </pc:spChg>
      </pc:sldChg>
      <pc:sldChg chg="modSp mod">
        <pc:chgData name="Luís Alexandre Aires de Almeida" userId="4b9b4041-e9c7-4980-8d84-55e401cbb611" providerId="ADAL" clId="{644289C5-847A-46F7-B121-7324ED32E24C}" dt="2026-02-06T22:46:05.772" v="229" actId="20577"/>
        <pc:sldMkLst>
          <pc:docMk/>
          <pc:sldMk cId="1530307141" sldId="2147480660"/>
        </pc:sldMkLst>
        <pc:spChg chg="mod">
          <ac:chgData name="Luís Alexandre Aires de Almeida" userId="4b9b4041-e9c7-4980-8d84-55e401cbb611" providerId="ADAL" clId="{644289C5-847A-46F7-B121-7324ED32E24C}" dt="2026-02-06T22:45:39.104" v="223" actId="20577"/>
          <ac:spMkLst>
            <pc:docMk/>
            <pc:sldMk cId="1530307141" sldId="2147480660"/>
            <ac:spMk id="16" creationId="{4DDEFF81-58B5-2C88-1B93-9A1A24FC062C}"/>
          </ac:spMkLst>
        </pc:spChg>
        <pc:spChg chg="mod">
          <ac:chgData name="Luís Alexandre Aires de Almeida" userId="4b9b4041-e9c7-4980-8d84-55e401cbb611" providerId="ADAL" clId="{644289C5-847A-46F7-B121-7324ED32E24C}" dt="2026-02-06T22:45:52.556" v="225" actId="20577"/>
          <ac:spMkLst>
            <pc:docMk/>
            <pc:sldMk cId="1530307141" sldId="2147480660"/>
            <ac:spMk id="19" creationId="{B649CC75-29BF-76D9-1C07-B93CA04FD11A}"/>
          </ac:spMkLst>
        </pc:spChg>
        <pc:spChg chg="mod">
          <ac:chgData name="Luís Alexandre Aires de Almeida" userId="4b9b4041-e9c7-4980-8d84-55e401cbb611" providerId="ADAL" clId="{644289C5-847A-46F7-B121-7324ED32E24C}" dt="2026-02-06T22:46:05.772" v="229" actId="20577"/>
          <ac:spMkLst>
            <pc:docMk/>
            <pc:sldMk cId="1530307141" sldId="2147480660"/>
            <ac:spMk id="22" creationId="{29284FAC-8C75-2A09-38AB-1A6116122392}"/>
          </ac:spMkLst>
        </pc:spChg>
      </pc:sldChg>
      <pc:sldChg chg="addSp delSp modSp mod">
        <pc:chgData name="Luís Alexandre Aires de Almeida" userId="4b9b4041-e9c7-4980-8d84-55e401cbb611" providerId="ADAL" clId="{644289C5-847A-46F7-B121-7324ED32E24C}" dt="2026-02-06T23:02:30.349" v="386" actId="207"/>
        <pc:sldMkLst>
          <pc:docMk/>
          <pc:sldMk cId="2446388990" sldId="2147480662"/>
        </pc:sldMkLst>
        <pc:spChg chg="mod">
          <ac:chgData name="Luís Alexandre Aires de Almeida" userId="4b9b4041-e9c7-4980-8d84-55e401cbb611" providerId="ADAL" clId="{644289C5-847A-46F7-B121-7324ED32E24C}" dt="2026-02-06T22:38:13.581" v="187" actId="555"/>
          <ac:spMkLst>
            <pc:docMk/>
            <pc:sldMk cId="2446388990" sldId="2147480662"/>
            <ac:spMk id="26" creationId="{DC130913-A8EF-536F-0598-3F2CDE5E89F5}"/>
          </ac:spMkLst>
        </pc:spChg>
        <pc:graphicFrameChg chg="mod modGraphic">
          <ac:chgData name="Luís Alexandre Aires de Almeida" userId="4b9b4041-e9c7-4980-8d84-55e401cbb611" providerId="ADAL" clId="{644289C5-847A-46F7-B121-7324ED32E24C}" dt="2026-02-06T23:02:30.349" v="386" actId="207"/>
          <ac:graphicFrameMkLst>
            <pc:docMk/>
            <pc:sldMk cId="2446388990" sldId="2147480662"/>
            <ac:graphicFrameMk id="22" creationId="{C31F5A3A-474D-969A-DC31-5D918782BC5D}"/>
          </ac:graphicFrameMkLst>
        </pc:graphicFrameChg>
        <pc:picChg chg="add del mod">
          <ac:chgData name="Luís Alexandre Aires de Almeida" userId="4b9b4041-e9c7-4980-8d84-55e401cbb611" providerId="ADAL" clId="{644289C5-847A-46F7-B121-7324ED32E24C}" dt="2026-02-06T23:01:17.965" v="379" actId="478"/>
          <ac:picMkLst>
            <pc:docMk/>
            <pc:sldMk cId="2446388990" sldId="2147480662"/>
            <ac:picMk id="8" creationId="{8CC46396-82C4-FAFE-487A-B8C6046806B2}"/>
          </ac:picMkLst>
        </pc:picChg>
      </pc:sldChg>
      <pc:sldChg chg="addSp delSp modSp mod">
        <pc:chgData name="Luís Alexandre Aires de Almeida" userId="4b9b4041-e9c7-4980-8d84-55e401cbb611" providerId="ADAL" clId="{644289C5-847A-46F7-B121-7324ED32E24C}" dt="2026-02-06T23:07:56.522" v="446"/>
        <pc:sldMkLst>
          <pc:docMk/>
          <pc:sldMk cId="1711388009" sldId="2147480691"/>
        </pc:sldMkLst>
        <pc:graphicFrameChg chg="modGraphic">
          <ac:chgData name="Luís Alexandre Aires de Almeida" userId="4b9b4041-e9c7-4980-8d84-55e401cbb611" providerId="ADAL" clId="{644289C5-847A-46F7-B121-7324ED32E24C}" dt="2026-02-06T23:07:09.754" v="439" actId="20577"/>
          <ac:graphicFrameMkLst>
            <pc:docMk/>
            <pc:sldMk cId="1711388009" sldId="2147480691"/>
            <ac:graphicFrameMk id="4" creationId="{EB4ECD44-64B4-023D-ACB2-05B19B3AD74B}"/>
          </ac:graphicFrameMkLst>
        </pc:graphicFrameChg>
        <pc:graphicFrameChg chg="mod modGraphic">
          <ac:chgData name="Luís Alexandre Aires de Almeida" userId="4b9b4041-e9c7-4980-8d84-55e401cbb611" providerId="ADAL" clId="{644289C5-847A-46F7-B121-7324ED32E24C}" dt="2026-02-06T23:07:48.269" v="445" actId="20577"/>
          <ac:graphicFrameMkLst>
            <pc:docMk/>
            <pc:sldMk cId="1711388009" sldId="2147480691"/>
            <ac:graphicFrameMk id="5" creationId="{AE15B6AA-3910-878B-20C2-53EB12786E61}"/>
          </ac:graphicFrameMkLst>
        </pc:graphicFrameChg>
        <pc:graphicFrameChg chg="mod modGraphic">
          <ac:chgData name="Luís Alexandre Aires de Almeida" userId="4b9b4041-e9c7-4980-8d84-55e401cbb611" providerId="ADAL" clId="{644289C5-847A-46F7-B121-7324ED32E24C}" dt="2026-02-06T23:07:56.522" v="446"/>
          <ac:graphicFrameMkLst>
            <pc:docMk/>
            <pc:sldMk cId="1711388009" sldId="2147480691"/>
            <ac:graphicFrameMk id="6" creationId="{DDD7EE5E-1987-ED7E-6583-AB90A8E57377}"/>
          </ac:graphicFrameMkLst>
        </pc:graphicFrameChg>
        <pc:picChg chg="add del mod">
          <ac:chgData name="Luís Alexandre Aires de Almeida" userId="4b9b4041-e9c7-4980-8d84-55e401cbb611" providerId="ADAL" clId="{644289C5-847A-46F7-B121-7324ED32E24C}" dt="2026-02-06T12:44:34.992" v="133" actId="478"/>
          <ac:picMkLst>
            <pc:docMk/>
            <pc:sldMk cId="1711388009" sldId="2147480691"/>
            <ac:picMk id="9" creationId="{93431C31-DB4D-58B8-9CAC-626C2C06D634}"/>
          </ac:picMkLst>
        </pc:picChg>
      </pc:sldChg>
      <pc:sldChg chg="delSp modSp mod">
        <pc:chgData name="Luís Alexandre Aires de Almeida" userId="4b9b4041-e9c7-4980-8d84-55e401cbb611" providerId="ADAL" clId="{644289C5-847A-46F7-B121-7324ED32E24C}" dt="2026-02-04T10:04:42.936" v="129" actId="20577"/>
        <pc:sldMkLst>
          <pc:docMk/>
          <pc:sldMk cId="274517492" sldId="2147480693"/>
        </pc:sldMkLst>
        <pc:spChg chg="mod">
          <ac:chgData name="Luís Alexandre Aires de Almeida" userId="4b9b4041-e9c7-4980-8d84-55e401cbb611" providerId="ADAL" clId="{644289C5-847A-46F7-B121-7324ED32E24C}" dt="2026-02-04T10:04:19.887" v="125" actId="12789"/>
          <ac:spMkLst>
            <pc:docMk/>
            <pc:sldMk cId="274517492" sldId="2147480693"/>
            <ac:spMk id="11" creationId="{ED549A6D-8588-AE98-92A4-B9C3DF2B9B3B}"/>
          </ac:spMkLst>
        </pc:spChg>
        <pc:spChg chg="mod">
          <ac:chgData name="Luís Alexandre Aires de Almeida" userId="4b9b4041-e9c7-4980-8d84-55e401cbb611" providerId="ADAL" clId="{644289C5-847A-46F7-B121-7324ED32E24C}" dt="2026-02-04T10:04:19.887" v="125" actId="12789"/>
          <ac:spMkLst>
            <pc:docMk/>
            <pc:sldMk cId="274517492" sldId="2147480693"/>
            <ac:spMk id="135" creationId="{96BF89EB-5C3E-D6FB-E97E-FFFF27084C7D}"/>
          </ac:spMkLst>
        </pc:spChg>
        <pc:spChg chg="mod">
          <ac:chgData name="Luís Alexandre Aires de Almeida" userId="4b9b4041-e9c7-4980-8d84-55e401cbb611" providerId="ADAL" clId="{644289C5-847A-46F7-B121-7324ED32E24C}" dt="2026-02-04T10:04:19.887" v="125" actId="12789"/>
          <ac:spMkLst>
            <pc:docMk/>
            <pc:sldMk cId="274517492" sldId="2147480693"/>
            <ac:spMk id="136" creationId="{E13319A8-895A-C235-1B8F-2B7ABA6DB26F}"/>
          </ac:spMkLst>
        </pc:spChg>
        <pc:spChg chg="mod">
          <ac:chgData name="Luís Alexandre Aires de Almeida" userId="4b9b4041-e9c7-4980-8d84-55e401cbb611" providerId="ADAL" clId="{644289C5-847A-46F7-B121-7324ED32E24C}" dt="2026-02-04T10:04:19.887" v="125" actId="12789"/>
          <ac:spMkLst>
            <pc:docMk/>
            <pc:sldMk cId="274517492" sldId="2147480693"/>
            <ac:spMk id="148" creationId="{66512152-D67C-9670-B3F9-4D0999010A0B}"/>
          </ac:spMkLst>
        </pc:spChg>
        <pc:spChg chg="mod">
          <ac:chgData name="Luís Alexandre Aires de Almeida" userId="4b9b4041-e9c7-4980-8d84-55e401cbb611" providerId="ADAL" clId="{644289C5-847A-46F7-B121-7324ED32E24C}" dt="2026-02-04T10:04:19.887" v="125" actId="12789"/>
          <ac:spMkLst>
            <pc:docMk/>
            <pc:sldMk cId="274517492" sldId="2147480693"/>
            <ac:spMk id="149" creationId="{4F76BAB3-F453-69F3-5021-322153735850}"/>
          </ac:spMkLst>
        </pc:spChg>
        <pc:spChg chg="mod">
          <ac:chgData name="Luís Alexandre Aires de Almeida" userId="4b9b4041-e9c7-4980-8d84-55e401cbb611" providerId="ADAL" clId="{644289C5-847A-46F7-B121-7324ED32E24C}" dt="2026-02-04T10:04:19.887" v="125" actId="12789"/>
          <ac:spMkLst>
            <pc:docMk/>
            <pc:sldMk cId="274517492" sldId="2147480693"/>
            <ac:spMk id="175" creationId="{1D480DDF-5F99-FBCE-78D1-0EC7BC5948B5}"/>
          </ac:spMkLst>
        </pc:spChg>
        <pc:spChg chg="mod">
          <ac:chgData name="Luís Alexandre Aires de Almeida" userId="4b9b4041-e9c7-4980-8d84-55e401cbb611" providerId="ADAL" clId="{644289C5-847A-46F7-B121-7324ED32E24C}" dt="2026-02-04T10:04:42.936" v="129" actId="20577"/>
          <ac:spMkLst>
            <pc:docMk/>
            <pc:sldMk cId="274517492" sldId="2147480693"/>
            <ac:spMk id="176" creationId="{E84C4356-04DF-585C-F9B9-3379265945FC}"/>
          </ac:spMkLst>
        </pc:spChg>
        <pc:grpChg chg="mod">
          <ac:chgData name="Luís Alexandre Aires de Almeida" userId="4b9b4041-e9c7-4980-8d84-55e401cbb611" providerId="ADAL" clId="{644289C5-847A-46F7-B121-7324ED32E24C}" dt="2026-02-04T10:04:19.887" v="125" actId="12789"/>
          <ac:grpSpMkLst>
            <pc:docMk/>
            <pc:sldMk cId="274517492" sldId="2147480693"/>
            <ac:grpSpMk id="151" creationId="{F5D76C62-4150-977C-0D45-BC68D4BE3E46}"/>
          </ac:grpSpMkLst>
        </pc:grpChg>
        <pc:picChg chg="mod">
          <ac:chgData name="Luís Alexandre Aires de Almeida" userId="4b9b4041-e9c7-4980-8d84-55e401cbb611" providerId="ADAL" clId="{644289C5-847A-46F7-B121-7324ED32E24C}" dt="2026-02-04T10:04:19.887" v="125" actId="12789"/>
          <ac:picMkLst>
            <pc:docMk/>
            <pc:sldMk cId="274517492" sldId="2147480693"/>
            <ac:picMk id="138" creationId="{72DBE1D9-C433-3C06-5EF0-83C62A40D2B3}"/>
          </ac:picMkLst>
        </pc:picChg>
        <pc:picChg chg="mod">
          <ac:chgData name="Luís Alexandre Aires de Almeida" userId="4b9b4041-e9c7-4980-8d84-55e401cbb611" providerId="ADAL" clId="{644289C5-847A-46F7-B121-7324ED32E24C}" dt="2026-02-04T10:04:19.887" v="125" actId="12789"/>
          <ac:picMkLst>
            <pc:docMk/>
            <pc:sldMk cId="274517492" sldId="2147480693"/>
            <ac:picMk id="150" creationId="{BDA82C1E-2DCA-B391-3908-D83EB39B70BB}"/>
          </ac:picMkLst>
        </pc:picChg>
      </pc:sldChg>
      <pc:sldChg chg="del">
        <pc:chgData name="Luís Alexandre Aires de Almeida" userId="4b9b4041-e9c7-4980-8d84-55e401cbb611" providerId="ADAL" clId="{644289C5-847A-46F7-B121-7324ED32E24C}" dt="2026-02-06T23:01:30.765" v="382" actId="47"/>
        <pc:sldMkLst>
          <pc:docMk/>
          <pc:sldMk cId="646219024" sldId="2147480707"/>
        </pc:sldMkLst>
      </pc:sldChg>
      <pc:sldChg chg="addSp delSp modSp mod">
        <pc:chgData name="Luís Alexandre Aires de Almeida" userId="4b9b4041-e9c7-4980-8d84-55e401cbb611" providerId="ADAL" clId="{644289C5-847A-46F7-B121-7324ED32E24C}" dt="2026-02-06T23:05:01.841" v="390" actId="6549"/>
        <pc:sldMkLst>
          <pc:docMk/>
          <pc:sldMk cId="1906533855" sldId="2147480709"/>
        </pc:sldMkLst>
        <pc:spChg chg="mod">
          <ac:chgData name="Luís Alexandre Aires de Almeida" userId="4b9b4041-e9c7-4980-8d84-55e401cbb611" providerId="ADAL" clId="{644289C5-847A-46F7-B121-7324ED32E24C}" dt="2026-02-06T23:05:01.841" v="390" actId="6549"/>
          <ac:spMkLst>
            <pc:docMk/>
            <pc:sldMk cId="1906533855" sldId="2147480709"/>
            <ac:spMk id="11" creationId="{9ED2FB64-009D-8C7E-AD98-9E1DB3C770A9}"/>
          </ac:spMkLst>
        </pc:spChg>
        <pc:graphicFrameChg chg="del">
          <ac:chgData name="Luís Alexandre Aires de Almeida" userId="4b9b4041-e9c7-4980-8d84-55e401cbb611" providerId="ADAL" clId="{644289C5-847A-46F7-B121-7324ED32E24C}" dt="2026-02-06T22:54:46.379" v="300" actId="478"/>
          <ac:graphicFrameMkLst>
            <pc:docMk/>
            <pc:sldMk cId="1906533855" sldId="2147480709"/>
            <ac:graphicFrameMk id="4" creationId="{4735E868-37C5-4794-C9C5-0259E68F9199}"/>
          </ac:graphicFrameMkLst>
        </pc:graphicFrameChg>
        <pc:graphicFrameChg chg="add mod modGraphic">
          <ac:chgData name="Luís Alexandre Aires de Almeida" userId="4b9b4041-e9c7-4980-8d84-55e401cbb611" providerId="ADAL" clId="{644289C5-847A-46F7-B121-7324ED32E24C}" dt="2026-02-06T23:02:48.997" v="388" actId="207"/>
          <ac:graphicFrameMkLst>
            <pc:docMk/>
            <pc:sldMk cId="1906533855" sldId="2147480709"/>
            <ac:graphicFrameMk id="7" creationId="{CFBD6769-00D3-946E-27AE-F87A05DB23D8}"/>
          </ac:graphicFrameMkLst>
        </pc:graphicFrameChg>
        <pc:picChg chg="add del mod">
          <ac:chgData name="Luís Alexandre Aires de Almeida" userId="4b9b4041-e9c7-4980-8d84-55e401cbb611" providerId="ADAL" clId="{644289C5-847A-46F7-B121-7324ED32E24C}" dt="2026-02-06T23:01:35.667" v="383" actId="478"/>
          <ac:picMkLst>
            <pc:docMk/>
            <pc:sldMk cId="1906533855" sldId="2147480709"/>
            <ac:picMk id="8" creationId="{2153EF50-120C-A957-6B2F-1BE0A8543CB7}"/>
          </ac:picMkLst>
        </pc:picChg>
      </pc:sldChg>
      <pc:sldChg chg="add del">
        <pc:chgData name="Luís Alexandre Aires de Almeida" userId="4b9b4041-e9c7-4980-8d84-55e401cbb611" providerId="ADAL" clId="{644289C5-847A-46F7-B121-7324ED32E24C}" dt="2026-02-06T23:01:21.380" v="380" actId="47"/>
        <pc:sldMkLst>
          <pc:docMk/>
          <pc:sldMk cId="3640666991" sldId="2147480718"/>
        </pc:sldMkLst>
      </pc:sldChg>
      <pc:sldChg chg="addSp delSp modSp add mod ord">
        <pc:chgData name="Luís Alexandre Aires de Almeida" userId="4b9b4041-e9c7-4980-8d84-55e401cbb611" providerId="ADAL" clId="{644289C5-847A-46F7-B121-7324ED32E24C}" dt="2026-02-06T23:04:57.655" v="389" actId="6549"/>
        <pc:sldMkLst>
          <pc:docMk/>
          <pc:sldMk cId="910703647" sldId="2147480719"/>
        </pc:sldMkLst>
        <pc:spChg chg="mod">
          <ac:chgData name="Luís Alexandre Aires de Almeida" userId="4b9b4041-e9c7-4980-8d84-55e401cbb611" providerId="ADAL" clId="{644289C5-847A-46F7-B121-7324ED32E24C}" dt="2026-02-06T23:04:57.655" v="389" actId="6549"/>
          <ac:spMkLst>
            <pc:docMk/>
            <pc:sldMk cId="910703647" sldId="2147480719"/>
            <ac:spMk id="14" creationId="{21D6D43C-755C-FF2B-F433-689C9D869E58}"/>
          </ac:spMkLst>
        </pc:spChg>
        <pc:graphicFrameChg chg="add mod modGraphic">
          <ac:chgData name="Luís Alexandre Aires de Almeida" userId="4b9b4041-e9c7-4980-8d84-55e401cbb611" providerId="ADAL" clId="{644289C5-847A-46F7-B121-7324ED32E24C}" dt="2026-02-06T23:02:38.795" v="387" actId="207"/>
          <ac:graphicFrameMkLst>
            <pc:docMk/>
            <pc:sldMk cId="910703647" sldId="2147480719"/>
            <ac:graphicFrameMk id="4" creationId="{8C205C77-C3A1-6DBA-51B2-B0FB6D5B669B}"/>
          </ac:graphicFrameMkLst>
        </pc:graphicFrameChg>
        <pc:graphicFrameChg chg="del">
          <ac:chgData name="Luís Alexandre Aires de Almeida" userId="4b9b4041-e9c7-4980-8d84-55e401cbb611" providerId="ADAL" clId="{644289C5-847A-46F7-B121-7324ED32E24C}" dt="2026-02-06T22:50:50.603" v="249" actId="478"/>
          <ac:graphicFrameMkLst>
            <pc:docMk/>
            <pc:sldMk cId="910703647" sldId="2147480719"/>
            <ac:graphicFrameMk id="8" creationId="{0AF371C0-2163-8B2D-12FD-2FA2395CE972}"/>
          </ac:graphicFrameMkLst>
        </pc:graphicFrameChg>
        <pc:picChg chg="add del mod">
          <ac:chgData name="Luís Alexandre Aires de Almeida" userId="4b9b4041-e9c7-4980-8d84-55e401cbb611" providerId="ADAL" clId="{644289C5-847A-46F7-B121-7324ED32E24C}" dt="2026-02-06T23:01:24.118" v="381" actId="478"/>
          <ac:picMkLst>
            <pc:docMk/>
            <pc:sldMk cId="910703647" sldId="2147480719"/>
            <ac:picMk id="7" creationId="{026F8405-EFB6-C084-34A5-FD847B2B2779}"/>
          </ac:picMkLst>
        </pc:picChg>
      </pc:sldChg>
      <pc:sldChg chg="add del">
        <pc:chgData name="Luís Alexandre Aires de Almeida" userId="4b9b4041-e9c7-4980-8d84-55e401cbb611" providerId="ADAL" clId="{644289C5-847A-46F7-B121-7324ED32E24C}" dt="2026-02-06T23:01:40.192" v="384" actId="47"/>
        <pc:sldMkLst>
          <pc:docMk/>
          <pc:sldMk cId="3265492267" sldId="2147480720"/>
        </pc:sldMkLst>
      </pc:sldChg>
    </pc:docChg>
  </pc:docChgLst>
  <pc:docChgLst>
    <pc:chgData name="Fernandes, Helder Filipe" userId="16c6f568-f8ac-49a4-9e4b-3f11f521824e" providerId="ADAL" clId="{A1CE511C-A8CB-4803-A8AC-D53B1FBD2F14}"/>
    <pc:docChg chg="undo redo custSel addSld delSld modSld sldOrd">
      <pc:chgData name="Fernandes, Helder Filipe" userId="16c6f568-f8ac-49a4-9e4b-3f11f521824e" providerId="ADAL" clId="{A1CE511C-A8CB-4803-A8AC-D53B1FBD2F14}" dt="2026-01-20T12:57:17.361" v="26305" actId="255"/>
      <pc:docMkLst>
        <pc:docMk/>
      </pc:docMkLst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855580657" sldId="256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55580657" sldId="256"/>
            <ac:spMk id="2" creationId="{93C000A3-A263-4D79-A553-037722D3F2C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55580657" sldId="256"/>
            <ac:spMk id="3" creationId="{589BA500-778A-41B0-A062-8A11E44145C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55580657" sldId="256"/>
            <ac:spMk id="4" creationId="{B7A138B7-010B-4261-B134-DFBC17016A9D}"/>
          </ac:spMkLst>
        </pc:spChg>
      </pc:sldChg>
      <pc:sldChg chg="addSp delSp modSp mod">
        <pc:chgData name="Fernandes, Helder Filipe" userId="16c6f568-f8ac-49a4-9e4b-3f11f521824e" providerId="ADAL" clId="{A1CE511C-A8CB-4803-A8AC-D53B1FBD2F14}" dt="2026-01-20T12:43:21.027" v="25970" actId="478"/>
        <pc:sldMkLst>
          <pc:docMk/>
          <pc:sldMk cId="1910780210" sldId="1916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2" creationId="{9CA47561-536B-B8A8-3916-C55AA8BBF36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3" creationId="{4698EFDE-2438-CE42-5FBE-163881B32270}"/>
          </ac:spMkLst>
        </pc:spChg>
        <pc:spChg chg="add mod">
          <ac:chgData name="Fernandes, Helder Filipe" userId="16c6f568-f8ac-49a4-9e4b-3f11f521824e" providerId="ADAL" clId="{A1CE511C-A8CB-4803-A8AC-D53B1FBD2F14}" dt="2026-01-20T12:43:11.763" v="25969" actId="20577"/>
          <ac:spMkLst>
            <pc:docMk/>
            <pc:sldMk cId="1910780210" sldId="1916"/>
            <ac:spMk id="5" creationId="{92D7F13D-DC59-4CA3-729E-9928CB21C9F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8" creationId="{C945EE3D-C26E-4AD1-958C-5A22D5DB174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17" creationId="{2E999AAD-2F03-4FE9-AD54-89E493F9EFD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19" creationId="{84F1F8BA-1403-4E04-970F-574B7F0BFEB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20" creationId="{05915320-5F80-4E29-99AD-E5D9C5856B93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37" creationId="{7BEE0F22-0A1C-49BA-88C2-7739133F23D8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41" creationId="{B9BEBCA2-3036-4DD4-A74A-89494E47E79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44" creationId="{9EE21243-0132-4FD6-8119-31650860993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65" creationId="{916081D7-028E-F756-9071-C07F3975F6BE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1086649321" sldId="2086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2" creationId="{04E5A9F2-F005-4812-A92A-50A2D79422B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3" creationId="{3E5D765C-774B-4EE7-8C6D-AE64B09A9B6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4" creationId="{E72AAD87-4B68-97B4-8FE5-A4AB8447C59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37" creationId="{7B031AA7-08B1-FD9D-C6FF-1612178E5DC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51" creationId="{0D886603-F9D0-F022-E968-741CB1F694D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55" creationId="{C891DD3F-A709-F745-42D3-2B13482A4E8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56" creationId="{237E9B23-A78E-0E3C-5D81-3FA065912A08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65" creationId="{04269AAA-F461-BC76-10DE-3FED81F388F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66" creationId="{353E7772-F3B5-4C17-8990-02BDBB5CBE9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67" creationId="{369FF7FC-3FE3-1A9A-1D70-F6C89B3368D9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131821357" sldId="2147480600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1821357" sldId="2147480600"/>
            <ac:spMk id="11" creationId="{A1926D0B-B258-4959-169D-8F042B96AEA2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1139067995" sldId="2147480601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139067995" sldId="2147480601"/>
            <ac:spMk id="8" creationId="{7F1781EE-D3D7-1539-FFCC-1422866E6678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139067995" sldId="2147480601"/>
            <ac:spMk id="11" creationId="{AB5116F3-5A39-3843-B719-E3694C0DF53D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4290607108" sldId="2147480608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290607108" sldId="2147480608"/>
            <ac:spMk id="6" creationId="{F31EA8FE-869F-82C6-37ED-176A504553B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290607108" sldId="2147480608"/>
            <ac:spMk id="11" creationId="{E59CABB3-B30B-8D77-A7D2-1664FAAED96B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3845398109" sldId="2147480627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845398109" sldId="2147480627"/>
            <ac:spMk id="3" creationId="{F0DF32EC-126E-CB42-184B-B425CCCC957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845398109" sldId="2147480627"/>
            <ac:spMk id="8" creationId="{8633C8B4-398C-F0E4-6E29-3EDD2449257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845398109" sldId="2147480627"/>
            <ac:spMk id="37" creationId="{F731016F-CD66-5673-669A-5284A7C9FE11}"/>
          </ac:spMkLst>
        </pc:spChg>
      </pc:sldChg>
      <pc:sldChg chg="addSp delSp modSp mod ord modCm">
        <pc:chgData name="Fernandes, Helder Filipe" userId="16c6f568-f8ac-49a4-9e4b-3f11f521824e" providerId="ADAL" clId="{A1CE511C-A8CB-4803-A8AC-D53B1FBD2F14}" dt="2026-01-20T12:16:22.840" v="25539" actId="20577"/>
        <pc:sldMkLst>
          <pc:docMk/>
          <pc:sldMk cId="557686764" sldId="2147480632"/>
        </pc:sldMkLst>
        <pc:spChg chg="mod">
          <ac:chgData name="Fernandes, Helder Filipe" userId="16c6f568-f8ac-49a4-9e4b-3f11f521824e" providerId="ADAL" clId="{A1CE511C-A8CB-4803-A8AC-D53B1FBD2F14}" dt="2026-01-20T12:15:49.970" v="25505" actId="20577"/>
          <ac:spMkLst>
            <pc:docMk/>
            <pc:sldMk cId="557686764" sldId="2147480632"/>
            <ac:spMk id="2" creationId="{03E81A50-8F1E-CFA6-5A6E-CE370E0CA58B}"/>
          </ac:spMkLst>
        </pc:spChg>
        <pc:spChg chg="mod">
          <ac:chgData name="Fernandes, Helder Filipe" userId="16c6f568-f8ac-49a4-9e4b-3f11f521824e" providerId="ADAL" clId="{A1CE511C-A8CB-4803-A8AC-D53B1FBD2F14}" dt="2026-01-20T12:16:22.840" v="25539" actId="20577"/>
          <ac:spMkLst>
            <pc:docMk/>
            <pc:sldMk cId="557686764" sldId="2147480632"/>
            <ac:spMk id="3" creationId="{C8BEB83C-42DE-A528-188D-B6E0A4483DD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6" creationId="{E3A0D053-E177-C1EC-2B6D-DF59848AA9A4}"/>
          </ac:spMkLst>
        </pc:spChg>
        <pc:spChg chg="mod">
          <ac:chgData name="Fernandes, Helder Filipe" userId="16c6f568-f8ac-49a4-9e4b-3f11f521824e" providerId="ADAL" clId="{A1CE511C-A8CB-4803-A8AC-D53B1FBD2F14}" dt="2026-01-15T15:51:50.749" v="1395" actId="20577"/>
          <ac:spMkLst>
            <pc:docMk/>
            <pc:sldMk cId="557686764" sldId="2147480632"/>
            <ac:spMk id="7" creationId="{6B9A2AB0-B48A-CCD5-6C37-2E82FA2FC16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10" creationId="{02C6B3F5-0FA0-549F-9D28-65DA587401B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16" creationId="{5D2E3B2E-D643-0283-9EFC-C65A6630178B}"/>
          </ac:spMkLst>
        </pc:spChg>
        <pc:spChg chg="mod">
          <ac:chgData name="Fernandes, Helder Filipe" userId="16c6f568-f8ac-49a4-9e4b-3f11f521824e" providerId="ADAL" clId="{A1CE511C-A8CB-4803-A8AC-D53B1FBD2F14}" dt="2026-01-15T15:49:30.692" v="1381" actId="20577"/>
          <ac:spMkLst>
            <pc:docMk/>
            <pc:sldMk cId="557686764" sldId="2147480632"/>
            <ac:spMk id="18" creationId="{B2E06155-C44B-73F9-55CC-A3D93E4BED3A}"/>
          </ac:spMkLst>
        </pc:spChg>
        <pc:spChg chg="mod">
          <ac:chgData name="Fernandes, Helder Filipe" userId="16c6f568-f8ac-49a4-9e4b-3f11f521824e" providerId="ADAL" clId="{A1CE511C-A8CB-4803-A8AC-D53B1FBD2F14}" dt="2026-01-15T15:54:09.596" v="1436" actId="947"/>
          <ac:spMkLst>
            <pc:docMk/>
            <pc:sldMk cId="557686764" sldId="2147480632"/>
            <ac:spMk id="19" creationId="{EFF2877F-AF55-518D-12D2-0FC51BC5829D}"/>
          </ac:spMkLst>
        </pc:spChg>
        <pc:spChg chg="mod">
          <ac:chgData name="Fernandes, Helder Filipe" userId="16c6f568-f8ac-49a4-9e4b-3f11f521824e" providerId="ADAL" clId="{A1CE511C-A8CB-4803-A8AC-D53B1FBD2F14}" dt="2026-01-15T15:47:23.118" v="1347" actId="20577"/>
          <ac:spMkLst>
            <pc:docMk/>
            <pc:sldMk cId="557686764" sldId="2147480632"/>
            <ac:spMk id="21" creationId="{72ED1C30-77D8-06F7-A5DD-27F9010CB405}"/>
          </ac:spMkLst>
        </pc:spChg>
        <pc:spChg chg="mod">
          <ac:chgData name="Fernandes, Helder Filipe" userId="16c6f568-f8ac-49a4-9e4b-3f11f521824e" providerId="ADAL" clId="{A1CE511C-A8CB-4803-A8AC-D53B1FBD2F14}" dt="2026-01-15T15:54:19.988" v="1439" actId="20577"/>
          <ac:spMkLst>
            <pc:docMk/>
            <pc:sldMk cId="557686764" sldId="2147480632"/>
            <ac:spMk id="22" creationId="{DB0C764E-7E60-651E-B60C-D4136612332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24" creationId="{7578B4DB-5D0F-3689-469B-58C931533D10}"/>
          </ac:spMkLst>
        </pc:spChg>
        <pc:spChg chg="mod">
          <ac:chgData name="Fernandes, Helder Filipe" userId="16c6f568-f8ac-49a4-9e4b-3f11f521824e" providerId="ADAL" clId="{A1CE511C-A8CB-4803-A8AC-D53B1FBD2F14}" dt="2026-01-15T15:51:02.095" v="1382" actId="20577"/>
          <ac:spMkLst>
            <pc:docMk/>
            <pc:sldMk cId="557686764" sldId="2147480632"/>
            <ac:spMk id="25" creationId="{0DE349D1-4AD2-0579-F05B-D758F0934E63}"/>
          </ac:spMkLst>
        </pc:spChg>
        <pc:spChg chg="add mod ord">
          <ac:chgData name="Fernandes, Helder Filipe" userId="16c6f568-f8ac-49a4-9e4b-3f11f521824e" providerId="ADAL" clId="{A1CE511C-A8CB-4803-A8AC-D53B1FBD2F14}" dt="2026-01-15T15:57:35.219" v="1489" actId="14100"/>
          <ac:spMkLst>
            <pc:docMk/>
            <pc:sldMk cId="557686764" sldId="2147480632"/>
            <ac:spMk id="26" creationId="{5D63F70A-CDA4-5D62-FB9F-EAD64F5CDAA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28" creationId="{98DF98E4-A940-BCD0-0E83-596B3FBEDCE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29" creationId="{97C0DB60-AF73-CB43-A080-23CB143FEAF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30" creationId="{503EF1CA-86D4-1CB2-2995-BF3D42D03101}"/>
          </ac:spMkLst>
        </pc:spChg>
        <pc:spChg chg="add 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32" creationId="{A9368512-C7D0-E8D9-706F-B71A8C083842}"/>
          </ac:spMkLst>
        </pc:spChg>
        <pc:spChg chg="add mod">
          <ac:chgData name="Fernandes, Helder Filipe" userId="16c6f568-f8ac-49a4-9e4b-3f11f521824e" providerId="ADAL" clId="{A1CE511C-A8CB-4803-A8AC-D53B1FBD2F14}" dt="2026-01-19T15:52:22.579" v="14660" actId="947"/>
          <ac:spMkLst>
            <pc:docMk/>
            <pc:sldMk cId="557686764" sldId="2147480632"/>
            <ac:spMk id="36" creationId="{38020960-A5EE-7069-D5DF-867971028148}"/>
          </ac:spMkLst>
        </pc:spChg>
        <pc:spChg chg="add mod">
          <ac:chgData name="Fernandes, Helder Filipe" userId="16c6f568-f8ac-49a4-9e4b-3f11f521824e" providerId="ADAL" clId="{A1CE511C-A8CB-4803-A8AC-D53B1FBD2F14}" dt="2026-01-19T16:15:55.925" v="14982" actId="20577"/>
          <ac:spMkLst>
            <pc:docMk/>
            <pc:sldMk cId="557686764" sldId="2147480632"/>
            <ac:spMk id="40" creationId="{FAE960D0-DB51-048F-0C1C-B1351A2C872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186" creationId="{5F800CDF-1D16-8C17-3311-E1EBE8EA1826}"/>
          </ac:spMkLst>
        </pc:spChg>
        <pc:grpChg chg="mod">
          <ac:chgData name="Fernandes, Helder Filipe" userId="16c6f568-f8ac-49a4-9e4b-3f11f521824e" providerId="ADAL" clId="{A1CE511C-A8CB-4803-A8AC-D53B1FBD2F14}" dt="2026-01-15T15:54:43.896" v="1449" actId="465"/>
          <ac:grpSpMkLst>
            <pc:docMk/>
            <pc:sldMk cId="557686764" sldId="2147480632"/>
            <ac:grpSpMk id="5" creationId="{AF3A8B6C-B5B5-DD6D-D23B-E431EB98B2AE}"/>
          </ac:grpSpMkLst>
        </pc:grpChg>
        <pc:grpChg chg="mod">
          <ac:chgData name="Fernandes, Helder Filipe" userId="16c6f568-f8ac-49a4-9e4b-3f11f521824e" providerId="ADAL" clId="{A1CE511C-A8CB-4803-A8AC-D53B1FBD2F14}" dt="2026-01-15T15:54:43.896" v="1449" actId="465"/>
          <ac:grpSpMkLst>
            <pc:docMk/>
            <pc:sldMk cId="557686764" sldId="2147480632"/>
            <ac:grpSpMk id="8" creationId="{34F49662-D780-6F47-87A9-1C7075691A04}"/>
          </ac:grpSpMkLst>
        </pc:grpChg>
        <pc:grpChg chg="mod">
          <ac:chgData name="Fernandes, Helder Filipe" userId="16c6f568-f8ac-49a4-9e4b-3f11f521824e" providerId="ADAL" clId="{A1CE511C-A8CB-4803-A8AC-D53B1FBD2F14}" dt="2026-01-15T15:54:43.896" v="1449" actId="465"/>
          <ac:grpSpMkLst>
            <pc:docMk/>
            <pc:sldMk cId="557686764" sldId="2147480632"/>
            <ac:grpSpMk id="17" creationId="{E2006E16-9E52-B710-AB52-A02CB5AF9343}"/>
          </ac:grpSpMkLst>
        </pc:grpChg>
        <pc:grpChg chg="mod">
          <ac:chgData name="Fernandes, Helder Filipe" userId="16c6f568-f8ac-49a4-9e4b-3f11f521824e" providerId="ADAL" clId="{A1CE511C-A8CB-4803-A8AC-D53B1FBD2F14}" dt="2026-01-15T15:54:31.033" v="1448" actId="1036"/>
          <ac:grpSpMkLst>
            <pc:docMk/>
            <pc:sldMk cId="557686764" sldId="2147480632"/>
            <ac:grpSpMk id="20" creationId="{0F9AF4C2-2E37-89AD-E2A4-97FDF26FD458}"/>
          </ac:grpSpMkLst>
        </pc:grpChg>
        <pc:grpChg chg="mod">
          <ac:chgData name="Fernandes, Helder Filipe" userId="16c6f568-f8ac-49a4-9e4b-3f11f521824e" providerId="ADAL" clId="{A1CE511C-A8CB-4803-A8AC-D53B1FBD2F14}" dt="2026-01-15T15:48:31.632" v="1354" actId="14100"/>
          <ac:grpSpMkLst>
            <pc:docMk/>
            <pc:sldMk cId="557686764" sldId="2147480632"/>
            <ac:grpSpMk id="23" creationId="{D8BFE78E-3D6A-63AE-4391-0888C43AA27A}"/>
          </ac:grpSpMkLst>
        </pc:grpChg>
        <pc:grpChg chg="add mod">
          <ac:chgData name="Fernandes, Helder Filipe" userId="16c6f568-f8ac-49a4-9e4b-3f11f521824e" providerId="ADAL" clId="{A1CE511C-A8CB-4803-A8AC-D53B1FBD2F14}" dt="2026-01-15T16:07:45.614" v="1714" actId="1036"/>
          <ac:grpSpMkLst>
            <pc:docMk/>
            <pc:sldMk cId="557686764" sldId="2147480632"/>
            <ac:grpSpMk id="27" creationId="{24E797B1-192B-51DE-CC5D-14BEB6191CA7}"/>
          </ac:grpSpMkLst>
        </pc:grpChg>
        <pc:picChg chg="mod">
          <ac:chgData name="Fernandes, Helder Filipe" userId="16c6f568-f8ac-49a4-9e4b-3f11f521824e" providerId="ADAL" clId="{A1CE511C-A8CB-4803-A8AC-D53B1FBD2F14}" dt="2026-01-15T15:42:32.568" v="1129"/>
          <ac:picMkLst>
            <pc:docMk/>
            <pc:sldMk cId="557686764" sldId="2147480632"/>
            <ac:picMk id="31" creationId="{EB1153C4-79A6-91D6-6529-5F4A1E2CC15D}"/>
          </ac:picMkLst>
        </pc:picChg>
        <pc:cxnChg chg="mod ord">
          <ac:chgData name="Fernandes, Helder Filipe" userId="16c6f568-f8ac-49a4-9e4b-3f11f521824e" providerId="ADAL" clId="{A1CE511C-A8CB-4803-A8AC-D53B1FBD2F14}" dt="2026-01-15T15:58:59.796" v="1512" actId="1037"/>
          <ac:cxnSpMkLst>
            <pc:docMk/>
            <pc:sldMk cId="557686764" sldId="2147480632"/>
            <ac:cxnSpMk id="9" creationId="{2ECCBF5B-E36F-AD06-5466-1F8985999E7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ernandes, Helder Filipe" userId="16c6f568-f8ac-49a4-9e4b-3f11f521824e" providerId="ADAL" clId="{A1CE511C-A8CB-4803-A8AC-D53B1FBD2F14}" dt="2026-01-19T15:52:14.031" v="14659" actId="20577"/>
              <pc2:cmMkLst xmlns:pc2="http://schemas.microsoft.com/office/powerpoint/2019/9/main/command">
                <pc:docMk/>
                <pc:sldMk cId="557686764" sldId="2147480632"/>
                <pc2:cmMk id="{3562E11A-5190-4BC7-A40F-FAD2DB52FBDB}"/>
              </pc2:cmMkLst>
            </pc226:cmChg>
          </p:ext>
        </pc:extLst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3143105698" sldId="2147480644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2" creationId="{86310B94-8DEF-66FF-4427-ABFE07E63A4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3" creationId="{CE7ECC52-3F87-D57D-0EFB-E9EB6A015C8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4" creationId="{B247AB08-A3C6-4B81-0536-BF70FABA54A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6" creationId="{1092297D-CAC3-B686-A600-0555B3F8108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8" creationId="{239F9490-22A4-46CA-C38F-6C25AFA647E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9" creationId="{F42A9C04-11FA-DD7D-E3B7-2994801A667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10" creationId="{25CA4AF6-2D09-6E24-50A8-C03DD73815E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14" creationId="{0B930947-D288-9C01-96A0-1375C78C803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15" creationId="{4E41CFAB-F75E-AC10-AE2A-E85519F0E563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4147707186" sldId="2147480645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147707186" sldId="2147480645"/>
            <ac:spMk id="11" creationId="{A81767D1-B4CD-5225-E10A-5E7477781EF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147707186" sldId="2147480645"/>
            <ac:spMk id="15" creationId="{4AC95815-76C5-FEE3-294B-D53AA370928C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409785379" sldId="2147480646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09785379" sldId="2147480646"/>
            <ac:spMk id="11" creationId="{63200AD2-D855-C0AA-1116-9D5AB20DEF73}"/>
          </ac:spMkLst>
        </pc:spChg>
      </pc:sldChg>
      <pc:sldChg chg="addSp modSp mod modCm">
        <pc:chgData name="Fernandes, Helder Filipe" userId="16c6f568-f8ac-49a4-9e4b-3f11f521824e" providerId="ADAL" clId="{A1CE511C-A8CB-4803-A8AC-D53B1FBD2F14}" dt="2026-01-20T12:42:15.580" v="25964" actId="20577"/>
        <pc:sldMkLst>
          <pc:docMk/>
          <pc:sldMk cId="2241719590" sldId="2147480649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2" creationId="{AAAF9484-D8A2-938C-F26D-A13D4E940C43}"/>
          </ac:spMkLst>
        </pc:spChg>
        <pc:spChg chg="add mod">
          <ac:chgData name="Fernandes, Helder Filipe" userId="16c6f568-f8ac-49a4-9e4b-3f11f521824e" providerId="ADAL" clId="{A1CE511C-A8CB-4803-A8AC-D53B1FBD2F14}" dt="2026-01-20T12:42:15.580" v="25964" actId="20577"/>
          <ac:spMkLst>
            <pc:docMk/>
            <pc:sldMk cId="2241719590" sldId="2147480649"/>
            <ac:spMk id="3" creationId="{7949E308-DF1A-6FAF-E6BD-8654F4CC1BD3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8" creationId="{4CE5DF1C-6742-0BCD-A331-F09B0EEB6E0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13" creationId="{6F10875F-E1AE-4416-ABDA-0B79B522CD9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14" creationId="{3E16865D-C2A5-631C-C864-151A892BEF2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53" creationId="{A2AC7861-A52F-B362-BBA1-C5B2D6B7C896}"/>
          </ac:spMkLst>
        </pc:spChg>
        <pc:spChg chg="mod">
          <ac:chgData name="Fernandes, Helder Filipe" userId="16c6f568-f8ac-49a4-9e4b-3f11f521824e" providerId="ADAL" clId="{A1CE511C-A8CB-4803-A8AC-D53B1FBD2F14}" dt="2026-01-19T22:59:10.660" v="24089" actId="20577"/>
          <ac:spMkLst>
            <pc:docMk/>
            <pc:sldMk cId="2241719590" sldId="2147480649"/>
            <ac:spMk id="54" creationId="{665601E9-5E15-8606-2580-29A05350B45D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77" creationId="{AFDA0D78-E378-6A3B-BA78-1D7F5D07991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79" creationId="{01A1BC84-6438-2EAF-B67A-19C62EFEE39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80" creationId="{39E19011-1E68-EA1A-12E5-3C20C4F038D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82" creationId="{303FBB23-9E1A-FF72-4FA5-B68621BBF03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ernandes, Helder Filipe" userId="16c6f568-f8ac-49a4-9e4b-3f11f521824e" providerId="ADAL" clId="{A1CE511C-A8CB-4803-A8AC-D53B1FBD2F14}" dt="2026-01-19T22:59:10.660" v="24089" actId="20577"/>
              <pc2:cmMkLst xmlns:pc2="http://schemas.microsoft.com/office/powerpoint/2019/9/main/command">
                <pc:docMk/>
                <pc:sldMk cId="2241719590" sldId="2147480649"/>
                <pc2:cmMk id="{7A2B311E-2E65-4B0C-AB02-480BAC132DCD}"/>
              </pc2:cmMkLst>
            </pc226:cmChg>
          </p:ext>
        </pc:extLst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363473388" sldId="2147480650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5" creationId="{968D78E5-A6B3-8DD9-0DB9-168C91056C3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6" creationId="{701E32E2-78C8-E649-5734-22C3F7EF7C1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7" creationId="{27D93769-DBDA-AA4F-2543-397418F2932D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12" creationId="{700E9D0E-C1D9-1D38-ECC5-2F434F7E239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13" creationId="{E3922D34-5B88-DCB4-055C-AAC7DE1EE85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18" creationId="{7737ABC8-7A25-93CD-3783-21BD06B602E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29" creationId="{F05756DA-F79E-F7AF-995B-872A239EC143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30" creationId="{3F331C78-EF54-25CC-EF49-A4214045CA7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31" creationId="{1CEE1AC3-2982-698D-4254-28D7FF5514F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34" creationId="{35DAC8EC-5175-2514-63C7-042BF1E33015}"/>
          </ac:spMkLst>
        </pc:spChg>
      </pc:sldChg>
      <pc:sldChg chg="addSp delSp modSp add mod ord modCm">
        <pc:chgData name="Fernandes, Helder Filipe" userId="16c6f568-f8ac-49a4-9e4b-3f11f521824e" providerId="ADAL" clId="{A1CE511C-A8CB-4803-A8AC-D53B1FBD2F14}" dt="2026-01-20T12:39:36.292" v="25952" actId="20577"/>
        <pc:sldMkLst>
          <pc:docMk/>
          <pc:sldMk cId="1530307141" sldId="2147480660"/>
        </pc:sldMkLst>
        <pc:spChg chg="mod">
          <ac:chgData name="Fernandes, Helder Filipe" userId="16c6f568-f8ac-49a4-9e4b-3f11f521824e" providerId="ADAL" clId="{A1CE511C-A8CB-4803-A8AC-D53B1FBD2F14}" dt="2026-01-20T12:16:12.179" v="25538" actId="20577"/>
          <ac:spMkLst>
            <pc:docMk/>
            <pc:sldMk cId="1530307141" sldId="2147480660"/>
            <ac:spMk id="2" creationId="{CBB14680-A7CC-050B-C5DD-FB26A2B2D939}"/>
          </ac:spMkLst>
        </pc:spChg>
        <pc:spChg chg="add del 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3" creationId="{1319185A-BFC0-31F8-8403-6AA03972D04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7" creationId="{4A9A146A-D664-B548-7A99-C3992BE5888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10" creationId="{123F03EF-B845-51D5-DE3F-EA6D125E773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11" creationId="{DE498241-7090-9A2F-33C7-52EF238A591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12" creationId="{2C4DCB4D-44CE-A98E-207B-22AA492E5A73}"/>
          </ac:spMkLst>
        </pc:spChg>
        <pc:spChg chg="mod">
          <ac:chgData name="Fernandes, Helder Filipe" userId="16c6f568-f8ac-49a4-9e4b-3f11f521824e" providerId="ADAL" clId="{A1CE511C-A8CB-4803-A8AC-D53B1FBD2F14}" dt="2026-01-15T15:59:28.259" v="1514"/>
          <ac:spMkLst>
            <pc:docMk/>
            <pc:sldMk cId="1530307141" sldId="2147480660"/>
            <ac:spMk id="13" creationId="{675039D7-AF28-8932-8CFB-6E1808D2D393}"/>
          </ac:spMkLst>
        </pc:spChg>
        <pc:spChg chg="mod">
          <ac:chgData name="Fernandes, Helder Filipe" userId="16c6f568-f8ac-49a4-9e4b-3f11f521824e" providerId="ADAL" clId="{A1CE511C-A8CB-4803-A8AC-D53B1FBD2F14}" dt="2026-01-15T16:02:59.805" v="1565" actId="20577"/>
          <ac:spMkLst>
            <pc:docMk/>
            <pc:sldMk cId="1530307141" sldId="2147480660"/>
            <ac:spMk id="16" creationId="{4DDEFF81-58B5-2C88-1B93-9A1A24FC062C}"/>
          </ac:spMkLst>
        </pc:spChg>
        <pc:spChg chg="mod">
          <ac:chgData name="Fernandes, Helder Filipe" userId="16c6f568-f8ac-49a4-9e4b-3f11f521824e" providerId="ADAL" clId="{A1CE511C-A8CB-4803-A8AC-D53B1FBD2F14}" dt="2026-01-15T16:03:08.532" v="1570" actId="20577"/>
          <ac:spMkLst>
            <pc:docMk/>
            <pc:sldMk cId="1530307141" sldId="2147480660"/>
            <ac:spMk id="19" creationId="{B649CC75-29BF-76D9-1C07-B93CA04FD11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21" creationId="{3082D1F9-C64D-AE7B-8690-1DDBC63EEC6E}"/>
          </ac:spMkLst>
        </pc:spChg>
        <pc:spChg chg="mod">
          <ac:chgData name="Fernandes, Helder Filipe" userId="16c6f568-f8ac-49a4-9e4b-3f11f521824e" providerId="ADAL" clId="{A1CE511C-A8CB-4803-A8AC-D53B1FBD2F14}" dt="2026-01-15T16:03:15.797" v="1573" actId="20577"/>
          <ac:spMkLst>
            <pc:docMk/>
            <pc:sldMk cId="1530307141" sldId="2147480660"/>
            <ac:spMk id="22" creationId="{29284FAC-8C75-2A09-38AB-1A611612239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24" creationId="{F981253D-2D93-3D17-C21C-D490B245234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25" creationId="{479F75A7-B842-085D-1D6F-13A45C0E3523}"/>
          </ac:spMkLst>
        </pc:spChg>
        <pc:spChg chg="add mod">
          <ac:chgData name="Fernandes, Helder Filipe" userId="16c6f568-f8ac-49a4-9e4b-3f11f521824e" providerId="ADAL" clId="{A1CE511C-A8CB-4803-A8AC-D53B1FBD2F14}" dt="2026-01-20T12:39:36.292" v="25952" actId="20577"/>
          <ac:spMkLst>
            <pc:docMk/>
            <pc:sldMk cId="1530307141" sldId="2147480660"/>
            <ac:spMk id="28" creationId="{C264197F-75C5-4800-15F4-C34E0FAAF88F}"/>
          </ac:spMkLst>
        </pc:spChg>
        <pc:spChg chg="add del mod">
          <ac:chgData name="Fernandes, Helder Filipe" userId="16c6f568-f8ac-49a4-9e4b-3f11f521824e" providerId="ADAL" clId="{A1CE511C-A8CB-4803-A8AC-D53B1FBD2F14}" dt="2026-01-16T16:45:18.777" v="11998" actId="20577"/>
          <ac:spMkLst>
            <pc:docMk/>
            <pc:sldMk cId="1530307141" sldId="2147480660"/>
            <ac:spMk id="38" creationId="{98CBADB2-4D87-3226-8A41-75C699EB89E6}"/>
          </ac:spMkLst>
        </pc:spChg>
        <pc:spChg chg="add mod">
          <ac:chgData name="Fernandes, Helder Filipe" userId="16c6f568-f8ac-49a4-9e4b-3f11f521824e" providerId="ADAL" clId="{A1CE511C-A8CB-4803-A8AC-D53B1FBD2F14}" dt="2026-01-19T18:37:06.740" v="21022" actId="114"/>
          <ac:spMkLst>
            <pc:docMk/>
            <pc:sldMk cId="1530307141" sldId="2147480660"/>
            <ac:spMk id="45" creationId="{C45E03E9-0519-7962-E4D5-C91B42C15C9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211" creationId="{D138DFAB-B84F-2164-0959-1E5D7D13F22A}"/>
          </ac:spMkLst>
        </pc:spChg>
        <pc:grpChg chg="add mod ord">
          <ac:chgData name="Fernandes, Helder Filipe" userId="16c6f568-f8ac-49a4-9e4b-3f11f521824e" providerId="ADAL" clId="{A1CE511C-A8CB-4803-A8AC-D53B1FBD2F14}" dt="2026-01-15T16:08:41.474" v="1786" actId="552"/>
          <ac:grpSpMkLst>
            <pc:docMk/>
            <pc:sldMk cId="1530307141" sldId="2147480660"/>
            <ac:grpSpMk id="4" creationId="{A32F20E6-E572-0ED0-7692-5075D09C0514}"/>
          </ac:grpSpMkLst>
        </pc:grpChg>
        <pc:picChg chg="mod">
          <ac:chgData name="Fernandes, Helder Filipe" userId="16c6f568-f8ac-49a4-9e4b-3f11f521824e" providerId="ADAL" clId="{A1CE511C-A8CB-4803-A8AC-D53B1FBD2F14}" dt="2026-01-15T15:59:28.259" v="1514"/>
          <ac:picMkLst>
            <pc:docMk/>
            <pc:sldMk cId="1530307141" sldId="2147480660"/>
            <ac:picMk id="14" creationId="{5BA14B25-592B-1063-D27E-0BBD48B5ADAF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ernandes, Helder Filipe" userId="16c6f568-f8ac-49a4-9e4b-3f11f521824e" providerId="ADAL" clId="{A1CE511C-A8CB-4803-A8AC-D53B1FBD2F14}" dt="2026-01-20T12:16:12.179" v="25538" actId="20577"/>
              <pc2:cmMkLst xmlns:pc2="http://schemas.microsoft.com/office/powerpoint/2019/9/main/command">
                <pc:docMk/>
                <pc:sldMk cId="1530307141" sldId="2147480660"/>
                <pc2:cmMk id="{088274DB-B46E-4B59-8960-87F6AE80D196}"/>
              </pc2:cmMkLst>
            </pc226:cmChg>
          </p:ext>
        </pc:extLst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2446388990" sldId="2147480662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446388990" sldId="2147480662"/>
            <ac:spMk id="2" creationId="{350467F1-F6EE-32A8-B6F5-4E51191C8B4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446388990" sldId="2147480662"/>
            <ac:spMk id="26" creationId="{DC130913-A8EF-536F-0598-3F2CDE5E89F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446388990" sldId="2147480662"/>
            <ac:spMk id="32" creationId="{A325C398-D4E8-A542-75B6-609D831DA32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446388990" sldId="2147480662"/>
            <ac:spMk id="34" creationId="{3782EA6F-EDB6-8773-54E9-30EC08CE033E}"/>
          </ac:spMkLst>
        </pc:spChg>
      </pc:sldChg>
      <pc:sldChg chg="modSp mod">
        <pc:chgData name="Fernandes, Helder Filipe" userId="16c6f568-f8ac-49a4-9e4b-3f11f521824e" providerId="ADAL" clId="{A1CE511C-A8CB-4803-A8AC-D53B1FBD2F14}" dt="2026-01-20T12:19:03.957" v="25648" actId="20577"/>
        <pc:sldMkLst>
          <pc:docMk/>
          <pc:sldMk cId="1847974879" sldId="2147480667"/>
        </pc:sldMkLst>
        <pc:spChg chg="mod">
          <ac:chgData name="Fernandes, Helder Filipe" userId="16c6f568-f8ac-49a4-9e4b-3f11f521824e" providerId="ADAL" clId="{A1CE511C-A8CB-4803-A8AC-D53B1FBD2F14}" dt="2026-01-20T12:19:03.957" v="25648" actId="20577"/>
          <ac:spMkLst>
            <pc:docMk/>
            <pc:sldMk cId="1847974879" sldId="2147480667"/>
            <ac:spMk id="2" creationId="{07CA1229-4C1D-A009-2860-CE21F3E763F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3" creationId="{A9015C2E-9816-2259-E678-09578B994DE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20" creationId="{53214AC8-B36F-D960-4127-3C030E4FF80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22" creationId="{E8C3C1E5-0BB2-9BC7-9067-3D903B6ECFF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23" creationId="{108CF8AA-B2CD-98AA-34A8-373C5147B4C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28" creationId="{790D88D3-38EA-B643-CC98-1AB41B6F150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32" creationId="{D5CA088A-2B7A-8090-F0AE-5941424B6DFF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137" creationId="{EAE732E9-D2B1-B20C-53AE-AE067FEDD05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211" creationId="{530F9B08-F153-3E58-0267-DDA694473530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3689053290" sldId="2147480671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89053290" sldId="2147480671"/>
            <ac:spMk id="3" creationId="{40E91148-46C2-14EA-B42C-06D76364B56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89053290" sldId="2147480671"/>
            <ac:spMk id="33" creationId="{B3AADC52-D250-F53E-A9DD-86DE8035AFA9}"/>
          </ac:spMkLst>
        </pc:spChg>
        <pc:graphicFrameChg chg="modGraphic">
          <ac:chgData name="Fernandes, Helder Filipe" userId="16c6f568-f8ac-49a4-9e4b-3f11f521824e" providerId="ADAL" clId="{A1CE511C-A8CB-4803-A8AC-D53B1FBD2F14}" dt="2026-01-16T18:27:00.102" v="13993" actId="790"/>
          <ac:graphicFrameMkLst>
            <pc:docMk/>
            <pc:sldMk cId="3689053290" sldId="2147480671"/>
            <ac:graphicFrameMk id="2" creationId="{E7DB6A42-91C7-B916-0AB2-E073AD6942F0}"/>
          </ac:graphicFrameMkLst>
        </pc:graphicFrameChg>
      </pc:sldChg>
      <pc:sldChg chg="addSp delSp modSp add mod ord">
        <pc:chgData name="Fernandes, Helder Filipe" userId="16c6f568-f8ac-49a4-9e4b-3f11f521824e" providerId="ADAL" clId="{A1CE511C-A8CB-4803-A8AC-D53B1FBD2F14}" dt="2026-01-20T12:40:14.687" v="25954" actId="20577"/>
        <pc:sldMkLst>
          <pc:docMk/>
          <pc:sldMk cId="806156684" sldId="2147480672"/>
        </pc:sldMkLst>
        <pc:spChg chg="mod">
          <ac:chgData name="Fernandes, Helder Filipe" userId="16c6f568-f8ac-49a4-9e4b-3f11f521824e" providerId="ADAL" clId="{A1CE511C-A8CB-4803-A8AC-D53B1FBD2F14}" dt="2026-01-15T21:42:29.303" v="6929" actId="947"/>
          <ac:spMkLst>
            <pc:docMk/>
            <pc:sldMk cId="806156684" sldId="2147480672"/>
            <ac:spMk id="10" creationId="{8F1E395F-A6C5-93A8-F775-87F207E0FA7D}"/>
          </ac:spMkLst>
        </pc:spChg>
        <pc:spChg chg="mod">
          <ac:chgData name="Fernandes, Helder Filipe" userId="16c6f568-f8ac-49a4-9e4b-3f11f521824e" providerId="ADAL" clId="{A1CE511C-A8CB-4803-A8AC-D53B1FBD2F14}" dt="2026-01-16T17:45:13.436" v="13539" actId="20577"/>
          <ac:spMkLst>
            <pc:docMk/>
            <pc:sldMk cId="806156684" sldId="2147480672"/>
            <ac:spMk id="12" creationId="{9653A9EF-EFF8-2259-BE6C-FC4BAEBEDD7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5" creationId="{7979B3EA-D742-CF6E-5DF1-B5BE7EE3CA2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6" creationId="{8CCC3C59-79B3-1C69-F503-32F337B0A62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8" creationId="{19AFF205-BB62-5522-2445-21D0384EE18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20" creationId="{F865503B-2EDD-7EEC-69B1-2D5AE5AD8AA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21" creationId="{7D3D44AC-61A2-362E-AB40-4B8A5FB4CBED}"/>
          </ac:spMkLst>
        </pc:spChg>
        <pc:spChg chg="add mod">
          <ac:chgData name="Fernandes, Helder Filipe" userId="16c6f568-f8ac-49a4-9e4b-3f11f521824e" providerId="ADAL" clId="{A1CE511C-A8CB-4803-A8AC-D53B1FBD2F14}" dt="2026-01-19T19:59:00.288" v="21657" actId="255"/>
          <ac:spMkLst>
            <pc:docMk/>
            <pc:sldMk cId="806156684" sldId="2147480672"/>
            <ac:spMk id="26" creationId="{A5DF4EC3-9615-1C34-B008-987E3ED6883B}"/>
          </ac:spMkLst>
        </pc:spChg>
        <pc:spChg chg="mod">
          <ac:chgData name="Fernandes, Helder Filipe" userId="16c6f568-f8ac-49a4-9e4b-3f11f521824e" providerId="ADAL" clId="{A1CE511C-A8CB-4803-A8AC-D53B1FBD2F14}" dt="2026-01-15T20:35:00.050" v="5297"/>
          <ac:spMkLst>
            <pc:docMk/>
            <pc:sldMk cId="806156684" sldId="2147480672"/>
            <ac:spMk id="36" creationId="{D3EE53EC-B33F-A65A-C508-D50B7327FBC0}"/>
          </ac:spMkLst>
        </pc:spChg>
        <pc:spChg chg="mod">
          <ac:chgData name="Fernandes, Helder Filipe" userId="16c6f568-f8ac-49a4-9e4b-3f11f521824e" providerId="ADAL" clId="{A1CE511C-A8CB-4803-A8AC-D53B1FBD2F14}" dt="2026-01-15T21:51:05.403" v="7216" actId="20577"/>
          <ac:spMkLst>
            <pc:docMk/>
            <pc:sldMk cId="806156684" sldId="2147480672"/>
            <ac:spMk id="39" creationId="{D22C4575-FC38-C199-BFE4-CF2D6BE91E22}"/>
          </ac:spMkLst>
        </pc:spChg>
        <pc:spChg chg="mod">
          <ac:chgData name="Fernandes, Helder Filipe" userId="16c6f568-f8ac-49a4-9e4b-3f11f521824e" providerId="ADAL" clId="{A1CE511C-A8CB-4803-A8AC-D53B1FBD2F14}" dt="2026-01-15T20:35:00.050" v="5297"/>
          <ac:spMkLst>
            <pc:docMk/>
            <pc:sldMk cId="806156684" sldId="2147480672"/>
            <ac:spMk id="40" creationId="{6F021DF2-DA70-1D9A-5F66-7782A204E4FC}"/>
          </ac:spMkLst>
        </pc:spChg>
        <pc:spChg chg="mod">
          <ac:chgData name="Fernandes, Helder Filipe" userId="16c6f568-f8ac-49a4-9e4b-3f11f521824e" providerId="ADAL" clId="{A1CE511C-A8CB-4803-A8AC-D53B1FBD2F14}" dt="2026-01-15T21:50:47.583" v="7210" actId="20577"/>
          <ac:spMkLst>
            <pc:docMk/>
            <pc:sldMk cId="806156684" sldId="2147480672"/>
            <ac:spMk id="42" creationId="{698FCDF9-E751-2AFF-CBF7-13339FA09D89}"/>
          </ac:spMkLst>
        </pc:spChg>
        <pc:spChg chg="mod">
          <ac:chgData name="Fernandes, Helder Filipe" userId="16c6f568-f8ac-49a4-9e4b-3f11f521824e" providerId="ADAL" clId="{A1CE511C-A8CB-4803-A8AC-D53B1FBD2F14}" dt="2026-01-15T21:49:24.484" v="7184" actId="20577"/>
          <ac:spMkLst>
            <pc:docMk/>
            <pc:sldMk cId="806156684" sldId="2147480672"/>
            <ac:spMk id="43" creationId="{FAFECA9C-173E-BC50-5D79-0ED28ABC1E76}"/>
          </ac:spMkLst>
        </pc:spChg>
        <pc:spChg chg="mod">
          <ac:chgData name="Fernandes, Helder Filipe" userId="16c6f568-f8ac-49a4-9e4b-3f11f521824e" providerId="ADAL" clId="{A1CE511C-A8CB-4803-A8AC-D53B1FBD2F14}" dt="2026-01-15T21:50:17.502" v="7202" actId="1038"/>
          <ac:spMkLst>
            <pc:docMk/>
            <pc:sldMk cId="806156684" sldId="2147480672"/>
            <ac:spMk id="45" creationId="{957D5F67-924E-E006-7834-F30FD7025E6B}"/>
          </ac:spMkLst>
        </pc:spChg>
        <pc:spChg chg="mod">
          <ac:chgData name="Fernandes, Helder Filipe" userId="16c6f568-f8ac-49a4-9e4b-3f11f521824e" providerId="ADAL" clId="{A1CE511C-A8CB-4803-A8AC-D53B1FBD2F14}" dt="2026-01-15T20:35:00.050" v="5297"/>
          <ac:spMkLst>
            <pc:docMk/>
            <pc:sldMk cId="806156684" sldId="2147480672"/>
            <ac:spMk id="46" creationId="{4A193402-DB23-0769-386A-BC737F5F0783}"/>
          </ac:spMkLst>
        </pc:spChg>
        <pc:spChg chg="add mod">
          <ac:chgData name="Fernandes, Helder Filipe" userId="16c6f568-f8ac-49a4-9e4b-3f11f521824e" providerId="ADAL" clId="{A1CE511C-A8CB-4803-A8AC-D53B1FBD2F14}" dt="2026-01-16T16:42:23.553" v="11798" actId="1076"/>
          <ac:spMkLst>
            <pc:docMk/>
            <pc:sldMk cId="806156684" sldId="2147480672"/>
            <ac:spMk id="49" creationId="{BE1D4D58-4688-4D38-4CD7-BC24295D5C22}"/>
          </ac:spMkLst>
        </pc:spChg>
        <pc:spChg chg="mod">
          <ac:chgData name="Fernandes, Helder Filipe" userId="16c6f568-f8ac-49a4-9e4b-3f11f521824e" providerId="ADAL" clId="{A1CE511C-A8CB-4803-A8AC-D53B1FBD2F14}" dt="2026-01-15T21:55:25.577" v="7369"/>
          <ac:spMkLst>
            <pc:docMk/>
            <pc:sldMk cId="806156684" sldId="2147480672"/>
            <ac:spMk id="60" creationId="{03CC28FA-5B64-6D67-B508-32C0AD2C7AA9}"/>
          </ac:spMkLst>
        </pc:spChg>
        <pc:spChg chg="mod">
          <ac:chgData name="Fernandes, Helder Filipe" userId="16c6f568-f8ac-49a4-9e4b-3f11f521824e" providerId="ADAL" clId="{A1CE511C-A8CB-4803-A8AC-D53B1FBD2F14}" dt="2026-01-15T21:55:25.577" v="7369"/>
          <ac:spMkLst>
            <pc:docMk/>
            <pc:sldMk cId="806156684" sldId="2147480672"/>
            <ac:spMk id="61" creationId="{B1E3DC0D-E6CC-8E2D-2262-8759C1EB4DF7}"/>
          </ac:spMkLst>
        </pc:spChg>
        <pc:spChg chg="mod">
          <ac:chgData name="Fernandes, Helder Filipe" userId="16c6f568-f8ac-49a4-9e4b-3f11f521824e" providerId="ADAL" clId="{A1CE511C-A8CB-4803-A8AC-D53B1FBD2F14}" dt="2026-01-15T21:55:25.577" v="7369"/>
          <ac:spMkLst>
            <pc:docMk/>
            <pc:sldMk cId="806156684" sldId="2147480672"/>
            <ac:spMk id="62" creationId="{43755746-0D09-DB22-F0E1-611F5474BDFB}"/>
          </ac:spMkLst>
        </pc:spChg>
        <pc:spChg chg="mod">
          <ac:chgData name="Fernandes, Helder Filipe" userId="16c6f568-f8ac-49a4-9e4b-3f11f521824e" providerId="ADAL" clId="{A1CE511C-A8CB-4803-A8AC-D53B1FBD2F14}" dt="2026-01-15T21:55:46.128" v="7371"/>
          <ac:spMkLst>
            <pc:docMk/>
            <pc:sldMk cId="806156684" sldId="2147480672"/>
            <ac:spMk id="129" creationId="{1C13AE60-180B-2B52-29FA-66E919239A9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30" creationId="{F46C6F64-5CEA-DFB1-68EA-EB956B871D3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31" creationId="{00799BAC-3289-5271-2890-08C2A8ECEEAC}"/>
          </ac:spMkLst>
        </pc:spChg>
        <pc:spChg chg="add mod">
          <ac:chgData name="Fernandes, Helder Filipe" userId="16c6f568-f8ac-49a4-9e4b-3f11f521824e" providerId="ADAL" clId="{A1CE511C-A8CB-4803-A8AC-D53B1FBD2F14}" dt="2026-01-16T16:45:43.978" v="11999" actId="20577"/>
          <ac:spMkLst>
            <pc:docMk/>
            <pc:sldMk cId="806156684" sldId="2147480672"/>
            <ac:spMk id="133" creationId="{8752B53C-24B8-AE62-D0F8-AE8CBE3F3B6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37" creationId="{C873CA82-8EE3-DE70-A1B6-E281DE7C22DA}"/>
          </ac:spMkLst>
        </pc:spChg>
        <pc:spChg chg="add mod">
          <ac:chgData name="Fernandes, Helder Filipe" userId="16c6f568-f8ac-49a4-9e4b-3f11f521824e" providerId="ADAL" clId="{A1CE511C-A8CB-4803-A8AC-D53B1FBD2F14}" dt="2026-01-20T12:16:37.654" v="25555" actId="20577"/>
          <ac:spMkLst>
            <pc:docMk/>
            <pc:sldMk cId="806156684" sldId="2147480672"/>
            <ac:spMk id="140" creationId="{DC535E96-10BD-C3E0-FE75-A1E5592D04AC}"/>
          </ac:spMkLst>
        </pc:spChg>
        <pc:spChg chg="add mod">
          <ac:chgData name="Fernandes, Helder Filipe" userId="16c6f568-f8ac-49a4-9e4b-3f11f521824e" providerId="ADAL" clId="{A1CE511C-A8CB-4803-A8AC-D53B1FBD2F14}" dt="2026-01-20T12:16:57.661" v="25556"/>
          <ac:spMkLst>
            <pc:docMk/>
            <pc:sldMk cId="806156684" sldId="2147480672"/>
            <ac:spMk id="141" creationId="{F1FC8CB3-FCEE-177B-17A4-8E83D9EEA68B}"/>
          </ac:spMkLst>
        </pc:spChg>
        <pc:spChg chg="add mod">
          <ac:chgData name="Fernandes, Helder Filipe" userId="16c6f568-f8ac-49a4-9e4b-3f11f521824e" providerId="ADAL" clId="{A1CE511C-A8CB-4803-A8AC-D53B1FBD2F14}" dt="2026-01-20T12:40:14.687" v="25954" actId="20577"/>
          <ac:spMkLst>
            <pc:docMk/>
            <pc:sldMk cId="806156684" sldId="2147480672"/>
            <ac:spMk id="142" creationId="{4B724B4C-3DEB-4CAB-B412-981357D3F3E3}"/>
          </ac:spMkLst>
        </pc:spChg>
        <pc:grpChg chg="mod">
          <ac:chgData name="Fernandes, Helder Filipe" userId="16c6f568-f8ac-49a4-9e4b-3f11f521824e" providerId="ADAL" clId="{A1CE511C-A8CB-4803-A8AC-D53B1FBD2F14}" dt="2026-01-15T21:41:11.310" v="6922" actId="1035"/>
          <ac:grpSpMkLst>
            <pc:docMk/>
            <pc:sldMk cId="806156684" sldId="2147480672"/>
            <ac:grpSpMk id="5" creationId="{C265F66C-CF33-10CB-DE9E-80CCCD0BE379}"/>
          </ac:grpSpMkLst>
        </pc:grpChg>
        <pc:grpChg chg="mod">
          <ac:chgData name="Fernandes, Helder Filipe" userId="16c6f568-f8ac-49a4-9e4b-3f11f521824e" providerId="ADAL" clId="{A1CE511C-A8CB-4803-A8AC-D53B1FBD2F14}" dt="2026-01-16T16:42:26.584" v="11800" actId="1076"/>
          <ac:grpSpMkLst>
            <pc:docMk/>
            <pc:sldMk cId="806156684" sldId="2147480672"/>
            <ac:grpSpMk id="29" creationId="{6B38F3AB-9257-C8C3-D91C-671996F02BA0}"/>
          </ac:grpSpMkLst>
        </pc:grpChg>
        <pc:grpChg chg="add mod">
          <ac:chgData name="Fernandes, Helder Filipe" userId="16c6f568-f8ac-49a4-9e4b-3f11f521824e" providerId="ADAL" clId="{A1CE511C-A8CB-4803-A8AC-D53B1FBD2F14}" dt="2026-01-15T21:56:28.247" v="7435" actId="552"/>
          <ac:grpSpMkLst>
            <pc:docMk/>
            <pc:sldMk cId="806156684" sldId="2147480672"/>
            <ac:grpSpMk id="59" creationId="{492484F3-3E9D-A1A1-16DE-6DA51FFCD13D}"/>
          </ac:grpSpMkLst>
        </pc:grpChg>
        <pc:grpChg chg="add mod">
          <ac:chgData name="Fernandes, Helder Filipe" userId="16c6f568-f8ac-49a4-9e4b-3f11f521824e" providerId="ADAL" clId="{A1CE511C-A8CB-4803-A8AC-D53B1FBD2F14}" dt="2026-01-15T21:56:56.788" v="7496" actId="1035"/>
          <ac:grpSpMkLst>
            <pc:docMk/>
            <pc:sldMk cId="806156684" sldId="2147480672"/>
            <ac:grpSpMk id="128" creationId="{BFC05216-CDB7-A500-B2DC-ABE4F1A51A8B}"/>
          </ac:grpSpMkLst>
        </pc:grpChg>
        <pc:graphicFrameChg chg="mod">
          <ac:chgData name="Fernandes, Helder Filipe" userId="16c6f568-f8ac-49a4-9e4b-3f11f521824e" providerId="ADAL" clId="{A1CE511C-A8CB-4803-A8AC-D53B1FBD2F14}" dt="2026-01-15T20:35:00.050" v="5297"/>
          <ac:graphicFrameMkLst>
            <pc:docMk/>
            <pc:sldMk cId="806156684" sldId="2147480672"/>
            <ac:graphicFrameMk id="44" creationId="{65EC1DB2-114A-866B-FC6D-B0D88D10317C}"/>
          </ac:graphicFrameMkLst>
        </pc:graphicFrameChg>
        <pc:picChg chg="mod">
          <ac:chgData name="Fernandes, Helder Filipe" userId="16c6f568-f8ac-49a4-9e4b-3f11f521824e" providerId="ADAL" clId="{A1CE511C-A8CB-4803-A8AC-D53B1FBD2F14}" dt="2026-01-15T21:55:25.577" v="7369"/>
          <ac:picMkLst>
            <pc:docMk/>
            <pc:sldMk cId="806156684" sldId="2147480672"/>
            <ac:picMk id="63" creationId="{73607A29-CBD8-88B5-BA4E-2004CD118290}"/>
          </ac:picMkLst>
        </pc:picChg>
        <pc:picChg chg="mod">
          <ac:chgData name="Fernandes, Helder Filipe" userId="16c6f568-f8ac-49a4-9e4b-3f11f521824e" providerId="ADAL" clId="{A1CE511C-A8CB-4803-A8AC-D53B1FBD2F14}" dt="2026-01-15T21:55:46.128" v="7371"/>
          <ac:picMkLst>
            <pc:docMk/>
            <pc:sldMk cId="806156684" sldId="2147480672"/>
            <ac:picMk id="132" creationId="{7048E1B3-A334-BFAA-1D6A-D3D9B8105FB0}"/>
          </ac:picMkLst>
        </pc:picChg>
      </pc:sldChg>
      <pc:sldChg chg="addSp delSp modSp add mod">
        <pc:chgData name="Fernandes, Helder Filipe" userId="16c6f568-f8ac-49a4-9e4b-3f11f521824e" providerId="ADAL" clId="{A1CE511C-A8CB-4803-A8AC-D53B1FBD2F14}" dt="2026-01-20T12:18:02.006" v="25592" actId="20577"/>
        <pc:sldMkLst>
          <pc:docMk/>
          <pc:sldMk cId="792321807" sldId="2147480674"/>
        </pc:sldMkLst>
        <pc:spChg chg="add mod">
          <ac:chgData name="Fernandes, Helder Filipe" userId="16c6f568-f8ac-49a4-9e4b-3f11f521824e" providerId="ADAL" clId="{A1CE511C-A8CB-4803-A8AC-D53B1FBD2F14}" dt="2026-01-19T19:45:04.524" v="21120" actId="255"/>
          <ac:spMkLst>
            <pc:docMk/>
            <pc:sldMk cId="792321807" sldId="2147480674"/>
            <ac:spMk id="2" creationId="{9FD87827-BD5E-C8B3-ADE5-DEBB576C9904}"/>
          </ac:spMkLst>
        </pc:spChg>
        <pc:spChg chg="add mod">
          <ac:chgData name="Fernandes, Helder Filipe" userId="16c6f568-f8ac-49a4-9e4b-3f11f521824e" providerId="ADAL" clId="{A1CE511C-A8CB-4803-A8AC-D53B1FBD2F14}" dt="2026-01-16T19:44:26.331" v="14655" actId="20577"/>
          <ac:spMkLst>
            <pc:docMk/>
            <pc:sldMk cId="792321807" sldId="2147480674"/>
            <ac:spMk id="4" creationId="{61B218B0-0F85-E9C5-BA41-F0E60DC8C36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792321807" sldId="2147480674"/>
            <ac:spMk id="25" creationId="{2FFD4A25-2882-06AC-9365-F48FA20C96C4}"/>
          </ac:spMkLst>
        </pc:spChg>
        <pc:spChg chg="mod">
          <ac:chgData name="Fernandes, Helder Filipe" userId="16c6f568-f8ac-49a4-9e4b-3f11f521824e" providerId="ADAL" clId="{A1CE511C-A8CB-4803-A8AC-D53B1FBD2F14}" dt="2026-01-20T12:18:02.006" v="25592" actId="20577"/>
          <ac:spMkLst>
            <pc:docMk/>
            <pc:sldMk cId="792321807" sldId="2147480674"/>
            <ac:spMk id="37" creationId="{4F1D6A56-2CBA-BD90-5970-4F03BB3A4A76}"/>
          </ac:spMkLst>
        </pc:spChg>
        <pc:spChg chg="mod">
          <ac:chgData name="Fernandes, Helder Filipe" userId="16c6f568-f8ac-49a4-9e4b-3f11f521824e" providerId="ADAL" clId="{A1CE511C-A8CB-4803-A8AC-D53B1FBD2F14}" dt="2026-01-20T12:17:56.019" v="25582" actId="20577"/>
          <ac:spMkLst>
            <pc:docMk/>
            <pc:sldMk cId="792321807" sldId="2147480674"/>
            <ac:spMk id="47" creationId="{5D6CB2AE-CBAC-9B10-A76E-ED299BC6058F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792321807" sldId="2147480674"/>
            <ac:spMk id="137" creationId="{74C41E36-C4A8-C034-828F-665C33A3FC42}"/>
          </ac:spMkLst>
        </pc:spChg>
        <pc:graphicFrameChg chg="mod modGraphic">
          <ac:chgData name="Fernandes, Helder Filipe" userId="16c6f568-f8ac-49a4-9e4b-3f11f521824e" providerId="ADAL" clId="{A1CE511C-A8CB-4803-A8AC-D53B1FBD2F14}" dt="2026-01-20T12:01:07.793" v="25351" actId="207"/>
          <ac:graphicFrameMkLst>
            <pc:docMk/>
            <pc:sldMk cId="792321807" sldId="2147480674"/>
            <ac:graphicFrameMk id="23" creationId="{F9ECB2C9-575B-E371-4690-5BCFDB129F91}"/>
          </ac:graphicFrameMkLst>
        </pc:graphicFrameChg>
        <pc:graphicFrameChg chg="mod modGraphic">
          <ac:chgData name="Fernandes, Helder Filipe" userId="16c6f568-f8ac-49a4-9e4b-3f11f521824e" providerId="ADAL" clId="{A1CE511C-A8CB-4803-A8AC-D53B1FBD2F14}" dt="2026-01-20T12:01:12.290" v="25352" actId="207"/>
          <ac:graphicFrameMkLst>
            <pc:docMk/>
            <pc:sldMk cId="792321807" sldId="2147480674"/>
            <ac:graphicFrameMk id="24" creationId="{B5A769F2-14F1-6C8B-4544-0C61DDB4100C}"/>
          </ac:graphicFrameMkLst>
        </pc:graphicFrameChg>
      </pc:sldChg>
      <pc:sldChg chg="addSp delSp modSp add mod">
        <pc:chgData name="Fernandes, Helder Filipe" userId="16c6f568-f8ac-49a4-9e4b-3f11f521824e" providerId="ADAL" clId="{A1CE511C-A8CB-4803-A8AC-D53B1FBD2F14}" dt="2026-01-20T12:41:12.701" v="25960" actId="20577"/>
        <pc:sldMkLst>
          <pc:docMk/>
          <pc:sldMk cId="835523651" sldId="2147480675"/>
        </pc:sldMkLst>
        <pc:spChg chg="mod">
          <ac:chgData name="Fernandes, Helder Filipe" userId="16c6f568-f8ac-49a4-9e4b-3f11f521824e" providerId="ADAL" clId="{A1CE511C-A8CB-4803-A8AC-D53B1FBD2F14}" dt="2026-01-19T20:33:02.647" v="22970" actId="20577"/>
          <ac:spMkLst>
            <pc:docMk/>
            <pc:sldMk cId="835523651" sldId="2147480675"/>
            <ac:spMk id="2" creationId="{68FC3C03-B6E6-F481-CBFB-81B3689EC1CC}"/>
          </ac:spMkLst>
        </pc:spChg>
        <pc:spChg chg="mod">
          <ac:chgData name="Fernandes, Helder Filipe" userId="16c6f568-f8ac-49a4-9e4b-3f11f521824e" providerId="ADAL" clId="{A1CE511C-A8CB-4803-A8AC-D53B1FBD2F14}" dt="2026-01-20T12:18:13.519" v="25603" actId="20577"/>
          <ac:spMkLst>
            <pc:docMk/>
            <pc:sldMk cId="835523651" sldId="2147480675"/>
            <ac:spMk id="37" creationId="{309E4509-FF3F-F345-EA86-53A1524827F8}"/>
          </ac:spMkLst>
        </pc:spChg>
        <pc:spChg chg="mod">
          <ac:chgData name="Fernandes, Helder Filipe" userId="16c6f568-f8ac-49a4-9e4b-3f11f521824e" providerId="ADAL" clId="{A1CE511C-A8CB-4803-A8AC-D53B1FBD2F14}" dt="2026-01-20T12:18:08.772" v="25593" actId="20577"/>
          <ac:spMkLst>
            <pc:docMk/>
            <pc:sldMk cId="835523651" sldId="2147480675"/>
            <ac:spMk id="47" creationId="{736973D2-6D51-5150-C3DC-26F54AF21294}"/>
          </ac:spMkLst>
        </pc:spChg>
        <pc:spChg chg="add mod or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35523651" sldId="2147480675"/>
            <ac:spMk id="51" creationId="{2613F991-D576-BAB5-3BD1-FB599093BD1E}"/>
          </ac:spMkLst>
        </pc:spChg>
        <pc:spChg chg="add mod">
          <ac:chgData name="Fernandes, Helder Filipe" userId="16c6f568-f8ac-49a4-9e4b-3f11f521824e" providerId="ADAL" clId="{A1CE511C-A8CB-4803-A8AC-D53B1FBD2F14}" dt="2026-01-19T19:52:52.813" v="21462" actId="1035"/>
          <ac:spMkLst>
            <pc:docMk/>
            <pc:sldMk cId="835523651" sldId="2147480675"/>
            <ac:spMk id="54" creationId="{6A92599D-0D66-0E6F-915C-BF9338E477ED}"/>
          </ac:spMkLst>
        </pc:spChg>
        <pc:spChg chg="add mod">
          <ac:chgData name="Fernandes, Helder Filipe" userId="16c6f568-f8ac-49a4-9e4b-3f11f521824e" providerId="ADAL" clId="{A1CE511C-A8CB-4803-A8AC-D53B1FBD2F14}" dt="2026-01-19T20:01:38.716" v="21660" actId="20577"/>
          <ac:spMkLst>
            <pc:docMk/>
            <pc:sldMk cId="835523651" sldId="2147480675"/>
            <ac:spMk id="55" creationId="{18ACFEEE-1E4B-CA0C-E5BA-EE7C809D0766}"/>
          </ac:spMkLst>
        </pc:spChg>
        <pc:spChg chg="add mod">
          <ac:chgData name="Fernandes, Helder Filipe" userId="16c6f568-f8ac-49a4-9e4b-3f11f521824e" providerId="ADAL" clId="{A1CE511C-A8CB-4803-A8AC-D53B1FBD2F14}" dt="2026-01-20T12:41:12.701" v="25960" actId="20577"/>
          <ac:spMkLst>
            <pc:docMk/>
            <pc:sldMk cId="835523651" sldId="2147480675"/>
            <ac:spMk id="57" creationId="{33D3F221-0F60-EC44-DE5C-4CC0B97F4EC3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35523651" sldId="2147480675"/>
            <ac:spMk id="137" creationId="{260D79F5-CF62-2935-2F4A-37E7215A5FD1}"/>
          </ac:spMkLst>
        </pc:spChg>
        <pc:graphicFrameChg chg="add mod modGraphic">
          <ac:chgData name="Fernandes, Helder Filipe" userId="16c6f568-f8ac-49a4-9e4b-3f11f521824e" providerId="ADAL" clId="{A1CE511C-A8CB-4803-A8AC-D53B1FBD2F14}" dt="2026-01-19T19:52:52.813" v="21462" actId="1035"/>
          <ac:graphicFrameMkLst>
            <pc:docMk/>
            <pc:sldMk cId="835523651" sldId="2147480675"/>
            <ac:graphicFrameMk id="34" creationId="{76D0E47A-CE48-F07C-C6AF-BF43F952E21E}"/>
          </ac:graphicFrameMkLst>
        </pc:graphicFrameChg>
        <pc:graphicFrameChg chg="add mod modGraphic">
          <ac:chgData name="Fernandes, Helder Filipe" userId="16c6f568-f8ac-49a4-9e4b-3f11f521824e" providerId="ADAL" clId="{A1CE511C-A8CB-4803-A8AC-D53B1FBD2F14}" dt="2026-01-19T19:52:52.813" v="21462" actId="1035"/>
          <ac:graphicFrameMkLst>
            <pc:docMk/>
            <pc:sldMk cId="835523651" sldId="2147480675"/>
            <ac:graphicFrameMk id="53" creationId="{90006166-6715-931A-7CDF-302D99518F3A}"/>
          </ac:graphicFrameMkLst>
        </pc:graphicFrameChg>
      </pc:sldChg>
      <pc:sldChg chg="addSp delSp modSp add mod ord">
        <pc:chgData name="Fernandes, Helder Filipe" userId="16c6f568-f8ac-49a4-9e4b-3f11f521824e" providerId="ADAL" clId="{A1CE511C-A8CB-4803-A8AC-D53B1FBD2F14}" dt="2026-01-20T12:57:17.361" v="26305" actId="255"/>
        <pc:sldMkLst>
          <pc:docMk/>
          <pc:sldMk cId="767312937" sldId="2147480677"/>
        </pc:sldMkLst>
        <pc:spChg chg="add mod">
          <ac:chgData name="Fernandes, Helder Filipe" userId="16c6f568-f8ac-49a4-9e4b-3f11f521824e" providerId="ADAL" clId="{A1CE511C-A8CB-4803-A8AC-D53B1FBD2F14}" dt="2026-01-19T23:14:25.667" v="24092" actId="20577"/>
          <ac:spMkLst>
            <pc:docMk/>
            <pc:sldMk cId="767312937" sldId="2147480677"/>
            <ac:spMk id="6" creationId="{44A3FB04-A5DF-EF57-7141-108F7455035F}"/>
          </ac:spMkLst>
        </pc:spChg>
        <pc:spChg chg="add mod">
          <ac:chgData name="Fernandes, Helder Filipe" userId="16c6f568-f8ac-49a4-9e4b-3f11f521824e" providerId="ADAL" clId="{A1CE511C-A8CB-4803-A8AC-D53B1FBD2F14}" dt="2026-01-20T12:41:26.012" v="25961" actId="20577"/>
          <ac:spMkLst>
            <pc:docMk/>
            <pc:sldMk cId="767312937" sldId="2147480677"/>
            <ac:spMk id="7" creationId="{E299BACE-61C1-1260-6253-1DE17ED6511F}"/>
          </ac:spMkLst>
        </pc:spChg>
        <pc:spChg chg="mod">
          <ac:chgData name="Fernandes, Helder Filipe" userId="16c6f568-f8ac-49a4-9e4b-3f11f521824e" providerId="ADAL" clId="{A1CE511C-A8CB-4803-A8AC-D53B1FBD2F14}" dt="2026-01-20T12:18:22.424" v="25613" actId="20577"/>
          <ac:spMkLst>
            <pc:docMk/>
            <pc:sldMk cId="767312937" sldId="2147480677"/>
            <ac:spMk id="37" creationId="{19B6C98C-74EE-CBA8-BDEE-09760B32A27E}"/>
          </ac:spMkLst>
        </pc:spChg>
        <pc:spChg chg="mod">
          <ac:chgData name="Fernandes, Helder Filipe" userId="16c6f568-f8ac-49a4-9e4b-3f11f521824e" providerId="ADAL" clId="{A1CE511C-A8CB-4803-A8AC-D53B1FBD2F14}" dt="2026-01-16T18:40:33.267" v="14551"/>
          <ac:spMkLst>
            <pc:docMk/>
            <pc:sldMk cId="767312937" sldId="2147480677"/>
            <ac:spMk id="47" creationId="{E9F3D48D-5E10-BFA1-2ACB-AB35EEEA467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767312937" sldId="2147480677"/>
            <ac:spMk id="137" creationId="{BBF0DFFA-55E3-8D86-9013-CBACE8954B24}"/>
          </ac:spMkLst>
        </pc:spChg>
        <pc:graphicFrameChg chg="add mod modGraphic">
          <ac:chgData name="Fernandes, Helder Filipe" userId="16c6f568-f8ac-49a4-9e4b-3f11f521824e" providerId="ADAL" clId="{A1CE511C-A8CB-4803-A8AC-D53B1FBD2F14}" dt="2026-01-20T12:57:17.361" v="26305" actId="255"/>
          <ac:graphicFrameMkLst>
            <pc:docMk/>
            <pc:sldMk cId="767312937" sldId="2147480677"/>
            <ac:graphicFrameMk id="8" creationId="{07C9E04A-7128-4397-B667-6A93B40EED68}"/>
          </ac:graphicFrameMkLst>
        </pc:graphicFrame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1540546724" sldId="2147480678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2" creationId="{8BC135E4-0902-689A-6C68-213E090B2B1F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9" creationId="{2A8E9A5A-CB7A-43B3-67AC-61D406136D93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15" creationId="{9BCEDFE5-1799-A446-02F3-8F5AEE34102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21" creationId="{C9D424AB-DE9C-D99A-B411-22118524EA9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30" creationId="{1D55CE80-EAE7-08C3-2BE9-E7B342B7D53D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31" creationId="{4F31AED6-269F-7767-46F2-C7472649FE0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33" creationId="{D21FBE13-66D8-F251-D346-0BF71E9FB9F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34" creationId="{8ACA05FD-5A02-D376-C6BA-FFCFA5E149BD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41" creationId="{E73FCE37-4384-1FE2-CD08-7031F7B205B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47" creationId="{C420EEF1-FC6D-5791-C6F5-FCA22A575C66}"/>
          </ac:spMkLst>
        </pc:spChg>
      </pc:sldChg>
      <pc:sldChg chg="addSp delSp modSp add mod ord">
        <pc:chgData name="Fernandes, Helder Filipe" userId="16c6f568-f8ac-49a4-9e4b-3f11f521824e" providerId="ADAL" clId="{A1CE511C-A8CB-4803-A8AC-D53B1FBD2F14}" dt="2026-01-20T12:56:43.433" v="26302" actId="121"/>
        <pc:sldMkLst>
          <pc:docMk/>
          <pc:sldMk cId="3211028951" sldId="2147480679"/>
        </pc:sldMkLst>
        <pc:spChg chg="mod">
          <ac:chgData name="Fernandes, Helder Filipe" userId="16c6f568-f8ac-49a4-9e4b-3f11f521824e" providerId="ADAL" clId="{A1CE511C-A8CB-4803-A8AC-D53B1FBD2F14}" dt="2026-01-19T20:58:49.370" v="24055" actId="20577"/>
          <ac:spMkLst>
            <pc:docMk/>
            <pc:sldMk cId="3211028951" sldId="2147480679"/>
            <ac:spMk id="2" creationId="{BD036FC3-11AD-C1C6-964F-275BE09C2F4E}"/>
          </ac:spMkLst>
        </pc:spChg>
        <pc:spChg chg="add mod">
          <ac:chgData name="Fernandes, Helder Filipe" userId="16c6f568-f8ac-49a4-9e4b-3f11f521824e" providerId="ADAL" clId="{A1CE511C-A8CB-4803-A8AC-D53B1FBD2F14}" dt="2026-01-20T12:41:34.885" v="25962" actId="20577"/>
          <ac:spMkLst>
            <pc:docMk/>
            <pc:sldMk cId="3211028951" sldId="2147480679"/>
            <ac:spMk id="5" creationId="{7C0A24DA-3921-A4A5-0BAE-EEB504E78D43}"/>
          </ac:spMkLst>
        </pc:spChg>
        <pc:spChg chg="mod">
          <ac:chgData name="Fernandes, Helder Filipe" userId="16c6f568-f8ac-49a4-9e4b-3f11f521824e" providerId="ADAL" clId="{A1CE511C-A8CB-4803-A8AC-D53B1FBD2F14}" dt="2026-01-20T12:18:34.827" v="25623" actId="20577"/>
          <ac:spMkLst>
            <pc:docMk/>
            <pc:sldMk cId="3211028951" sldId="2147480679"/>
            <ac:spMk id="37" creationId="{A031DEAE-C772-BF1F-0640-A29BF34E580C}"/>
          </ac:spMkLst>
        </pc:spChg>
        <pc:spChg chg="mod">
          <ac:chgData name="Fernandes, Helder Filipe" userId="16c6f568-f8ac-49a4-9e4b-3f11f521824e" providerId="ADAL" clId="{A1CE511C-A8CB-4803-A8AC-D53B1FBD2F14}" dt="2026-01-16T18:40:44.680" v="14553" actId="20577"/>
          <ac:spMkLst>
            <pc:docMk/>
            <pc:sldMk cId="3211028951" sldId="2147480679"/>
            <ac:spMk id="47" creationId="{3635D7C3-53F3-DEBE-2497-9A86B004904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211028951" sldId="2147480679"/>
            <ac:spMk id="137" creationId="{0365561C-132F-CD9F-1A7E-C5991C43CC1F}"/>
          </ac:spMkLst>
        </pc:spChg>
        <pc:graphicFrameChg chg="mod modGraphic">
          <ac:chgData name="Fernandes, Helder Filipe" userId="16c6f568-f8ac-49a4-9e4b-3f11f521824e" providerId="ADAL" clId="{A1CE511C-A8CB-4803-A8AC-D53B1FBD2F14}" dt="2026-01-20T12:56:43.433" v="26302" actId="121"/>
          <ac:graphicFrameMkLst>
            <pc:docMk/>
            <pc:sldMk cId="3211028951" sldId="2147480679"/>
            <ac:graphicFrameMk id="8" creationId="{52F58962-80A4-3B60-DEF1-ADD54B7FF121}"/>
          </ac:graphicFrameMkLst>
        </pc:graphicFrame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487039016" sldId="2147480680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7" creationId="{DB541D96-7A81-614B-8A4F-02C3CD0B059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15" creationId="{C1DA6B7E-16C3-E9FE-DA56-C8397649421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29" creationId="{A6E5F7EC-3C22-0689-F248-3904D149DF6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30" creationId="{171C0C25-E50B-F21E-1E04-E382F60665A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31" creationId="{5BBA37E3-491C-82F6-A138-FA7D522FAD9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33" creationId="{98278C4A-25DB-8ACB-1D6B-3A6D5D7CC51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34" creationId="{C5B66573-0C93-C04D-2C66-B7782E9DC4C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41" creationId="{EB2B2ED5-6976-7E52-E4B0-6717F047BF43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1342101656" sldId="2147480681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3" creationId="{57692005-1445-6578-C543-359921FC5AC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5" creationId="{847920DE-C7DC-2C88-4E10-EDB1B9294998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13" creationId="{9809B376-4E39-3566-CA6E-BC01D9FF0BDF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14" creationId="{47E2B8FC-8C29-B371-6D81-10A890E7712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16" creationId="{531CBC10-31DB-A523-906F-11AD2AE71DA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17" creationId="{22D50BE0-9325-B6F5-1F4B-8BA7025CD28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19" creationId="{95FB6DA4-018D-3B9B-7563-768D49247CCD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21" creationId="{23C9F113-C742-B9F1-1A2D-F2A263EC739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30" creationId="{C4EAA6A4-599B-C343-32EF-B28F61FAB6A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34" creationId="{E8EB41CC-C684-841F-9848-AF7E486496EB}"/>
          </ac:spMkLst>
        </pc:spChg>
      </pc:sldChg>
      <pc:sldChg chg="addSp delSp modSp add mod ord">
        <pc:chgData name="Fernandes, Helder Filipe" userId="16c6f568-f8ac-49a4-9e4b-3f11f521824e" providerId="ADAL" clId="{A1CE511C-A8CB-4803-A8AC-D53B1FBD2F14}" dt="2026-01-20T12:13:23.499" v="25477" actId="20577"/>
        <pc:sldMkLst>
          <pc:docMk/>
          <pc:sldMk cId="1376005887" sldId="2147480683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76005887" sldId="2147480683"/>
            <ac:spMk id="4" creationId="{96F282BB-4B2D-F9B7-A50F-0E982C237D3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76005887" sldId="2147480683"/>
            <ac:spMk id="137" creationId="{32A59CB6-2742-78A3-62EF-2356E5AF1623}"/>
          </ac:spMkLst>
        </pc:spChg>
        <pc:graphicFrameChg chg="add mod modGraphic">
          <ac:chgData name="Fernandes, Helder Filipe" userId="16c6f568-f8ac-49a4-9e4b-3f11f521824e" providerId="ADAL" clId="{A1CE511C-A8CB-4803-A8AC-D53B1FBD2F14}" dt="2026-01-19T20:38:46.964" v="22986" actId="1036"/>
          <ac:graphicFrameMkLst>
            <pc:docMk/>
            <pc:sldMk cId="1376005887" sldId="2147480683"/>
            <ac:graphicFrameMk id="6" creationId="{24809E75-148C-5258-7FE3-538ECCFD8211}"/>
          </ac:graphicFrameMkLst>
        </pc:graphicFrameChg>
      </pc:sldChg>
      <pc:sldChg chg="modSp mod">
        <pc:chgData name="Fernandes, Helder Filipe" userId="16c6f568-f8ac-49a4-9e4b-3f11f521824e" providerId="ADAL" clId="{A1CE511C-A8CB-4803-A8AC-D53B1FBD2F14}" dt="2026-01-20T12:29:54.393" v="25951" actId="20577"/>
        <pc:sldMkLst>
          <pc:docMk/>
          <pc:sldMk cId="274517492" sldId="2147480693"/>
        </pc:sldMkLst>
        <pc:spChg chg="mod">
          <ac:chgData name="Fernandes, Helder Filipe" userId="16c6f568-f8ac-49a4-9e4b-3f11f521824e" providerId="ADAL" clId="{A1CE511C-A8CB-4803-A8AC-D53B1FBD2F14}" dt="2026-01-20T12:18:42.998" v="25633" actId="20577"/>
          <ac:spMkLst>
            <pc:docMk/>
            <pc:sldMk cId="274517492" sldId="2147480693"/>
            <ac:spMk id="2" creationId="{C264A093-4A4C-CADD-2A02-561486401CCF}"/>
          </ac:spMkLst>
        </pc:spChg>
        <pc:spChg chg="mod">
          <ac:chgData name="Fernandes, Helder Filipe" userId="16c6f568-f8ac-49a4-9e4b-3f11f521824e" providerId="ADAL" clId="{A1CE511C-A8CB-4803-A8AC-D53B1FBD2F14}" dt="2026-01-20T12:29:54.393" v="25951" actId="20577"/>
          <ac:spMkLst>
            <pc:docMk/>
            <pc:sldMk cId="274517492" sldId="2147480693"/>
            <ac:spMk id="176" creationId="{E84C4356-04DF-585C-F9B9-3379265945FC}"/>
          </ac:spMkLst>
        </pc:spChg>
      </pc:sldChg>
      <pc:sldChg chg="modSp add del mod ord modNotesTx">
        <pc:chgData name="Fernandes, Helder Filipe" userId="16c6f568-f8ac-49a4-9e4b-3f11f521824e" providerId="ADAL" clId="{A1CE511C-A8CB-4803-A8AC-D53B1FBD2F14}" dt="2026-01-20T12:53:10.629" v="26279" actId="20577"/>
        <pc:sldMkLst>
          <pc:docMk/>
          <pc:sldMk cId="1204584262" sldId="2147480704"/>
        </pc:sldMkLst>
        <pc:spChg chg="mod">
          <ac:chgData name="Fernandes, Helder Filipe" userId="16c6f568-f8ac-49a4-9e4b-3f11f521824e" providerId="ADAL" clId="{A1CE511C-A8CB-4803-A8AC-D53B1FBD2F14}" dt="2026-01-20T11:59:25.996" v="25348" actId="2711"/>
          <ac:spMkLst>
            <pc:docMk/>
            <pc:sldMk cId="1204584262" sldId="2147480704"/>
            <ac:spMk id="2" creationId="{725D4369-5089-19B2-3DC5-1922BD1ADDAB}"/>
          </ac:spMkLst>
        </pc:spChg>
        <pc:spChg chg="mod">
          <ac:chgData name="Fernandes, Helder Filipe" userId="16c6f568-f8ac-49a4-9e4b-3f11f521824e" providerId="ADAL" clId="{A1CE511C-A8CB-4803-A8AC-D53B1FBD2F14}" dt="2026-01-20T12:17:05.705" v="25566" actId="20577"/>
          <ac:spMkLst>
            <pc:docMk/>
            <pc:sldMk cId="1204584262" sldId="2147480704"/>
            <ac:spMk id="37" creationId="{C49CB4CD-4B23-F1F8-B0FD-D8DCEC56DE60}"/>
          </ac:spMkLst>
        </pc:spChg>
        <pc:spChg chg="mod">
          <ac:chgData name="Fernandes, Helder Filipe" userId="16c6f568-f8ac-49a4-9e4b-3f11f521824e" providerId="ADAL" clId="{A1CE511C-A8CB-4803-A8AC-D53B1FBD2F14}" dt="2026-01-20T12:17:49.560" v="25581" actId="20577"/>
          <ac:spMkLst>
            <pc:docMk/>
            <pc:sldMk cId="1204584262" sldId="2147480704"/>
            <ac:spMk id="47" creationId="{78FC8D87-A604-06E4-9EE0-3F8AF6B3F8DC}"/>
          </ac:spMkLst>
        </pc:spChg>
        <pc:graphicFrameChg chg="mod">
          <ac:chgData name="Fernandes, Helder Filipe" userId="16c6f568-f8ac-49a4-9e4b-3f11f521824e" providerId="ADAL" clId="{A1CE511C-A8CB-4803-A8AC-D53B1FBD2F14}" dt="2026-01-20T12:01:01.017" v="25350" actId="207"/>
          <ac:graphicFrameMkLst>
            <pc:docMk/>
            <pc:sldMk cId="1204584262" sldId="2147480704"/>
            <ac:graphicFrameMk id="23" creationId="{7D700C98-6125-1FDB-F8F5-1D8559486737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2:00:55.238" v="25349" actId="207"/>
          <ac:graphicFrameMkLst>
            <pc:docMk/>
            <pc:sldMk cId="1204584262" sldId="2147480704"/>
            <ac:graphicFrameMk id="24" creationId="{1E610AAF-1336-F446-FD4F-71A428ECD739}"/>
          </ac:graphicFrameMkLst>
        </pc:graphicFrameChg>
      </pc:sldChg>
      <pc:sldChg chg="modSp mod">
        <pc:chgData name="Fernandes, Helder Filipe" userId="16c6f568-f8ac-49a4-9e4b-3f11f521824e" providerId="ADAL" clId="{A1CE511C-A8CB-4803-A8AC-D53B1FBD2F14}" dt="2026-01-20T12:19:14.686" v="25661" actId="20577"/>
        <pc:sldMkLst>
          <pc:docMk/>
          <pc:sldMk cId="930941865" sldId="2147480706"/>
        </pc:sldMkLst>
        <pc:spChg chg="mod">
          <ac:chgData name="Fernandes, Helder Filipe" userId="16c6f568-f8ac-49a4-9e4b-3f11f521824e" providerId="ADAL" clId="{A1CE511C-A8CB-4803-A8AC-D53B1FBD2F14}" dt="2026-01-20T12:19:14.686" v="25661" actId="20577"/>
          <ac:spMkLst>
            <pc:docMk/>
            <pc:sldMk cId="930941865" sldId="2147480706"/>
            <ac:spMk id="2" creationId="{4E7833E3-7438-8F18-843B-760BDFC77D20}"/>
          </ac:spMkLst>
        </pc:spChg>
      </pc:sldChg>
      <pc:sldChg chg="addSp delSp modSp add mod">
        <pc:chgData name="Fernandes, Helder Filipe" userId="16c6f568-f8ac-49a4-9e4b-3f11f521824e" providerId="ADAL" clId="{A1CE511C-A8CB-4803-A8AC-D53B1FBD2F14}" dt="2026-01-20T12:41:02.946" v="25959" actId="20577"/>
        <pc:sldMkLst>
          <pc:docMk/>
          <pc:sldMk cId="934723812" sldId="2147480708"/>
        </pc:sldMkLst>
        <pc:spChg chg="mod">
          <ac:chgData name="Fernandes, Helder Filipe" userId="16c6f568-f8ac-49a4-9e4b-3f11f521824e" providerId="ADAL" clId="{A1CE511C-A8CB-4803-A8AC-D53B1FBD2F14}" dt="2026-01-20T12:13:04.112" v="25476" actId="14100"/>
          <ac:spMkLst>
            <pc:docMk/>
            <pc:sldMk cId="934723812" sldId="2147480708"/>
            <ac:spMk id="2" creationId="{3993B481-E528-978B-EFA4-45286A16CE78}"/>
          </ac:spMkLst>
        </pc:spChg>
        <pc:spChg chg="mod">
          <ac:chgData name="Fernandes, Helder Filipe" userId="16c6f568-f8ac-49a4-9e4b-3f11f521824e" providerId="ADAL" clId="{A1CE511C-A8CB-4803-A8AC-D53B1FBD2F14}" dt="2026-01-20T12:17:33.371" v="25570" actId="20577"/>
          <ac:spMkLst>
            <pc:docMk/>
            <pc:sldMk cId="934723812" sldId="2147480708"/>
            <ac:spMk id="5" creationId="{CDF04427-AB65-D64E-E253-DDA4D7A41041}"/>
          </ac:spMkLst>
        </pc:spChg>
        <pc:spChg chg="mod topLvl">
          <ac:chgData name="Fernandes, Helder Filipe" userId="16c6f568-f8ac-49a4-9e4b-3f11f521824e" providerId="ADAL" clId="{A1CE511C-A8CB-4803-A8AC-D53B1FBD2F14}" dt="2026-01-20T11:43:40.329" v="25204" actId="20577"/>
          <ac:spMkLst>
            <pc:docMk/>
            <pc:sldMk cId="934723812" sldId="2147480708"/>
            <ac:spMk id="10" creationId="{92AACB52-1442-A83A-6FDF-409D21679FDC}"/>
          </ac:spMkLst>
        </pc:spChg>
        <pc:spChg chg="mod topLvl">
          <ac:chgData name="Fernandes, Helder Filipe" userId="16c6f568-f8ac-49a4-9e4b-3f11f521824e" providerId="ADAL" clId="{A1CE511C-A8CB-4803-A8AC-D53B1FBD2F14}" dt="2026-01-20T11:43:07.436" v="25191" actId="20577"/>
          <ac:spMkLst>
            <pc:docMk/>
            <pc:sldMk cId="934723812" sldId="2147480708"/>
            <ac:spMk id="11" creationId="{515F5EF5-AE0E-BB38-6445-03A7F7D3DD93}"/>
          </ac:spMkLst>
        </pc:spChg>
        <pc:spChg chg="add mod ord">
          <ac:chgData name="Fernandes, Helder Filipe" userId="16c6f568-f8ac-49a4-9e4b-3f11f521824e" providerId="ADAL" clId="{A1CE511C-A8CB-4803-A8AC-D53B1FBD2F14}" dt="2026-01-20T12:11:01.695" v="25457" actId="1036"/>
          <ac:spMkLst>
            <pc:docMk/>
            <pc:sldMk cId="934723812" sldId="2147480708"/>
            <ac:spMk id="24" creationId="{2FA0F2FC-FB76-42E7-1AB6-833658767FED}"/>
          </ac:spMkLst>
        </pc:spChg>
        <pc:spChg chg="add mod ord">
          <ac:chgData name="Fernandes, Helder Filipe" userId="16c6f568-f8ac-49a4-9e4b-3f11f521824e" providerId="ADAL" clId="{A1CE511C-A8CB-4803-A8AC-D53B1FBD2F14}" dt="2026-01-20T12:11:01.695" v="25457" actId="1036"/>
          <ac:spMkLst>
            <pc:docMk/>
            <pc:sldMk cId="934723812" sldId="2147480708"/>
            <ac:spMk id="25" creationId="{B4ED9B59-A201-1294-06E6-F2AEC8DD0359}"/>
          </ac:spMkLst>
        </pc:spChg>
        <pc:spChg chg="add mod">
          <ac:chgData name="Fernandes, Helder Filipe" userId="16c6f568-f8ac-49a4-9e4b-3f11f521824e" providerId="ADAL" clId="{A1CE511C-A8CB-4803-A8AC-D53B1FBD2F14}" dt="2026-01-20T12:11:01.695" v="25457" actId="1036"/>
          <ac:spMkLst>
            <pc:docMk/>
            <pc:sldMk cId="934723812" sldId="2147480708"/>
            <ac:spMk id="26" creationId="{7C52EBBE-2A85-D194-F12D-478C743CCCB1}"/>
          </ac:spMkLst>
        </pc:spChg>
        <pc:spChg chg="mod">
          <ac:chgData name="Fernandes, Helder Filipe" userId="16c6f568-f8ac-49a4-9e4b-3f11f521824e" providerId="ADAL" clId="{A1CE511C-A8CB-4803-A8AC-D53B1FBD2F14}" dt="2026-01-20T11:46:34.156" v="25212" actId="20577"/>
          <ac:spMkLst>
            <pc:docMk/>
            <pc:sldMk cId="934723812" sldId="2147480708"/>
            <ac:spMk id="31" creationId="{9ABCC06D-8B2A-A26E-C9EF-0561783FEE32}"/>
          </ac:spMkLst>
        </pc:spChg>
        <pc:spChg chg="mod">
          <ac:chgData name="Fernandes, Helder Filipe" userId="16c6f568-f8ac-49a4-9e4b-3f11f521824e" providerId="ADAL" clId="{A1CE511C-A8CB-4803-A8AC-D53B1FBD2F14}" dt="2026-01-20T11:40:12.479" v="24931"/>
          <ac:spMkLst>
            <pc:docMk/>
            <pc:sldMk cId="934723812" sldId="2147480708"/>
            <ac:spMk id="32" creationId="{73C29545-D4A7-31BB-A2F5-E57B24814639}"/>
          </ac:spMkLst>
        </pc:spChg>
        <pc:spChg chg="mod">
          <ac:chgData name="Fernandes, Helder Filipe" userId="16c6f568-f8ac-49a4-9e4b-3f11f521824e" providerId="ADAL" clId="{A1CE511C-A8CB-4803-A8AC-D53B1FBD2F14}" dt="2026-01-20T11:46:43.195" v="25214" actId="20577"/>
          <ac:spMkLst>
            <pc:docMk/>
            <pc:sldMk cId="934723812" sldId="2147480708"/>
            <ac:spMk id="35" creationId="{A235CFBC-181F-52D4-1958-793ACF6ABF1B}"/>
          </ac:spMkLst>
        </pc:spChg>
        <pc:spChg chg="mod">
          <ac:chgData name="Fernandes, Helder Filipe" userId="16c6f568-f8ac-49a4-9e4b-3f11f521824e" providerId="ADAL" clId="{A1CE511C-A8CB-4803-A8AC-D53B1FBD2F14}" dt="2026-01-20T11:43:18.420" v="25200" actId="20577"/>
          <ac:spMkLst>
            <pc:docMk/>
            <pc:sldMk cId="934723812" sldId="2147480708"/>
            <ac:spMk id="36" creationId="{D439FDE9-8473-BAE1-B6C5-5F5698C044EC}"/>
          </ac:spMkLst>
        </pc:spChg>
        <pc:spChg chg="mod">
          <ac:chgData name="Fernandes, Helder Filipe" userId="16c6f568-f8ac-49a4-9e4b-3f11f521824e" providerId="ADAL" clId="{A1CE511C-A8CB-4803-A8AC-D53B1FBD2F14}" dt="2026-01-20T12:17:39.751" v="25580" actId="20577"/>
          <ac:spMkLst>
            <pc:docMk/>
            <pc:sldMk cId="934723812" sldId="2147480708"/>
            <ac:spMk id="37" creationId="{A911E8D8-5D8A-8993-4441-8F8A6E22A9CE}"/>
          </ac:spMkLst>
        </pc:spChg>
        <pc:spChg chg="mod">
          <ac:chgData name="Fernandes, Helder Filipe" userId="16c6f568-f8ac-49a4-9e4b-3f11f521824e" providerId="ADAL" clId="{A1CE511C-A8CB-4803-A8AC-D53B1FBD2F14}" dt="2026-01-20T11:46:48.452" v="25216" actId="20577"/>
          <ac:spMkLst>
            <pc:docMk/>
            <pc:sldMk cId="934723812" sldId="2147480708"/>
            <ac:spMk id="40" creationId="{0B2AC0C4-338D-973F-D40E-1930681CFF68}"/>
          </ac:spMkLst>
        </pc:spChg>
        <pc:spChg chg="mod">
          <ac:chgData name="Fernandes, Helder Filipe" userId="16c6f568-f8ac-49a4-9e4b-3f11f521824e" providerId="ADAL" clId="{A1CE511C-A8CB-4803-A8AC-D53B1FBD2F14}" dt="2026-01-20T11:40:18.325" v="25024"/>
          <ac:spMkLst>
            <pc:docMk/>
            <pc:sldMk cId="934723812" sldId="2147480708"/>
            <ac:spMk id="41" creationId="{9A8FC349-5AD8-595C-A44F-0FEE9C4A9AC6}"/>
          </ac:spMkLst>
        </pc:spChg>
        <pc:spChg chg="add mod">
          <ac:chgData name="Fernandes, Helder Filipe" userId="16c6f568-f8ac-49a4-9e4b-3f11f521824e" providerId="ADAL" clId="{A1CE511C-A8CB-4803-A8AC-D53B1FBD2F14}" dt="2026-01-20T12:41:02.946" v="25959" actId="20577"/>
          <ac:spMkLst>
            <pc:docMk/>
            <pc:sldMk cId="934723812" sldId="2147480708"/>
            <ac:spMk id="45" creationId="{FC9B2482-D5D3-2E63-1C2A-8A7E98DC8245}"/>
          </ac:spMkLst>
        </pc:spChg>
        <pc:grpChg chg="add mod">
          <ac:chgData name="Fernandes, Helder Filipe" userId="16c6f568-f8ac-49a4-9e4b-3f11f521824e" providerId="ADAL" clId="{A1CE511C-A8CB-4803-A8AC-D53B1FBD2F14}" dt="2026-01-20T12:11:01.695" v="25457" actId="1036"/>
          <ac:grpSpMkLst>
            <pc:docMk/>
            <pc:sldMk cId="934723812" sldId="2147480708"/>
            <ac:grpSpMk id="28" creationId="{880D6357-7960-2C9A-7C16-B9930BEB492E}"/>
          </ac:grpSpMkLst>
        </pc:grpChg>
        <pc:grpChg chg="add mod">
          <ac:chgData name="Fernandes, Helder Filipe" userId="16c6f568-f8ac-49a4-9e4b-3f11f521824e" providerId="ADAL" clId="{A1CE511C-A8CB-4803-A8AC-D53B1FBD2F14}" dt="2026-01-20T12:11:01.695" v="25457" actId="1036"/>
          <ac:grpSpMkLst>
            <pc:docMk/>
            <pc:sldMk cId="934723812" sldId="2147480708"/>
            <ac:grpSpMk id="29" creationId="{52C01B67-35F3-163A-4E88-ED33DA9523A5}"/>
          </ac:grpSpMkLst>
        </pc:grpChg>
        <pc:grpChg chg="add mod">
          <ac:chgData name="Fernandes, Helder Filipe" userId="16c6f568-f8ac-49a4-9e4b-3f11f521824e" providerId="ADAL" clId="{A1CE511C-A8CB-4803-A8AC-D53B1FBD2F14}" dt="2026-01-20T12:11:01.695" v="25457" actId="1036"/>
          <ac:grpSpMkLst>
            <pc:docMk/>
            <pc:sldMk cId="934723812" sldId="2147480708"/>
            <ac:grpSpMk id="33" creationId="{B981284A-1811-2828-5E78-19D4E2756409}"/>
          </ac:grpSpMkLst>
        </pc:grpChg>
        <pc:grpChg chg="add mod">
          <ac:chgData name="Fernandes, Helder Filipe" userId="16c6f568-f8ac-49a4-9e4b-3f11f521824e" providerId="ADAL" clId="{A1CE511C-A8CB-4803-A8AC-D53B1FBD2F14}" dt="2026-01-20T12:11:01.695" v="25457" actId="1036"/>
          <ac:grpSpMkLst>
            <pc:docMk/>
            <pc:sldMk cId="934723812" sldId="2147480708"/>
            <ac:grpSpMk id="38" creationId="{1E0C9BDC-7930-71DE-A01E-960B8742171A}"/>
          </ac:grpSpMkLst>
        </pc:grpChg>
        <pc:graphicFrameChg chg="mod topLvl">
          <ac:chgData name="Fernandes, Helder Filipe" userId="16c6f568-f8ac-49a4-9e4b-3f11f521824e" providerId="ADAL" clId="{A1CE511C-A8CB-4803-A8AC-D53B1FBD2F14}" dt="2026-01-20T12:05:48.867" v="25374" actId="208"/>
          <ac:graphicFrameMkLst>
            <pc:docMk/>
            <pc:sldMk cId="934723812" sldId="2147480708"/>
            <ac:graphicFrameMk id="9" creationId="{F8C08201-9165-F929-0DA1-9C5D55AF036D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2:06:26.440" v="25376" actId="208"/>
          <ac:graphicFrameMkLst>
            <pc:docMk/>
            <pc:sldMk cId="934723812" sldId="2147480708"/>
            <ac:graphicFrameMk id="30" creationId="{689566D8-4651-F00D-4F50-AA1FDEABC33B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2:07:09.680" v="25382" actId="208"/>
          <ac:graphicFrameMkLst>
            <pc:docMk/>
            <pc:sldMk cId="934723812" sldId="2147480708"/>
            <ac:graphicFrameMk id="34" creationId="{A36B20F0-CAD3-DC53-A397-BBC3C139E4AD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2:06:40.582" v="25378" actId="207"/>
          <ac:graphicFrameMkLst>
            <pc:docMk/>
            <pc:sldMk cId="934723812" sldId="2147480708"/>
            <ac:graphicFrameMk id="39" creationId="{A1B8EDF5-90F6-C82A-F7C1-8C379180D5AA}"/>
          </ac:graphicFrameMkLst>
        </pc:graphicFrameChg>
      </pc:sldChg>
    </pc:docChg>
  </pc:docChgLst>
  <pc:docChgLst>
    <pc:chgData name="Almeida, Luis Alexandre" userId="5df86c4b-e2b3-489b-9c00-1eef9e703c19" providerId="ADAL" clId="{6119D6FA-2335-4462-BA57-03F691092A6C}"/>
    <pc:docChg chg="undo custSel addSld delSld modSld sldOrd">
      <pc:chgData name="Almeida, Luis Alexandre" userId="5df86c4b-e2b3-489b-9c00-1eef9e703c19" providerId="ADAL" clId="{6119D6FA-2335-4462-BA57-03F691092A6C}" dt="2026-01-28T16:25:25.219" v="22451" actId="478"/>
      <pc:docMkLst>
        <pc:docMk/>
      </pc:docMkLst>
      <pc:sldChg chg="modSp mod">
        <pc:chgData name="Almeida, Luis Alexandre" userId="5df86c4b-e2b3-489b-9c00-1eef9e703c19" providerId="ADAL" clId="{6119D6FA-2335-4462-BA57-03F691092A6C}" dt="2026-01-20T10:07:53.961" v="19537" actId="14100"/>
        <pc:sldMkLst>
          <pc:docMk/>
          <pc:sldMk cId="855580657" sldId="256"/>
        </pc:sldMkLst>
        <pc:spChg chg="mod">
          <ac:chgData name="Almeida, Luis Alexandre" userId="5df86c4b-e2b3-489b-9c00-1eef9e703c19" providerId="ADAL" clId="{6119D6FA-2335-4462-BA57-03F691092A6C}" dt="2026-01-20T01:29:08.420" v="19461" actId="20577"/>
          <ac:spMkLst>
            <pc:docMk/>
            <pc:sldMk cId="855580657" sldId="256"/>
            <ac:spMk id="3" creationId="{589BA500-778A-41B0-A062-8A11E44145C2}"/>
          </ac:spMkLst>
        </pc:spChg>
        <pc:spChg chg="mod">
          <ac:chgData name="Almeida, Luis Alexandre" userId="5df86c4b-e2b3-489b-9c00-1eef9e703c19" providerId="ADAL" clId="{6119D6FA-2335-4462-BA57-03F691092A6C}" dt="2026-01-20T10:07:53.961" v="19537" actId="14100"/>
          <ac:spMkLst>
            <pc:docMk/>
            <pc:sldMk cId="855580657" sldId="256"/>
            <ac:spMk id="4" creationId="{B7A138B7-010B-4261-B134-DFBC17016A9D}"/>
          </ac:spMkLst>
        </pc:spChg>
      </pc:sldChg>
      <pc:sldChg chg="addSp modSp mod">
        <pc:chgData name="Almeida, Luis Alexandre" userId="5df86c4b-e2b3-489b-9c00-1eef9e703c19" providerId="ADAL" clId="{6119D6FA-2335-4462-BA57-03F691092A6C}" dt="2026-01-19T12:02:03.829" v="16759" actId="20577"/>
        <pc:sldMkLst>
          <pc:docMk/>
          <pc:sldMk cId="1910780210" sldId="1916"/>
        </pc:sldMkLst>
        <pc:spChg chg="mod">
          <ac:chgData name="Almeida, Luis Alexandre" userId="5df86c4b-e2b3-489b-9c00-1eef9e703c19" providerId="ADAL" clId="{6119D6FA-2335-4462-BA57-03F691092A6C}" dt="2026-01-19T11:47:28.555" v="16286" actId="114"/>
          <ac:spMkLst>
            <pc:docMk/>
            <pc:sldMk cId="1910780210" sldId="1916"/>
            <ac:spMk id="3" creationId="{4698EFDE-2438-CE42-5FBE-163881B32270}"/>
          </ac:spMkLst>
        </pc:spChg>
        <pc:spChg chg="mod">
          <ac:chgData name="Almeida, Luis Alexandre" userId="5df86c4b-e2b3-489b-9c00-1eef9e703c19" providerId="ADAL" clId="{6119D6FA-2335-4462-BA57-03F691092A6C}" dt="2026-01-19T11:47:14.956" v="16284" actId="114"/>
          <ac:spMkLst>
            <pc:docMk/>
            <pc:sldMk cId="1910780210" sldId="1916"/>
            <ac:spMk id="65" creationId="{916081D7-028E-F756-9071-C07F3975F6BE}"/>
          </ac:spMkLst>
        </pc:spChg>
        <pc:spChg chg="mod">
          <ac:chgData name="Almeida, Luis Alexandre" userId="5df86c4b-e2b3-489b-9c00-1eef9e703c19" providerId="ADAL" clId="{6119D6FA-2335-4462-BA57-03F691092A6C}" dt="2026-01-19T11:51:41.642" v="16463" actId="20577"/>
          <ac:spMkLst>
            <pc:docMk/>
            <pc:sldMk cId="1910780210" sldId="1916"/>
            <ac:spMk id="66" creationId="{5E664178-9D04-3607-58B5-D0CD3D6448CE}"/>
          </ac:spMkLst>
        </pc:spChg>
        <pc:spChg chg="mod">
          <ac:chgData name="Almeida, Luis Alexandre" userId="5df86c4b-e2b3-489b-9c00-1eef9e703c19" providerId="ADAL" clId="{6119D6FA-2335-4462-BA57-03F691092A6C}" dt="2026-01-19T12:02:03.829" v="16759" actId="20577"/>
          <ac:spMkLst>
            <pc:docMk/>
            <pc:sldMk cId="1910780210" sldId="1916"/>
            <ac:spMk id="67" creationId="{A9FB9E2B-AAA2-C87C-1281-4751CDB1B7F0}"/>
          </ac:spMkLst>
        </pc:spChg>
      </pc:sldChg>
      <pc:sldChg chg="modSp mod">
        <pc:chgData name="Almeida, Luis Alexandre" userId="5df86c4b-e2b3-489b-9c00-1eef9e703c19" providerId="ADAL" clId="{6119D6FA-2335-4462-BA57-03F691092A6C}" dt="2026-01-20T10:12:05.126" v="19565" actId="20577"/>
        <pc:sldMkLst>
          <pc:docMk/>
          <pc:sldMk cId="1086649321" sldId="2086"/>
        </pc:sldMkLst>
        <pc:spChg chg="mod">
          <ac:chgData name="Almeida, Luis Alexandre" userId="5df86c4b-e2b3-489b-9c00-1eef9e703c19" providerId="ADAL" clId="{6119D6FA-2335-4462-BA57-03F691092A6C}" dt="2026-01-19T10:51:04.029" v="15547" actId="113"/>
          <ac:spMkLst>
            <pc:docMk/>
            <pc:sldMk cId="1086649321" sldId="2086"/>
            <ac:spMk id="4" creationId="{E72AAD87-4B68-97B4-8FE5-A4AB8447C59E}"/>
          </ac:spMkLst>
        </pc:spChg>
        <pc:spChg chg="mod">
          <ac:chgData name="Almeida, Luis Alexandre" userId="5df86c4b-e2b3-489b-9c00-1eef9e703c19" providerId="ADAL" clId="{6119D6FA-2335-4462-BA57-03F691092A6C}" dt="2026-01-20T10:12:05.126" v="19565" actId="20577"/>
          <ac:spMkLst>
            <pc:docMk/>
            <pc:sldMk cId="1086649321" sldId="2086"/>
            <ac:spMk id="167" creationId="{369FF7FC-3FE3-1A9A-1D70-F6C89B3368D9}"/>
          </ac:spMkLst>
        </pc:spChg>
        <pc:grpChg chg="mod">
          <ac:chgData name="Almeida, Luis Alexandre" userId="5df86c4b-e2b3-489b-9c00-1eef9e703c19" providerId="ADAL" clId="{6119D6FA-2335-4462-BA57-03F691092A6C}" dt="2026-01-19T10:37:58.725" v="15369" actId="1035"/>
          <ac:grpSpMkLst>
            <pc:docMk/>
            <pc:sldMk cId="1086649321" sldId="2086"/>
            <ac:grpSpMk id="17" creationId="{652EBD9F-D827-2FF9-DB9C-F95B5E1A50F9}"/>
          </ac:grpSpMkLst>
        </pc:grpChg>
      </pc:sldChg>
      <pc:sldChg chg="addSp modSp mod">
        <pc:chgData name="Almeida, Luis Alexandre" userId="5df86c4b-e2b3-489b-9c00-1eef9e703c19" providerId="ADAL" clId="{6119D6FA-2335-4462-BA57-03F691092A6C}" dt="2026-01-07T10:00:38.257" v="2130" actId="20577"/>
        <pc:sldMkLst>
          <pc:docMk/>
          <pc:sldMk cId="131821357" sldId="2147480600"/>
        </pc:sldMkLst>
        <pc:spChg chg="mod">
          <ac:chgData name="Almeida, Luis Alexandre" userId="5df86c4b-e2b3-489b-9c00-1eef9e703c19" providerId="ADAL" clId="{6119D6FA-2335-4462-BA57-03F691092A6C}" dt="2026-01-07T09:43:48.744" v="1798" actId="20577"/>
          <ac:spMkLst>
            <pc:docMk/>
            <pc:sldMk cId="131821357" sldId="2147480600"/>
            <ac:spMk id="11" creationId="{A1926D0B-B258-4959-169D-8F042B96AEA2}"/>
          </ac:spMkLst>
        </pc:spChg>
      </pc:sldChg>
      <pc:sldChg chg="addSp modSp mod">
        <pc:chgData name="Almeida, Luis Alexandre" userId="5df86c4b-e2b3-489b-9c00-1eef9e703c19" providerId="ADAL" clId="{6119D6FA-2335-4462-BA57-03F691092A6C}" dt="2026-01-07T09:28:40.095" v="1236" actId="20577"/>
        <pc:sldMkLst>
          <pc:docMk/>
          <pc:sldMk cId="1139067995" sldId="2147480601"/>
        </pc:sldMkLst>
      </pc:sldChg>
      <pc:sldChg chg="addSp modSp mod ord">
        <pc:chgData name="Almeida, Luis Alexandre" userId="5df86c4b-e2b3-489b-9c00-1eef9e703c19" providerId="ADAL" clId="{6119D6FA-2335-4462-BA57-03F691092A6C}" dt="2026-01-07T09:43:18.191" v="1785" actId="20577"/>
        <pc:sldMkLst>
          <pc:docMk/>
          <pc:sldMk cId="4290607108" sldId="2147480608"/>
        </pc:sldMkLst>
        <pc:spChg chg="mod">
          <ac:chgData name="Almeida, Luis Alexandre" userId="5df86c4b-e2b3-489b-9c00-1eef9e703c19" providerId="ADAL" clId="{6119D6FA-2335-4462-BA57-03F691092A6C}" dt="2026-01-07T09:29:57.338" v="1239" actId="20577"/>
          <ac:spMkLst>
            <pc:docMk/>
            <pc:sldMk cId="4290607108" sldId="2147480608"/>
            <ac:spMk id="11" creationId="{E59CABB3-B30B-8D77-A7D2-1664FAAED96B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7:46.097" v="21740" actId="114"/>
        <pc:sldMkLst>
          <pc:docMk/>
          <pc:sldMk cId="3845398109" sldId="2147480627"/>
        </pc:sldMkLst>
        <pc:spChg chg="mod">
          <ac:chgData name="Almeida, Luis Alexandre" userId="5df86c4b-e2b3-489b-9c00-1eef9e703c19" providerId="ADAL" clId="{6119D6FA-2335-4462-BA57-03F691092A6C}" dt="2026-01-20T16:57:46.097" v="21740" actId="114"/>
          <ac:spMkLst>
            <pc:docMk/>
            <pc:sldMk cId="3845398109" sldId="2147480627"/>
            <ac:spMk id="37" creationId="{F731016F-CD66-5673-669A-5284A7C9FE11}"/>
          </ac:spMkLst>
        </pc:spChg>
      </pc:sldChg>
      <pc:sldChg chg="delSp modSp mod ord modCm">
        <pc:chgData name="Almeida, Luis Alexandre" userId="5df86c4b-e2b3-489b-9c00-1eef9e703c19" providerId="ADAL" clId="{6119D6FA-2335-4462-BA57-03F691092A6C}" dt="2026-01-20T11:55:34.834" v="19958" actId="20577"/>
        <pc:sldMkLst>
          <pc:docMk/>
          <pc:sldMk cId="557686764" sldId="2147480632"/>
        </pc:sldMkLst>
        <pc:spChg chg="mod">
          <ac:chgData name="Almeida, Luis Alexandre" userId="5df86c4b-e2b3-489b-9c00-1eef9e703c19" providerId="ADAL" clId="{6119D6FA-2335-4462-BA57-03F691092A6C}" dt="2026-01-19T22:44:39.447" v="16788" actId="947"/>
          <ac:spMkLst>
            <pc:docMk/>
            <pc:sldMk cId="557686764" sldId="2147480632"/>
            <ac:spMk id="7" creationId="{6B9A2AB0-B48A-CCD5-6C37-2E82FA2FC164}"/>
          </ac:spMkLst>
        </pc:spChg>
        <pc:spChg chg="mod">
          <ac:chgData name="Almeida, Luis Alexandre" userId="5df86c4b-e2b3-489b-9c00-1eef9e703c19" providerId="ADAL" clId="{6119D6FA-2335-4462-BA57-03F691092A6C}" dt="2026-01-19T22:44:47.927" v="16789"/>
          <ac:spMkLst>
            <pc:docMk/>
            <pc:sldMk cId="557686764" sldId="2147480632"/>
            <ac:spMk id="16" creationId="{5D2E3B2E-D643-0283-9EFC-C65A6630178B}"/>
          </ac:spMkLst>
        </pc:spChg>
        <pc:spChg chg="mod">
          <ac:chgData name="Almeida, Luis Alexandre" userId="5df86c4b-e2b3-489b-9c00-1eef9e703c19" providerId="ADAL" clId="{6119D6FA-2335-4462-BA57-03F691092A6C}" dt="2026-01-19T22:44:51.362" v="16790"/>
          <ac:spMkLst>
            <pc:docMk/>
            <pc:sldMk cId="557686764" sldId="2147480632"/>
            <ac:spMk id="19" creationId="{EFF2877F-AF55-518D-12D2-0FC51BC5829D}"/>
          </ac:spMkLst>
        </pc:spChg>
        <pc:spChg chg="mod">
          <ac:chgData name="Almeida, Luis Alexandre" userId="5df86c4b-e2b3-489b-9c00-1eef9e703c19" providerId="ADAL" clId="{6119D6FA-2335-4462-BA57-03F691092A6C}" dt="2026-01-20T11:53:06.708" v="19947" actId="114"/>
          <ac:spMkLst>
            <pc:docMk/>
            <pc:sldMk cId="557686764" sldId="2147480632"/>
            <ac:spMk id="21" creationId="{72ED1C30-77D8-06F7-A5DD-27F9010CB405}"/>
          </ac:spMkLst>
        </pc:spChg>
        <pc:spChg chg="mod">
          <ac:chgData name="Almeida, Luis Alexandre" userId="5df86c4b-e2b3-489b-9c00-1eef9e703c19" providerId="ADAL" clId="{6119D6FA-2335-4462-BA57-03F691092A6C}" dt="2026-01-20T11:49:46.784" v="19946" actId="12788"/>
          <ac:spMkLst>
            <pc:docMk/>
            <pc:sldMk cId="557686764" sldId="2147480632"/>
            <ac:spMk id="32" creationId="{A9368512-C7D0-E8D9-706F-B71A8C083842}"/>
          </ac:spMkLst>
        </pc:spChg>
        <pc:spChg chg="mod">
          <ac:chgData name="Almeida, Luis Alexandre" userId="5df86c4b-e2b3-489b-9c00-1eef9e703c19" providerId="ADAL" clId="{6119D6FA-2335-4462-BA57-03F691092A6C}" dt="2026-01-20T11:55:09.166" v="19953" actId="20577"/>
          <ac:spMkLst>
            <pc:docMk/>
            <pc:sldMk cId="557686764" sldId="2147480632"/>
            <ac:spMk id="36" creationId="{38020960-A5EE-7069-D5DF-867971028148}"/>
          </ac:spMkLst>
        </pc:spChg>
        <pc:spChg chg="mod">
          <ac:chgData name="Almeida, Luis Alexandre" userId="5df86c4b-e2b3-489b-9c00-1eef9e703c19" providerId="ADAL" clId="{6119D6FA-2335-4462-BA57-03F691092A6C}" dt="2026-01-20T11:55:34.834" v="19958" actId="20577"/>
          <ac:spMkLst>
            <pc:docMk/>
            <pc:sldMk cId="557686764" sldId="2147480632"/>
            <ac:spMk id="40" creationId="{FAE960D0-DB51-048F-0C1C-B1351A2C872B}"/>
          </ac:spMkLst>
        </pc:spChg>
        <pc:grpChg chg="mod">
          <ac:chgData name="Almeida, Luis Alexandre" userId="5df86c4b-e2b3-489b-9c00-1eef9e703c19" providerId="ADAL" clId="{6119D6FA-2335-4462-BA57-03F691092A6C}" dt="2026-01-20T11:49:46.784" v="19946" actId="12788"/>
          <ac:grpSpMkLst>
            <pc:docMk/>
            <pc:sldMk cId="557686764" sldId="2147480632"/>
            <ac:grpSpMk id="27" creationId="{24E797B1-192B-51DE-CC5D-14BEB6191CA7}"/>
          </ac:grpSpMkLst>
        </pc:gr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1:55:09.166" v="19953" actId="20577"/>
              <pc2:cmMkLst xmlns:pc2="http://schemas.microsoft.com/office/powerpoint/2019/9/main/command">
                <pc:docMk/>
                <pc:sldMk cId="557686764" sldId="2147480632"/>
                <pc2:cmMk id="{3562E11A-5190-4BC7-A40F-FAD2DB52FBDB}"/>
              </pc2:cmMkLst>
            </pc226:cmChg>
          </p:ext>
        </pc:extLst>
      </pc:sldChg>
      <pc:sldChg chg="addSp delSp modSp add mod">
        <pc:chgData name="Almeida, Luis Alexandre" userId="5df86c4b-e2b3-489b-9c00-1eef9e703c19" providerId="ADAL" clId="{6119D6FA-2335-4462-BA57-03F691092A6C}" dt="2026-01-27T23:30:35.903" v="22426" actId="20577"/>
        <pc:sldMkLst>
          <pc:docMk/>
          <pc:sldMk cId="3143105698" sldId="2147480644"/>
        </pc:sldMkLst>
        <pc:spChg chg="mod">
          <ac:chgData name="Almeida, Luis Alexandre" userId="5df86c4b-e2b3-489b-9c00-1eef9e703c19" providerId="ADAL" clId="{6119D6FA-2335-4462-BA57-03F691092A6C}" dt="2026-01-27T23:29:59.690" v="22418" actId="20577"/>
          <ac:spMkLst>
            <pc:docMk/>
            <pc:sldMk cId="3143105698" sldId="2147480644"/>
            <ac:spMk id="3" creationId="{CE7ECC52-3F87-D57D-0EFB-E9EB6A015C86}"/>
          </ac:spMkLst>
        </pc:spChg>
        <pc:spChg chg="mod">
          <ac:chgData name="Almeida, Luis Alexandre" userId="5df86c4b-e2b3-489b-9c00-1eef9e703c19" providerId="ADAL" clId="{6119D6FA-2335-4462-BA57-03F691092A6C}" dt="2026-01-07T09:17:56.490" v="847" actId="20577"/>
          <ac:spMkLst>
            <pc:docMk/>
            <pc:sldMk cId="3143105698" sldId="2147480644"/>
            <ac:spMk id="4" creationId="{B247AB08-A3C6-4B81-0536-BF70FABA54A7}"/>
          </ac:spMkLst>
        </pc:spChg>
        <pc:spChg chg="mod">
          <ac:chgData name="Almeida, Luis Alexandre" userId="5df86c4b-e2b3-489b-9c00-1eef9e703c19" providerId="ADAL" clId="{6119D6FA-2335-4462-BA57-03F691092A6C}" dt="2026-01-27T23:30:06.595" v="22420" actId="20577"/>
          <ac:spMkLst>
            <pc:docMk/>
            <pc:sldMk cId="3143105698" sldId="2147480644"/>
            <ac:spMk id="5" creationId="{72464A3E-C110-6F75-25B0-87491F2F7A59}"/>
          </ac:spMkLst>
        </pc:spChg>
        <pc:spChg chg="mod">
          <ac:chgData name="Almeida, Luis Alexandre" userId="5df86c4b-e2b3-489b-9c00-1eef9e703c19" providerId="ADAL" clId="{6119D6FA-2335-4462-BA57-03F691092A6C}" dt="2026-01-07T09:17:45.693" v="837" actId="20577"/>
          <ac:spMkLst>
            <pc:docMk/>
            <pc:sldMk cId="3143105698" sldId="2147480644"/>
            <ac:spMk id="6" creationId="{1092297D-CAC3-B686-A600-0555B3F81086}"/>
          </ac:spMkLst>
        </pc:spChg>
        <pc:spChg chg="mod">
          <ac:chgData name="Almeida, Luis Alexandre" userId="5df86c4b-e2b3-489b-9c00-1eef9e703c19" providerId="ADAL" clId="{6119D6FA-2335-4462-BA57-03F691092A6C}" dt="2026-01-07T09:23:03.474" v="895" actId="20577"/>
          <ac:spMkLst>
            <pc:docMk/>
            <pc:sldMk cId="3143105698" sldId="2147480644"/>
            <ac:spMk id="8" creationId="{239F9490-22A4-46CA-C38F-6C25AFA647EC}"/>
          </ac:spMkLst>
        </pc:spChg>
        <pc:spChg chg="mod">
          <ac:chgData name="Almeida, Luis Alexandre" userId="5df86c4b-e2b3-489b-9c00-1eef9e703c19" providerId="ADAL" clId="{6119D6FA-2335-4462-BA57-03F691092A6C}" dt="2026-01-27T23:30:15.249" v="22422" actId="20577"/>
          <ac:spMkLst>
            <pc:docMk/>
            <pc:sldMk cId="3143105698" sldId="2147480644"/>
            <ac:spMk id="9" creationId="{F42A9C04-11FA-DD7D-E3B7-2994801A6677}"/>
          </ac:spMkLst>
        </pc:spChg>
        <pc:spChg chg="add mod">
          <ac:chgData name="Almeida, Luis Alexandre" userId="5df86c4b-e2b3-489b-9c00-1eef9e703c19" providerId="ADAL" clId="{6119D6FA-2335-4462-BA57-03F691092A6C}" dt="2026-01-07T09:23:42.791" v="933" actId="20577"/>
          <ac:spMkLst>
            <pc:docMk/>
            <pc:sldMk cId="3143105698" sldId="2147480644"/>
            <ac:spMk id="12" creationId="{37D231C1-EF96-358E-5CA7-67791AB01044}"/>
          </ac:spMkLst>
        </pc:spChg>
        <pc:spChg chg="add mod">
          <ac:chgData name="Almeida, Luis Alexandre" userId="5df86c4b-e2b3-489b-9c00-1eef9e703c19" providerId="ADAL" clId="{6119D6FA-2335-4462-BA57-03F691092A6C}" dt="2026-01-27T23:30:24.702" v="22424" actId="20577"/>
          <ac:spMkLst>
            <pc:docMk/>
            <pc:sldMk cId="3143105698" sldId="2147480644"/>
            <ac:spMk id="13" creationId="{2E71EE45-E5FB-380B-C34B-C5CFC8B90321}"/>
          </ac:spMkLst>
        </pc:spChg>
        <pc:spChg chg="add mod">
          <ac:chgData name="Almeida, Luis Alexandre" userId="5df86c4b-e2b3-489b-9c00-1eef9e703c19" providerId="ADAL" clId="{6119D6FA-2335-4462-BA57-03F691092A6C}" dt="2026-01-07T09:23:59.987" v="943" actId="20577"/>
          <ac:spMkLst>
            <pc:docMk/>
            <pc:sldMk cId="3143105698" sldId="2147480644"/>
            <ac:spMk id="14" creationId="{0B930947-D288-9C01-96A0-1375C78C8031}"/>
          </ac:spMkLst>
        </pc:spChg>
        <pc:spChg chg="add mod">
          <ac:chgData name="Almeida, Luis Alexandre" userId="5df86c4b-e2b3-489b-9c00-1eef9e703c19" providerId="ADAL" clId="{6119D6FA-2335-4462-BA57-03F691092A6C}" dt="2026-01-27T23:30:35.903" v="22426" actId="20577"/>
          <ac:spMkLst>
            <pc:docMk/>
            <pc:sldMk cId="3143105698" sldId="2147480644"/>
            <ac:spMk id="15" creationId="{4E41CFAB-F75E-AC10-AE2A-E85519F0E563}"/>
          </ac:spMkLst>
        </pc:spChg>
      </pc:sldChg>
      <pc:sldChg chg="modSp add mod">
        <pc:chgData name="Almeida, Luis Alexandre" userId="5df86c4b-e2b3-489b-9c00-1eef9e703c19" providerId="ADAL" clId="{6119D6FA-2335-4462-BA57-03F691092A6C}" dt="2026-01-07T10:03:28.356" v="2377" actId="20577"/>
        <pc:sldMkLst>
          <pc:docMk/>
          <pc:sldMk cId="4147707186" sldId="2147480645"/>
        </pc:sldMkLst>
        <pc:spChg chg="mod">
          <ac:chgData name="Almeida, Luis Alexandre" userId="5df86c4b-e2b3-489b-9c00-1eef9e703c19" providerId="ADAL" clId="{6119D6FA-2335-4462-BA57-03F691092A6C}" dt="2026-01-07T10:01:16.095" v="2178" actId="20577"/>
          <ac:spMkLst>
            <pc:docMk/>
            <pc:sldMk cId="4147707186" sldId="2147480645"/>
            <ac:spMk id="11" creationId="{A81767D1-B4CD-5225-E10A-5E7477781EF2}"/>
          </ac:spMkLst>
        </pc:spChg>
      </pc:sldChg>
      <pc:sldChg chg="addSp delSp modSp add mod">
        <pc:chgData name="Almeida, Luis Alexandre" userId="5df86c4b-e2b3-489b-9c00-1eef9e703c19" providerId="ADAL" clId="{6119D6FA-2335-4462-BA57-03F691092A6C}" dt="2026-01-07T10:06:55.070" v="2512" actId="20577"/>
        <pc:sldMkLst>
          <pc:docMk/>
          <pc:sldMk cId="409785379" sldId="2147480646"/>
        </pc:sldMkLst>
        <pc:spChg chg="mod">
          <ac:chgData name="Almeida, Luis Alexandre" userId="5df86c4b-e2b3-489b-9c00-1eef9e703c19" providerId="ADAL" clId="{6119D6FA-2335-4462-BA57-03F691092A6C}" dt="2026-01-07T10:04:00.172" v="2384" actId="20577"/>
          <ac:spMkLst>
            <pc:docMk/>
            <pc:sldMk cId="409785379" sldId="2147480646"/>
            <ac:spMk id="11" creationId="{63200AD2-D855-C0AA-1116-9D5AB20DEF73}"/>
          </ac:spMkLst>
        </pc:spChg>
      </pc:sldChg>
      <pc:sldChg chg="modSp mod modCm">
        <pc:chgData name="Almeida, Luis Alexandre" userId="5df86c4b-e2b3-489b-9c00-1eef9e703c19" providerId="ADAL" clId="{6119D6FA-2335-4462-BA57-03F691092A6C}" dt="2026-01-20T10:19:53.038" v="19573" actId="12789"/>
        <pc:sldMkLst>
          <pc:docMk/>
          <pc:sldMk cId="2241719590" sldId="2147480649"/>
        </pc:sldMkLst>
        <pc:spChg chg="mod">
          <ac:chgData name="Almeida, Luis Alexandre" userId="5df86c4b-e2b3-489b-9c00-1eef9e703c19" providerId="ADAL" clId="{6119D6FA-2335-4462-BA57-03F691092A6C}" dt="2026-01-20T10:19:53.038" v="19573" actId="12789"/>
          <ac:spMkLst>
            <pc:docMk/>
            <pc:sldMk cId="2241719590" sldId="2147480649"/>
            <ac:spMk id="8" creationId="{4CE5DF1C-6742-0BCD-A331-F09B0EEB6E0C}"/>
          </ac:spMkLst>
        </pc:spChg>
        <pc:spChg chg="mod">
          <ac:chgData name="Almeida, Luis Alexandre" userId="5df86c4b-e2b3-489b-9c00-1eef9e703c19" providerId="ADAL" clId="{6119D6FA-2335-4462-BA57-03F691092A6C}" dt="2026-01-19T10:57:07.550" v="15603" actId="14100"/>
          <ac:spMkLst>
            <pc:docMk/>
            <pc:sldMk cId="2241719590" sldId="2147480649"/>
            <ac:spMk id="13" creationId="{6F10875F-E1AE-4416-ABDA-0B79B522CD96}"/>
          </ac:spMkLst>
        </pc:spChg>
        <pc:spChg chg="mod">
          <ac:chgData name="Almeida, Luis Alexandre" userId="5df86c4b-e2b3-489b-9c00-1eef9e703c19" providerId="ADAL" clId="{6119D6FA-2335-4462-BA57-03F691092A6C}" dt="2026-01-19T10:56:59.657" v="15601" actId="14100"/>
          <ac:spMkLst>
            <pc:docMk/>
            <pc:sldMk cId="2241719590" sldId="2147480649"/>
            <ac:spMk id="49" creationId="{D6B1F06D-21E8-50C3-BF5A-B57292341D8C}"/>
          </ac:spMkLst>
        </pc:spChg>
        <pc:spChg chg="mod">
          <ac:chgData name="Almeida, Luis Alexandre" userId="5df86c4b-e2b3-489b-9c00-1eef9e703c19" providerId="ADAL" clId="{6119D6FA-2335-4462-BA57-03F691092A6C}" dt="2026-01-20T10:13:50.921" v="19566" actId="113"/>
          <ac:spMkLst>
            <pc:docMk/>
            <pc:sldMk cId="2241719590" sldId="2147480649"/>
            <ac:spMk id="53" creationId="{A2AC7861-A52F-B362-BBA1-C5B2D6B7C896}"/>
          </ac:spMkLst>
        </pc:spChg>
        <pc:spChg chg="mod">
          <ac:chgData name="Almeida, Luis Alexandre" userId="5df86c4b-e2b3-489b-9c00-1eef9e703c19" providerId="ADAL" clId="{6119D6FA-2335-4462-BA57-03F691092A6C}" dt="2026-01-20T10:19:19.977" v="19572" actId="12789"/>
          <ac:spMkLst>
            <pc:docMk/>
            <pc:sldMk cId="2241719590" sldId="2147480649"/>
            <ac:spMk id="54" creationId="{665601E9-5E15-8606-2580-29A05350B45D}"/>
          </ac:spMkLst>
        </pc:spChg>
        <pc:spChg chg="mod">
          <ac:chgData name="Almeida, Luis Alexandre" userId="5df86c4b-e2b3-489b-9c00-1eef9e703c19" providerId="ADAL" clId="{6119D6FA-2335-4462-BA57-03F691092A6C}" dt="2026-01-20T10:19:19.977" v="19572" actId="12789"/>
          <ac:spMkLst>
            <pc:docMk/>
            <pc:sldMk cId="2241719590" sldId="2147480649"/>
            <ac:spMk id="80" creationId="{39E19011-1E68-EA1A-12E5-3C20C4F038D5}"/>
          </ac:spMkLst>
        </pc:spChg>
        <pc:spChg chg="mod">
          <ac:chgData name="Almeida, Luis Alexandre" userId="5df86c4b-e2b3-489b-9c00-1eef9e703c19" providerId="ADAL" clId="{6119D6FA-2335-4462-BA57-03F691092A6C}" dt="2026-01-20T10:19:53.038" v="19573" actId="12789"/>
          <ac:spMkLst>
            <pc:docMk/>
            <pc:sldMk cId="2241719590" sldId="2147480649"/>
            <ac:spMk id="82" creationId="{303FBB23-9E1A-FF72-4FA5-B68621BBF03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0:19:04.626" v="19569" actId="6549"/>
              <pc2:cmMkLst xmlns:pc2="http://schemas.microsoft.com/office/powerpoint/2019/9/main/command">
                <pc:docMk/>
                <pc:sldMk cId="2241719590" sldId="2147480649"/>
                <pc2:cmMk id="{7A2B311E-2E65-4B0C-AB02-480BAC132DCD}"/>
              </pc2:cmMkLst>
            </pc226:cmChg>
          </p:ext>
        </pc:extLst>
      </pc:sldChg>
      <pc:sldChg chg="addSp delSp modSp mod">
        <pc:chgData name="Almeida, Luis Alexandre" userId="5df86c4b-e2b3-489b-9c00-1eef9e703c19" providerId="ADAL" clId="{6119D6FA-2335-4462-BA57-03F691092A6C}" dt="2026-01-16T17:00:29.375" v="13998" actId="20577"/>
        <pc:sldMkLst>
          <pc:docMk/>
          <pc:sldMk cId="363473388" sldId="2147480650"/>
        </pc:sldMkLst>
        <pc:spChg chg="add mod">
          <ac:chgData name="Almeida, Luis Alexandre" userId="5df86c4b-e2b3-489b-9c00-1eef9e703c19" providerId="ADAL" clId="{6119D6FA-2335-4462-BA57-03F691092A6C}" dt="2026-01-16T17:00:29.375" v="13998" actId="20577"/>
          <ac:spMkLst>
            <pc:docMk/>
            <pc:sldMk cId="363473388" sldId="2147480650"/>
            <ac:spMk id="3" creationId="{26A09436-BD52-A3C4-448E-6D972E7A9CCB}"/>
          </ac:spMkLst>
        </pc:spChg>
        <pc:spChg chg="add mod">
          <ac:chgData name="Almeida, Luis Alexandre" userId="5df86c4b-e2b3-489b-9c00-1eef9e703c19" providerId="ADAL" clId="{6119D6FA-2335-4462-BA57-03F691092A6C}" dt="2026-01-16T00:31:57.480" v="7267" actId="114"/>
          <ac:spMkLst>
            <pc:docMk/>
            <pc:sldMk cId="363473388" sldId="2147480650"/>
            <ac:spMk id="4" creationId="{2DA5EBC1-CBFF-2F02-6729-FDB3DC7E9CBF}"/>
          </ac:spMkLst>
        </pc:spChg>
        <pc:spChg chg="add mod">
          <ac:chgData name="Almeida, Luis Alexandre" userId="5df86c4b-e2b3-489b-9c00-1eef9e703c19" providerId="ADAL" clId="{6119D6FA-2335-4462-BA57-03F691092A6C}" dt="2026-01-16T00:31:50.542" v="7266" actId="114"/>
          <ac:spMkLst>
            <pc:docMk/>
            <pc:sldMk cId="363473388" sldId="2147480650"/>
            <ac:spMk id="5" creationId="{968D78E5-A6B3-8DD9-0DB9-168C91056C32}"/>
          </ac:spMkLst>
        </pc:spChg>
        <pc:spChg chg="add mod">
          <ac:chgData name="Almeida, Luis Alexandre" userId="5df86c4b-e2b3-489b-9c00-1eef9e703c19" providerId="ADAL" clId="{6119D6FA-2335-4462-BA57-03F691092A6C}" dt="2026-01-16T00:31:46.929" v="7265" actId="114"/>
          <ac:spMkLst>
            <pc:docMk/>
            <pc:sldMk cId="363473388" sldId="2147480650"/>
            <ac:spMk id="6" creationId="{701E32E2-78C8-E649-5734-22C3F7EF7C1B}"/>
          </ac:spMkLst>
        </pc:spChg>
        <pc:spChg chg="add mod">
          <ac:chgData name="Almeida, Luis Alexandre" userId="5df86c4b-e2b3-489b-9c00-1eef9e703c19" providerId="ADAL" clId="{6119D6FA-2335-4462-BA57-03F691092A6C}" dt="2026-01-16T00:31:42.994" v="7264" actId="114"/>
          <ac:spMkLst>
            <pc:docMk/>
            <pc:sldMk cId="363473388" sldId="2147480650"/>
            <ac:spMk id="8" creationId="{249A51E7-88EA-F1F8-D104-D86BBF8B2D7E}"/>
          </ac:spMkLst>
        </pc:spChg>
        <pc:spChg chg="add mod">
          <ac:chgData name="Almeida, Luis Alexandre" userId="5df86c4b-e2b3-489b-9c00-1eef9e703c19" providerId="ADAL" clId="{6119D6FA-2335-4462-BA57-03F691092A6C}" dt="2026-01-16T00:35:32.565" v="7331" actId="12788"/>
          <ac:spMkLst>
            <pc:docMk/>
            <pc:sldMk cId="363473388" sldId="2147480650"/>
            <ac:spMk id="12" creationId="{700E9D0E-C1D9-1D38-ECC5-2F434F7E239E}"/>
          </ac:spMkLst>
        </pc:spChg>
        <pc:spChg chg="add mod">
          <ac:chgData name="Almeida, Luis Alexandre" userId="5df86c4b-e2b3-489b-9c00-1eef9e703c19" providerId="ADAL" clId="{6119D6FA-2335-4462-BA57-03F691092A6C}" dt="2026-01-16T00:35:32.565" v="7331" actId="12788"/>
          <ac:spMkLst>
            <pc:docMk/>
            <pc:sldMk cId="363473388" sldId="2147480650"/>
            <ac:spMk id="13" creationId="{E3922D34-5B88-DCB4-055C-AAC7DE1EE850}"/>
          </ac:spMkLst>
        </pc:spChg>
        <pc:spChg chg="mod">
          <ac:chgData name="Almeida, Luis Alexandre" userId="5df86c4b-e2b3-489b-9c00-1eef9e703c19" providerId="ADAL" clId="{6119D6FA-2335-4462-BA57-03F691092A6C}" dt="2026-01-16T00:39:58.134" v="7393" actId="20577"/>
          <ac:spMkLst>
            <pc:docMk/>
            <pc:sldMk cId="363473388" sldId="2147480650"/>
            <ac:spMk id="15" creationId="{1613ADEC-65F4-5F60-D61A-12B153223F1E}"/>
          </ac:spMkLst>
        </pc:spChg>
        <pc:spChg chg="add mod">
          <ac:chgData name="Almeida, Luis Alexandre" userId="5df86c4b-e2b3-489b-9c00-1eef9e703c19" providerId="ADAL" clId="{6119D6FA-2335-4462-BA57-03F691092A6C}" dt="2026-01-16T00:35:32.565" v="7331" actId="12788"/>
          <ac:spMkLst>
            <pc:docMk/>
            <pc:sldMk cId="363473388" sldId="2147480650"/>
            <ac:spMk id="16" creationId="{23AB42E0-7D04-5916-9CC2-96A165AD495B}"/>
          </ac:spMkLst>
        </pc:spChg>
        <pc:spChg chg="add mod">
          <ac:chgData name="Almeida, Luis Alexandre" userId="5df86c4b-e2b3-489b-9c00-1eef9e703c19" providerId="ADAL" clId="{6119D6FA-2335-4462-BA57-03F691092A6C}" dt="2026-01-16T16:58:05.799" v="13834" actId="947"/>
          <ac:spMkLst>
            <pc:docMk/>
            <pc:sldMk cId="363473388" sldId="2147480650"/>
            <ac:spMk id="17" creationId="{79A08CE1-B762-83C4-117A-AD0BBC8A94D1}"/>
          </ac:spMkLst>
        </pc:spChg>
        <pc:spChg chg="mod">
          <ac:chgData name="Almeida, Luis Alexandre" userId="5df86c4b-e2b3-489b-9c00-1eef9e703c19" providerId="ADAL" clId="{6119D6FA-2335-4462-BA57-03F691092A6C}" dt="2026-01-16T01:58:58.070" v="9326" actId="20577"/>
          <ac:spMkLst>
            <pc:docMk/>
            <pc:sldMk cId="363473388" sldId="2147480650"/>
            <ac:spMk id="18" creationId="{7737ABC8-7A25-93CD-3783-21BD06B602E5}"/>
          </ac:spMkLst>
        </pc:spChg>
        <pc:spChg chg="mod">
          <ac:chgData name="Almeida, Luis Alexandre" userId="5df86c4b-e2b3-489b-9c00-1eef9e703c19" providerId="ADAL" clId="{6119D6FA-2335-4462-BA57-03F691092A6C}" dt="2026-01-16T11:16:36.902" v="9861" actId="20577"/>
          <ac:spMkLst>
            <pc:docMk/>
            <pc:sldMk cId="363473388" sldId="2147480650"/>
            <ac:spMk id="30" creationId="{3F331C78-EF54-25CC-EF49-A4214045CA71}"/>
          </ac:spMkLst>
        </pc:spChg>
        <pc:spChg chg="mod">
          <ac:chgData name="Almeida, Luis Alexandre" userId="5df86c4b-e2b3-489b-9c00-1eef9e703c19" providerId="ADAL" clId="{6119D6FA-2335-4462-BA57-03F691092A6C}" dt="2026-01-16T11:16:02.979" v="9831" actId="20577"/>
          <ac:spMkLst>
            <pc:docMk/>
            <pc:sldMk cId="363473388" sldId="2147480650"/>
            <ac:spMk id="31" creationId="{1CEE1AC3-2982-698D-4254-28D7FF5514F1}"/>
          </ac:spMkLst>
        </pc:spChg>
        <pc:spChg chg="mod">
          <ac:chgData name="Almeida, Luis Alexandre" userId="5df86c4b-e2b3-489b-9c00-1eef9e703c19" providerId="ADAL" clId="{6119D6FA-2335-4462-BA57-03F691092A6C}" dt="2026-01-16T00:58:19.898" v="7404" actId="113"/>
          <ac:spMkLst>
            <pc:docMk/>
            <pc:sldMk cId="363473388" sldId="2147480650"/>
            <ac:spMk id="33" creationId="{EE14D0EE-77F2-8BC3-51E5-C7B756F0BF71}"/>
          </ac:spMkLst>
        </pc:spChg>
        <pc:picChg chg="add mod">
          <ac:chgData name="Almeida, Luis Alexandre" userId="5df86c4b-e2b3-489b-9c00-1eef9e703c19" providerId="ADAL" clId="{6119D6FA-2335-4462-BA57-03F691092A6C}" dt="2026-01-16T11:17:19.228" v="9862"/>
          <ac:picMkLst>
            <pc:docMk/>
            <pc:sldMk cId="363473388" sldId="2147480650"/>
            <ac:picMk id="2" creationId="{594431D8-FCAD-157C-8177-37E3A6244AB0}"/>
          </ac:picMkLst>
        </pc:picChg>
      </pc:sldChg>
      <pc:sldChg chg="delSp modSp mod">
        <pc:chgData name="Almeida, Luis Alexandre" userId="5df86c4b-e2b3-489b-9c00-1eef9e703c19" providerId="ADAL" clId="{6119D6FA-2335-4462-BA57-03F691092A6C}" dt="2026-01-20T11:57:49.894" v="19961" actId="478"/>
        <pc:sldMkLst>
          <pc:docMk/>
          <pc:sldMk cId="1530307141" sldId="2147480660"/>
        </pc:sldMkLst>
        <pc:spChg chg="mod">
          <ac:chgData name="Almeida, Luis Alexandre" userId="5df86c4b-e2b3-489b-9c00-1eef9e703c19" providerId="ADAL" clId="{6119D6FA-2335-4462-BA57-03F691092A6C}" dt="2026-01-19T22:44:57.747" v="16791"/>
          <ac:spMkLst>
            <pc:docMk/>
            <pc:sldMk cId="1530307141" sldId="2147480660"/>
            <ac:spMk id="7" creationId="{4A9A146A-D664-B548-7A99-C3992BE5888B}"/>
          </ac:spMkLst>
        </pc:spChg>
        <pc:spChg chg="mod">
          <ac:chgData name="Almeida, Luis Alexandre" userId="5df86c4b-e2b3-489b-9c00-1eef9e703c19" providerId="ADAL" clId="{6119D6FA-2335-4462-BA57-03F691092A6C}" dt="2026-01-19T22:45:02.367" v="16792"/>
          <ac:spMkLst>
            <pc:docMk/>
            <pc:sldMk cId="1530307141" sldId="2147480660"/>
            <ac:spMk id="16" creationId="{4DDEFF81-58B5-2C88-1B93-9A1A24FC062C}"/>
          </ac:spMkLst>
        </pc:spChg>
        <pc:spChg chg="mod">
          <ac:chgData name="Almeida, Luis Alexandre" userId="5df86c4b-e2b3-489b-9c00-1eef9e703c19" providerId="ADAL" clId="{6119D6FA-2335-4462-BA57-03F691092A6C}" dt="2026-01-19T22:45:06.146" v="16793"/>
          <ac:spMkLst>
            <pc:docMk/>
            <pc:sldMk cId="1530307141" sldId="2147480660"/>
            <ac:spMk id="19" creationId="{B649CC75-29BF-76D9-1C07-B93CA04FD11A}"/>
          </ac:spMkLst>
        </pc:spChg>
        <pc:spChg chg="mod">
          <ac:chgData name="Almeida, Luis Alexandre" userId="5df86c4b-e2b3-489b-9c00-1eef9e703c19" providerId="ADAL" clId="{6119D6FA-2335-4462-BA57-03F691092A6C}" dt="2026-01-20T11:57:30.835" v="19960" actId="114"/>
          <ac:spMkLst>
            <pc:docMk/>
            <pc:sldMk cId="1530307141" sldId="2147480660"/>
            <ac:spMk id="21" creationId="{3082D1F9-C64D-AE7B-8690-1DDBC63EEC6E}"/>
          </ac:spMkLst>
        </pc:spChg>
        <pc:spChg chg="mod">
          <ac:chgData name="Almeida, Luis Alexandre" userId="5df86c4b-e2b3-489b-9c00-1eef9e703c19" providerId="ADAL" clId="{6119D6FA-2335-4462-BA57-03F691092A6C}" dt="2026-01-20T11:56:49.421" v="19959" actId="12788"/>
          <ac:spMkLst>
            <pc:docMk/>
            <pc:sldMk cId="1530307141" sldId="2147480660"/>
            <ac:spMk id="38" creationId="{98CBADB2-4D87-3226-8A41-75C699EB89E6}"/>
          </ac:spMkLst>
        </pc:spChg>
        <pc:spChg chg="mod">
          <ac:chgData name="Almeida, Luis Alexandre" userId="5df86c4b-e2b3-489b-9c00-1eef9e703c19" providerId="ADAL" clId="{6119D6FA-2335-4462-BA57-03F691092A6C}" dt="2026-01-20T11:56:49.421" v="19959" actId="12788"/>
          <ac:spMkLst>
            <pc:docMk/>
            <pc:sldMk cId="1530307141" sldId="2147480660"/>
            <ac:spMk id="45" creationId="{C45E03E9-0519-7962-E4D5-C91B42C15C96}"/>
          </ac:spMkLst>
        </pc:spChg>
        <pc:grpChg chg="mod">
          <ac:chgData name="Almeida, Luis Alexandre" userId="5df86c4b-e2b3-489b-9c00-1eef9e703c19" providerId="ADAL" clId="{6119D6FA-2335-4462-BA57-03F691092A6C}" dt="2026-01-20T11:56:49.421" v="19959" actId="12788"/>
          <ac:grpSpMkLst>
            <pc:docMk/>
            <pc:sldMk cId="1530307141" sldId="2147480660"/>
            <ac:grpSpMk id="4" creationId="{A32F20E6-E572-0ED0-7692-5075D09C0514}"/>
          </ac:grpSpMkLst>
        </pc:grpChg>
      </pc:sldChg>
      <pc:sldChg chg="addSp delSp modSp mod modCm">
        <pc:chgData name="Almeida, Luis Alexandre" userId="5df86c4b-e2b3-489b-9c00-1eef9e703c19" providerId="ADAL" clId="{6119D6FA-2335-4462-BA57-03F691092A6C}" dt="2026-01-20T16:54:02.564" v="21688" actId="1038"/>
        <pc:sldMkLst>
          <pc:docMk/>
          <pc:sldMk cId="2446388990" sldId="2147480662"/>
        </pc:sldMkLst>
        <pc:spChg chg="mod">
          <ac:chgData name="Almeida, Luis Alexandre" userId="5df86c4b-e2b3-489b-9c00-1eef9e703c19" providerId="ADAL" clId="{6119D6FA-2335-4462-BA57-03F691092A6C}" dt="2026-01-20T16:52:17.658" v="21662"/>
          <ac:spMkLst>
            <pc:docMk/>
            <pc:sldMk cId="2446388990" sldId="2147480662"/>
            <ac:spMk id="3" creationId="{07C59941-D454-E27D-F498-3F75BB6AE2DD}"/>
          </ac:spMkLst>
        </pc:spChg>
        <pc:spChg chg="mod">
          <ac:chgData name="Almeida, Luis Alexandre" userId="5df86c4b-e2b3-489b-9c00-1eef9e703c19" providerId="ADAL" clId="{6119D6FA-2335-4462-BA57-03F691092A6C}" dt="2026-01-20T16:15:59.511" v="21606" actId="6549"/>
          <ac:spMkLst>
            <pc:docMk/>
            <pc:sldMk cId="2446388990" sldId="2147480662"/>
            <ac:spMk id="12" creationId="{CA08000F-7FC3-AF56-C44C-BEFF433E458C}"/>
          </ac:spMkLst>
        </pc:spChg>
        <pc:spChg chg="mod">
          <ac:chgData name="Almeida, Luis Alexandre" userId="5df86c4b-e2b3-489b-9c00-1eef9e703c19" providerId="ADAL" clId="{6119D6FA-2335-4462-BA57-03F691092A6C}" dt="2026-01-20T16:12:19.264" v="21581" actId="20577"/>
          <ac:spMkLst>
            <pc:docMk/>
            <pc:sldMk cId="2446388990" sldId="2147480662"/>
            <ac:spMk id="16" creationId="{C313AA72-71D4-85E0-5291-BF8FA43D5659}"/>
          </ac:spMkLst>
        </pc:spChg>
        <pc:spChg chg="mod">
          <ac:chgData name="Almeida, Luis Alexandre" userId="5df86c4b-e2b3-489b-9c00-1eef9e703c19" providerId="ADAL" clId="{6119D6FA-2335-4462-BA57-03F691092A6C}" dt="2026-01-20T01:08:02.276" v="19166" actId="20577"/>
          <ac:spMkLst>
            <pc:docMk/>
            <pc:sldMk cId="2446388990" sldId="2147480662"/>
            <ac:spMk id="33" creationId="{3B23E6A0-8914-FFFE-C223-C774990BEC21}"/>
          </ac:spMkLst>
        </pc:spChg>
        <pc:spChg chg="mod">
          <ac:chgData name="Almeida, Luis Alexandre" userId="5df86c4b-e2b3-489b-9c00-1eef9e703c19" providerId="ADAL" clId="{6119D6FA-2335-4462-BA57-03F691092A6C}" dt="2026-01-20T16:14:07.204" v="21605" actId="114"/>
          <ac:spMkLst>
            <pc:docMk/>
            <pc:sldMk cId="2446388990" sldId="2147480662"/>
            <ac:spMk id="34" creationId="{3782EA6F-EDB6-8773-54E9-30EC08CE033E}"/>
          </ac:spMkLst>
        </pc:spChg>
        <pc:spChg chg="mod">
          <ac:chgData name="Almeida, Luis Alexandre" userId="5df86c4b-e2b3-489b-9c00-1eef9e703c19" providerId="ADAL" clId="{6119D6FA-2335-4462-BA57-03F691092A6C}" dt="2026-01-20T16:54:02.564" v="21688" actId="1038"/>
          <ac:spMkLst>
            <pc:docMk/>
            <pc:sldMk cId="2446388990" sldId="2147480662"/>
            <ac:spMk id="35" creationId="{B1D7E752-DDE2-5ABF-9606-B158627FAAAD}"/>
          </ac:spMkLst>
        </pc:spChg>
        <pc:spChg chg="mod">
          <ac:chgData name="Almeida, Luis Alexandre" userId="5df86c4b-e2b3-489b-9c00-1eef9e703c19" providerId="ADAL" clId="{6119D6FA-2335-4462-BA57-03F691092A6C}" dt="2026-01-20T16:13:45.641" v="21602" actId="20577"/>
          <ac:spMkLst>
            <pc:docMk/>
            <pc:sldMk cId="2446388990" sldId="2147480662"/>
            <ac:spMk id="42" creationId="{21647BA7-A47C-6A30-B19C-41719D207D3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6:13:45.641" v="21602" actId="20577"/>
              <pc2:cmMkLst xmlns:pc2="http://schemas.microsoft.com/office/powerpoint/2019/9/main/command">
                <pc:docMk/>
                <pc:sldMk cId="2446388990" sldId="2147480662"/>
                <pc2:cmMk id="{4935D159-83BF-4844-BD78-E1389B142EF1}"/>
              </pc2:cmMkLst>
            </pc226:cmChg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6:13:45.641" v="21602" actId="20577"/>
              <pc2:cmMkLst xmlns:pc2="http://schemas.microsoft.com/office/powerpoint/2019/9/main/command">
                <pc:docMk/>
                <pc:sldMk cId="2446388990" sldId="2147480662"/>
                <pc2:cmMk id="{620355BF-0753-4292-8C2A-7940A75B0565}"/>
              </pc2:cmMkLst>
            </pc226:cmChg>
          </p:ext>
        </pc:extLst>
      </pc:sldChg>
      <pc:sldChg chg="delSp modSp mod modCm">
        <pc:chgData name="Almeida, Luis Alexandre" userId="5df86c4b-e2b3-489b-9c00-1eef9e703c19" providerId="ADAL" clId="{6119D6FA-2335-4462-BA57-03F691092A6C}" dt="2026-01-20T14:45:02.075" v="21356" actId="478"/>
        <pc:sldMkLst>
          <pc:docMk/>
          <pc:sldMk cId="1847974879" sldId="2147480667"/>
        </pc:sldMkLst>
        <pc:spChg chg="mod">
          <ac:chgData name="Almeida, Luis Alexandre" userId="5df86c4b-e2b3-489b-9c00-1eef9e703c19" providerId="ADAL" clId="{6119D6FA-2335-4462-BA57-03F691092A6C}" dt="2026-01-20T14:39:30.945" v="21112" actId="20577"/>
          <ac:spMkLst>
            <pc:docMk/>
            <pc:sldMk cId="1847974879" sldId="2147480667"/>
            <ac:spMk id="13" creationId="{91985773-A2DE-8014-C75C-F6AC5EEE9E1E}"/>
          </ac:spMkLst>
        </pc:spChg>
        <pc:spChg chg="mod">
          <ac:chgData name="Almeida, Luis Alexandre" userId="5df86c4b-e2b3-489b-9c00-1eef9e703c19" providerId="ADAL" clId="{6119D6FA-2335-4462-BA57-03F691092A6C}" dt="2026-01-20T14:44:50.291" v="21355" actId="554"/>
          <ac:spMkLst>
            <pc:docMk/>
            <pc:sldMk cId="1847974879" sldId="2147480667"/>
            <ac:spMk id="16" creationId="{A24E79A7-A78A-1D72-0A55-EB4129F909EF}"/>
          </ac:spMkLst>
        </pc:spChg>
        <pc:spChg chg="mod">
          <ac:chgData name="Almeida, Luis Alexandre" userId="5df86c4b-e2b3-489b-9c00-1eef9e703c19" providerId="ADAL" clId="{6119D6FA-2335-4462-BA57-03F691092A6C}" dt="2026-01-20T14:42:15.400" v="21214" actId="14100"/>
          <ac:spMkLst>
            <pc:docMk/>
            <pc:sldMk cId="1847974879" sldId="2147480667"/>
            <ac:spMk id="20" creationId="{53214AC8-B36F-D960-4127-3C030E4FF80A}"/>
          </ac:spMkLst>
        </pc:spChg>
        <pc:spChg chg="mod">
          <ac:chgData name="Almeida, Luis Alexandre" userId="5df86c4b-e2b3-489b-9c00-1eef9e703c19" providerId="ADAL" clId="{6119D6FA-2335-4462-BA57-03F691092A6C}" dt="2026-01-20T14:44:50.291" v="21355" actId="554"/>
          <ac:spMkLst>
            <pc:docMk/>
            <pc:sldMk cId="1847974879" sldId="2147480667"/>
            <ac:spMk id="28" creationId="{790D88D3-38EA-B643-CC98-1AB41B6F1500}"/>
          </ac:spMkLst>
        </pc:spChg>
        <pc:spChg chg="mod">
          <ac:chgData name="Almeida, Luis Alexandre" userId="5df86c4b-e2b3-489b-9c00-1eef9e703c19" providerId="ADAL" clId="{6119D6FA-2335-4462-BA57-03F691092A6C}" dt="2026-01-20T14:42:24.080" v="21215" actId="14100"/>
          <ac:spMkLst>
            <pc:docMk/>
            <pc:sldMk cId="1847974879" sldId="2147480667"/>
            <ac:spMk id="35" creationId="{E96FF16A-F435-0E68-7857-25B224846E9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18T23:43:49.273" v="14811" actId="20577"/>
              <pc2:cmMkLst xmlns:pc2="http://schemas.microsoft.com/office/powerpoint/2019/9/main/command">
                <pc:docMk/>
                <pc:sldMk cId="1847974879" sldId="2147480667"/>
                <pc2:cmMk id="{07997385-6F11-433A-AAF1-BBE2078CAE3E}"/>
              </pc2:cmMkLst>
            </pc226:cmChg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18T23:43:22.631" v="14808" actId="20577"/>
              <pc2:cmMkLst xmlns:pc2="http://schemas.microsoft.com/office/powerpoint/2019/9/main/command">
                <pc:docMk/>
                <pc:sldMk cId="1847974879" sldId="2147480667"/>
                <pc2:cmMk id="{7D76DE96-78FE-4E73-BD38-17E273409343}"/>
              </pc2:cmMkLst>
            </pc226:cmChg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18T23:43:49.273" v="14811" actId="20577"/>
              <pc2:cmMkLst xmlns:pc2="http://schemas.microsoft.com/office/powerpoint/2019/9/main/command">
                <pc:docMk/>
                <pc:sldMk cId="1847974879" sldId="2147480667"/>
                <pc2:cmMk id="{22985599-875F-4947-BE63-9DB50FAB08A6}"/>
              </pc2:cmMkLst>
            </pc226:cmChg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00:49:23.452" v="18740" actId="20577"/>
              <pc2:cmMkLst xmlns:pc2="http://schemas.microsoft.com/office/powerpoint/2019/9/main/command">
                <pc:docMk/>
                <pc:sldMk cId="1847974879" sldId="2147480667"/>
                <pc2:cmMk id="{BA0B7499-9CAD-4D36-A247-D36431E9030E}"/>
              </pc2:cmMkLst>
            </pc226:cmChg>
          </p:ext>
        </pc:extLst>
      </pc:sldChg>
      <pc:sldChg chg="delSp modSp mod ord">
        <pc:chgData name="Almeida, Luis Alexandre" userId="5df86c4b-e2b3-489b-9c00-1eef9e703c19" providerId="ADAL" clId="{6119D6FA-2335-4462-BA57-03F691092A6C}" dt="2026-01-20T16:55:38.118" v="21704" actId="114"/>
        <pc:sldMkLst>
          <pc:docMk/>
          <pc:sldMk cId="806156684" sldId="2147480672"/>
        </pc:sldMkLst>
        <pc:spChg chg="mod">
          <ac:chgData name="Almeida, Luis Alexandre" userId="5df86c4b-e2b3-489b-9c00-1eef9e703c19" providerId="ADAL" clId="{6119D6FA-2335-4462-BA57-03F691092A6C}" dt="2026-01-16T18:33:04.608" v="14380" actId="14100"/>
          <ac:spMkLst>
            <pc:docMk/>
            <pc:sldMk cId="806156684" sldId="2147480672"/>
            <ac:spMk id="10" creationId="{8F1E395F-A6C5-93A8-F775-87F207E0FA7D}"/>
          </ac:spMkLst>
        </pc:spChg>
        <pc:spChg chg="mod">
          <ac:chgData name="Almeida, Luis Alexandre" userId="5df86c4b-e2b3-489b-9c00-1eef9e703c19" providerId="ADAL" clId="{6119D6FA-2335-4462-BA57-03F691092A6C}" dt="2026-01-20T16:55:32.049" v="21702" actId="114"/>
          <ac:spMkLst>
            <pc:docMk/>
            <pc:sldMk cId="806156684" sldId="2147480672"/>
            <ac:spMk id="20" creationId="{F865503B-2EDD-7EEC-69B1-2D5AE5AD8AA5}"/>
          </ac:spMkLst>
        </pc:spChg>
        <pc:spChg chg="mod">
          <ac:chgData name="Almeida, Luis Alexandre" userId="5df86c4b-e2b3-489b-9c00-1eef9e703c19" providerId="ADAL" clId="{6119D6FA-2335-4462-BA57-03F691092A6C}" dt="2026-01-20T12:02:03.418" v="19963" actId="12789"/>
          <ac:spMkLst>
            <pc:docMk/>
            <pc:sldMk cId="806156684" sldId="2147480672"/>
            <ac:spMk id="21" creationId="{7D3D44AC-61A2-362E-AB40-4B8A5FB4CBED}"/>
          </ac:spMkLst>
        </pc:spChg>
        <pc:spChg chg="mod">
          <ac:chgData name="Almeida, Luis Alexandre" userId="5df86c4b-e2b3-489b-9c00-1eef9e703c19" providerId="ADAL" clId="{6119D6FA-2335-4462-BA57-03F691092A6C}" dt="2026-01-19T23:47:59.156" v="17081" actId="403"/>
          <ac:spMkLst>
            <pc:docMk/>
            <pc:sldMk cId="806156684" sldId="2147480672"/>
            <ac:spMk id="26" creationId="{A5DF4EC3-9615-1C34-B008-987E3ED6883B}"/>
          </ac:spMkLst>
        </pc:spChg>
        <pc:spChg chg="mod">
          <ac:chgData name="Almeida, Luis Alexandre" userId="5df86c4b-e2b3-489b-9c00-1eef9e703c19" providerId="ADAL" clId="{6119D6FA-2335-4462-BA57-03F691092A6C}" dt="2026-01-20T12:02:07.009" v="19964" actId="12789"/>
          <ac:spMkLst>
            <pc:docMk/>
            <pc:sldMk cId="806156684" sldId="2147480672"/>
            <ac:spMk id="49" creationId="{BE1D4D58-4688-4D38-4CD7-BC24295D5C22}"/>
          </ac:spMkLst>
        </pc:spChg>
        <pc:spChg chg="mod">
          <ac:chgData name="Almeida, Luis Alexandre" userId="5df86c4b-e2b3-489b-9c00-1eef9e703c19" providerId="ADAL" clId="{6119D6FA-2335-4462-BA57-03F691092A6C}" dt="2026-01-20T16:55:38.118" v="21704" actId="114"/>
          <ac:spMkLst>
            <pc:docMk/>
            <pc:sldMk cId="806156684" sldId="2147480672"/>
            <ac:spMk id="133" creationId="{8752B53C-24B8-AE62-D0F8-AE8CBE3F3B6E}"/>
          </ac:spMkLst>
        </pc:spChg>
        <pc:spChg chg="mod">
          <ac:chgData name="Almeida, Luis Alexandre" userId="5df86c4b-e2b3-489b-9c00-1eef9e703c19" providerId="ADAL" clId="{6119D6FA-2335-4462-BA57-03F691092A6C}" dt="2026-01-16T18:35:02.055" v="14411" actId="20577"/>
          <ac:spMkLst>
            <pc:docMk/>
            <pc:sldMk cId="806156684" sldId="2147480672"/>
            <ac:spMk id="142" creationId="{4B724B4C-3DEB-4CAB-B412-981357D3F3E3}"/>
          </ac:spMkLst>
        </pc:spChg>
        <pc:grpChg chg="mod">
          <ac:chgData name="Almeida, Luis Alexandre" userId="5df86c4b-e2b3-489b-9c00-1eef9e703c19" providerId="ADAL" clId="{6119D6FA-2335-4462-BA57-03F691092A6C}" dt="2026-01-20T12:02:03.418" v="19963" actId="12789"/>
          <ac:grpSpMkLst>
            <pc:docMk/>
            <pc:sldMk cId="806156684" sldId="2147480672"/>
            <ac:grpSpMk id="59" creationId="{492484F3-3E9D-A1A1-16DE-6DA51FFCD13D}"/>
          </ac:grpSpMkLst>
        </pc:grpChg>
        <pc:grpChg chg="mod">
          <ac:chgData name="Almeida, Luis Alexandre" userId="5df86c4b-e2b3-489b-9c00-1eef9e703c19" providerId="ADAL" clId="{6119D6FA-2335-4462-BA57-03F691092A6C}" dt="2026-01-20T12:02:07.009" v="19964" actId="12789"/>
          <ac:grpSpMkLst>
            <pc:docMk/>
            <pc:sldMk cId="806156684" sldId="2147480672"/>
            <ac:grpSpMk id="128" creationId="{BFC05216-CDB7-A500-B2DC-ABE4F1A51A8B}"/>
          </ac:grpSpMkLst>
        </pc:grpChg>
      </pc:sldChg>
      <pc:sldChg chg="delSp modSp mod">
        <pc:chgData name="Almeida, Luis Alexandre" userId="5df86c4b-e2b3-489b-9c00-1eef9e703c19" providerId="ADAL" clId="{6119D6FA-2335-4462-BA57-03F691092A6C}" dt="2026-01-20T12:22:12.699" v="20317" actId="114"/>
        <pc:sldMkLst>
          <pc:docMk/>
          <pc:sldMk cId="792321807" sldId="2147480674"/>
        </pc:sldMkLst>
        <pc:spChg chg="mod">
          <ac:chgData name="Almeida, Luis Alexandre" userId="5df86c4b-e2b3-489b-9c00-1eef9e703c19" providerId="ADAL" clId="{6119D6FA-2335-4462-BA57-03F691092A6C}" dt="2026-01-20T12:15:55.415" v="20296" actId="114"/>
          <ac:spMkLst>
            <pc:docMk/>
            <pc:sldMk cId="792321807" sldId="2147480674"/>
            <ac:spMk id="2" creationId="{9FD87827-BD5E-C8B3-ADE5-DEBB576C9904}"/>
          </ac:spMkLst>
        </pc:spChg>
        <pc:spChg chg="mod">
          <ac:chgData name="Almeida, Luis Alexandre" userId="5df86c4b-e2b3-489b-9c00-1eef9e703c19" providerId="ADAL" clId="{6119D6FA-2335-4462-BA57-03F691092A6C}" dt="2026-01-16T19:24:59.298" v="14542" actId="20577"/>
          <ac:spMkLst>
            <pc:docMk/>
            <pc:sldMk cId="792321807" sldId="2147480674"/>
            <ac:spMk id="4" creationId="{61B218B0-0F85-E9C5-BA41-F0E60DC8C369}"/>
          </ac:spMkLst>
        </pc:spChg>
        <pc:spChg chg="mod">
          <ac:chgData name="Almeida, Luis Alexandre" userId="5df86c4b-e2b3-489b-9c00-1eef9e703c19" providerId="ADAL" clId="{6119D6FA-2335-4462-BA57-03F691092A6C}" dt="2026-01-16T18:52:47.453" v="14423" actId="14100"/>
          <ac:spMkLst>
            <pc:docMk/>
            <pc:sldMk cId="792321807" sldId="2147480674"/>
            <ac:spMk id="25" creationId="{2FFD4A25-2882-06AC-9365-F48FA20C96C4}"/>
          </ac:spMkLst>
        </pc:spChg>
        <pc:graphicFrameChg chg="mod">
          <ac:chgData name="Almeida, Luis Alexandre" userId="5df86c4b-e2b3-489b-9c00-1eef9e703c19" providerId="ADAL" clId="{6119D6FA-2335-4462-BA57-03F691092A6C}" dt="2026-01-20T12:22:08.954" v="20316" actId="114"/>
          <ac:graphicFrameMkLst>
            <pc:docMk/>
            <pc:sldMk cId="792321807" sldId="2147480674"/>
            <ac:graphicFrameMk id="23" creationId="{F9ECB2C9-575B-E371-4690-5BCFDB129F91}"/>
          </ac:graphicFrameMkLst>
        </pc:graphicFrameChg>
        <pc:graphicFrameChg chg="mod">
          <ac:chgData name="Almeida, Luis Alexandre" userId="5df86c4b-e2b3-489b-9c00-1eef9e703c19" providerId="ADAL" clId="{6119D6FA-2335-4462-BA57-03F691092A6C}" dt="2026-01-20T12:22:12.699" v="20317" actId="114"/>
          <ac:graphicFrameMkLst>
            <pc:docMk/>
            <pc:sldMk cId="792321807" sldId="2147480674"/>
            <ac:graphicFrameMk id="24" creationId="{B5A769F2-14F1-6C8B-4544-0C61DDB4100C}"/>
          </ac:graphicFrameMkLst>
        </pc:graphicFrameChg>
      </pc:sldChg>
      <pc:sldChg chg="delSp modSp mod">
        <pc:chgData name="Almeida, Luis Alexandre" userId="5df86c4b-e2b3-489b-9c00-1eef9e703c19" providerId="ADAL" clId="{6119D6FA-2335-4462-BA57-03F691092A6C}" dt="2026-01-20T12:23:36.593" v="20330" actId="478"/>
        <pc:sldMkLst>
          <pc:docMk/>
          <pc:sldMk cId="835523651" sldId="2147480675"/>
        </pc:sldMkLst>
        <pc:spChg chg="mod">
          <ac:chgData name="Almeida, Luis Alexandre" userId="5df86c4b-e2b3-489b-9c00-1eef9e703c19" providerId="ADAL" clId="{6119D6FA-2335-4462-BA57-03F691092A6C}" dt="2026-01-20T00:05:48.745" v="18022" actId="20577"/>
          <ac:spMkLst>
            <pc:docMk/>
            <pc:sldMk cId="835523651" sldId="2147480675"/>
            <ac:spMk id="2" creationId="{68FC3C03-B6E6-F481-CBFB-81B3689EC1CC}"/>
          </ac:spMkLst>
        </pc:spChg>
        <pc:spChg chg="mod">
          <ac:chgData name="Almeida, Luis Alexandre" userId="5df86c4b-e2b3-489b-9c00-1eef9e703c19" providerId="ADAL" clId="{6119D6FA-2335-4462-BA57-03F691092A6C}" dt="2026-01-20T00:04:50.668" v="18011" actId="1035"/>
          <ac:spMkLst>
            <pc:docMk/>
            <pc:sldMk cId="835523651" sldId="2147480675"/>
            <ac:spMk id="54" creationId="{6A92599D-0D66-0E6F-915C-BF9338E477ED}"/>
          </ac:spMkLst>
        </pc:spChg>
        <pc:spChg chg="mod">
          <ac:chgData name="Almeida, Luis Alexandre" userId="5df86c4b-e2b3-489b-9c00-1eef9e703c19" providerId="ADAL" clId="{6119D6FA-2335-4462-BA57-03F691092A6C}" dt="2026-01-20T00:04:50.668" v="18011" actId="1035"/>
          <ac:spMkLst>
            <pc:docMk/>
            <pc:sldMk cId="835523651" sldId="2147480675"/>
            <ac:spMk id="55" creationId="{18ACFEEE-1E4B-CA0C-E5BA-EE7C809D0766}"/>
          </ac:spMkLst>
        </pc:spChg>
        <pc:spChg chg="mod">
          <ac:chgData name="Almeida, Luis Alexandre" userId="5df86c4b-e2b3-489b-9c00-1eef9e703c19" providerId="ADAL" clId="{6119D6FA-2335-4462-BA57-03F691092A6C}" dt="2026-01-16T19:49:16.343" v="14694"/>
          <ac:spMkLst>
            <pc:docMk/>
            <pc:sldMk cId="835523651" sldId="2147480675"/>
            <ac:spMk id="57" creationId="{33D3F221-0F60-EC44-DE5C-4CC0B97F4EC3}"/>
          </ac:spMkLst>
        </pc:spChg>
        <pc:graphicFrameChg chg="mod modGraphic">
          <ac:chgData name="Almeida, Luis Alexandre" userId="5df86c4b-e2b3-489b-9c00-1eef9e703c19" providerId="ADAL" clId="{6119D6FA-2335-4462-BA57-03F691092A6C}" dt="2026-01-20T12:23:19.153" v="20323" actId="20577"/>
          <ac:graphicFrameMkLst>
            <pc:docMk/>
            <pc:sldMk cId="835523651" sldId="2147480675"/>
            <ac:graphicFrameMk id="34" creationId="{76D0E47A-CE48-F07C-C6AF-BF43F952E21E}"/>
          </ac:graphicFrameMkLst>
        </pc:graphicFrameChg>
        <pc:graphicFrameChg chg="mod modGraphic">
          <ac:chgData name="Almeida, Luis Alexandre" userId="5df86c4b-e2b3-489b-9c00-1eef9e703c19" providerId="ADAL" clId="{6119D6FA-2335-4462-BA57-03F691092A6C}" dt="2026-01-20T12:23:25.477" v="20329" actId="20577"/>
          <ac:graphicFrameMkLst>
            <pc:docMk/>
            <pc:sldMk cId="835523651" sldId="2147480675"/>
            <ac:graphicFrameMk id="53" creationId="{90006166-6715-931A-7CDF-302D99518F3A}"/>
          </ac:graphicFrameMkLst>
        </pc:graphicFrameChg>
      </pc:sldChg>
      <pc:sldChg chg="delSp modSp mod">
        <pc:chgData name="Almeida, Luis Alexandre" userId="5df86c4b-e2b3-489b-9c00-1eef9e703c19" providerId="ADAL" clId="{6119D6FA-2335-4462-BA57-03F691092A6C}" dt="2026-01-27T22:58:27.511" v="22416" actId="404"/>
        <pc:sldMkLst>
          <pc:docMk/>
          <pc:sldMk cId="767312937" sldId="2147480677"/>
        </pc:sldMkLst>
        <pc:spChg chg="mod">
          <ac:chgData name="Almeida, Luis Alexandre" userId="5df86c4b-e2b3-489b-9c00-1eef9e703c19" providerId="ADAL" clId="{6119D6FA-2335-4462-BA57-03F691092A6C}" dt="2026-01-27T22:58:27.511" v="22416" actId="404"/>
          <ac:spMkLst>
            <pc:docMk/>
            <pc:sldMk cId="767312937" sldId="2147480677"/>
            <ac:spMk id="6" creationId="{44A3FB04-A5DF-EF57-7141-108F7455035F}"/>
          </ac:spMkLst>
        </pc:spChg>
        <pc:spChg chg="mod">
          <ac:chgData name="Almeida, Luis Alexandre" userId="5df86c4b-e2b3-489b-9c00-1eef9e703c19" providerId="ADAL" clId="{6119D6FA-2335-4462-BA57-03F691092A6C}" dt="2026-01-20T12:38:59.494" v="20565" actId="20577"/>
          <ac:spMkLst>
            <pc:docMk/>
            <pc:sldMk cId="767312937" sldId="2147480677"/>
            <ac:spMk id="7" creationId="{E299BACE-61C1-1260-6253-1DE17ED6511F}"/>
          </ac:spMkLst>
        </pc:spChg>
        <pc:spChg chg="mod">
          <ac:chgData name="Almeida, Luis Alexandre" userId="5df86c4b-e2b3-489b-9c00-1eef9e703c19" providerId="ADAL" clId="{6119D6FA-2335-4462-BA57-03F691092A6C}" dt="2026-01-20T12:36:54.607" v="20519" actId="20577"/>
          <ac:spMkLst>
            <pc:docMk/>
            <pc:sldMk cId="767312937" sldId="2147480677"/>
            <ac:spMk id="47" creationId="{E9F3D48D-5E10-BFA1-2ACB-AB35EEEA4679}"/>
          </ac:spMkLst>
        </pc:spChg>
        <pc:graphicFrameChg chg="mod modGraphic">
          <ac:chgData name="Almeida, Luis Alexandre" userId="5df86c4b-e2b3-489b-9c00-1eef9e703c19" providerId="ADAL" clId="{6119D6FA-2335-4462-BA57-03F691092A6C}" dt="2026-01-20T12:39:11.119" v="20567" actId="20577"/>
          <ac:graphicFrameMkLst>
            <pc:docMk/>
            <pc:sldMk cId="767312937" sldId="2147480677"/>
            <ac:graphicFrameMk id="8" creationId="{07C9E04A-7128-4397-B667-6A93B40EED68}"/>
          </ac:graphicFrameMkLst>
        </pc:graphicFrameChg>
      </pc:sldChg>
      <pc:sldChg chg="addSp delSp modSp add mod">
        <pc:chgData name="Almeida, Luis Alexandre" userId="5df86c4b-e2b3-489b-9c00-1eef9e703c19" providerId="ADAL" clId="{6119D6FA-2335-4462-BA57-03F691092A6C}" dt="2026-01-20T11:19:25.352" v="19626" actId="14100"/>
        <pc:sldMkLst>
          <pc:docMk/>
          <pc:sldMk cId="1540546724" sldId="2147480678"/>
        </pc:sldMkLst>
        <pc:spChg chg="add mod">
          <ac:chgData name="Almeida, Luis Alexandre" userId="5df86c4b-e2b3-489b-9c00-1eef9e703c19" providerId="ADAL" clId="{6119D6FA-2335-4462-BA57-03F691092A6C}" dt="2026-01-16T01:54:05.192" v="9231" actId="1036"/>
          <ac:spMkLst>
            <pc:docMk/>
            <pc:sldMk cId="1540546724" sldId="2147480678"/>
            <ac:spMk id="2" creationId="{8BC135E4-0902-689A-6C68-213E090B2B1F}"/>
          </ac:spMkLst>
        </pc:spChg>
        <pc:spChg chg="add mod">
          <ac:chgData name="Almeida, Luis Alexandre" userId="5df86c4b-e2b3-489b-9c00-1eef9e703c19" providerId="ADAL" clId="{6119D6FA-2335-4462-BA57-03F691092A6C}" dt="2026-01-16T01:54:05.192" v="9231" actId="1036"/>
          <ac:spMkLst>
            <pc:docMk/>
            <pc:sldMk cId="1540546724" sldId="2147480678"/>
            <ac:spMk id="3" creationId="{24F18E5D-7BD3-7323-5A7B-C7DA6ED2FA98}"/>
          </ac:spMkLst>
        </pc:spChg>
        <pc:spChg chg="mod topLvl">
          <ac:chgData name="Almeida, Luis Alexandre" userId="5df86c4b-e2b3-489b-9c00-1eef9e703c19" providerId="ADAL" clId="{6119D6FA-2335-4462-BA57-03F691092A6C}" dt="2026-01-16T00:39:32.717" v="7392" actId="108"/>
          <ac:spMkLst>
            <pc:docMk/>
            <pc:sldMk cId="1540546724" sldId="2147480678"/>
            <ac:spMk id="7" creationId="{CD32165A-AD60-DFF4-0E0D-6030B32A9ADD}"/>
          </ac:spMkLst>
        </pc:spChg>
        <pc:spChg chg="add mod">
          <ac:chgData name="Almeida, Luis Alexandre" userId="5df86c4b-e2b3-489b-9c00-1eef9e703c19" providerId="ADAL" clId="{6119D6FA-2335-4462-BA57-03F691092A6C}" dt="2026-01-20T11:19:25.352" v="19626" actId="14100"/>
          <ac:spMkLst>
            <pc:docMk/>
            <pc:sldMk cId="1540546724" sldId="2147480678"/>
            <ac:spMk id="9" creationId="{2A8E9A5A-CB7A-43B3-67AC-61D406136D93}"/>
          </ac:spMkLst>
        </pc:spChg>
        <pc:spChg chg="add mod">
          <ac:chgData name="Almeida, Luis Alexandre" userId="5df86c4b-e2b3-489b-9c00-1eef9e703c19" providerId="ADAL" clId="{6119D6FA-2335-4462-BA57-03F691092A6C}" dt="2026-01-16T01:48:30.304" v="8794" actId="1036"/>
          <ac:spMkLst>
            <pc:docMk/>
            <pc:sldMk cId="1540546724" sldId="2147480678"/>
            <ac:spMk id="10" creationId="{61F31B82-8D50-961F-88D5-87E89E0D4912}"/>
          </ac:spMkLst>
        </pc:spChg>
        <pc:spChg chg="mod topLvl">
          <ac:chgData name="Almeida, Luis Alexandre" userId="5df86c4b-e2b3-489b-9c00-1eef9e703c19" providerId="ADAL" clId="{6119D6FA-2335-4462-BA57-03F691092A6C}" dt="2026-01-16T00:40:20.407" v="7396" actId="6549"/>
          <ac:spMkLst>
            <pc:docMk/>
            <pc:sldMk cId="1540546724" sldId="2147480678"/>
            <ac:spMk id="15" creationId="{9BCEDFE5-1799-A446-02F3-8F5AEE341022}"/>
          </ac:spMkLst>
        </pc:spChg>
        <pc:spChg chg="mod topLvl">
          <ac:chgData name="Almeida, Luis Alexandre" userId="5df86c4b-e2b3-489b-9c00-1eef9e703c19" providerId="ADAL" clId="{6119D6FA-2335-4462-BA57-03F691092A6C}" dt="2026-01-16T01:58:20.845" v="9288" actId="20577"/>
          <ac:spMkLst>
            <pc:docMk/>
            <pc:sldMk cId="1540546724" sldId="2147480678"/>
            <ac:spMk id="18" creationId="{DABDE45E-48AE-83C6-695A-C955326FC467}"/>
          </ac:spMkLst>
        </pc:spChg>
        <pc:spChg chg="mod">
          <ac:chgData name="Almeida, Luis Alexandre" userId="5df86c4b-e2b3-489b-9c00-1eef9e703c19" providerId="ADAL" clId="{6119D6FA-2335-4462-BA57-03F691092A6C}" dt="2026-01-16T00:38:48.855" v="7387" actId="165"/>
          <ac:spMkLst>
            <pc:docMk/>
            <pc:sldMk cId="1540546724" sldId="2147480678"/>
            <ac:spMk id="29" creationId="{11B5266D-BF83-5ABB-C94E-F2AFAFD58F36}"/>
          </ac:spMkLst>
        </pc:spChg>
        <pc:spChg chg="mod">
          <ac:chgData name="Almeida, Luis Alexandre" userId="5df86c4b-e2b3-489b-9c00-1eef9e703c19" providerId="ADAL" clId="{6119D6FA-2335-4462-BA57-03F691092A6C}" dt="2026-01-16T11:17:36.229" v="9884" actId="20577"/>
          <ac:spMkLst>
            <pc:docMk/>
            <pc:sldMk cId="1540546724" sldId="2147480678"/>
            <ac:spMk id="30" creationId="{1D55CE80-EAE7-08C3-2BE9-E7B342B7D53D}"/>
          </ac:spMkLst>
        </pc:spChg>
        <pc:spChg chg="mod">
          <ac:chgData name="Almeida, Luis Alexandre" userId="5df86c4b-e2b3-489b-9c00-1eef9e703c19" providerId="ADAL" clId="{6119D6FA-2335-4462-BA57-03F691092A6C}" dt="2026-01-16T11:17:56.214" v="9922" actId="20577"/>
          <ac:spMkLst>
            <pc:docMk/>
            <pc:sldMk cId="1540546724" sldId="2147480678"/>
            <ac:spMk id="31" creationId="{4F31AED6-269F-7767-46F2-C7472649FE0C}"/>
          </ac:spMkLst>
        </pc:spChg>
        <pc:spChg chg="mod">
          <ac:chgData name="Almeida, Luis Alexandre" userId="5df86c4b-e2b3-489b-9c00-1eef9e703c19" providerId="ADAL" clId="{6119D6FA-2335-4462-BA57-03F691092A6C}" dt="2026-01-16T09:10:45.602" v="9347" actId="20577"/>
          <ac:spMkLst>
            <pc:docMk/>
            <pc:sldMk cId="1540546724" sldId="2147480678"/>
            <ac:spMk id="33" creationId="{D21FBE13-66D8-F251-D346-0BF71E9FB9F7}"/>
          </ac:spMkLst>
        </pc:spChg>
        <pc:spChg chg="mod">
          <ac:chgData name="Almeida, Luis Alexandre" userId="5df86c4b-e2b3-489b-9c00-1eef9e703c19" providerId="ADAL" clId="{6119D6FA-2335-4462-BA57-03F691092A6C}" dt="2026-01-16T00:39:06.021" v="7388" actId="165"/>
          <ac:spMkLst>
            <pc:docMk/>
            <pc:sldMk cId="1540546724" sldId="2147480678"/>
            <ac:spMk id="41" creationId="{E73FCE37-4384-1FE2-CD08-7031F7B205BB}"/>
          </ac:spMkLst>
        </pc:spChg>
        <pc:spChg chg="mod">
          <ac:chgData name="Almeida, Luis Alexandre" userId="5df86c4b-e2b3-489b-9c00-1eef9e703c19" providerId="ADAL" clId="{6119D6FA-2335-4462-BA57-03F691092A6C}" dt="2026-01-16T00:39:13.671" v="7389" actId="165"/>
          <ac:spMkLst>
            <pc:docMk/>
            <pc:sldMk cId="1540546724" sldId="2147480678"/>
            <ac:spMk id="47" creationId="{C420EEF1-FC6D-5791-C6F5-FCA22A575C66}"/>
          </ac:spMkLst>
        </pc:spChg>
        <pc:grpChg chg="mod topLvl">
          <ac:chgData name="Almeida, Luis Alexandre" userId="5df86c4b-e2b3-489b-9c00-1eef9e703c19" providerId="ADAL" clId="{6119D6FA-2335-4462-BA57-03F691092A6C}" dt="2026-01-16T00:38:48.855" v="7387" actId="165"/>
          <ac:grpSpMkLst>
            <pc:docMk/>
            <pc:sldMk cId="1540546724" sldId="2147480678"/>
            <ac:grpSpMk id="37" creationId="{3F4C2764-F8F0-263A-97D3-AA1C4A964692}"/>
          </ac:grpSpMkLst>
        </pc:grpChg>
        <pc:grpChg chg="mod topLvl">
          <ac:chgData name="Almeida, Luis Alexandre" userId="5df86c4b-e2b3-489b-9c00-1eef9e703c19" providerId="ADAL" clId="{6119D6FA-2335-4462-BA57-03F691092A6C}" dt="2026-01-16T00:39:06.021" v="7388" actId="165"/>
          <ac:grpSpMkLst>
            <pc:docMk/>
            <pc:sldMk cId="1540546724" sldId="2147480678"/>
            <ac:grpSpMk id="44" creationId="{8C4A421E-3B88-E8DC-9DA0-D75C40FFB042}"/>
          </ac:grpSpMkLst>
        </pc:grpChg>
        <pc:grpChg chg="mod">
          <ac:chgData name="Almeida, Luis Alexandre" userId="5df86c4b-e2b3-489b-9c00-1eef9e703c19" providerId="ADAL" clId="{6119D6FA-2335-4462-BA57-03F691092A6C}" dt="2026-01-16T00:39:13.671" v="7389" actId="165"/>
          <ac:grpSpMkLst>
            <pc:docMk/>
            <pc:sldMk cId="1540546724" sldId="2147480678"/>
            <ac:grpSpMk id="49" creationId="{421332F5-6A2C-7FF4-BE92-502362CE215B}"/>
          </ac:grpSpMkLst>
        </pc:grpChg>
        <pc:grpChg chg="mod topLvl">
          <ac:chgData name="Almeida, Luis Alexandre" userId="5df86c4b-e2b3-489b-9c00-1eef9e703c19" providerId="ADAL" clId="{6119D6FA-2335-4462-BA57-03F691092A6C}" dt="2026-01-16T00:39:13.671" v="7389" actId="165"/>
          <ac:grpSpMkLst>
            <pc:docMk/>
            <pc:sldMk cId="1540546724" sldId="2147480678"/>
            <ac:grpSpMk id="50" creationId="{3C76CBB8-1CF2-5C81-FC4B-33263616B75F}"/>
          </ac:grpSpMkLst>
        </pc:grpChg>
        <pc:picChg chg="add mod">
          <ac:chgData name="Almeida, Luis Alexandre" userId="5df86c4b-e2b3-489b-9c00-1eef9e703c19" providerId="ADAL" clId="{6119D6FA-2335-4462-BA57-03F691092A6C}" dt="2026-01-16T11:18:06.782" v="9923"/>
          <ac:picMkLst>
            <pc:docMk/>
            <pc:sldMk cId="1540546724" sldId="2147480678"/>
            <ac:picMk id="4" creationId="{069E61E4-8192-DDCB-693A-078CBCD66CEA}"/>
          </ac:picMkLst>
        </pc:picChg>
        <pc:picChg chg="add mod">
          <ac:chgData name="Almeida, Luis Alexandre" userId="5df86c4b-e2b3-489b-9c00-1eef9e703c19" providerId="ADAL" clId="{6119D6FA-2335-4462-BA57-03F691092A6C}" dt="2026-01-16T17:06:18.311" v="14005" actId="207"/>
          <ac:picMkLst>
            <pc:docMk/>
            <pc:sldMk cId="1540546724" sldId="2147480678"/>
            <ac:picMk id="6" creationId="{BE2FDA48-7B2A-5035-3D80-5F32D89E65BB}"/>
          </ac:picMkLst>
        </pc:picChg>
        <pc:picChg chg="add mod">
          <ac:chgData name="Almeida, Luis Alexandre" userId="5df86c4b-e2b3-489b-9c00-1eef9e703c19" providerId="ADAL" clId="{6119D6FA-2335-4462-BA57-03F691092A6C}" dt="2026-01-16T17:06:25.060" v="14006" actId="207"/>
          <ac:picMkLst>
            <pc:docMk/>
            <pc:sldMk cId="1540546724" sldId="2147480678"/>
            <ac:picMk id="11" creationId="{056C5526-5E06-C83D-2277-763CE7539545}"/>
          </ac:picMkLst>
        </pc:picChg>
        <pc:picChg chg="mod">
          <ac:chgData name="Almeida, Luis Alexandre" userId="5df86c4b-e2b3-489b-9c00-1eef9e703c19" providerId="ADAL" clId="{6119D6FA-2335-4462-BA57-03F691092A6C}" dt="2026-01-16T00:39:13.671" v="7389" actId="165"/>
          <ac:picMkLst>
            <pc:docMk/>
            <pc:sldMk cId="1540546724" sldId="2147480678"/>
            <ac:picMk id="14" creationId="{A3E4F337-25B2-A0E4-17A0-057DB5499C91}"/>
          </ac:picMkLst>
        </pc:picChg>
        <pc:picChg chg="add mod">
          <ac:chgData name="Almeida, Luis Alexandre" userId="5df86c4b-e2b3-489b-9c00-1eef9e703c19" providerId="ADAL" clId="{6119D6FA-2335-4462-BA57-03F691092A6C}" dt="2026-01-16T01:57:07.944" v="9242" actId="554"/>
          <ac:picMkLst>
            <pc:docMk/>
            <pc:sldMk cId="1540546724" sldId="2147480678"/>
            <ac:picMk id="19" creationId="{10CEA551-BF2F-1DF7-E46D-D81F7A1193DB}"/>
          </ac:picMkLst>
        </pc:picChg>
        <pc:picChg chg="add mod">
          <ac:chgData name="Almeida, Luis Alexandre" userId="5df86c4b-e2b3-489b-9c00-1eef9e703c19" providerId="ADAL" clId="{6119D6FA-2335-4462-BA57-03F691092A6C}" dt="2026-01-16T01:57:48.317" v="9249" actId="207"/>
          <ac:picMkLst>
            <pc:docMk/>
            <pc:sldMk cId="1540546724" sldId="2147480678"/>
            <ac:picMk id="22" creationId="{1F376010-61A2-0B23-D82D-DE8B3DE497BE}"/>
          </ac:picMkLst>
        </pc:picChg>
        <pc:picChg chg="mod">
          <ac:chgData name="Almeida, Luis Alexandre" userId="5df86c4b-e2b3-489b-9c00-1eef9e703c19" providerId="ADAL" clId="{6119D6FA-2335-4462-BA57-03F691092A6C}" dt="2026-01-16T00:39:13.671" v="7389" actId="165"/>
          <ac:picMkLst>
            <pc:docMk/>
            <pc:sldMk cId="1540546724" sldId="2147480678"/>
            <ac:picMk id="23" creationId="{C968EC52-BC7C-35E4-B1AC-27ED494F3CC3}"/>
          </ac:picMkLst>
        </pc:picChg>
        <pc:picChg chg="mod">
          <ac:chgData name="Almeida, Luis Alexandre" userId="5df86c4b-e2b3-489b-9c00-1eef9e703c19" providerId="ADAL" clId="{6119D6FA-2335-4462-BA57-03F691092A6C}" dt="2026-01-16T00:39:06.021" v="7388" actId="165"/>
          <ac:picMkLst>
            <pc:docMk/>
            <pc:sldMk cId="1540546724" sldId="2147480678"/>
            <ac:picMk id="25" creationId="{7458558D-2D5D-E032-CD0B-D204DA0AC60B}"/>
          </ac:picMkLst>
        </pc:picChg>
        <pc:picChg chg="add mod">
          <ac:chgData name="Almeida, Luis Alexandre" userId="5df86c4b-e2b3-489b-9c00-1eef9e703c19" providerId="ADAL" clId="{6119D6FA-2335-4462-BA57-03F691092A6C}" dt="2026-01-16T01:57:43.407" v="9248" actId="207"/>
          <ac:picMkLst>
            <pc:docMk/>
            <pc:sldMk cId="1540546724" sldId="2147480678"/>
            <ac:picMk id="26" creationId="{24F8EDDB-32BF-4BD5-96C5-48455E56F03C}"/>
          </ac:picMkLst>
        </pc:picChg>
        <pc:picChg chg="mod">
          <ac:chgData name="Almeida, Luis Alexandre" userId="5df86c4b-e2b3-489b-9c00-1eef9e703c19" providerId="ADAL" clId="{6119D6FA-2335-4462-BA57-03F691092A6C}" dt="2026-01-16T00:38:48.855" v="7387" actId="165"/>
          <ac:picMkLst>
            <pc:docMk/>
            <pc:sldMk cId="1540546724" sldId="2147480678"/>
            <ac:picMk id="27" creationId="{E44BB787-2049-FD6D-F109-B8766462847B}"/>
          </ac:picMkLst>
        </pc:picChg>
      </pc:sldChg>
      <pc:sldChg chg="delSp modSp mod">
        <pc:chgData name="Almeida, Luis Alexandre" userId="5df86c4b-e2b3-489b-9c00-1eef9e703c19" providerId="ADAL" clId="{6119D6FA-2335-4462-BA57-03F691092A6C}" dt="2026-01-20T12:45:54.192" v="20729" actId="478"/>
        <pc:sldMkLst>
          <pc:docMk/>
          <pc:sldMk cId="3211028951" sldId="2147480679"/>
        </pc:sldMkLst>
        <pc:spChg chg="mod">
          <ac:chgData name="Almeida, Luis Alexandre" userId="5df86c4b-e2b3-489b-9c00-1eef9e703c19" providerId="ADAL" clId="{6119D6FA-2335-4462-BA57-03F691092A6C}" dt="2026-01-20T12:42:39.778" v="20692" actId="20577"/>
          <ac:spMkLst>
            <pc:docMk/>
            <pc:sldMk cId="3211028951" sldId="2147480679"/>
            <ac:spMk id="2" creationId="{BD036FC3-11AD-C1C6-964F-275BE09C2F4E}"/>
          </ac:spMkLst>
        </pc:spChg>
        <pc:spChg chg="mod">
          <ac:chgData name="Almeida, Luis Alexandre" userId="5df86c4b-e2b3-489b-9c00-1eef9e703c19" providerId="ADAL" clId="{6119D6FA-2335-4462-BA57-03F691092A6C}" dt="2026-01-20T12:44:15.866" v="20728" actId="20577"/>
          <ac:spMkLst>
            <pc:docMk/>
            <pc:sldMk cId="3211028951" sldId="2147480679"/>
            <ac:spMk id="5" creationId="{7C0A24DA-3921-A4A5-0BAE-EEB504E78D43}"/>
          </ac:spMkLst>
        </pc:spChg>
        <pc:spChg chg="mod">
          <ac:chgData name="Almeida, Luis Alexandre" userId="5df86c4b-e2b3-489b-9c00-1eef9e703c19" providerId="ADAL" clId="{6119D6FA-2335-4462-BA57-03F691092A6C}" dt="2026-01-20T12:37:07.421" v="20534" actId="114"/>
          <ac:spMkLst>
            <pc:docMk/>
            <pc:sldMk cId="3211028951" sldId="2147480679"/>
            <ac:spMk id="47" creationId="{3635D7C3-53F3-DEBE-2497-9A86B004904A}"/>
          </ac:spMkLst>
        </pc:spChg>
        <pc:graphicFrameChg chg="mod modGraphic">
          <ac:chgData name="Almeida, Luis Alexandre" userId="5df86c4b-e2b3-489b-9c00-1eef9e703c19" providerId="ADAL" clId="{6119D6FA-2335-4462-BA57-03F691092A6C}" dt="2026-01-20T12:43:55.866" v="20726" actId="20577"/>
          <ac:graphicFrameMkLst>
            <pc:docMk/>
            <pc:sldMk cId="3211028951" sldId="2147480679"/>
            <ac:graphicFrameMk id="8" creationId="{52F58962-80A4-3B60-DEF1-ADD54B7FF121}"/>
          </ac:graphicFrameMkLst>
        </pc:graphicFrameChg>
      </pc:sldChg>
      <pc:sldChg chg="addSp delSp modSp add mod ord">
        <pc:chgData name="Almeida, Luis Alexandre" userId="5df86c4b-e2b3-489b-9c00-1eef9e703c19" providerId="ADAL" clId="{6119D6FA-2335-4462-BA57-03F691092A6C}" dt="2026-01-16T16:26:31.011" v="13478"/>
        <pc:sldMkLst>
          <pc:docMk/>
          <pc:sldMk cId="487039016" sldId="2147480680"/>
        </pc:sldMkLst>
        <pc:spChg chg="mod">
          <ac:chgData name="Almeida, Luis Alexandre" userId="5df86c4b-e2b3-489b-9c00-1eef9e703c19" providerId="ADAL" clId="{6119D6FA-2335-4462-BA57-03F691092A6C}" dt="2026-01-16T16:25:12.484" v="13470" actId="14826"/>
          <ac:spMkLst>
            <pc:docMk/>
            <pc:sldMk cId="487039016" sldId="2147480680"/>
            <ac:spMk id="7" creationId="{DB541D96-7A81-614B-8A4F-02C3CD0B0597}"/>
          </ac:spMkLst>
        </pc:spChg>
        <pc:spChg chg="mod topLvl">
          <ac:chgData name="Almeida, Luis Alexandre" userId="5df86c4b-e2b3-489b-9c00-1eef9e703c19" providerId="ADAL" clId="{6119D6FA-2335-4462-BA57-03F691092A6C}" dt="2026-01-16T16:15:06.407" v="13468" actId="165"/>
          <ac:spMkLst>
            <pc:docMk/>
            <pc:sldMk cId="487039016" sldId="2147480680"/>
            <ac:spMk id="15" creationId="{C1DA6B7E-16C3-E9FE-DA56-C83976494219}"/>
          </ac:spMkLst>
        </pc:spChg>
        <pc:spChg chg="mod">
          <ac:chgData name="Almeida, Luis Alexandre" userId="5df86c4b-e2b3-489b-9c00-1eef9e703c19" providerId="ADAL" clId="{6119D6FA-2335-4462-BA57-03F691092A6C}" dt="2026-01-16T16:16:31.035" v="13469" actId="14826"/>
          <ac:spMkLst>
            <pc:docMk/>
            <pc:sldMk cId="487039016" sldId="2147480680"/>
            <ac:spMk id="29" creationId="{A6E5F7EC-3C22-0689-F248-3904D149DF65}"/>
          </ac:spMkLst>
        </pc:spChg>
        <pc:spChg chg="mod">
          <ac:chgData name="Almeida, Luis Alexandre" userId="5df86c4b-e2b3-489b-9c00-1eef9e703c19" providerId="ADAL" clId="{6119D6FA-2335-4462-BA57-03F691092A6C}" dt="2026-01-16T11:18:47.413" v="9951" actId="20577"/>
          <ac:spMkLst>
            <pc:docMk/>
            <pc:sldMk cId="487039016" sldId="2147480680"/>
            <ac:spMk id="30" creationId="{171C0C25-E50B-F21E-1E04-E382F60665AB}"/>
          </ac:spMkLst>
        </pc:spChg>
        <pc:spChg chg="mod">
          <ac:chgData name="Almeida, Luis Alexandre" userId="5df86c4b-e2b3-489b-9c00-1eef9e703c19" providerId="ADAL" clId="{6119D6FA-2335-4462-BA57-03F691092A6C}" dt="2026-01-16T11:26:13.892" v="10064" actId="6549"/>
          <ac:spMkLst>
            <pc:docMk/>
            <pc:sldMk cId="487039016" sldId="2147480680"/>
            <ac:spMk id="31" creationId="{5BBA37E3-491C-82F6-A138-FA7D522FAD97}"/>
          </ac:spMkLst>
        </pc:spChg>
        <pc:spChg chg="mod">
          <ac:chgData name="Almeida, Luis Alexandre" userId="5df86c4b-e2b3-489b-9c00-1eef9e703c19" providerId="ADAL" clId="{6119D6FA-2335-4462-BA57-03F691092A6C}" dt="2026-01-16T15:45:20.477" v="12080" actId="113"/>
          <ac:spMkLst>
            <pc:docMk/>
            <pc:sldMk cId="487039016" sldId="2147480680"/>
            <ac:spMk id="33" creationId="{98278C4A-25DB-8ACB-1D6B-3A6D5D7CC51B}"/>
          </ac:spMkLst>
        </pc:spChg>
        <pc:spChg chg="mod">
          <ac:chgData name="Almeida, Luis Alexandre" userId="5df86c4b-e2b3-489b-9c00-1eef9e703c19" providerId="ADAL" clId="{6119D6FA-2335-4462-BA57-03F691092A6C}" dt="2026-01-16T16:25:12.484" v="13470" actId="14826"/>
          <ac:spMkLst>
            <pc:docMk/>
            <pc:sldMk cId="487039016" sldId="2147480680"/>
            <ac:spMk id="41" creationId="{EB2B2ED5-6976-7E52-E4B0-6717F047BF43}"/>
          </ac:spMkLst>
        </pc:spChg>
        <pc:grpChg chg="mod topLvl">
          <ac:chgData name="Almeida, Luis Alexandre" userId="5df86c4b-e2b3-489b-9c00-1eef9e703c19" providerId="ADAL" clId="{6119D6FA-2335-4462-BA57-03F691092A6C}" dt="2026-01-16T16:16:31.035" v="13469" actId="14826"/>
          <ac:grpSpMkLst>
            <pc:docMk/>
            <pc:sldMk cId="487039016" sldId="2147480680"/>
            <ac:grpSpMk id="37" creationId="{F5048163-55E2-B639-7221-A725E55BA818}"/>
          </ac:grpSpMkLst>
        </pc:grpChg>
        <pc:grpChg chg="mod">
          <ac:chgData name="Almeida, Luis Alexandre" userId="5df86c4b-e2b3-489b-9c00-1eef9e703c19" providerId="ADAL" clId="{6119D6FA-2335-4462-BA57-03F691092A6C}" dt="2026-01-16T16:25:12.484" v="13470" actId="14826"/>
          <ac:grpSpMkLst>
            <pc:docMk/>
            <pc:sldMk cId="487039016" sldId="2147480680"/>
            <ac:grpSpMk id="44" creationId="{BCAFEE2B-20A7-8626-DF24-ED45801F44DA}"/>
          </ac:grpSpMkLst>
        </pc:grpChg>
        <pc:grpChg chg="mod">
          <ac:chgData name="Almeida, Luis Alexandre" userId="5df86c4b-e2b3-489b-9c00-1eef9e703c19" providerId="ADAL" clId="{6119D6FA-2335-4462-BA57-03F691092A6C}" dt="2026-01-16T16:25:12.484" v="13470" actId="14826"/>
          <ac:grpSpMkLst>
            <pc:docMk/>
            <pc:sldMk cId="487039016" sldId="2147480680"/>
            <ac:grpSpMk id="45" creationId="{49D6240A-59E7-9C46-27DA-C964295BFE8C}"/>
          </ac:grpSpMkLst>
        </pc:grpChg>
        <pc:picChg chg="add mod">
          <ac:chgData name="Almeida, Luis Alexandre" userId="5df86c4b-e2b3-489b-9c00-1eef9e703c19" providerId="ADAL" clId="{6119D6FA-2335-4462-BA57-03F691092A6C}" dt="2026-01-16T16:26:31.011" v="13478"/>
          <ac:picMkLst>
            <pc:docMk/>
            <pc:sldMk cId="487039016" sldId="2147480680"/>
            <ac:picMk id="9" creationId="{3BFF9289-6807-5402-E5F9-57B012A69702}"/>
          </ac:picMkLst>
        </pc:picChg>
        <pc:picChg chg="mod">
          <ac:chgData name="Almeida, Luis Alexandre" userId="5df86c4b-e2b3-489b-9c00-1eef9e703c19" providerId="ADAL" clId="{6119D6FA-2335-4462-BA57-03F691092A6C}" dt="2026-01-16T16:25:12.484" v="13470" actId="14826"/>
          <ac:picMkLst>
            <pc:docMk/>
            <pc:sldMk cId="487039016" sldId="2147480680"/>
            <ac:picMk id="25" creationId="{99699585-7F6D-1D0B-325B-1C43B1B74A11}"/>
          </ac:picMkLst>
        </pc:picChg>
        <pc:picChg chg="mod">
          <ac:chgData name="Almeida, Luis Alexandre" userId="5df86c4b-e2b3-489b-9c00-1eef9e703c19" providerId="ADAL" clId="{6119D6FA-2335-4462-BA57-03F691092A6C}" dt="2026-01-16T16:16:31.035" v="13469" actId="14826"/>
          <ac:picMkLst>
            <pc:docMk/>
            <pc:sldMk cId="487039016" sldId="2147480680"/>
            <ac:picMk id="27" creationId="{4732131A-C0E3-8604-062E-90362A5FC692}"/>
          </ac:picMkLst>
        </pc:picChg>
      </pc:sldChg>
      <pc:sldChg chg="addSp delSp modSp add mod">
        <pc:chgData name="Almeida, Luis Alexandre" userId="5df86c4b-e2b3-489b-9c00-1eef9e703c19" providerId="ADAL" clId="{6119D6FA-2335-4462-BA57-03F691092A6C}" dt="2026-01-16T17:07:22.526" v="14033" actId="947"/>
        <pc:sldMkLst>
          <pc:docMk/>
          <pc:sldMk cId="1342101656" sldId="2147480681"/>
        </pc:sldMkLst>
        <pc:spChg chg="mod topLvl">
          <ac:chgData name="Almeida, Luis Alexandre" userId="5df86c4b-e2b3-489b-9c00-1eef9e703c19" providerId="ADAL" clId="{6119D6FA-2335-4462-BA57-03F691092A6C}" dt="2026-01-16T16:25:49.630" v="13475" actId="108"/>
          <ac:spMkLst>
            <pc:docMk/>
            <pc:sldMk cId="1342101656" sldId="2147480681"/>
            <ac:spMk id="3" creationId="{57692005-1445-6578-C543-359921FC5AC2}"/>
          </ac:spMkLst>
        </pc:spChg>
        <pc:spChg chg="mod">
          <ac:chgData name="Almeida, Luis Alexandre" userId="5df86c4b-e2b3-489b-9c00-1eef9e703c19" providerId="ADAL" clId="{6119D6FA-2335-4462-BA57-03F691092A6C}" dt="2026-01-16T16:25:45.593" v="13474" actId="165"/>
          <ac:spMkLst>
            <pc:docMk/>
            <pc:sldMk cId="1342101656" sldId="2147480681"/>
            <ac:spMk id="5" creationId="{847920DE-C7DC-2C88-4E10-EDB1B9294998}"/>
          </ac:spMkLst>
        </pc:spChg>
        <pc:spChg chg="add mod">
          <ac:chgData name="Almeida, Luis Alexandre" userId="5df86c4b-e2b3-489b-9c00-1eef9e703c19" providerId="ADAL" clId="{6119D6FA-2335-4462-BA57-03F691092A6C}" dt="2026-01-16T16:26:03.181" v="13477" actId="207"/>
          <ac:spMkLst>
            <pc:docMk/>
            <pc:sldMk cId="1342101656" sldId="2147480681"/>
            <ac:spMk id="8" creationId="{2E96EFBF-958F-C54D-7042-3F507D0BD2C3}"/>
          </ac:spMkLst>
        </pc:spChg>
        <pc:spChg chg="mod">
          <ac:chgData name="Almeida, Luis Alexandre" userId="5df86c4b-e2b3-489b-9c00-1eef9e703c19" providerId="ADAL" clId="{6119D6FA-2335-4462-BA57-03F691092A6C}" dt="2026-01-16T16:25:25.347" v="13472"/>
          <ac:spMkLst>
            <pc:docMk/>
            <pc:sldMk cId="1342101656" sldId="2147480681"/>
            <ac:spMk id="10" creationId="{75864C09-BE35-D567-0042-29B753D987D6}"/>
          </ac:spMkLst>
        </pc:spChg>
        <pc:spChg chg="add mod">
          <ac:chgData name="Almeida, Luis Alexandre" userId="5df86c4b-e2b3-489b-9c00-1eef9e703c19" providerId="ADAL" clId="{6119D6FA-2335-4462-BA57-03F691092A6C}" dt="2026-01-16T16:57:16.303" v="13832" actId="114"/>
          <ac:spMkLst>
            <pc:docMk/>
            <pc:sldMk cId="1342101656" sldId="2147480681"/>
            <ac:spMk id="13" creationId="{9809B376-4E39-3566-CA6E-BC01D9FF0BDF}"/>
          </ac:spMkLst>
        </pc:spChg>
        <pc:spChg chg="add mod">
          <ac:chgData name="Almeida, Luis Alexandre" userId="5df86c4b-e2b3-489b-9c00-1eef9e703c19" providerId="ADAL" clId="{6119D6FA-2335-4462-BA57-03F691092A6C}" dt="2026-01-16T16:57:13.143" v="13831" actId="114"/>
          <ac:spMkLst>
            <pc:docMk/>
            <pc:sldMk cId="1342101656" sldId="2147480681"/>
            <ac:spMk id="14" creationId="{47E2B8FC-8C29-B371-6D81-10A890E7712E}"/>
          </ac:spMkLst>
        </pc:spChg>
        <pc:spChg chg="add mod">
          <ac:chgData name="Almeida, Luis Alexandre" userId="5df86c4b-e2b3-489b-9c00-1eef9e703c19" providerId="ADAL" clId="{6119D6FA-2335-4462-BA57-03F691092A6C}" dt="2026-01-16T16:57:10.935" v="13830" actId="114"/>
          <ac:spMkLst>
            <pc:docMk/>
            <pc:sldMk cId="1342101656" sldId="2147480681"/>
            <ac:spMk id="16" creationId="{531CBC10-31DB-A523-906F-11AD2AE71DAB}"/>
          </ac:spMkLst>
        </pc:spChg>
        <pc:spChg chg="add mod">
          <ac:chgData name="Almeida, Luis Alexandre" userId="5df86c4b-e2b3-489b-9c00-1eef9e703c19" providerId="ADAL" clId="{6119D6FA-2335-4462-BA57-03F691092A6C}" dt="2026-01-16T16:57:07.863" v="13829" actId="114"/>
          <ac:spMkLst>
            <pc:docMk/>
            <pc:sldMk cId="1342101656" sldId="2147480681"/>
            <ac:spMk id="17" creationId="{22D50BE0-9325-B6F5-1F4B-8BA7025CD28A}"/>
          </ac:spMkLst>
        </pc:spChg>
        <pc:spChg chg="add mod">
          <ac:chgData name="Almeida, Luis Alexandre" userId="5df86c4b-e2b3-489b-9c00-1eef9e703c19" providerId="ADAL" clId="{6119D6FA-2335-4462-BA57-03F691092A6C}" dt="2026-01-16T17:07:22.526" v="14033" actId="947"/>
          <ac:spMkLst>
            <pc:docMk/>
            <pc:sldMk cId="1342101656" sldId="2147480681"/>
            <ac:spMk id="18" creationId="{D34A1D89-A854-9822-DFF4-57601C029B49}"/>
          </ac:spMkLst>
        </pc:spChg>
        <pc:spChg chg="add mod">
          <ac:chgData name="Almeida, Luis Alexandre" userId="5df86c4b-e2b3-489b-9c00-1eef9e703c19" providerId="ADAL" clId="{6119D6FA-2335-4462-BA57-03F691092A6C}" dt="2026-01-16T17:07:09.197" v="14031" actId="1035"/>
          <ac:spMkLst>
            <pc:docMk/>
            <pc:sldMk cId="1342101656" sldId="2147480681"/>
            <ac:spMk id="19" creationId="{95FB6DA4-018D-3B9B-7563-768D49247CCD}"/>
          </ac:spMkLst>
        </pc:spChg>
        <pc:spChg chg="mod">
          <ac:chgData name="Almeida, Luis Alexandre" userId="5df86c4b-e2b3-489b-9c00-1eef9e703c19" providerId="ADAL" clId="{6119D6FA-2335-4462-BA57-03F691092A6C}" dt="2026-01-16T16:09:46.482" v="13467" actId="20577"/>
          <ac:spMkLst>
            <pc:docMk/>
            <pc:sldMk cId="1342101656" sldId="2147480681"/>
            <ac:spMk id="33" creationId="{B8916FDB-8D86-5C2C-7F84-DAB04C9BD84B}"/>
          </ac:spMkLst>
        </pc:spChg>
        <pc:grpChg chg="mod topLvl">
          <ac:chgData name="Almeida, Luis Alexandre" userId="5df86c4b-e2b3-489b-9c00-1eef9e703c19" providerId="ADAL" clId="{6119D6FA-2335-4462-BA57-03F691092A6C}" dt="2026-01-16T16:25:45.593" v="13474" actId="165"/>
          <ac:grpSpMkLst>
            <pc:docMk/>
            <pc:sldMk cId="1342101656" sldId="2147480681"/>
            <ac:grpSpMk id="4" creationId="{1F878009-0F9E-564D-7B22-BAF370927457}"/>
          </ac:grpSpMkLst>
        </pc:grpChg>
        <pc:grpChg chg="add mod">
          <ac:chgData name="Almeida, Luis Alexandre" userId="5df86c4b-e2b3-489b-9c00-1eef9e703c19" providerId="ADAL" clId="{6119D6FA-2335-4462-BA57-03F691092A6C}" dt="2026-01-16T16:25:25.347" v="13472"/>
          <ac:grpSpMkLst>
            <pc:docMk/>
            <pc:sldMk cId="1342101656" sldId="2147480681"/>
            <ac:grpSpMk id="9" creationId="{52B0791A-C2D5-55C3-ACB3-599A3A5322AC}"/>
          </ac:grpSpMkLst>
        </pc:grpChg>
        <pc:picChg chg="mod">
          <ac:chgData name="Almeida, Luis Alexandre" userId="5df86c4b-e2b3-489b-9c00-1eef9e703c19" providerId="ADAL" clId="{6119D6FA-2335-4462-BA57-03F691092A6C}" dt="2026-01-16T16:25:45.593" v="13474" actId="165"/>
          <ac:picMkLst>
            <pc:docMk/>
            <pc:sldMk cId="1342101656" sldId="2147480681"/>
            <ac:picMk id="6" creationId="{9F37AB85-96E7-0C83-41F7-DE2C287DFC04}"/>
          </ac:picMkLst>
        </pc:picChg>
        <pc:picChg chg="mod">
          <ac:chgData name="Almeida, Luis Alexandre" userId="5df86c4b-e2b3-489b-9c00-1eef9e703c19" providerId="ADAL" clId="{6119D6FA-2335-4462-BA57-03F691092A6C}" dt="2026-01-16T16:25:25.347" v="13472"/>
          <ac:picMkLst>
            <pc:docMk/>
            <pc:sldMk cId="1342101656" sldId="2147480681"/>
            <ac:picMk id="11" creationId="{507A5B43-F8D5-74B0-5865-155BADD8E040}"/>
          </ac:picMkLst>
        </pc:picChg>
        <pc:picChg chg="add mod">
          <ac:chgData name="Almeida, Luis Alexandre" userId="5df86c4b-e2b3-489b-9c00-1eef9e703c19" providerId="ADAL" clId="{6119D6FA-2335-4462-BA57-03F691092A6C}" dt="2026-01-16T16:26:31.963" v="13479"/>
          <ac:picMkLst>
            <pc:docMk/>
            <pc:sldMk cId="1342101656" sldId="2147480681"/>
            <ac:picMk id="12" creationId="{883244E7-A3C9-E8DF-A3BB-D4365A2FCFF5}"/>
          </ac:picMkLst>
        </pc:picChg>
      </pc:sldChg>
      <pc:sldChg chg="modSp mod">
        <pc:chgData name="Almeida, Luis Alexandre" userId="5df86c4b-e2b3-489b-9c00-1eef9e703c19" providerId="ADAL" clId="{6119D6FA-2335-4462-BA57-03F691092A6C}" dt="2026-01-20T00:11:23.145" v="18200" actId="114"/>
        <pc:sldMkLst>
          <pc:docMk/>
          <pc:sldMk cId="1376005887" sldId="2147480683"/>
        </pc:sldMkLst>
        <pc:graphicFrameChg chg="mod modGraphic">
          <ac:chgData name="Almeida, Luis Alexandre" userId="5df86c4b-e2b3-489b-9c00-1eef9e703c19" providerId="ADAL" clId="{6119D6FA-2335-4462-BA57-03F691092A6C}" dt="2026-01-20T00:11:05.388" v="18197" actId="1036"/>
          <ac:graphicFrameMkLst>
            <pc:docMk/>
            <pc:sldMk cId="1376005887" sldId="2147480683"/>
            <ac:graphicFrameMk id="6" creationId="{24809E75-148C-5258-7FE3-538ECCFD8211}"/>
          </ac:graphicFrameMkLst>
        </pc:graphicFrameChg>
      </pc:sldChg>
      <pc:sldChg chg="addSp delSp modSp mod modCm">
        <pc:chgData name="Almeida, Luis Alexandre" userId="5df86c4b-e2b3-489b-9c00-1eef9e703c19" providerId="ADAL" clId="{6119D6FA-2335-4462-BA57-03F691092A6C}" dt="2026-01-28T16:25:25.219" v="22451" actId="478"/>
        <pc:sldMkLst>
          <pc:docMk/>
          <pc:sldMk cId="1711388009" sldId="2147480691"/>
        </pc:sldMkLst>
        <pc:spChg chg="mod">
          <ac:chgData name="Almeida, Luis Alexandre" userId="5df86c4b-e2b3-489b-9c00-1eef9e703c19" providerId="ADAL" clId="{6119D6FA-2335-4462-BA57-03F691092A6C}" dt="2026-01-20T17:13:36.202" v="22253" actId="20577"/>
          <ac:spMkLst>
            <pc:docMk/>
            <pc:sldMk cId="1711388009" sldId="2147480691"/>
            <ac:spMk id="29" creationId="{010C41E0-A9E2-693F-8556-C78B92A4EAA0}"/>
          </ac:spMkLst>
        </pc:spChg>
        <pc:graphicFrameChg chg="modGraphic">
          <ac:chgData name="Almeida, Luis Alexandre" userId="5df86c4b-e2b3-489b-9c00-1eef9e703c19" providerId="ADAL" clId="{6119D6FA-2335-4462-BA57-03F691092A6C}" dt="2026-01-20T17:20:17.666" v="22272" actId="114"/>
          <ac:graphicFrameMkLst>
            <pc:docMk/>
            <pc:sldMk cId="1711388009" sldId="2147480691"/>
            <ac:graphicFrameMk id="4" creationId="{EB4ECD44-64B4-023D-ACB2-05B19B3AD74B}"/>
          </ac:graphicFrameMkLst>
        </pc:graphicFrameChg>
        <pc:graphicFrameChg chg="mod modGraphic">
          <ac:chgData name="Almeida, Luis Alexandre" userId="5df86c4b-e2b3-489b-9c00-1eef9e703c19" providerId="ADAL" clId="{6119D6FA-2335-4462-BA57-03F691092A6C}" dt="2026-01-20T17:20:21.316" v="22273" actId="114"/>
          <ac:graphicFrameMkLst>
            <pc:docMk/>
            <pc:sldMk cId="1711388009" sldId="2147480691"/>
            <ac:graphicFrameMk id="5" creationId="{AE15B6AA-3910-878B-20C2-53EB12786E61}"/>
          </ac:graphicFrameMkLst>
        </pc:graphicFrameChg>
        <pc:graphicFrameChg chg="mod modGraphic">
          <ac:chgData name="Almeida, Luis Alexandre" userId="5df86c4b-e2b3-489b-9c00-1eef9e703c19" providerId="ADAL" clId="{6119D6FA-2335-4462-BA57-03F691092A6C}" dt="2026-01-20T17:20:24.848" v="22274" actId="114"/>
          <ac:graphicFrameMkLst>
            <pc:docMk/>
            <pc:sldMk cId="1711388009" sldId="2147480691"/>
            <ac:graphicFrameMk id="6" creationId="{DDD7EE5E-1987-ED7E-6583-AB90A8E57377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7:13:36.202" v="22253" actId="20577"/>
              <pc2:cmMkLst xmlns:pc2="http://schemas.microsoft.com/office/powerpoint/2019/9/main/command">
                <pc:docMk/>
                <pc:sldMk cId="1711388009" sldId="2147480691"/>
                <pc2:cmMk id="{7F6D30C4-C302-4398-87CD-CCC43AD3394C}"/>
              </pc2:cmMkLst>
            </pc226:cmChg>
          </p:ext>
        </pc:extLst>
      </pc:sldChg>
      <pc:sldChg chg="delSp modSp mod modCm">
        <pc:chgData name="Almeida, Luis Alexandre" userId="5df86c4b-e2b3-489b-9c00-1eef9e703c19" providerId="ADAL" clId="{6119D6FA-2335-4462-BA57-03F691092A6C}" dt="2026-01-20T16:57:02.706" v="21729" actId="20577"/>
        <pc:sldMkLst>
          <pc:docMk/>
          <pc:sldMk cId="274517492" sldId="2147480693"/>
        </pc:sldMkLst>
        <pc:spChg chg="mod">
          <ac:chgData name="Almeida, Luis Alexandre" userId="5df86c4b-e2b3-489b-9c00-1eef9e703c19" providerId="ADAL" clId="{6119D6FA-2335-4462-BA57-03F691092A6C}" dt="2026-01-20T12:49:55.675" v="20789" actId="114"/>
          <ac:spMkLst>
            <pc:docMk/>
            <pc:sldMk cId="274517492" sldId="2147480693"/>
            <ac:spMk id="3" creationId="{10033C11-57C4-6D5D-D043-CC7DDA6F4498}"/>
          </ac:spMkLst>
        </pc:spChg>
        <pc:spChg chg="mod">
          <ac:chgData name="Almeida, Luis Alexandre" userId="5df86c4b-e2b3-489b-9c00-1eef9e703c19" providerId="ADAL" clId="{6119D6FA-2335-4462-BA57-03F691092A6C}" dt="2026-01-20T13:08:20.410" v="20927" actId="12789"/>
          <ac:spMkLst>
            <pc:docMk/>
            <pc:sldMk cId="274517492" sldId="2147480693"/>
            <ac:spMk id="4" creationId="{F2F76C41-C91B-AABC-32B2-416FC0FF6A7D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5" creationId="{6864DA2F-3365-BE96-953C-66F6C90FB64B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6" creationId="{6F5ECB6B-6338-BF1D-A82A-8705AD4ACBC3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1" creationId="{ED549A6D-8588-AE98-92A4-B9C3DF2B9B3B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19" creationId="{DD7D62E8-758F-C992-B43E-63635A21483A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21" creationId="{A1AA004D-A2D9-6509-200B-3ECFE2F03B6A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23" creationId="{81451381-E7D5-0EA0-9318-02B04C05AE4B}"/>
          </ac:spMkLst>
        </pc:spChg>
        <pc:spChg chg="mod">
          <ac:chgData name="Almeida, Luis Alexandre" userId="5df86c4b-e2b3-489b-9c00-1eef9e703c19" providerId="ADAL" clId="{6119D6FA-2335-4462-BA57-03F691092A6C}" dt="2026-01-20T00:40:13.411" v="18731" actId="114"/>
          <ac:spMkLst>
            <pc:docMk/>
            <pc:sldMk cId="274517492" sldId="2147480693"/>
            <ac:spMk id="43" creationId="{27C19C9D-1AB2-9D61-FF4C-1C80F324E6F5}"/>
          </ac:spMkLst>
        </pc:spChg>
        <pc:spChg chg="mod">
          <ac:chgData name="Almeida, Luis Alexandre" userId="5df86c4b-e2b3-489b-9c00-1eef9e703c19" providerId="ADAL" clId="{6119D6FA-2335-4462-BA57-03F691092A6C}" dt="2026-01-20T13:09:16.762" v="20945" actId="20577"/>
          <ac:spMkLst>
            <pc:docMk/>
            <pc:sldMk cId="274517492" sldId="2147480693"/>
            <ac:spMk id="45" creationId="{48D9B72B-25D2-06D0-6019-65FC5F217327}"/>
          </ac:spMkLst>
        </pc:spChg>
        <pc:spChg chg="mod">
          <ac:chgData name="Almeida, Luis Alexandre" userId="5df86c4b-e2b3-489b-9c00-1eef9e703c19" providerId="ADAL" clId="{6119D6FA-2335-4462-BA57-03F691092A6C}" dt="2026-01-20T16:57:02.706" v="21729" actId="20577"/>
          <ac:spMkLst>
            <pc:docMk/>
            <pc:sldMk cId="274517492" sldId="2147480693"/>
            <ac:spMk id="53" creationId="{7C0003E4-5A39-4168-5295-70B109BE459F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128" creationId="{C2926E12-F8C2-50AD-85D6-A5202BAEBA92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129" creationId="{5867F3B7-A0DC-ED0B-8643-A41D6F208C4A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130" creationId="{004210C5-04FB-519C-68D9-95CF09787FF6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35" creationId="{96BF89EB-5C3E-D6FB-E97E-FFFF27084C7D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36" creationId="{E13319A8-895A-C235-1B8F-2B7ABA6DB26F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48" creationId="{66512152-D67C-9670-B3F9-4D0999010A0B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49" creationId="{4F76BAB3-F453-69F3-5021-322153735850}"/>
          </ac:spMkLst>
        </pc:spChg>
        <pc:spChg chg="mod">
          <ac:chgData name="Almeida, Luis Alexandre" userId="5df86c4b-e2b3-489b-9c00-1eef9e703c19" providerId="ADAL" clId="{6119D6FA-2335-4462-BA57-03F691092A6C}" dt="2026-01-20T13:10:18.617" v="20979" actId="20577"/>
          <ac:spMkLst>
            <pc:docMk/>
            <pc:sldMk cId="274517492" sldId="2147480693"/>
            <ac:spMk id="175" creationId="{1D480DDF-5F99-FBCE-78D1-0EC7BC5948B5}"/>
          </ac:spMkLst>
        </pc:spChg>
        <pc:spChg chg="mod">
          <ac:chgData name="Almeida, Luis Alexandre" userId="5df86c4b-e2b3-489b-9c00-1eef9e703c19" providerId="ADAL" clId="{6119D6FA-2335-4462-BA57-03F691092A6C}" dt="2026-01-20T13:11:49.341" v="21056" actId="20577"/>
          <ac:spMkLst>
            <pc:docMk/>
            <pc:sldMk cId="274517492" sldId="2147480693"/>
            <ac:spMk id="176" creationId="{E84C4356-04DF-585C-F9B9-3379265945FC}"/>
          </ac:spMkLst>
        </pc:spChg>
        <pc:spChg chg="mod">
          <ac:chgData name="Almeida, Luis Alexandre" userId="5df86c4b-e2b3-489b-9c00-1eef9e703c19" providerId="ADAL" clId="{6119D6FA-2335-4462-BA57-03F691092A6C}" dt="2026-01-20T13:08:20.410" v="20927" actId="12789"/>
          <ac:spMkLst>
            <pc:docMk/>
            <pc:sldMk cId="274517492" sldId="2147480693"/>
            <ac:spMk id="185" creationId="{2CFDDAF9-4127-9F27-EDB3-712BE77DB83C}"/>
          </ac:spMkLst>
        </pc:spChg>
        <pc:spChg chg="mod">
          <ac:chgData name="Almeida, Luis Alexandre" userId="5df86c4b-e2b3-489b-9c00-1eef9e703c19" providerId="ADAL" clId="{6119D6FA-2335-4462-BA57-03F691092A6C}" dt="2026-01-20T13:08:20.410" v="20927" actId="12789"/>
          <ac:spMkLst>
            <pc:docMk/>
            <pc:sldMk cId="274517492" sldId="2147480693"/>
            <ac:spMk id="187" creationId="{4D07744F-DC8C-ACB3-EB76-4388F6ADE882}"/>
          </ac:spMkLst>
        </pc:spChg>
        <pc:spChg chg="mod">
          <ac:chgData name="Almeida, Luis Alexandre" userId="5df86c4b-e2b3-489b-9c00-1eef9e703c19" providerId="ADAL" clId="{6119D6FA-2335-4462-BA57-03F691092A6C}" dt="2026-01-20T12:56:55.952" v="20815" actId="12789"/>
          <ac:spMkLst>
            <pc:docMk/>
            <pc:sldMk cId="274517492" sldId="2147480693"/>
            <ac:spMk id="190" creationId="{9EBF72E2-CF95-B017-915A-BE9F46661DB3}"/>
          </ac:spMkLst>
        </pc:spChg>
        <pc:spChg chg="mod">
          <ac:chgData name="Almeida, Luis Alexandre" userId="5df86c4b-e2b3-489b-9c00-1eef9e703c19" providerId="ADAL" clId="{6119D6FA-2335-4462-BA57-03F691092A6C}" dt="2026-01-20T12:56:55.952" v="20815" actId="12789"/>
          <ac:spMkLst>
            <pc:docMk/>
            <pc:sldMk cId="274517492" sldId="2147480693"/>
            <ac:spMk id="191" creationId="{674D27F4-AB98-02C6-76BF-C6AF87273C9A}"/>
          </ac:spMkLst>
        </pc:spChg>
        <pc:spChg chg="mod">
          <ac:chgData name="Almeida, Luis Alexandre" userId="5df86c4b-e2b3-489b-9c00-1eef9e703c19" providerId="ADAL" clId="{6119D6FA-2335-4462-BA57-03F691092A6C}" dt="2026-01-20T13:08:48.454" v="20928" actId="120"/>
          <ac:spMkLst>
            <pc:docMk/>
            <pc:sldMk cId="274517492" sldId="2147480693"/>
            <ac:spMk id="192" creationId="{F06B7AA5-7A40-C5E8-DE45-68E369C004F8}"/>
          </ac:spMkLst>
        </pc:spChg>
        <pc:spChg chg="mod">
          <ac:chgData name="Almeida, Luis Alexandre" userId="5df86c4b-e2b3-489b-9c00-1eef9e703c19" providerId="ADAL" clId="{6119D6FA-2335-4462-BA57-03F691092A6C}" dt="2026-01-20T13:08:51.650" v="20929" actId="120"/>
          <ac:spMkLst>
            <pc:docMk/>
            <pc:sldMk cId="274517492" sldId="2147480693"/>
            <ac:spMk id="193" creationId="{81CCCA09-89A1-5712-93A6-09413F245159}"/>
          </ac:spMkLst>
        </pc:spChg>
        <pc:spChg chg="mod">
          <ac:chgData name="Almeida, Luis Alexandre" userId="5df86c4b-e2b3-489b-9c00-1eef9e703c19" providerId="ADAL" clId="{6119D6FA-2335-4462-BA57-03F691092A6C}" dt="2026-01-20T13:08:20.410" v="20927" actId="12789"/>
          <ac:spMkLst>
            <pc:docMk/>
            <pc:sldMk cId="274517492" sldId="2147480693"/>
            <ac:spMk id="194" creationId="{CC2536E2-EEB4-EFC7-DA6A-0A358AC0192C}"/>
          </ac:spMkLst>
        </pc:spChg>
        <pc:spChg chg="mod">
          <ac:chgData name="Almeida, Luis Alexandre" userId="5df86c4b-e2b3-489b-9c00-1eef9e703c19" providerId="ADAL" clId="{6119D6FA-2335-4462-BA57-03F691092A6C}" dt="2026-01-20T12:56:55.952" v="20815" actId="12789"/>
          <ac:spMkLst>
            <pc:docMk/>
            <pc:sldMk cId="274517492" sldId="2147480693"/>
            <ac:spMk id="195" creationId="{F30721A8-2565-004B-898E-E87A9F22C27B}"/>
          </ac:spMkLst>
        </pc:spChg>
        <pc:grpChg chg="mod">
          <ac:chgData name="Almeida, Luis Alexandre" userId="5df86c4b-e2b3-489b-9c00-1eef9e703c19" providerId="ADAL" clId="{6119D6FA-2335-4462-BA57-03F691092A6C}" dt="2026-01-20T13:08:20.410" v="20927" actId="12789"/>
          <ac:grpSpMkLst>
            <pc:docMk/>
            <pc:sldMk cId="274517492" sldId="2147480693"/>
            <ac:grpSpMk id="8" creationId="{512CA554-6449-2726-6D97-D570824B6244}"/>
          </ac:grpSpMkLst>
        </pc:grpChg>
        <pc:grpChg chg="mod">
          <ac:chgData name="Almeida, Luis Alexandre" userId="5df86c4b-e2b3-489b-9c00-1eef9e703c19" providerId="ADAL" clId="{6119D6FA-2335-4462-BA57-03F691092A6C}" dt="2026-01-20T13:08:20.410" v="20927" actId="12789"/>
          <ac:grpSpMkLst>
            <pc:docMk/>
            <pc:sldMk cId="274517492" sldId="2147480693"/>
            <ac:grpSpMk id="14" creationId="{C845D7C1-FE81-05A9-F237-C03593F3C034}"/>
          </ac:grpSpMkLst>
        </pc:grpChg>
        <pc:grpChg chg="mod">
          <ac:chgData name="Almeida, Luis Alexandre" userId="5df86c4b-e2b3-489b-9c00-1eef9e703c19" providerId="ADAL" clId="{6119D6FA-2335-4462-BA57-03F691092A6C}" dt="2026-01-20T13:08:20.410" v="20927" actId="12789"/>
          <ac:grpSpMkLst>
            <pc:docMk/>
            <pc:sldMk cId="274517492" sldId="2147480693"/>
            <ac:grpSpMk id="40" creationId="{790595D9-48C9-DB59-B2BA-C938068A969A}"/>
          </ac:grpSpMkLst>
        </pc:grpChg>
        <pc:picChg chg="mod">
          <ac:chgData name="Almeida, Luis Alexandre" userId="5df86c4b-e2b3-489b-9c00-1eef9e703c19" providerId="ADAL" clId="{6119D6FA-2335-4462-BA57-03F691092A6C}" dt="2026-01-20T12:57:03.486" v="20816" actId="12789"/>
          <ac:picMkLst>
            <pc:docMk/>
            <pc:sldMk cId="274517492" sldId="2147480693"/>
            <ac:picMk id="131" creationId="{7DEAEDEC-F3B7-F664-E305-DA7B1F7F8253}"/>
          </ac:picMkLst>
        </pc:picChg>
        <pc:picChg chg="mod">
          <ac:chgData name="Almeida, Luis Alexandre" userId="5df86c4b-e2b3-489b-9c00-1eef9e703c19" providerId="ADAL" clId="{6119D6FA-2335-4462-BA57-03F691092A6C}" dt="2026-01-20T12:57:10.418" v="20817" actId="12789"/>
          <ac:picMkLst>
            <pc:docMk/>
            <pc:sldMk cId="274517492" sldId="2147480693"/>
            <ac:picMk id="138" creationId="{72DBE1D9-C433-3C06-5EF0-83C62A40D2B3}"/>
          </ac:picMkLst>
        </pc:picChg>
        <pc:picChg chg="mod">
          <ac:chgData name="Almeida, Luis Alexandre" userId="5df86c4b-e2b3-489b-9c00-1eef9e703c19" providerId="ADAL" clId="{6119D6FA-2335-4462-BA57-03F691092A6C}" dt="2026-01-20T13:08:20.410" v="20927" actId="12789"/>
          <ac:picMkLst>
            <pc:docMk/>
            <pc:sldMk cId="274517492" sldId="2147480693"/>
            <ac:picMk id="184" creationId="{0BCFCDAC-4766-7BD9-310F-B7AFC6DBEE3D}"/>
          </ac:picMkLst>
        </pc:picChg>
        <pc:picChg chg="mod">
          <ac:chgData name="Almeida, Luis Alexandre" userId="5df86c4b-e2b3-489b-9c00-1eef9e703c19" providerId="ADAL" clId="{6119D6FA-2335-4462-BA57-03F691092A6C}" dt="2026-01-20T12:56:55.952" v="20815" actId="12789"/>
          <ac:picMkLst>
            <pc:docMk/>
            <pc:sldMk cId="274517492" sldId="2147480693"/>
            <ac:picMk id="189" creationId="{0F096E35-8018-3D2B-6550-F0B068E7312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2:55:11.476" v="20814" actId="20577"/>
              <pc2:cmMkLst xmlns:pc2="http://schemas.microsoft.com/office/powerpoint/2019/9/main/command">
                <pc:docMk/>
                <pc:sldMk cId="274517492" sldId="2147480693"/>
                <pc2:cmMk id="{686A09C9-1A4D-47A5-B203-94777E05C573}"/>
              </pc2:cmMkLst>
            </pc226:cmChg>
          </p:ext>
        </pc:extLst>
      </pc:sldChg>
      <pc:sldChg chg="modSp mod">
        <pc:chgData name="Almeida, Luis Alexandre" userId="5df86c4b-e2b3-489b-9c00-1eef9e703c19" providerId="ADAL" clId="{6119D6FA-2335-4462-BA57-03F691092A6C}" dt="2026-01-20T17:22:51.736" v="22298" actId="947"/>
        <pc:sldMkLst>
          <pc:docMk/>
          <pc:sldMk cId="3653993616" sldId="2147480701"/>
        </pc:sldMkLst>
        <pc:spChg chg="mod">
          <ac:chgData name="Almeida, Luis Alexandre" userId="5df86c4b-e2b3-489b-9c00-1eef9e703c19" providerId="ADAL" clId="{6119D6FA-2335-4462-BA57-03F691092A6C}" dt="2026-01-20T17:20:55.873" v="22290" actId="20577"/>
          <ac:spMkLst>
            <pc:docMk/>
            <pc:sldMk cId="3653993616" sldId="2147480701"/>
            <ac:spMk id="3" creationId="{C7C3A879-7E3B-A464-9E07-7ACC333987E5}"/>
          </ac:spMkLst>
        </pc:spChg>
        <pc:spChg chg="mod">
          <ac:chgData name="Almeida, Luis Alexandre" userId="5df86c4b-e2b3-489b-9c00-1eef9e703c19" providerId="ADAL" clId="{6119D6FA-2335-4462-BA57-03F691092A6C}" dt="2026-01-20T17:01:06.178" v="21842" actId="20577"/>
          <ac:spMkLst>
            <pc:docMk/>
            <pc:sldMk cId="3653993616" sldId="2147480701"/>
            <ac:spMk id="33" creationId="{3E301FDF-C1EB-19CE-99C0-E6B45C3BBE48}"/>
          </ac:spMkLst>
        </pc:spChg>
        <pc:graphicFrameChg chg="modGraphic">
          <ac:chgData name="Almeida, Luis Alexandre" userId="5df86c4b-e2b3-489b-9c00-1eef9e703c19" providerId="ADAL" clId="{6119D6FA-2335-4462-BA57-03F691092A6C}" dt="2026-01-20T17:22:27.240" v="22295" actId="947"/>
          <ac:graphicFrameMkLst>
            <pc:docMk/>
            <pc:sldMk cId="3653993616" sldId="2147480701"/>
            <ac:graphicFrameMk id="2" creationId="{5608606F-08B8-0D3D-93B8-191EC8754464}"/>
          </ac:graphicFrameMkLst>
        </pc:graphicFrameChg>
        <pc:graphicFrameChg chg="mod modGraphic">
          <ac:chgData name="Almeida, Luis Alexandre" userId="5df86c4b-e2b3-489b-9c00-1eef9e703c19" providerId="ADAL" clId="{6119D6FA-2335-4462-BA57-03F691092A6C}" dt="2026-01-20T17:22:51.736" v="22298" actId="947"/>
          <ac:graphicFrameMkLst>
            <pc:docMk/>
            <pc:sldMk cId="3653993616" sldId="2147480701"/>
            <ac:graphicFrameMk id="4" creationId="{B75C1B47-083A-E4AF-2945-1E68CB6A8D6E}"/>
          </ac:graphicFrameMkLst>
        </pc:graphicFrameChg>
      </pc:sldChg>
      <pc:sldChg chg="addSp delSp modSp mod modCm">
        <pc:chgData name="Almeida, Luis Alexandre" userId="5df86c4b-e2b3-489b-9c00-1eef9e703c19" providerId="ADAL" clId="{6119D6FA-2335-4462-BA57-03F691092A6C}" dt="2026-01-27T22:53:51.959" v="22388" actId="20577"/>
        <pc:sldMkLst>
          <pc:docMk/>
          <pc:sldMk cId="1204584262" sldId="2147480704"/>
        </pc:sldMkLst>
        <pc:spChg chg="mod">
          <ac:chgData name="Almeida, Luis Alexandre" userId="5df86c4b-e2b3-489b-9c00-1eef9e703c19" providerId="ADAL" clId="{6119D6FA-2335-4462-BA57-03F691092A6C}" dt="2026-01-20T12:08:59.257" v="19990" actId="114"/>
          <ac:spMkLst>
            <pc:docMk/>
            <pc:sldMk cId="1204584262" sldId="2147480704"/>
            <ac:spMk id="2" creationId="{725D4369-5089-19B2-3DC5-1922BD1ADDAB}"/>
          </ac:spMkLst>
        </pc:spChg>
        <pc:spChg chg="add mod">
          <ac:chgData name="Almeida, Luis Alexandre" userId="5df86c4b-e2b3-489b-9c00-1eef9e703c19" providerId="ADAL" clId="{6119D6FA-2335-4462-BA57-03F691092A6C}" dt="2026-01-20T12:11:32.569" v="20164" actId="114"/>
          <ac:spMkLst>
            <pc:docMk/>
            <pc:sldMk cId="1204584262" sldId="2147480704"/>
            <ac:spMk id="3" creationId="{004C6E9A-4DF2-FFD1-0A47-042D5457BD60}"/>
          </ac:spMkLst>
        </pc:spChg>
        <pc:spChg chg="mod">
          <ac:chgData name="Almeida, Luis Alexandre" userId="5df86c4b-e2b3-489b-9c00-1eef9e703c19" providerId="ADAL" clId="{6119D6FA-2335-4462-BA57-03F691092A6C}" dt="2026-01-27T22:53:51.959" v="22388" actId="20577"/>
          <ac:spMkLst>
            <pc:docMk/>
            <pc:sldMk cId="1204584262" sldId="2147480704"/>
            <ac:spMk id="26" creationId="{0F5DA29A-B8CF-79FC-E59D-B00C16A29941}"/>
          </ac:spMkLst>
        </pc:spChg>
        <pc:graphicFrameChg chg="mod">
          <ac:chgData name="Almeida, Luis Alexandre" userId="5df86c4b-e2b3-489b-9c00-1eef9e703c19" providerId="ADAL" clId="{6119D6FA-2335-4462-BA57-03F691092A6C}" dt="2026-01-20T12:06:50.106" v="19985" actId="114"/>
          <ac:graphicFrameMkLst>
            <pc:docMk/>
            <pc:sldMk cId="1204584262" sldId="2147480704"/>
            <ac:graphicFrameMk id="23" creationId="{7D700C98-6125-1FDB-F8F5-1D8559486737}"/>
          </ac:graphicFrameMkLst>
        </pc:graphicFrameChg>
        <pc:graphicFrameChg chg="mod">
          <ac:chgData name="Almeida, Luis Alexandre" userId="5df86c4b-e2b3-489b-9c00-1eef9e703c19" providerId="ADAL" clId="{6119D6FA-2335-4462-BA57-03F691092A6C}" dt="2026-01-20T12:06:53.228" v="19986" actId="114"/>
          <ac:graphicFrameMkLst>
            <pc:docMk/>
            <pc:sldMk cId="1204584262" sldId="2147480704"/>
            <ac:graphicFrameMk id="24" creationId="{1E610AAF-1336-F446-FD4F-71A428ECD739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2:05:54.751" v="19984" actId="20577"/>
              <pc2:cmMkLst xmlns:pc2="http://schemas.microsoft.com/office/powerpoint/2019/9/main/command">
                <pc:docMk/>
                <pc:sldMk cId="1204584262" sldId="2147480704"/>
                <pc2:cmMk id="{6133CCA2-3600-420F-8469-9EC16E1F4098}"/>
              </pc2:cmMkLst>
            </pc226:cmChg>
          </p:ext>
        </pc:extLst>
      </pc:sldChg>
      <pc:sldChg chg="addSp delSp modSp add mod">
        <pc:chgData name="Almeida, Luis Alexandre" userId="5df86c4b-e2b3-489b-9c00-1eef9e703c19" providerId="ADAL" clId="{6119D6FA-2335-4462-BA57-03F691092A6C}" dt="2026-01-20T12:48:07.614" v="20769" actId="20577"/>
        <pc:sldMkLst>
          <pc:docMk/>
          <pc:sldMk cId="1757529289" sldId="2147480705"/>
        </pc:sldMkLst>
        <pc:spChg chg="mod">
          <ac:chgData name="Almeida, Luis Alexandre" userId="5df86c4b-e2b3-489b-9c00-1eef9e703c19" providerId="ADAL" clId="{6119D6FA-2335-4462-BA57-03F691092A6C}" dt="2026-01-20T10:21:45.384" v="19605" actId="20577"/>
          <ac:spMkLst>
            <pc:docMk/>
            <pc:sldMk cId="1757529289" sldId="2147480705"/>
            <ac:spMk id="2" creationId="{58113C39-3007-DE7F-478B-67FD1A332CA7}"/>
          </ac:spMkLst>
        </pc:spChg>
        <pc:spChg chg="add mod">
          <ac:chgData name="Almeida, Luis Alexandre" userId="5df86c4b-e2b3-489b-9c00-1eef9e703c19" providerId="ADAL" clId="{6119D6FA-2335-4462-BA57-03F691092A6C}" dt="2026-01-20T10:22:23.292" v="19622" actId="20577"/>
          <ac:spMkLst>
            <pc:docMk/>
            <pc:sldMk cId="1757529289" sldId="2147480705"/>
            <ac:spMk id="5" creationId="{6A439CD1-6861-C4C5-29B1-E383D072729F}"/>
          </ac:spMkLst>
        </pc:spChg>
        <pc:spChg chg="add mod">
          <ac:chgData name="Almeida, Luis Alexandre" userId="5df86c4b-e2b3-489b-9c00-1eef9e703c19" providerId="ADAL" clId="{6119D6FA-2335-4462-BA57-03F691092A6C}" dt="2026-01-20T12:48:07.614" v="20769" actId="20577"/>
          <ac:spMkLst>
            <pc:docMk/>
            <pc:sldMk cId="1757529289" sldId="2147480705"/>
            <ac:spMk id="6" creationId="{C1D49489-0B6A-6537-B7F0-C7A4F8C145C5}"/>
          </ac:spMkLst>
        </pc:spChg>
        <pc:spChg chg="add mod">
          <ac:chgData name="Almeida, Luis Alexandre" userId="5df86c4b-e2b3-489b-9c00-1eef9e703c19" providerId="ADAL" clId="{6119D6FA-2335-4462-BA57-03F691092A6C}" dt="2026-01-20T11:44:57.682" v="19924" actId="1038"/>
          <ac:spMkLst>
            <pc:docMk/>
            <pc:sldMk cId="1757529289" sldId="2147480705"/>
            <ac:spMk id="10" creationId="{23E1155C-73A7-D690-DA72-B41F794A93B8}"/>
          </ac:spMkLst>
        </pc:spChg>
        <pc:spChg chg="add mod">
          <ac:chgData name="Almeida, Luis Alexandre" userId="5df86c4b-e2b3-489b-9c00-1eef9e703c19" providerId="ADAL" clId="{6119D6FA-2335-4462-BA57-03F691092A6C}" dt="2026-01-20T11:44:33.530" v="19921" actId="14100"/>
          <ac:spMkLst>
            <pc:docMk/>
            <pc:sldMk cId="1757529289" sldId="2147480705"/>
            <ac:spMk id="25" creationId="{CB046B0B-432D-013E-8BB3-9AEC487AA2F4}"/>
          </ac:spMkLst>
        </pc:spChg>
        <pc:spChg chg="add mod">
          <ac:chgData name="Almeida, Luis Alexandre" userId="5df86c4b-e2b3-489b-9c00-1eef9e703c19" providerId="ADAL" clId="{6119D6FA-2335-4462-BA57-03F691092A6C}" dt="2026-01-20T11:44:33.530" v="19921" actId="14100"/>
          <ac:spMkLst>
            <pc:docMk/>
            <pc:sldMk cId="1757529289" sldId="2147480705"/>
            <ac:spMk id="26" creationId="{04DCE479-DB64-DDC2-3E88-339A2E716C58}"/>
          </ac:spMkLst>
        </pc:spChg>
        <pc:spChg chg="add mod">
          <ac:chgData name="Almeida, Luis Alexandre" userId="5df86c4b-e2b3-489b-9c00-1eef9e703c19" providerId="ADAL" clId="{6119D6FA-2335-4462-BA57-03F691092A6C}" dt="2026-01-20T11:44:57.682" v="19924" actId="1038"/>
          <ac:spMkLst>
            <pc:docMk/>
            <pc:sldMk cId="1757529289" sldId="2147480705"/>
            <ac:spMk id="27" creationId="{B08A408E-0510-B967-653F-2FCD3CDC676E}"/>
          </ac:spMkLst>
        </pc:spChg>
        <pc:spChg chg="add mod">
          <ac:chgData name="Almeida, Luis Alexandre" userId="5df86c4b-e2b3-489b-9c00-1eef9e703c19" providerId="ADAL" clId="{6119D6FA-2335-4462-BA57-03F691092A6C}" dt="2026-01-20T11:44:57.682" v="19924" actId="1038"/>
          <ac:spMkLst>
            <pc:docMk/>
            <pc:sldMk cId="1757529289" sldId="2147480705"/>
            <ac:spMk id="28" creationId="{1D43820E-60CD-8954-75EA-758C0D28B1F4}"/>
          </ac:spMkLst>
        </pc:spChg>
        <pc:spChg chg="add mod">
          <ac:chgData name="Almeida, Luis Alexandre" userId="5df86c4b-e2b3-489b-9c00-1eef9e703c19" providerId="ADAL" clId="{6119D6FA-2335-4462-BA57-03F691092A6C}" dt="2026-01-20T11:38:19.050" v="19655" actId="552"/>
          <ac:spMkLst>
            <pc:docMk/>
            <pc:sldMk cId="1757529289" sldId="2147480705"/>
            <ac:spMk id="29" creationId="{A322C2D7-FA2A-5690-C725-41EF99EC2E94}"/>
          </ac:spMkLst>
        </pc:spChg>
        <pc:spChg chg="add mod">
          <ac:chgData name="Almeida, Luis Alexandre" userId="5df86c4b-e2b3-489b-9c00-1eef9e703c19" providerId="ADAL" clId="{6119D6FA-2335-4462-BA57-03F691092A6C}" dt="2026-01-20T11:39:57.747" v="19680" actId="20577"/>
          <ac:spMkLst>
            <pc:docMk/>
            <pc:sldMk cId="1757529289" sldId="2147480705"/>
            <ac:spMk id="31" creationId="{BDAB0408-4136-6DDA-6584-B22E152963C1}"/>
          </ac:spMkLst>
        </pc:spChg>
        <pc:spChg chg="add mod">
          <ac:chgData name="Almeida, Luis Alexandre" userId="5df86c4b-e2b3-489b-9c00-1eef9e703c19" providerId="ADAL" clId="{6119D6FA-2335-4462-BA57-03F691092A6C}" dt="2026-01-20T11:45:29.255" v="19942" actId="20577"/>
          <ac:spMkLst>
            <pc:docMk/>
            <pc:sldMk cId="1757529289" sldId="2147480705"/>
            <ac:spMk id="33" creationId="{F831D9C9-8266-D23B-3824-5F616AD7A4FA}"/>
          </ac:spMkLst>
        </pc:spChg>
        <pc:spChg chg="add mod">
          <ac:chgData name="Almeida, Luis Alexandre" userId="5df86c4b-e2b3-489b-9c00-1eef9e703c19" providerId="ADAL" clId="{6119D6FA-2335-4462-BA57-03F691092A6C}" dt="2026-01-20T11:45:42.145" v="19945" actId="1076"/>
          <ac:spMkLst>
            <pc:docMk/>
            <pc:sldMk cId="1757529289" sldId="2147480705"/>
            <ac:spMk id="34" creationId="{9965E5B4-A11E-5159-428B-C91A94836974}"/>
          </ac:spMkLst>
        </pc:spChg>
        <pc:picChg chg="add mod">
          <ac:chgData name="Almeida, Luis Alexandre" userId="5df86c4b-e2b3-489b-9c00-1eef9e703c19" providerId="ADAL" clId="{6119D6FA-2335-4462-BA57-03F691092A6C}" dt="2026-01-20T11:45:06.929" v="19938" actId="1037"/>
          <ac:picMkLst>
            <pc:docMk/>
            <pc:sldMk cId="1757529289" sldId="2147480705"/>
            <ac:picMk id="15" creationId="{AC2014ED-DAF3-361C-15EA-FA474E20A28B}"/>
          </ac:picMkLst>
        </pc:picChg>
        <pc:picChg chg="add mod">
          <ac:chgData name="Almeida, Luis Alexandre" userId="5df86c4b-e2b3-489b-9c00-1eef9e703c19" providerId="ADAL" clId="{6119D6FA-2335-4462-BA57-03F691092A6C}" dt="2026-01-20T11:45:06.929" v="19938" actId="1037"/>
          <ac:picMkLst>
            <pc:docMk/>
            <pc:sldMk cId="1757529289" sldId="2147480705"/>
            <ac:picMk id="22" creationId="{C81957E1-D89D-3A21-782C-E101E91DA96B}"/>
          </ac:picMkLst>
        </pc:picChg>
        <pc:picChg chg="add mod">
          <ac:chgData name="Almeida, Luis Alexandre" userId="5df86c4b-e2b3-489b-9c00-1eef9e703c19" providerId="ADAL" clId="{6119D6FA-2335-4462-BA57-03F691092A6C}" dt="2026-01-20T11:45:06.929" v="19938" actId="1037"/>
          <ac:picMkLst>
            <pc:docMk/>
            <pc:sldMk cId="1757529289" sldId="2147480705"/>
            <ac:picMk id="23" creationId="{19769171-0261-DF25-A196-E5C31051DE4F}"/>
          </ac:picMkLst>
        </pc:picChg>
        <pc:picChg chg="mod">
          <ac:chgData name="Almeida, Luis Alexandre" userId="5df86c4b-e2b3-489b-9c00-1eef9e703c19" providerId="ADAL" clId="{6119D6FA-2335-4462-BA57-03F691092A6C}" dt="2026-01-20T11:45:06.929" v="19938" actId="1037"/>
          <ac:picMkLst>
            <pc:docMk/>
            <pc:sldMk cId="1757529289" sldId="2147480705"/>
            <ac:picMk id="24" creationId="{490953D7-222E-CA92-7DD5-9D6FC5832174}"/>
          </ac:picMkLst>
        </pc:picChg>
      </pc:sldChg>
      <pc:sldChg chg="delSp modSp mod">
        <pc:chgData name="Almeida, Luis Alexandre" userId="5df86c4b-e2b3-489b-9c00-1eef9e703c19" providerId="ADAL" clId="{6119D6FA-2335-4462-BA57-03F691092A6C}" dt="2026-01-20T16:54:54.395" v="21695" actId="114"/>
        <pc:sldMkLst>
          <pc:docMk/>
          <pc:sldMk cId="930941865" sldId="2147480706"/>
        </pc:sldMkLst>
        <pc:spChg chg="mod">
          <ac:chgData name="Almeida, Luis Alexandre" userId="5df86c4b-e2b3-489b-9c00-1eef9e703c19" providerId="ADAL" clId="{6119D6FA-2335-4462-BA57-03F691092A6C}" dt="2026-01-20T14:45:50.993" v="21365" actId="20577"/>
          <ac:spMkLst>
            <pc:docMk/>
            <pc:sldMk cId="930941865" sldId="2147480706"/>
            <ac:spMk id="3" creationId="{42F827A8-E02C-EFD8-FE59-8260921C4654}"/>
          </ac:spMkLst>
        </pc:spChg>
        <pc:spChg chg="mod">
          <ac:chgData name="Almeida, Luis Alexandre" userId="5df86c4b-e2b3-489b-9c00-1eef9e703c19" providerId="ADAL" clId="{6119D6FA-2335-4462-BA57-03F691092A6C}" dt="2026-01-20T14:46:10.680" v="21367" actId="403"/>
          <ac:spMkLst>
            <pc:docMk/>
            <pc:sldMk cId="930941865" sldId="2147480706"/>
            <ac:spMk id="5" creationId="{85FEE4B1-F916-064E-0D8C-B3B4779C410E}"/>
          </ac:spMkLst>
        </pc:spChg>
        <pc:spChg chg="mod">
          <ac:chgData name="Almeida, Luis Alexandre" userId="5df86c4b-e2b3-489b-9c00-1eef9e703c19" providerId="ADAL" clId="{6119D6FA-2335-4462-BA57-03F691092A6C}" dt="2026-01-20T14:46:20.155" v="21388" actId="1036"/>
          <ac:spMkLst>
            <pc:docMk/>
            <pc:sldMk cId="930941865" sldId="2147480706"/>
            <ac:spMk id="6" creationId="{280B75D5-AB87-B09C-5279-17CAFFD130D6}"/>
          </ac:spMkLst>
        </pc:spChg>
        <pc:spChg chg="mod">
          <ac:chgData name="Almeida, Luis Alexandre" userId="5df86c4b-e2b3-489b-9c00-1eef9e703c19" providerId="ADAL" clId="{6119D6FA-2335-4462-BA57-03F691092A6C}" dt="2026-01-20T14:46:20.155" v="21388" actId="1036"/>
          <ac:spMkLst>
            <pc:docMk/>
            <pc:sldMk cId="930941865" sldId="2147480706"/>
            <ac:spMk id="7" creationId="{CEA2C37C-55C3-1346-3771-680A4D274AFB}"/>
          </ac:spMkLst>
        </pc:spChg>
        <pc:spChg chg="mod">
          <ac:chgData name="Almeida, Luis Alexandre" userId="5df86c4b-e2b3-489b-9c00-1eef9e703c19" providerId="ADAL" clId="{6119D6FA-2335-4462-BA57-03F691092A6C}" dt="2026-01-20T14:46:20.155" v="21388" actId="1036"/>
          <ac:spMkLst>
            <pc:docMk/>
            <pc:sldMk cId="930941865" sldId="2147480706"/>
            <ac:spMk id="8" creationId="{2B96AC0A-D081-913B-C6A5-E13106695501}"/>
          </ac:spMkLst>
        </pc:spChg>
        <pc:spChg chg="mod">
          <ac:chgData name="Almeida, Luis Alexandre" userId="5df86c4b-e2b3-489b-9c00-1eef9e703c19" providerId="ADAL" clId="{6119D6FA-2335-4462-BA57-03F691092A6C}" dt="2026-01-20T16:54:54.395" v="21695" actId="114"/>
          <ac:spMkLst>
            <pc:docMk/>
            <pc:sldMk cId="930941865" sldId="2147480706"/>
            <ac:spMk id="10" creationId="{69AF86C0-A9AC-0863-49BC-27328AC4B1E9}"/>
          </ac:spMkLst>
        </pc:spChg>
        <pc:spChg chg="mod">
          <ac:chgData name="Almeida, Luis Alexandre" userId="5df86c4b-e2b3-489b-9c00-1eef9e703c19" providerId="ADAL" clId="{6119D6FA-2335-4462-BA57-03F691092A6C}" dt="2026-01-20T14:46:31.727" v="21407" actId="108"/>
          <ac:spMkLst>
            <pc:docMk/>
            <pc:sldMk cId="930941865" sldId="2147480706"/>
            <ac:spMk id="15" creationId="{1B8BB258-426D-C037-038F-B5BB061230C3}"/>
          </ac:spMkLst>
        </pc:spChg>
        <pc:graphicFrameChg chg="mod modGraphic">
          <ac:chgData name="Almeida, Luis Alexandre" userId="5df86c4b-e2b3-489b-9c00-1eef9e703c19" providerId="ADAL" clId="{6119D6FA-2335-4462-BA57-03F691092A6C}" dt="2026-01-20T14:47:34.994" v="21408" actId="947"/>
          <ac:graphicFrameMkLst>
            <pc:docMk/>
            <pc:sldMk cId="930941865" sldId="2147480706"/>
            <ac:graphicFrameMk id="12" creationId="{CD7CDCC1-B729-3D09-701A-E5DC990562CE}"/>
          </ac:graphicFrameMkLst>
        </pc:graphicFrameChg>
      </pc:sldChg>
      <pc:sldChg chg="delSp modSp mod">
        <pc:chgData name="Almeida, Luis Alexandre" userId="5df86c4b-e2b3-489b-9c00-1eef9e703c19" providerId="ADAL" clId="{6119D6FA-2335-4462-BA57-03F691092A6C}" dt="2026-01-20T12:32:29.296" v="20470" actId="20577"/>
        <pc:sldMkLst>
          <pc:docMk/>
          <pc:sldMk cId="934723812" sldId="2147480708"/>
        </pc:sldMkLst>
        <pc:spChg chg="mod">
          <ac:chgData name="Almeida, Luis Alexandre" userId="5df86c4b-e2b3-489b-9c00-1eef9e703c19" providerId="ADAL" clId="{6119D6FA-2335-4462-BA57-03F691092A6C}" dt="2026-01-20T12:28:46.400" v="20428" actId="20577"/>
          <ac:spMkLst>
            <pc:docMk/>
            <pc:sldMk cId="934723812" sldId="2147480708"/>
            <ac:spMk id="2" creationId="{3993B481-E528-978B-EFA4-45286A16CE78}"/>
          </ac:spMkLst>
        </pc:spChg>
        <pc:spChg chg="mod">
          <ac:chgData name="Almeida, Luis Alexandre" userId="5df86c4b-e2b3-489b-9c00-1eef9e703c19" providerId="ADAL" clId="{6119D6FA-2335-4462-BA57-03F691092A6C}" dt="2026-01-20T12:32:29.296" v="20470" actId="20577"/>
          <ac:spMkLst>
            <pc:docMk/>
            <pc:sldMk cId="934723812" sldId="2147480708"/>
            <ac:spMk id="5" creationId="{CDF04427-AB65-D64E-E253-DDA4D7A41041}"/>
          </ac:spMkLst>
        </pc:spChg>
        <pc:spChg chg="mod">
          <ac:chgData name="Almeida, Luis Alexandre" userId="5df86c4b-e2b3-489b-9c00-1eef9e703c19" providerId="ADAL" clId="{6119D6FA-2335-4462-BA57-03F691092A6C}" dt="2026-01-20T12:25:04.784" v="20335" actId="408"/>
          <ac:spMkLst>
            <pc:docMk/>
            <pc:sldMk cId="934723812" sldId="2147480708"/>
            <ac:spMk id="25" creationId="{B4ED9B59-A201-1294-06E6-F2AEC8DD0359}"/>
          </ac:spMkLst>
        </pc:spChg>
        <pc:spChg chg="mod">
          <ac:chgData name="Almeida, Luis Alexandre" userId="5df86c4b-e2b3-489b-9c00-1eef9e703c19" providerId="ADAL" clId="{6119D6FA-2335-4462-BA57-03F691092A6C}" dt="2026-01-20T12:25:10.873" v="20336" actId="408"/>
          <ac:spMkLst>
            <pc:docMk/>
            <pc:sldMk cId="934723812" sldId="2147480708"/>
            <ac:spMk id="26" creationId="{7C52EBBE-2A85-D194-F12D-478C743CCCB1}"/>
          </ac:spMkLst>
        </pc:spChg>
      </pc:sldChg>
      <pc:sldChg chg="delSp modSp mod">
        <pc:chgData name="Almeida, Luis Alexandre" userId="5df86c4b-e2b3-489b-9c00-1eef9e703c19" providerId="ADAL" clId="{6119D6FA-2335-4462-BA57-03F691092A6C}" dt="2026-01-20T16:57:28.121" v="21735" actId="114"/>
        <pc:sldMkLst>
          <pc:docMk/>
          <pc:sldMk cId="1906533855" sldId="2147480709"/>
        </pc:sldMkLst>
        <pc:spChg chg="mod">
          <ac:chgData name="Almeida, Luis Alexandre" userId="5df86c4b-e2b3-489b-9c00-1eef9e703c19" providerId="ADAL" clId="{6119D6FA-2335-4462-BA57-03F691092A6C}" dt="2026-01-20T16:53:23.361" v="21684" actId="20577"/>
          <ac:spMkLst>
            <pc:docMk/>
            <pc:sldMk cId="1906533855" sldId="2147480709"/>
            <ac:spMk id="3" creationId="{193DEACE-68C2-A179-C986-59323C060DDE}"/>
          </ac:spMkLst>
        </pc:spChg>
        <pc:spChg chg="mod">
          <ac:chgData name="Almeida, Luis Alexandre" userId="5df86c4b-e2b3-489b-9c00-1eef9e703c19" providerId="ADAL" clId="{6119D6FA-2335-4462-BA57-03F691092A6C}" dt="2026-01-20T16:57:28.121" v="21735" actId="114"/>
          <ac:spMkLst>
            <pc:docMk/>
            <pc:sldMk cId="1906533855" sldId="2147480709"/>
            <ac:spMk id="10" creationId="{D5FAAF96-3047-40EC-0BBC-A12CE69FDD53}"/>
          </ac:spMkLst>
        </pc:spChg>
        <pc:spChg chg="mod">
          <ac:chgData name="Almeida, Luis Alexandre" userId="5df86c4b-e2b3-489b-9c00-1eef9e703c19" providerId="ADAL" clId="{6119D6FA-2335-4462-BA57-03F691092A6C}" dt="2026-01-20T16:56:08.277" v="21713" actId="114"/>
          <ac:spMkLst>
            <pc:docMk/>
            <pc:sldMk cId="1906533855" sldId="2147480709"/>
            <ac:spMk id="33" creationId="{457F1C79-13A0-5F3F-A8F0-1D9EA7609A94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6:43.056" v="21724" actId="114"/>
        <pc:sldMkLst>
          <pc:docMk/>
          <pc:sldMk cId="4005636866" sldId="2147480710"/>
        </pc:sldMkLst>
        <pc:spChg chg="mod">
          <ac:chgData name="Almeida, Luis Alexandre" userId="5df86c4b-e2b3-489b-9c00-1eef9e703c19" providerId="ADAL" clId="{6119D6FA-2335-4462-BA57-03F691092A6C}" dt="2026-01-20T16:56:43.056" v="21724" actId="114"/>
          <ac:spMkLst>
            <pc:docMk/>
            <pc:sldMk cId="4005636866" sldId="2147480710"/>
            <ac:spMk id="37" creationId="{D5AD73BC-9578-CDBB-2902-204C0D60952C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7:17.253" v="21732" actId="20577"/>
        <pc:sldMkLst>
          <pc:docMk/>
          <pc:sldMk cId="4146962192" sldId="2147480711"/>
        </pc:sldMkLst>
        <pc:spChg chg="mod">
          <ac:chgData name="Almeida, Luis Alexandre" userId="5df86c4b-e2b3-489b-9c00-1eef9e703c19" providerId="ADAL" clId="{6119D6FA-2335-4462-BA57-03F691092A6C}" dt="2026-01-20T16:57:17.253" v="21732" actId="20577"/>
          <ac:spMkLst>
            <pc:docMk/>
            <pc:sldMk cId="4146962192" sldId="2147480711"/>
            <ac:spMk id="37" creationId="{509CABC7-F11B-9700-02D6-45723A862D21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6:52.311" v="21728" actId="114"/>
        <pc:sldMkLst>
          <pc:docMk/>
          <pc:sldMk cId="2021917803" sldId="2147480712"/>
        </pc:sldMkLst>
        <pc:spChg chg="mod">
          <ac:chgData name="Almeida, Luis Alexandre" userId="5df86c4b-e2b3-489b-9c00-1eef9e703c19" providerId="ADAL" clId="{6119D6FA-2335-4462-BA57-03F691092A6C}" dt="2026-01-20T16:56:52.311" v="21728" actId="114"/>
          <ac:spMkLst>
            <pc:docMk/>
            <pc:sldMk cId="2021917803" sldId="2147480712"/>
            <ac:spMk id="37" creationId="{15BD42BB-0BEE-60BA-6892-E8BC7AC889E7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7:37.315" v="21738" actId="114"/>
        <pc:sldMkLst>
          <pc:docMk/>
          <pc:sldMk cId="4109187273" sldId="2147480713"/>
        </pc:sldMkLst>
        <pc:spChg chg="mod">
          <ac:chgData name="Almeida, Luis Alexandre" userId="5df86c4b-e2b3-489b-9c00-1eef9e703c19" providerId="ADAL" clId="{6119D6FA-2335-4462-BA57-03F691092A6C}" dt="2026-01-20T16:57:37.315" v="21738" actId="114"/>
          <ac:spMkLst>
            <pc:docMk/>
            <pc:sldMk cId="4109187273" sldId="2147480713"/>
            <ac:spMk id="37" creationId="{DDA02589-7D56-A5A2-19CA-51D715F19012}"/>
          </ac:spMkLst>
        </pc:spChg>
      </pc:sldChg>
      <pc:sldChg chg="modSp mod">
        <pc:chgData name="Almeida, Luis Alexandre" userId="5df86c4b-e2b3-489b-9c00-1eef9e703c19" providerId="ADAL" clId="{6119D6FA-2335-4462-BA57-03F691092A6C}" dt="2026-01-20T17:32:27.820" v="22317" actId="20577"/>
        <pc:sldMkLst>
          <pc:docMk/>
          <pc:sldMk cId="915018631" sldId="2147480714"/>
        </pc:sldMkLst>
        <pc:spChg chg="mod">
          <ac:chgData name="Almeida, Luis Alexandre" userId="5df86c4b-e2b3-489b-9c00-1eef9e703c19" providerId="ADAL" clId="{6119D6FA-2335-4462-BA57-03F691092A6C}" dt="2026-01-20T17:21:05.220" v="22291"/>
          <ac:spMkLst>
            <pc:docMk/>
            <pc:sldMk cId="915018631" sldId="2147480714"/>
            <ac:spMk id="3" creationId="{755A9C35-DB7F-9647-B18C-CD69573FEA90}"/>
          </ac:spMkLst>
        </pc:spChg>
        <pc:spChg chg="mod">
          <ac:chgData name="Almeida, Luis Alexandre" userId="5df86c4b-e2b3-489b-9c00-1eef9e703c19" providerId="ADAL" clId="{6119D6FA-2335-4462-BA57-03F691092A6C}" dt="2026-01-20T17:01:08.735" v="21843" actId="20577"/>
          <ac:spMkLst>
            <pc:docMk/>
            <pc:sldMk cId="915018631" sldId="2147480714"/>
            <ac:spMk id="33" creationId="{29790501-420E-0725-3B71-2B128CE43ED4}"/>
          </ac:spMkLst>
        </pc:spChg>
        <pc:graphicFrameChg chg="modGraphic">
          <ac:chgData name="Almeida, Luis Alexandre" userId="5df86c4b-e2b3-489b-9c00-1eef9e703c19" providerId="ADAL" clId="{6119D6FA-2335-4462-BA57-03F691092A6C}" dt="2026-01-20T17:32:27.820" v="22317" actId="20577"/>
          <ac:graphicFrameMkLst>
            <pc:docMk/>
            <pc:sldMk cId="915018631" sldId="2147480714"/>
            <ac:graphicFrameMk id="2" creationId="{B8870C20-5AE0-F59D-BAA7-EE27D61B0DA8}"/>
          </ac:graphicFrameMkLst>
        </pc:graphicFrameChg>
        <pc:graphicFrameChg chg="modGraphic">
          <ac:chgData name="Almeida, Luis Alexandre" userId="5df86c4b-e2b3-489b-9c00-1eef9e703c19" providerId="ADAL" clId="{6119D6FA-2335-4462-BA57-03F691092A6C}" dt="2026-01-20T17:24:14.875" v="22301" actId="947"/>
          <ac:graphicFrameMkLst>
            <pc:docMk/>
            <pc:sldMk cId="915018631" sldId="2147480714"/>
            <ac:graphicFrameMk id="4" creationId="{243A7FE5-75F9-6119-DC37-0367A9CB8987}"/>
          </ac:graphicFrameMkLst>
        </pc:graphicFrameChg>
      </pc:sldChg>
      <pc:sldChg chg="modSp mod">
        <pc:chgData name="Almeida, Luis Alexandre" userId="5df86c4b-e2b3-489b-9c00-1eef9e703c19" providerId="ADAL" clId="{6119D6FA-2335-4462-BA57-03F691092A6C}" dt="2026-01-20T17:25:59.499" v="22308" actId="203"/>
        <pc:sldMkLst>
          <pc:docMk/>
          <pc:sldMk cId="4220002730" sldId="2147480715"/>
        </pc:sldMkLst>
        <pc:spChg chg="mod">
          <ac:chgData name="Almeida, Luis Alexandre" userId="5df86c4b-e2b3-489b-9c00-1eef9e703c19" providerId="ADAL" clId="{6119D6FA-2335-4462-BA57-03F691092A6C}" dt="2026-01-20T17:21:10.807" v="22292"/>
          <ac:spMkLst>
            <pc:docMk/>
            <pc:sldMk cId="4220002730" sldId="2147480715"/>
            <ac:spMk id="3" creationId="{7F93E47D-9D9B-E56C-92C4-2998FAC62549}"/>
          </ac:spMkLst>
        </pc:spChg>
        <pc:spChg chg="mod">
          <ac:chgData name="Almeida, Luis Alexandre" userId="5df86c4b-e2b3-489b-9c00-1eef9e703c19" providerId="ADAL" clId="{6119D6FA-2335-4462-BA57-03F691092A6C}" dt="2026-01-20T17:01:11.525" v="21844" actId="20577"/>
          <ac:spMkLst>
            <pc:docMk/>
            <pc:sldMk cId="4220002730" sldId="2147480715"/>
            <ac:spMk id="33" creationId="{4BD9A135-7DC9-26DD-6A01-278495EA3B77}"/>
          </ac:spMkLst>
        </pc:spChg>
        <pc:graphicFrameChg chg="mod modGraphic">
          <ac:chgData name="Almeida, Luis Alexandre" userId="5df86c4b-e2b3-489b-9c00-1eef9e703c19" providerId="ADAL" clId="{6119D6FA-2335-4462-BA57-03F691092A6C}" dt="2026-01-20T17:25:59.499" v="22308" actId="203"/>
          <ac:graphicFrameMkLst>
            <pc:docMk/>
            <pc:sldMk cId="4220002730" sldId="2147480715"/>
            <ac:graphicFrameMk id="4" creationId="{DA118FA1-93D2-8559-68F8-1F76A103AEDD}"/>
          </ac:graphicFrameMkLst>
        </pc:graphicFrameChg>
      </pc:sldChg>
      <pc:sldChg chg="addSp delSp modSp add mod">
        <pc:chgData name="Almeida, Luis Alexandre" userId="5df86c4b-e2b3-489b-9c00-1eef9e703c19" providerId="ADAL" clId="{6119D6FA-2335-4462-BA57-03F691092A6C}" dt="2026-01-20T16:17:09.144" v="21637" actId="20577"/>
        <pc:sldMkLst>
          <pc:docMk/>
          <pc:sldMk cId="3897460241" sldId="2147480716"/>
        </pc:sldMkLst>
        <pc:spChg chg="mod">
          <ac:chgData name="Almeida, Luis Alexandre" userId="5df86c4b-e2b3-489b-9c00-1eef9e703c19" providerId="ADAL" clId="{6119D6FA-2335-4462-BA57-03F691092A6C}" dt="2026-01-20T16:17:09.144" v="21637" actId="20577"/>
          <ac:spMkLst>
            <pc:docMk/>
            <pc:sldMk cId="3897460241" sldId="2147480716"/>
            <ac:spMk id="3" creationId="{85632E43-7821-8D52-1689-88D72F971356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4" creationId="{5396FF3A-4DF4-2F32-C9BF-22845BF04DD6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8" creationId="{95AAA23C-1AAD-D0B9-62B2-45BD1880A33E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9" creationId="{BE63573B-41E5-889C-8051-AA1AE34BAE2E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10" creationId="{B0E8C2CF-66DA-5347-F73C-B572636E57A5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11" creationId="{2A366511-EAD8-711B-12DB-2A1A2D541E43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13" creationId="{A07B475A-2BA7-08A0-E1EE-1230964FF03B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18" creationId="{40935FB4-DD00-0DFB-2FE1-2E21CE676E08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20" creationId="{4EED95AA-6A92-6D59-9CF7-7BEC288EC7B8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21" creationId="{14F3297B-0AD8-57C4-7710-CEE8396256FE}"/>
          </ac:spMkLst>
        </pc:spChg>
        <pc:picChg chg="add mod">
          <ac:chgData name="Almeida, Luis Alexandre" userId="5df86c4b-e2b3-489b-9c00-1eef9e703c19" providerId="ADAL" clId="{6119D6FA-2335-4462-BA57-03F691092A6C}" dt="2026-01-20T16:16:43.298" v="21610"/>
          <ac:picMkLst>
            <pc:docMk/>
            <pc:sldMk cId="3897460241" sldId="2147480716"/>
            <ac:picMk id="15" creationId="{97B663AA-3A0E-1C72-DEC3-E59E0DD4684C}"/>
          </ac:picMkLst>
        </pc:picChg>
      </pc:sldChg>
      <pc:sldChg chg="modSp mod">
        <pc:chgData name="Almeida, Luis Alexandre" userId="5df86c4b-e2b3-489b-9c00-1eef9e703c19" providerId="ADAL" clId="{6119D6FA-2335-4462-BA57-03F691092A6C}" dt="2026-01-20T17:01:15.816" v="21845" actId="20577"/>
        <pc:sldMkLst>
          <pc:docMk/>
          <pc:sldMk cId="3100834202" sldId="2147480717"/>
        </pc:sldMkLst>
        <pc:spChg chg="mod">
          <ac:chgData name="Almeida, Luis Alexandre" userId="5df86c4b-e2b3-489b-9c00-1eef9e703c19" providerId="ADAL" clId="{6119D6FA-2335-4462-BA57-03F691092A6C}" dt="2026-01-20T16:59:22.039" v="21782" actId="20577"/>
          <ac:spMkLst>
            <pc:docMk/>
            <pc:sldMk cId="3100834202" sldId="2147480717"/>
            <ac:spMk id="15" creationId="{CD980336-1896-3B85-660B-944958D022B4}"/>
          </ac:spMkLst>
        </pc:spChg>
        <pc:spChg chg="mod">
          <ac:chgData name="Almeida, Luis Alexandre" userId="5df86c4b-e2b3-489b-9c00-1eef9e703c19" providerId="ADAL" clId="{6119D6FA-2335-4462-BA57-03F691092A6C}" dt="2026-01-20T17:00:22.517" v="21840" actId="20577"/>
          <ac:spMkLst>
            <pc:docMk/>
            <pc:sldMk cId="3100834202" sldId="2147480717"/>
            <ac:spMk id="19" creationId="{E2F3FCBC-9292-AE74-1AB3-A333AA9235AC}"/>
          </ac:spMkLst>
        </pc:spChg>
        <pc:spChg chg="mod">
          <ac:chgData name="Almeida, Luis Alexandre" userId="5df86c4b-e2b3-489b-9c00-1eef9e703c19" providerId="ADAL" clId="{6119D6FA-2335-4462-BA57-03F691092A6C}" dt="2026-01-20T17:01:15.816" v="21845" actId="20577"/>
          <ac:spMkLst>
            <pc:docMk/>
            <pc:sldMk cId="3100834202" sldId="2147480717"/>
            <ac:spMk id="33" creationId="{D21965FA-A672-4740-3B6E-C1602CE3BE94}"/>
          </ac:spMkLst>
        </pc:spChg>
      </pc:sldChg>
      <pc:sldMasterChg chg="delSldLayout">
        <pc:chgData name="Almeida, Luis Alexandre" userId="5df86c4b-e2b3-489b-9c00-1eef9e703c19" providerId="ADAL" clId="{6119D6FA-2335-4462-BA57-03F691092A6C}" dt="2026-01-20T16:18:02.065" v="21640" actId="47"/>
        <pc:sldMasterMkLst>
          <pc:docMk/>
          <pc:sldMasterMk cId="1991545490" sldId="2147483688"/>
        </pc:sldMasterMkLst>
      </pc:sldMasterChg>
    </pc:docChg>
  </pc:docChgLst>
  <pc:docChgLst>
    <pc:chgData name="Nunes, Marta Rafaela" userId="64e258cc-da3c-4cb9-a36b-1ce753c6c460" providerId="ADAL" clId="{06DC152B-A079-46BC-83AB-2B49C1DAC4B7}"/>
    <pc:docChg chg="undo redo custSel addSld delSld modSld sldOrd">
      <pc:chgData name="Nunes, Marta Rafaela" userId="64e258cc-da3c-4cb9-a36b-1ce753c6c460" providerId="ADAL" clId="{06DC152B-A079-46BC-83AB-2B49C1DAC4B7}" dt="2026-01-28T17:03:24.367" v="35980"/>
      <pc:docMkLst>
        <pc:docMk/>
      </pc:docMkLst>
      <pc:sldChg chg="modSp mod modNotesTx">
        <pc:chgData name="Nunes, Marta Rafaela" userId="64e258cc-da3c-4cb9-a36b-1ce753c6c460" providerId="ADAL" clId="{06DC152B-A079-46BC-83AB-2B49C1DAC4B7}" dt="2026-01-19T21:57:28.739" v="25845" actId="20577"/>
        <pc:sldMkLst>
          <pc:docMk/>
          <pc:sldMk cId="855580657" sldId="256"/>
        </pc:sldMkLst>
        <pc:spChg chg="mod">
          <ac:chgData name="Nunes, Marta Rafaela" userId="64e258cc-da3c-4cb9-a36b-1ce753c6c460" providerId="ADAL" clId="{06DC152B-A079-46BC-83AB-2B49C1DAC4B7}" dt="2026-01-19T21:57:28.739" v="25845" actId="20577"/>
          <ac:spMkLst>
            <pc:docMk/>
            <pc:sldMk cId="855580657" sldId="256"/>
            <ac:spMk id="4" creationId="{B7A138B7-010B-4261-B134-DFBC17016A9D}"/>
          </ac:spMkLst>
        </pc:spChg>
      </pc:sldChg>
      <pc:sldChg chg="addSp delSp modSp add mod modNotesTx">
        <pc:chgData name="Nunes, Marta Rafaela" userId="64e258cc-da3c-4cb9-a36b-1ce753c6c460" providerId="ADAL" clId="{06DC152B-A079-46BC-83AB-2B49C1DAC4B7}" dt="2026-01-20T09:59:57.467" v="28567"/>
        <pc:sldMkLst>
          <pc:docMk/>
          <pc:sldMk cId="1910780210" sldId="1916"/>
        </pc:sldMkLst>
        <pc:spChg chg="add mod">
          <ac:chgData name="Nunes, Marta Rafaela" userId="64e258cc-da3c-4cb9-a36b-1ce753c6c460" providerId="ADAL" clId="{06DC152B-A079-46BC-83AB-2B49C1DAC4B7}" dt="2026-01-13T13:18:54.061" v="16821" actId="255"/>
          <ac:spMkLst>
            <pc:docMk/>
            <pc:sldMk cId="1910780210" sldId="1916"/>
            <ac:spMk id="2" creationId="{9CA47561-536B-B8A8-3916-C55AA8BBF36C}"/>
          </ac:spMkLst>
        </pc:spChg>
        <pc:spChg chg="add mod">
          <ac:chgData name="Nunes, Marta Rafaela" userId="64e258cc-da3c-4cb9-a36b-1ce753c6c460" providerId="ADAL" clId="{06DC152B-A079-46BC-83AB-2B49C1DAC4B7}" dt="2026-01-15T11:51:33.554" v="17745" actId="207"/>
          <ac:spMkLst>
            <pc:docMk/>
            <pc:sldMk cId="1910780210" sldId="1916"/>
            <ac:spMk id="3" creationId="{4698EFDE-2438-CE42-5FBE-163881B32270}"/>
          </ac:spMkLst>
        </pc:spChg>
        <pc:spChg chg="mod topLvl">
          <ac:chgData name="Nunes, Marta Rafaela" userId="64e258cc-da3c-4cb9-a36b-1ce753c6c460" providerId="ADAL" clId="{06DC152B-A079-46BC-83AB-2B49C1DAC4B7}" dt="2026-01-13T16:00:18.451" v="17225" actId="165"/>
          <ac:spMkLst>
            <pc:docMk/>
            <pc:sldMk cId="1910780210" sldId="1916"/>
            <ac:spMk id="7" creationId="{1133EA4F-9D29-48D8-AEA0-ECE35A85F2F0}"/>
          </ac:spMkLst>
        </pc:spChg>
        <pc:spChg chg="mod topLvl">
          <ac:chgData name="Nunes, Marta Rafaela" userId="64e258cc-da3c-4cb9-a36b-1ce753c6c460" providerId="ADAL" clId="{06DC152B-A079-46BC-83AB-2B49C1DAC4B7}" dt="2026-01-15T11:57:23.837" v="17756" actId="404"/>
          <ac:spMkLst>
            <pc:docMk/>
            <pc:sldMk cId="1910780210" sldId="1916"/>
            <ac:spMk id="8" creationId="{C945EE3D-C26E-4AD1-958C-5A22D5DB1746}"/>
          </ac:spMkLst>
        </pc:spChg>
        <pc:spChg chg="add mod ord topLvl">
          <ac:chgData name="Nunes, Marta Rafaela" userId="64e258cc-da3c-4cb9-a36b-1ce753c6c460" providerId="ADAL" clId="{06DC152B-A079-46BC-83AB-2B49C1DAC4B7}" dt="2026-01-13T14:40:23.541" v="16878" actId="165"/>
          <ac:spMkLst>
            <pc:docMk/>
            <pc:sldMk cId="1910780210" sldId="1916"/>
            <ac:spMk id="11" creationId="{48DFB570-77F9-72E0-CD72-CDC69BD236D7}"/>
          </ac:spMkLst>
        </pc:spChg>
        <pc:spChg chg="add mod ord topLvl">
          <ac:chgData name="Nunes, Marta Rafaela" userId="64e258cc-da3c-4cb9-a36b-1ce753c6c460" providerId="ADAL" clId="{06DC152B-A079-46BC-83AB-2B49C1DAC4B7}" dt="2026-01-13T14:41:09.553" v="16890" actId="164"/>
          <ac:spMkLst>
            <pc:docMk/>
            <pc:sldMk cId="1910780210" sldId="1916"/>
            <ac:spMk id="12" creationId="{34119F58-D445-17AE-34BA-CBE3C97C8947}"/>
          </ac:spMkLst>
        </pc:spChg>
        <pc:spChg chg="mod topLvl">
          <ac:chgData name="Nunes, Marta Rafaela" userId="64e258cc-da3c-4cb9-a36b-1ce753c6c460" providerId="ADAL" clId="{06DC152B-A079-46BC-83AB-2B49C1DAC4B7}" dt="2026-01-13T15:53:19.965" v="17044" actId="164"/>
          <ac:spMkLst>
            <pc:docMk/>
            <pc:sldMk cId="1910780210" sldId="1916"/>
            <ac:spMk id="13" creationId="{73889E02-B824-45A8-B5E7-727C404DA6F4}"/>
          </ac:spMkLst>
        </pc:spChg>
        <pc:spChg chg="mod topLvl">
          <ac:chgData name="Nunes, Marta Rafaela" userId="64e258cc-da3c-4cb9-a36b-1ce753c6c460" providerId="ADAL" clId="{06DC152B-A079-46BC-83AB-2B49C1DAC4B7}" dt="2026-01-15T11:57:26.532" v="17757" actId="404"/>
          <ac:spMkLst>
            <pc:docMk/>
            <pc:sldMk cId="1910780210" sldId="1916"/>
            <ac:spMk id="14" creationId="{CB898C1A-E896-4827-8B16-F53A0A45EECB}"/>
          </ac:spMkLst>
        </pc:spChg>
        <pc:spChg chg="mod topLvl">
          <ac:chgData name="Nunes, Marta Rafaela" userId="64e258cc-da3c-4cb9-a36b-1ce753c6c460" providerId="ADAL" clId="{06DC152B-A079-46BC-83AB-2B49C1DAC4B7}" dt="2026-01-13T15:52:54.071" v="17037" actId="164"/>
          <ac:spMkLst>
            <pc:docMk/>
            <pc:sldMk cId="1910780210" sldId="1916"/>
            <ac:spMk id="16" creationId="{59861ADF-1FD3-4E6B-B809-C18356576C5C}"/>
          </ac:spMkLst>
        </pc:spChg>
        <pc:spChg chg="mod topLvl">
          <ac:chgData name="Nunes, Marta Rafaela" userId="64e258cc-da3c-4cb9-a36b-1ce753c6c460" providerId="ADAL" clId="{06DC152B-A079-46BC-83AB-2B49C1DAC4B7}" dt="2026-01-15T11:57:32.725" v="17759" actId="404"/>
          <ac:spMkLst>
            <pc:docMk/>
            <pc:sldMk cId="1910780210" sldId="1916"/>
            <ac:spMk id="17" creationId="{2E999AAD-2F03-4FE9-AD54-89E493F9EFD7}"/>
          </ac:spMkLst>
        </pc:spChg>
        <pc:spChg chg="add mod ord">
          <ac:chgData name="Nunes, Marta Rafaela" userId="64e258cc-da3c-4cb9-a36b-1ce753c6c460" providerId="ADAL" clId="{06DC152B-A079-46BC-83AB-2B49C1DAC4B7}" dt="2026-01-20T09:58:09.915" v="28560" actId="1035"/>
          <ac:spMkLst>
            <pc:docMk/>
            <pc:sldMk cId="1910780210" sldId="1916"/>
            <ac:spMk id="18" creationId="{02E89C10-BDD5-59D6-A9ED-574F98F8F807}"/>
          </ac:spMkLst>
        </pc:spChg>
        <pc:spChg chg="mod topLvl">
          <ac:chgData name="Nunes, Marta Rafaela" userId="64e258cc-da3c-4cb9-a36b-1ce753c6c460" providerId="ADAL" clId="{06DC152B-A079-46BC-83AB-2B49C1DAC4B7}" dt="2026-01-13T15:52:46.954" v="17034" actId="164"/>
          <ac:spMkLst>
            <pc:docMk/>
            <pc:sldMk cId="1910780210" sldId="1916"/>
            <ac:spMk id="19" creationId="{84F1F8BA-1403-4E04-970F-574B7F0BFEB7}"/>
          </ac:spMkLst>
        </pc:spChg>
        <pc:spChg chg="mod topLvl">
          <ac:chgData name="Nunes, Marta Rafaela" userId="64e258cc-da3c-4cb9-a36b-1ce753c6c460" providerId="ADAL" clId="{06DC152B-A079-46BC-83AB-2B49C1DAC4B7}" dt="2026-01-15T11:57:30.369" v="17758" actId="404"/>
          <ac:spMkLst>
            <pc:docMk/>
            <pc:sldMk cId="1910780210" sldId="1916"/>
            <ac:spMk id="20" creationId="{05915320-5F80-4E29-99AD-E5D9C5856B93}"/>
          </ac:spMkLst>
        </pc:spChg>
        <pc:spChg chg="mod">
          <ac:chgData name="Nunes, Marta Rafaela" userId="64e258cc-da3c-4cb9-a36b-1ce753c6c460" providerId="ADAL" clId="{06DC152B-A079-46BC-83AB-2B49C1DAC4B7}" dt="2026-01-20T09:57:49.627" v="28540" actId="552"/>
          <ac:spMkLst>
            <pc:docMk/>
            <pc:sldMk cId="1910780210" sldId="1916"/>
            <ac:spMk id="37" creationId="{7BEE0F22-0A1C-49BA-88C2-7739133F23D8}"/>
          </ac:spMkLst>
        </pc:spChg>
        <pc:spChg chg="mod ord topLvl">
          <ac:chgData name="Nunes, Marta Rafaela" userId="64e258cc-da3c-4cb9-a36b-1ce753c6c460" providerId="ADAL" clId="{06DC152B-A079-46BC-83AB-2B49C1DAC4B7}" dt="2026-01-13T14:40:23.541" v="16878" actId="165"/>
          <ac:spMkLst>
            <pc:docMk/>
            <pc:sldMk cId="1910780210" sldId="1916"/>
            <ac:spMk id="41" creationId="{B9BEBCA2-3036-4DD4-A74A-89494E47E795}"/>
          </ac:spMkLst>
        </pc:spChg>
        <pc:spChg chg="mod">
          <ac:chgData name="Nunes, Marta Rafaela" userId="64e258cc-da3c-4cb9-a36b-1ce753c6c460" providerId="ADAL" clId="{06DC152B-A079-46BC-83AB-2B49C1DAC4B7}" dt="2026-01-20T09:58:33.569" v="28563" actId="14100"/>
          <ac:spMkLst>
            <pc:docMk/>
            <pc:sldMk cId="1910780210" sldId="1916"/>
            <ac:spMk id="44" creationId="{9EE21243-0132-4FD6-8119-316508609931}"/>
          </ac:spMkLst>
        </pc:spChg>
        <pc:spChg chg="add mod">
          <ac:chgData name="Nunes, Marta Rafaela" userId="64e258cc-da3c-4cb9-a36b-1ce753c6c460" providerId="ADAL" clId="{06DC152B-A079-46BC-83AB-2B49C1DAC4B7}" dt="2026-01-15T11:51:37.170" v="17747" actId="207"/>
          <ac:spMkLst>
            <pc:docMk/>
            <pc:sldMk cId="1910780210" sldId="1916"/>
            <ac:spMk id="65" creationId="{916081D7-028E-F756-9071-C07F3975F6BE}"/>
          </ac:spMkLst>
        </pc:spChg>
        <pc:spChg chg="add mod">
          <ac:chgData name="Nunes, Marta Rafaela" userId="64e258cc-da3c-4cb9-a36b-1ce753c6c460" providerId="ADAL" clId="{06DC152B-A079-46BC-83AB-2B49C1DAC4B7}" dt="2026-01-15T11:51:35.423" v="17746" actId="207"/>
          <ac:spMkLst>
            <pc:docMk/>
            <pc:sldMk cId="1910780210" sldId="1916"/>
            <ac:spMk id="66" creationId="{5E664178-9D04-3607-58B5-D0CD3D6448CE}"/>
          </ac:spMkLst>
        </pc:spChg>
        <pc:spChg chg="add mod">
          <ac:chgData name="Nunes, Marta Rafaela" userId="64e258cc-da3c-4cb9-a36b-1ce753c6c460" providerId="ADAL" clId="{06DC152B-A079-46BC-83AB-2B49C1DAC4B7}" dt="2026-01-15T11:51:39.401" v="17748" actId="207"/>
          <ac:spMkLst>
            <pc:docMk/>
            <pc:sldMk cId="1910780210" sldId="1916"/>
            <ac:spMk id="67" creationId="{A9FB9E2B-AAA2-C87C-1281-4751CDB1B7F0}"/>
          </ac:spMkLst>
        </pc:spChg>
        <pc:grpChg chg="add mod">
          <ac:chgData name="Nunes, Marta Rafaela" userId="64e258cc-da3c-4cb9-a36b-1ce753c6c460" providerId="ADAL" clId="{06DC152B-A079-46BC-83AB-2B49C1DAC4B7}" dt="2026-01-13T14:41:09.553" v="16890" actId="164"/>
          <ac:grpSpMkLst>
            <pc:docMk/>
            <pc:sldMk cId="1910780210" sldId="1916"/>
            <ac:grpSpMk id="21" creationId="{52072E3E-F3AA-A81F-7ED9-01BD9FD1A3EB}"/>
          </ac:grpSpMkLst>
        </pc:grpChg>
        <pc:grpChg chg="add mod topLvl">
          <ac:chgData name="Nunes, Marta Rafaela" userId="64e258cc-da3c-4cb9-a36b-1ce753c6c460" providerId="ADAL" clId="{06DC152B-A079-46BC-83AB-2B49C1DAC4B7}" dt="2026-01-13T16:00:29.247" v="17227" actId="164"/>
          <ac:grpSpMkLst>
            <pc:docMk/>
            <pc:sldMk cId="1910780210" sldId="1916"/>
            <ac:grpSpMk id="55" creationId="{98F9FF8E-3048-293A-D0FD-BEF27D42D22F}"/>
          </ac:grpSpMkLst>
        </pc:grpChg>
        <pc:grpChg chg="add mod">
          <ac:chgData name="Nunes, Marta Rafaela" userId="64e258cc-da3c-4cb9-a36b-1ce753c6c460" providerId="ADAL" clId="{06DC152B-A079-46BC-83AB-2B49C1DAC4B7}" dt="2026-01-13T15:54:31.751" v="17089" actId="164"/>
          <ac:grpSpMkLst>
            <pc:docMk/>
            <pc:sldMk cId="1910780210" sldId="1916"/>
            <ac:grpSpMk id="56" creationId="{08A6A87B-8198-5FD0-A052-04533664B682}"/>
          </ac:grpSpMkLst>
        </pc:grpChg>
        <pc:grpChg chg="add mod">
          <ac:chgData name="Nunes, Marta Rafaela" userId="64e258cc-da3c-4cb9-a36b-1ce753c6c460" providerId="ADAL" clId="{06DC152B-A079-46BC-83AB-2B49C1DAC4B7}" dt="2026-01-13T15:54:37.429" v="17091" actId="164"/>
          <ac:grpSpMkLst>
            <pc:docMk/>
            <pc:sldMk cId="1910780210" sldId="1916"/>
            <ac:grpSpMk id="57" creationId="{4B2B9FFE-CE9A-54FB-43F7-280911CEE270}"/>
          </ac:grpSpMkLst>
        </pc:grpChg>
        <pc:grpChg chg="add mod">
          <ac:chgData name="Nunes, Marta Rafaela" userId="64e258cc-da3c-4cb9-a36b-1ce753c6c460" providerId="ADAL" clId="{06DC152B-A079-46BC-83AB-2B49C1DAC4B7}" dt="2026-01-13T15:54:29.149" v="17088" actId="164"/>
          <ac:grpSpMkLst>
            <pc:docMk/>
            <pc:sldMk cId="1910780210" sldId="1916"/>
            <ac:grpSpMk id="58" creationId="{52BE6829-42C1-162D-00B6-40B53AF98943}"/>
          </ac:grpSpMkLst>
        </pc:grpChg>
        <pc:grpChg chg="add mod">
          <ac:chgData name="Nunes, Marta Rafaela" userId="64e258cc-da3c-4cb9-a36b-1ce753c6c460" providerId="ADAL" clId="{06DC152B-A079-46BC-83AB-2B49C1DAC4B7}" dt="2026-01-13T15:56:31.824" v="17138" actId="554"/>
          <ac:grpSpMkLst>
            <pc:docMk/>
            <pc:sldMk cId="1910780210" sldId="1916"/>
            <ac:grpSpMk id="60" creationId="{B628BCC1-2061-C676-8104-3C60425556D3}"/>
          </ac:grpSpMkLst>
        </pc:grpChg>
        <pc:grpChg chg="add mod">
          <ac:chgData name="Nunes, Marta Rafaela" userId="64e258cc-da3c-4cb9-a36b-1ce753c6c460" providerId="ADAL" clId="{06DC152B-A079-46BC-83AB-2B49C1DAC4B7}" dt="2026-01-13T15:56:22.316" v="17119" actId="554"/>
          <ac:grpSpMkLst>
            <pc:docMk/>
            <pc:sldMk cId="1910780210" sldId="1916"/>
            <ac:grpSpMk id="61" creationId="{35AF0500-633D-D802-7755-08515B5DAFD9}"/>
          </ac:grpSpMkLst>
        </pc:grpChg>
        <pc:grpChg chg="add mod">
          <ac:chgData name="Nunes, Marta Rafaela" userId="64e258cc-da3c-4cb9-a36b-1ce753c6c460" providerId="ADAL" clId="{06DC152B-A079-46BC-83AB-2B49C1DAC4B7}" dt="2026-01-13T15:56:31.824" v="17138" actId="554"/>
          <ac:grpSpMkLst>
            <pc:docMk/>
            <pc:sldMk cId="1910780210" sldId="1916"/>
            <ac:grpSpMk id="62" creationId="{A372D3EE-AC12-294D-2560-DF37AB8436DB}"/>
          </ac:grpSpMkLst>
        </pc:grpChg>
        <pc:grpChg chg="add mod">
          <ac:chgData name="Nunes, Marta Rafaela" userId="64e258cc-da3c-4cb9-a36b-1ce753c6c460" providerId="ADAL" clId="{06DC152B-A079-46BC-83AB-2B49C1DAC4B7}" dt="2026-01-13T16:00:29.247" v="17227" actId="164"/>
          <ac:grpSpMkLst>
            <pc:docMk/>
            <pc:sldMk cId="1910780210" sldId="1916"/>
            <ac:grpSpMk id="64" creationId="{BC0667D1-1615-6FA8-7628-736199E66C63}"/>
          </ac:grpSpMkLst>
        </pc:grpChg>
        <pc:picChg chg="add mod ord">
          <ac:chgData name="Nunes, Marta Rafaela" userId="64e258cc-da3c-4cb9-a36b-1ce753c6c460" providerId="ADAL" clId="{06DC152B-A079-46BC-83AB-2B49C1DAC4B7}" dt="2026-01-13T14:41:09.553" v="16890" actId="164"/>
          <ac:picMkLst>
            <pc:docMk/>
            <pc:sldMk cId="1910780210" sldId="1916"/>
            <ac:picMk id="9" creationId="{2E22E452-A616-9D64-CCAF-D982DFEFD059}"/>
          </ac:picMkLst>
        </pc:picChg>
        <pc:picChg chg="add mod topLvl">
          <ac:chgData name="Nunes, Marta Rafaela" userId="64e258cc-da3c-4cb9-a36b-1ce753c6c460" providerId="ADAL" clId="{06DC152B-A079-46BC-83AB-2B49C1DAC4B7}" dt="2026-01-15T11:52:09.723" v="17749"/>
          <ac:picMkLst>
            <pc:docMk/>
            <pc:sldMk cId="1910780210" sldId="1916"/>
            <ac:picMk id="32" creationId="{E2C63F35-120F-EDA9-5772-E99D3ABEAD72}"/>
          </ac:picMkLst>
        </pc:picChg>
        <pc:picChg chg="add mod">
          <ac:chgData name="Nunes, Marta Rafaela" userId="64e258cc-da3c-4cb9-a36b-1ce753c6c460" providerId="ADAL" clId="{06DC152B-A079-46BC-83AB-2B49C1DAC4B7}" dt="2026-01-15T11:52:28.884" v="17751"/>
          <ac:picMkLst>
            <pc:docMk/>
            <pc:sldMk cId="1910780210" sldId="1916"/>
            <ac:picMk id="40" creationId="{8CB2D271-2847-331C-BD03-8E9A149F8107}"/>
          </ac:picMkLst>
        </pc:picChg>
        <pc:picChg chg="add mod">
          <ac:chgData name="Nunes, Marta Rafaela" userId="64e258cc-da3c-4cb9-a36b-1ce753c6c460" providerId="ADAL" clId="{06DC152B-A079-46BC-83AB-2B49C1DAC4B7}" dt="2026-01-15T11:52:15.843" v="17750"/>
          <ac:picMkLst>
            <pc:docMk/>
            <pc:sldMk cId="1910780210" sldId="1916"/>
            <ac:picMk id="48" creationId="{2BE7CD24-4BE6-F502-EEC2-38F6CB063FEE}"/>
          </ac:picMkLst>
        </pc:picChg>
        <pc:picChg chg="add mod modCrop">
          <ac:chgData name="Nunes, Marta Rafaela" userId="64e258cc-da3c-4cb9-a36b-1ce753c6c460" providerId="ADAL" clId="{06DC152B-A079-46BC-83AB-2B49C1DAC4B7}" dt="2026-01-15T11:52:34.764" v="17752"/>
          <ac:picMkLst>
            <pc:docMk/>
            <pc:sldMk cId="1910780210" sldId="1916"/>
            <ac:picMk id="54" creationId="{0D81DA29-9EF8-FDF1-D009-D3066C2D1519}"/>
          </ac:picMkLst>
        </pc:picChg>
      </pc:sldChg>
      <pc:sldChg chg="addSp delSp modSp add mod ord modNotesTx">
        <pc:chgData name="Nunes, Marta Rafaela" userId="64e258cc-da3c-4cb9-a36b-1ce753c6c460" providerId="ADAL" clId="{06DC152B-A079-46BC-83AB-2B49C1DAC4B7}" dt="2026-01-15T12:04:00.904" v="17887" actId="1036"/>
        <pc:sldMkLst>
          <pc:docMk/>
          <pc:sldMk cId="1086649321" sldId="2086"/>
        </pc:sldMkLst>
        <pc:spChg chg="mod">
          <ac:chgData name="Nunes, Marta Rafaela" userId="64e258cc-da3c-4cb9-a36b-1ce753c6c460" providerId="ADAL" clId="{06DC152B-A079-46BC-83AB-2B49C1DAC4B7}" dt="2026-01-14T18:31:24.392" v="17497" actId="552"/>
          <ac:spMkLst>
            <pc:docMk/>
            <pc:sldMk cId="1086649321" sldId="2086"/>
            <ac:spMk id="2" creationId="{04E5A9F2-F005-4812-A92A-50A2D79422BC}"/>
          </ac:spMkLst>
        </pc:spChg>
        <pc:spChg chg="mod">
          <ac:chgData name="Nunes, Marta Rafaela" userId="64e258cc-da3c-4cb9-a36b-1ce753c6c460" providerId="ADAL" clId="{06DC152B-A079-46BC-83AB-2B49C1DAC4B7}" dt="2026-01-12T10:18:09.838" v="12116" actId="20577"/>
          <ac:spMkLst>
            <pc:docMk/>
            <pc:sldMk cId="1086649321" sldId="2086"/>
            <ac:spMk id="3" creationId="{3E5D765C-774B-4EE7-8C6D-AE64B09A9B64}"/>
          </ac:spMkLst>
        </pc:spChg>
        <pc:spChg chg="add mod">
          <ac:chgData name="Nunes, Marta Rafaela" userId="64e258cc-da3c-4cb9-a36b-1ce753c6c460" providerId="ADAL" clId="{06DC152B-A079-46BC-83AB-2B49C1DAC4B7}" dt="2026-01-15T12:04:00.904" v="17887" actId="1036"/>
          <ac:spMkLst>
            <pc:docMk/>
            <pc:sldMk cId="1086649321" sldId="2086"/>
            <ac:spMk id="4" creationId="{E72AAD87-4B68-97B4-8FE5-A4AB8447C59E}"/>
          </ac:spMkLst>
        </pc:spChg>
        <pc:spChg chg="mod">
          <ac:chgData name="Nunes, Marta Rafaela" userId="64e258cc-da3c-4cb9-a36b-1ce753c6c460" providerId="ADAL" clId="{06DC152B-A079-46BC-83AB-2B49C1DAC4B7}" dt="2026-01-13T12:23:37.870" v="15177" actId="1076"/>
          <ac:spMkLst>
            <pc:docMk/>
            <pc:sldMk cId="1086649321" sldId="2086"/>
            <ac:spMk id="151" creationId="{0D886603-F9D0-F022-E968-741CB1F694D6}"/>
          </ac:spMkLst>
        </pc:spChg>
        <pc:spChg chg="mod">
          <ac:chgData name="Nunes, Marta Rafaela" userId="64e258cc-da3c-4cb9-a36b-1ce753c6c460" providerId="ADAL" clId="{06DC152B-A079-46BC-83AB-2B49C1DAC4B7}" dt="2026-01-14T18:31:25.917" v="17499" actId="165"/>
          <ac:spMkLst>
            <pc:docMk/>
            <pc:sldMk cId="1086649321" sldId="2086"/>
            <ac:spMk id="155" creationId="{C891DD3F-A709-F745-42D3-2B13482A4E81}"/>
          </ac:spMkLst>
        </pc:spChg>
        <pc:spChg chg="mod">
          <ac:chgData name="Nunes, Marta Rafaela" userId="64e258cc-da3c-4cb9-a36b-1ce753c6c460" providerId="ADAL" clId="{06DC152B-A079-46BC-83AB-2B49C1DAC4B7}" dt="2026-01-14T18:31:25.917" v="17499" actId="165"/>
          <ac:spMkLst>
            <pc:docMk/>
            <pc:sldMk cId="1086649321" sldId="2086"/>
            <ac:spMk id="156" creationId="{237E9B23-A78E-0E3C-5D81-3FA065912A08}"/>
          </ac:spMkLst>
        </pc:spChg>
        <pc:spChg chg="mod">
          <ac:chgData name="Nunes, Marta Rafaela" userId="64e258cc-da3c-4cb9-a36b-1ce753c6c460" providerId="ADAL" clId="{06DC152B-A079-46BC-83AB-2B49C1DAC4B7}" dt="2026-01-12T11:13:00.551" v="12785" actId="20577"/>
          <ac:spMkLst>
            <pc:docMk/>
            <pc:sldMk cId="1086649321" sldId="2086"/>
            <ac:spMk id="166" creationId="{353E7772-F3B5-4C17-8990-02BDBB5CBE90}"/>
          </ac:spMkLst>
        </pc:spChg>
        <pc:spChg chg="mod">
          <ac:chgData name="Nunes, Marta Rafaela" userId="64e258cc-da3c-4cb9-a36b-1ce753c6c460" providerId="ADAL" clId="{06DC152B-A079-46BC-83AB-2B49C1DAC4B7}" dt="2026-01-15T12:03:52.978" v="17872" actId="1036"/>
          <ac:spMkLst>
            <pc:docMk/>
            <pc:sldMk cId="1086649321" sldId="2086"/>
            <ac:spMk id="167" creationId="{369FF7FC-3FE3-1A9A-1D70-F6C89B3368D9}"/>
          </ac:spMkLst>
        </pc:spChg>
        <pc:grpChg chg="add mod">
          <ac:chgData name="Nunes, Marta Rafaela" userId="64e258cc-da3c-4cb9-a36b-1ce753c6c460" providerId="ADAL" clId="{06DC152B-A079-46BC-83AB-2B49C1DAC4B7}" dt="2026-01-14T18:34:24.039" v="17555" actId="1036"/>
          <ac:grpSpMkLst>
            <pc:docMk/>
            <pc:sldMk cId="1086649321" sldId="2086"/>
            <ac:grpSpMk id="17" creationId="{652EBD9F-D827-2FF9-DB9C-F95B5E1A50F9}"/>
          </ac:grpSpMkLst>
        </pc:grpChg>
        <pc:grpChg chg="add del mod">
          <ac:chgData name="Nunes, Marta Rafaela" userId="64e258cc-da3c-4cb9-a36b-1ce753c6c460" providerId="ADAL" clId="{06DC152B-A079-46BC-83AB-2B49C1DAC4B7}" dt="2026-01-14T18:34:24.039" v="17555" actId="1036"/>
          <ac:grpSpMkLst>
            <pc:docMk/>
            <pc:sldMk cId="1086649321" sldId="2086"/>
            <ac:grpSpMk id="18" creationId="{7F0DA42C-2FCF-767D-BEDB-C32F987ED4E9}"/>
          </ac:grpSpMkLst>
        </pc:grpChg>
        <pc:grpChg chg="mod topLvl">
          <ac:chgData name="Nunes, Marta Rafaela" userId="64e258cc-da3c-4cb9-a36b-1ce753c6c460" providerId="ADAL" clId="{06DC152B-A079-46BC-83AB-2B49C1DAC4B7}" dt="2026-01-14T18:31:25.917" v="17499" actId="165"/>
          <ac:grpSpMkLst>
            <pc:docMk/>
            <pc:sldMk cId="1086649321" sldId="2086"/>
            <ac:grpSpMk id="154" creationId="{57C4CAB3-321A-639D-A6F2-C979C94A0A42}"/>
          </ac:grpSpMkLst>
        </pc:grpChg>
        <pc:grpChg chg="mod">
          <ac:chgData name="Nunes, Marta Rafaela" userId="64e258cc-da3c-4cb9-a36b-1ce753c6c460" providerId="ADAL" clId="{06DC152B-A079-46BC-83AB-2B49C1DAC4B7}" dt="2026-01-12T11:13:30.436" v="12830" actId="164"/>
          <ac:grpSpMkLst>
            <pc:docMk/>
            <pc:sldMk cId="1086649321" sldId="2086"/>
            <ac:grpSpMk id="164" creationId="{93DF8CBB-58F5-5B9E-1D32-D4BA7D062CB9}"/>
          </ac:grpSpMkLst>
        </pc:grpChg>
        <pc:picChg chg="mod">
          <ac:chgData name="Nunes, Marta Rafaela" userId="64e258cc-da3c-4cb9-a36b-1ce753c6c460" providerId="ADAL" clId="{06DC152B-A079-46BC-83AB-2B49C1DAC4B7}" dt="2026-01-13T12:23:42.296" v="15178" actId="1076"/>
          <ac:picMkLst>
            <pc:docMk/>
            <pc:sldMk cId="1086649321" sldId="2086"/>
            <ac:picMk id="150" creationId="{AF6AEF1E-7AEC-7A34-832A-73F86A9F4DBB}"/>
          </ac:picMkLst>
        </pc:picChg>
        <pc:cxnChg chg="mod topLvl">
          <ac:chgData name="Nunes, Marta Rafaela" userId="64e258cc-da3c-4cb9-a36b-1ce753c6c460" providerId="ADAL" clId="{06DC152B-A079-46BC-83AB-2B49C1DAC4B7}" dt="2026-01-14T18:31:25.917" v="17499" actId="165"/>
          <ac:cxnSpMkLst>
            <pc:docMk/>
            <pc:sldMk cId="1086649321" sldId="2086"/>
            <ac:cxnSpMk id="152" creationId="{55C77D0C-CC4F-7CBB-7D66-DE1C5D61DBF6}"/>
          </ac:cxnSpMkLst>
        </pc:cxnChg>
        <pc:cxnChg chg="mod topLvl">
          <ac:chgData name="Nunes, Marta Rafaela" userId="64e258cc-da3c-4cb9-a36b-1ce753c6c460" providerId="ADAL" clId="{06DC152B-A079-46BC-83AB-2B49C1DAC4B7}" dt="2026-01-14T18:31:25.917" v="17499" actId="165"/>
          <ac:cxnSpMkLst>
            <pc:docMk/>
            <pc:sldMk cId="1086649321" sldId="2086"/>
            <ac:cxnSpMk id="153" creationId="{66528516-D42C-D3B7-FB51-7D24A0B1EF25}"/>
          </ac:cxnSpMkLst>
        </pc:cxnChg>
        <pc:cxnChg chg="mod">
          <ac:chgData name="Nunes, Marta Rafaela" userId="64e258cc-da3c-4cb9-a36b-1ce753c6c460" providerId="ADAL" clId="{06DC152B-A079-46BC-83AB-2B49C1DAC4B7}" dt="2026-01-12T11:13:30.436" v="12830" actId="164"/>
          <ac:cxnSpMkLst>
            <pc:docMk/>
            <pc:sldMk cId="1086649321" sldId="2086"/>
            <ac:cxnSpMk id="162" creationId="{D9A7EDE2-F915-0E1E-71C8-FAC94300138D}"/>
          </ac:cxnSpMkLst>
        </pc:cxnChg>
        <pc:cxnChg chg="mod">
          <ac:chgData name="Nunes, Marta Rafaela" userId="64e258cc-da3c-4cb9-a36b-1ce753c6c460" providerId="ADAL" clId="{06DC152B-A079-46BC-83AB-2B49C1DAC4B7}" dt="2026-01-12T11:13:30.436" v="12830" actId="164"/>
          <ac:cxnSpMkLst>
            <pc:docMk/>
            <pc:sldMk cId="1086649321" sldId="2086"/>
            <ac:cxnSpMk id="163" creationId="{3BE74BF6-B604-46EF-92F7-73353AE6D808}"/>
          </ac:cxnSpMkLst>
        </pc:cxnChg>
      </pc:sldChg>
      <pc:sldChg chg="addSp delSp modSp add del mod ord">
        <pc:chgData name="Nunes, Marta Rafaela" userId="64e258cc-da3c-4cb9-a36b-1ce753c6c460" providerId="ADAL" clId="{06DC152B-A079-46BC-83AB-2B49C1DAC4B7}" dt="2026-01-20T17:53:24.653" v="35745" actId="478"/>
        <pc:sldMkLst>
          <pc:docMk/>
          <pc:sldMk cId="131821357" sldId="2147480600"/>
        </pc:sldMkLst>
        <pc:spChg chg="add mod ord">
          <ac:chgData name="Nunes, Marta Rafaela" userId="64e258cc-da3c-4cb9-a36b-1ce753c6c460" providerId="ADAL" clId="{06DC152B-A079-46BC-83AB-2B49C1DAC4B7}" dt="2026-01-19T18:47:58.335" v="24401" actId="167"/>
          <ac:spMkLst>
            <pc:docMk/>
            <pc:sldMk cId="131821357" sldId="2147480600"/>
            <ac:spMk id="5" creationId="{F9DBD9E6-29B3-E55E-20A9-861085EA1670}"/>
          </ac:spMkLst>
        </pc:spChg>
        <pc:picChg chg="add mod ord">
          <ac:chgData name="Nunes, Marta Rafaela" userId="64e258cc-da3c-4cb9-a36b-1ce753c6c460" providerId="ADAL" clId="{06DC152B-A079-46BC-83AB-2B49C1DAC4B7}" dt="2026-01-19T18:48:00.723" v="24402" actId="167"/>
          <ac:picMkLst>
            <pc:docMk/>
            <pc:sldMk cId="131821357" sldId="2147480600"/>
            <ac:picMk id="4" creationId="{5B58B742-DA5E-A312-4078-62FF5B363CB9}"/>
          </ac:picMkLst>
        </pc:picChg>
      </pc:sldChg>
      <pc:sldChg chg="delSp modSp add mod ord">
        <pc:chgData name="Nunes, Marta Rafaela" userId="64e258cc-da3c-4cb9-a36b-1ce753c6c460" providerId="ADAL" clId="{06DC152B-A079-46BC-83AB-2B49C1DAC4B7}" dt="2026-01-20T17:53:10.632" v="35743" actId="478"/>
        <pc:sldMkLst>
          <pc:docMk/>
          <pc:sldMk cId="1139067995" sldId="2147480601"/>
        </pc:sldMkLst>
        <pc:spChg chg="mod">
          <ac:chgData name="Nunes, Marta Rafaela" userId="64e258cc-da3c-4cb9-a36b-1ce753c6c460" providerId="ADAL" clId="{06DC152B-A079-46BC-83AB-2B49C1DAC4B7}" dt="2026-01-19T22:10:25.169" v="26769" actId="14100"/>
          <ac:spMkLst>
            <pc:docMk/>
            <pc:sldMk cId="1139067995" sldId="2147480601"/>
            <ac:spMk id="8" creationId="{7F1781EE-D3D7-1539-FFCC-1422866E6678}"/>
          </ac:spMkLst>
        </pc:spChg>
        <pc:picChg chg="mod modCrop">
          <ac:chgData name="Nunes, Marta Rafaela" userId="64e258cc-da3c-4cb9-a36b-1ce753c6c460" providerId="ADAL" clId="{06DC152B-A079-46BC-83AB-2B49C1DAC4B7}" dt="2026-01-19T22:10:16.092" v="26767" actId="732"/>
          <ac:picMkLst>
            <pc:docMk/>
            <pc:sldMk cId="1139067995" sldId="2147480601"/>
            <ac:picMk id="7" creationId="{FA2A26C5-14A3-023A-B126-C924121FF4CF}"/>
          </ac:picMkLst>
        </pc:picChg>
      </pc:sldChg>
      <pc:sldChg chg="delSp modSp mod ord">
        <pc:chgData name="Nunes, Marta Rafaela" userId="64e258cc-da3c-4cb9-a36b-1ce753c6c460" providerId="ADAL" clId="{06DC152B-A079-46BC-83AB-2B49C1DAC4B7}" dt="2026-01-20T17:53:16.467" v="35744" actId="478"/>
        <pc:sldMkLst>
          <pc:docMk/>
          <pc:sldMk cId="4290607108" sldId="2147480608"/>
        </pc:sldMkLst>
      </pc:sldChg>
      <pc:sldChg chg="addSp delSp modSp add mod ord">
        <pc:chgData name="Nunes, Marta Rafaela" userId="64e258cc-da3c-4cb9-a36b-1ce753c6c460" providerId="ADAL" clId="{06DC152B-A079-46BC-83AB-2B49C1DAC4B7}" dt="2026-01-20T18:19:00.575" v="35901" actId="947"/>
        <pc:sldMkLst>
          <pc:docMk/>
          <pc:sldMk cId="3845398109" sldId="2147480627"/>
        </pc:sldMkLst>
        <pc:spChg chg="add mod">
          <ac:chgData name="Nunes, Marta Rafaela" userId="64e258cc-da3c-4cb9-a36b-1ce753c6c460" providerId="ADAL" clId="{06DC152B-A079-46BC-83AB-2B49C1DAC4B7}" dt="2026-01-20T11:49:20.976" v="31355" actId="408"/>
          <ac:spMkLst>
            <pc:docMk/>
            <pc:sldMk cId="3845398109" sldId="2147480627"/>
            <ac:spMk id="2" creationId="{4DD66DFB-A217-C011-B970-68DAE3D32E9F}"/>
          </ac:spMkLst>
        </pc:spChg>
        <pc:spChg chg="mod">
          <ac:chgData name="Nunes, Marta Rafaela" userId="64e258cc-da3c-4cb9-a36b-1ce753c6c460" providerId="ADAL" clId="{06DC152B-A079-46BC-83AB-2B49C1DAC4B7}" dt="2026-01-20T12:23:33.928" v="33196" actId="255"/>
          <ac:spMkLst>
            <pc:docMk/>
            <pc:sldMk cId="3845398109" sldId="2147480627"/>
            <ac:spMk id="3" creationId="{F0DF32EC-126E-CB42-184B-B425CCCC9579}"/>
          </ac:spMkLst>
        </pc:spChg>
        <pc:spChg chg="add mod">
          <ac:chgData name="Nunes, Marta Rafaela" userId="64e258cc-da3c-4cb9-a36b-1ce753c6c460" providerId="ADAL" clId="{06DC152B-A079-46BC-83AB-2B49C1DAC4B7}" dt="2026-01-20T11:49:09.520" v="31352" actId="552"/>
          <ac:spMkLst>
            <pc:docMk/>
            <pc:sldMk cId="3845398109" sldId="2147480627"/>
            <ac:spMk id="5" creationId="{9EE257F2-CDA7-4A45-BA28-85796165926B}"/>
          </ac:spMkLst>
        </pc:spChg>
        <pc:spChg chg="add mod">
          <ac:chgData name="Nunes, Marta Rafaela" userId="64e258cc-da3c-4cb9-a36b-1ce753c6c460" providerId="ADAL" clId="{06DC152B-A079-46BC-83AB-2B49C1DAC4B7}" dt="2026-01-20T11:49:18.389" v="31354" actId="465"/>
          <ac:spMkLst>
            <pc:docMk/>
            <pc:sldMk cId="3845398109" sldId="2147480627"/>
            <ac:spMk id="8" creationId="{8633C8B4-398C-F0E4-6E29-3EDD2449257B}"/>
          </ac:spMkLst>
        </pc:spChg>
        <pc:spChg chg="add mod">
          <ac:chgData name="Nunes, Marta Rafaela" userId="64e258cc-da3c-4cb9-a36b-1ce753c6c460" providerId="ADAL" clId="{06DC152B-A079-46BC-83AB-2B49C1DAC4B7}" dt="2026-01-20T12:17:51.513" v="32926" actId="14100"/>
          <ac:spMkLst>
            <pc:docMk/>
            <pc:sldMk cId="3845398109" sldId="2147480627"/>
            <ac:spMk id="9" creationId="{1FFDDDFD-4F9C-C49E-B6C5-7FBD10F01ABC}"/>
          </ac:spMkLst>
        </pc:spChg>
        <pc:spChg chg="add mod">
          <ac:chgData name="Nunes, Marta Rafaela" userId="64e258cc-da3c-4cb9-a36b-1ce753c6c460" providerId="ADAL" clId="{06DC152B-A079-46BC-83AB-2B49C1DAC4B7}" dt="2026-01-20T12:03:23.634" v="31928" actId="113"/>
          <ac:spMkLst>
            <pc:docMk/>
            <pc:sldMk cId="3845398109" sldId="2147480627"/>
            <ac:spMk id="13" creationId="{BB43F0CF-3B6A-DE5F-4C13-7FF559BFA141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32" creationId="{65C1A4CF-EC63-0181-187D-6E7FADFEC8BF}"/>
          </ac:spMkLst>
        </pc:spChg>
        <pc:spChg chg="mod">
          <ac:chgData name="Nunes, Marta Rafaela" userId="64e258cc-da3c-4cb9-a36b-1ce753c6c460" providerId="ADAL" clId="{06DC152B-A079-46BC-83AB-2B49C1DAC4B7}" dt="2026-01-20T12:23:30.760" v="33195" actId="255"/>
          <ac:spMkLst>
            <pc:docMk/>
            <pc:sldMk cId="3845398109" sldId="2147480627"/>
            <ac:spMk id="33" creationId="{A30B876F-1E7A-87B3-26FE-9563847BB67C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34" creationId="{2A53F12C-F40A-7F6A-8AED-02FE8F7C6339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35" creationId="{AFC6A902-9D85-2335-EE12-B367A1C751E9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36" creationId="{6EE3B271-E44C-086D-4DDA-7361005A23DC}"/>
          </ac:spMkLst>
        </pc:spChg>
        <pc:spChg chg="add mod">
          <ac:chgData name="Nunes, Marta Rafaela" userId="64e258cc-da3c-4cb9-a36b-1ce753c6c460" providerId="ADAL" clId="{06DC152B-A079-46BC-83AB-2B49C1DAC4B7}" dt="2026-01-20T18:19:00.575" v="35901" actId="947"/>
          <ac:spMkLst>
            <pc:docMk/>
            <pc:sldMk cId="3845398109" sldId="2147480627"/>
            <ac:spMk id="37" creationId="{F731016F-CD66-5673-669A-5284A7C9FE11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43" creationId="{1144606D-89A5-7FDE-C596-1DC19ABC1026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46" creationId="{2418B244-28C8-87C6-E9BD-F122690CD05C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47" creationId="{969FCC9A-5830-15D1-49DB-3F6EF9DC3D77}"/>
          </ac:spMkLst>
        </pc:spChg>
        <pc:spChg chg="add 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49" creationId="{4B60488D-206C-4063-4228-83DC77BFC483}"/>
          </ac:spMkLst>
        </pc:spChg>
        <pc:spChg chg="add 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50" creationId="{3D174690-D16A-36EA-3967-6315084C2FAE}"/>
          </ac:spMkLst>
        </pc:spChg>
        <pc:spChg chg="add 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52" creationId="{D3694AF2-9321-A4EF-204C-50F2DB4518A0}"/>
          </ac:spMkLst>
        </pc:spChg>
        <pc:spChg chg="add mod ord">
          <ac:chgData name="Nunes, Marta Rafaela" userId="64e258cc-da3c-4cb9-a36b-1ce753c6c460" providerId="ADAL" clId="{06DC152B-A079-46BC-83AB-2B49C1DAC4B7}" dt="2026-01-20T12:03:04.486" v="31925" actId="167"/>
          <ac:spMkLst>
            <pc:docMk/>
            <pc:sldMk cId="3845398109" sldId="2147480627"/>
            <ac:spMk id="56" creationId="{6DF0450B-D886-9C57-404E-A0EEC586279F}"/>
          </ac:spMkLst>
        </pc:spChg>
        <pc:spChg chg="add mod ord">
          <ac:chgData name="Nunes, Marta Rafaela" userId="64e258cc-da3c-4cb9-a36b-1ce753c6c460" providerId="ADAL" clId="{06DC152B-A079-46BC-83AB-2B49C1DAC4B7}" dt="2026-01-20T12:03:04.486" v="31925" actId="167"/>
          <ac:spMkLst>
            <pc:docMk/>
            <pc:sldMk cId="3845398109" sldId="2147480627"/>
            <ac:spMk id="57" creationId="{2AA57D10-FF12-B792-6EE1-BB1D7F14D758}"/>
          </ac:spMkLst>
        </pc:spChg>
      </pc:sldChg>
      <pc:sldChg chg="addSp delSp modSp add mod ord">
        <pc:chgData name="Nunes, Marta Rafaela" userId="64e258cc-da3c-4cb9-a36b-1ce753c6c460" providerId="ADAL" clId="{06DC152B-A079-46BC-83AB-2B49C1DAC4B7}" dt="2026-01-20T10:15:13.317" v="29015" actId="403"/>
        <pc:sldMkLst>
          <pc:docMk/>
          <pc:sldMk cId="557686764" sldId="2147480632"/>
        </pc:sldMkLst>
        <pc:spChg chg="mod">
          <ac:chgData name="Nunes, Marta Rafaela" userId="64e258cc-da3c-4cb9-a36b-1ce753c6c460" providerId="ADAL" clId="{06DC152B-A079-46BC-83AB-2B49C1DAC4B7}" dt="2026-01-20T10:11:31.206" v="28959" actId="552"/>
          <ac:spMkLst>
            <pc:docMk/>
            <pc:sldMk cId="557686764" sldId="2147480632"/>
            <ac:spMk id="2" creationId="{03E81A50-8F1E-CFA6-5A6E-CE370E0CA58B}"/>
          </ac:spMkLst>
        </pc:spChg>
        <pc:spChg chg="mod">
          <ac:chgData name="Nunes, Marta Rafaela" userId="64e258cc-da3c-4cb9-a36b-1ce753c6c460" providerId="ADAL" clId="{06DC152B-A079-46BC-83AB-2B49C1DAC4B7}" dt="2026-01-12T16:23:05.719" v="13809" actId="114"/>
          <ac:spMkLst>
            <pc:docMk/>
            <pc:sldMk cId="557686764" sldId="2147480632"/>
            <ac:spMk id="3" creationId="{C8BEB83C-42DE-A528-188D-B6E0A4483DD5}"/>
          </ac:spMkLst>
        </pc:spChg>
        <pc:spChg chg="mod">
          <ac:chgData name="Nunes, Marta Rafaela" userId="64e258cc-da3c-4cb9-a36b-1ce753c6c460" providerId="ADAL" clId="{06DC152B-A079-46BC-83AB-2B49C1DAC4B7}" dt="2026-01-20T10:15:13.317" v="29015" actId="403"/>
          <ac:spMkLst>
            <pc:docMk/>
            <pc:sldMk cId="557686764" sldId="2147480632"/>
            <ac:spMk id="36" creationId="{38020960-A5EE-7069-D5DF-867971028148}"/>
          </ac:spMkLst>
        </pc:spChg>
        <pc:spChg chg="mod">
          <ac:chgData name="Nunes, Marta Rafaela" userId="64e258cc-da3c-4cb9-a36b-1ce753c6c460" providerId="ADAL" clId="{06DC152B-A079-46BC-83AB-2B49C1DAC4B7}" dt="2026-01-20T10:12:47.341" v="28962" actId="207"/>
          <ac:spMkLst>
            <pc:docMk/>
            <pc:sldMk cId="557686764" sldId="2147480632"/>
            <ac:spMk id="40" creationId="{FAE960D0-DB51-048F-0C1C-B1351A2C872B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15T20:01:09.186" v="18339" actId="478"/>
        <pc:sldMkLst>
          <pc:docMk/>
          <pc:sldMk cId="3143105698" sldId="2147480644"/>
        </pc:sldMkLst>
      </pc:sldChg>
      <pc:sldChg chg="addSp delSp modSp mod ord">
        <pc:chgData name="Nunes, Marta Rafaela" userId="64e258cc-da3c-4cb9-a36b-1ce753c6c460" providerId="ADAL" clId="{06DC152B-A079-46BC-83AB-2B49C1DAC4B7}" dt="2026-01-20T17:53:39.106" v="35748" actId="478"/>
        <pc:sldMkLst>
          <pc:docMk/>
          <pc:sldMk cId="4147707186" sldId="2147480645"/>
        </pc:sldMkLst>
        <pc:spChg chg="add del mod">
          <ac:chgData name="Nunes, Marta Rafaela" userId="64e258cc-da3c-4cb9-a36b-1ce753c6c460" providerId="ADAL" clId="{06DC152B-A079-46BC-83AB-2B49C1DAC4B7}" dt="2026-01-19T18:47:27.896" v="24392" actId="1076"/>
          <ac:spMkLst>
            <pc:docMk/>
            <pc:sldMk cId="4147707186" sldId="2147480645"/>
            <ac:spMk id="15" creationId="{4AC95815-76C5-FEE3-294B-D53AA370928C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7:53:44.919" v="35749" actId="478"/>
        <pc:sldMkLst>
          <pc:docMk/>
          <pc:sldMk cId="409785379" sldId="2147480646"/>
        </pc:sldMkLst>
        <pc:spChg chg="add mod ord">
          <ac:chgData name="Nunes, Marta Rafaela" userId="64e258cc-da3c-4cb9-a36b-1ce753c6c460" providerId="ADAL" clId="{06DC152B-A079-46BC-83AB-2B49C1DAC4B7}" dt="2026-01-19T18:49:00.618" v="24411" actId="167"/>
          <ac:spMkLst>
            <pc:docMk/>
            <pc:sldMk cId="409785379" sldId="2147480646"/>
            <ac:spMk id="7" creationId="{86F6257B-18CC-C19C-9F8F-5235564C028A}"/>
          </ac:spMkLst>
        </pc:spChg>
        <pc:picChg chg="add mod ord">
          <ac:chgData name="Nunes, Marta Rafaela" userId="64e258cc-da3c-4cb9-a36b-1ce753c6c460" providerId="ADAL" clId="{06DC152B-A079-46BC-83AB-2B49C1DAC4B7}" dt="2026-01-19T18:49:02.425" v="24412" actId="167"/>
          <ac:picMkLst>
            <pc:docMk/>
            <pc:sldMk cId="409785379" sldId="2147480646"/>
            <ac:picMk id="3" creationId="{310DC115-60E8-636B-7DEE-293F00DBB706}"/>
          </ac:picMkLst>
        </pc:picChg>
      </pc:sldChg>
      <pc:sldChg chg="addSp delSp modSp add mod ord modCm modNotesTx">
        <pc:chgData name="Nunes, Marta Rafaela" userId="64e258cc-da3c-4cb9-a36b-1ce753c6c460" providerId="ADAL" clId="{06DC152B-A079-46BC-83AB-2B49C1DAC4B7}" dt="2026-01-20T10:10:25.437" v="28922" actId="20577"/>
        <pc:sldMkLst>
          <pc:docMk/>
          <pc:sldMk cId="2241719590" sldId="2147480649"/>
        </pc:sldMkLst>
        <pc:spChg chg="mod">
          <ac:chgData name="Nunes, Marta Rafaela" userId="64e258cc-da3c-4cb9-a36b-1ce753c6c460" providerId="ADAL" clId="{06DC152B-A079-46BC-83AB-2B49C1DAC4B7}" dt="2026-01-13T12:32:20.030" v="15225" actId="552"/>
          <ac:spMkLst>
            <pc:docMk/>
            <pc:sldMk cId="2241719590" sldId="2147480649"/>
            <ac:spMk id="2" creationId="{AAAF9484-D8A2-938C-F26D-A13D4E940C43}"/>
          </ac:spMkLst>
        </pc:spChg>
        <pc:spChg chg="mod">
          <ac:chgData name="Nunes, Marta Rafaela" userId="64e258cc-da3c-4cb9-a36b-1ce753c6c460" providerId="ADAL" clId="{06DC152B-A079-46BC-83AB-2B49C1DAC4B7}" dt="2026-01-20T10:10:25.437" v="28922" actId="20577"/>
          <ac:spMkLst>
            <pc:docMk/>
            <pc:sldMk cId="2241719590" sldId="2147480649"/>
            <ac:spMk id="3" creationId="{7949E308-DF1A-6FAF-E6BD-8654F4CC1BD3}"/>
          </ac:spMkLst>
        </pc:spChg>
        <pc:spChg chg="add mod">
          <ac:chgData name="Nunes, Marta Rafaela" userId="64e258cc-da3c-4cb9-a36b-1ce753c6c460" providerId="ADAL" clId="{06DC152B-A079-46BC-83AB-2B49C1DAC4B7}" dt="2026-01-15T12:03:43.086" v="17861" actId="14100"/>
          <ac:spMkLst>
            <pc:docMk/>
            <pc:sldMk cId="2241719590" sldId="2147480649"/>
            <ac:spMk id="8" creationId="{4CE5DF1C-6742-0BCD-A331-F09B0EEB6E0C}"/>
          </ac:spMkLst>
        </pc:spChg>
        <pc:spChg chg="add mod">
          <ac:chgData name="Nunes, Marta Rafaela" userId="64e258cc-da3c-4cb9-a36b-1ce753c6c460" providerId="ADAL" clId="{06DC152B-A079-46BC-83AB-2B49C1DAC4B7}" dt="2026-01-15T11:57:06.967" v="17753" actId="255"/>
          <ac:spMkLst>
            <pc:docMk/>
            <pc:sldMk cId="2241719590" sldId="2147480649"/>
            <ac:spMk id="13" creationId="{6F10875F-E1AE-4416-ABDA-0B79B522CD96}"/>
          </ac:spMkLst>
        </pc:spChg>
        <pc:spChg chg="add mod">
          <ac:chgData name="Nunes, Marta Rafaela" userId="64e258cc-da3c-4cb9-a36b-1ce753c6c460" providerId="ADAL" clId="{06DC152B-A079-46BC-83AB-2B49C1DAC4B7}" dt="2026-01-20T09:57:20.109" v="28523" actId="554"/>
          <ac:spMkLst>
            <pc:docMk/>
            <pc:sldMk cId="2241719590" sldId="2147480649"/>
            <ac:spMk id="14" creationId="{3E16865D-C2A5-631C-C864-151A892BEF24}"/>
          </ac:spMkLst>
        </pc:spChg>
        <pc:spChg chg="add mod">
          <ac:chgData name="Nunes, Marta Rafaela" userId="64e258cc-da3c-4cb9-a36b-1ce753c6c460" providerId="ADAL" clId="{06DC152B-A079-46BC-83AB-2B49C1DAC4B7}" dt="2026-01-15T11:57:15.267" v="17755" actId="403"/>
          <ac:spMkLst>
            <pc:docMk/>
            <pc:sldMk cId="2241719590" sldId="2147480649"/>
            <ac:spMk id="15" creationId="{5369BA58-138B-A65B-1023-E21ACA428E1A}"/>
          </ac:spMkLst>
        </pc:spChg>
        <pc:spChg chg="mod ord">
          <ac:chgData name="Nunes, Marta Rafaela" userId="64e258cc-da3c-4cb9-a36b-1ce753c6c460" providerId="ADAL" clId="{06DC152B-A079-46BC-83AB-2B49C1DAC4B7}" dt="2026-01-15T12:02:54.555" v="17855" actId="554"/>
          <ac:spMkLst>
            <pc:docMk/>
            <pc:sldMk cId="2241719590" sldId="2147480649"/>
            <ac:spMk id="49" creationId="{D6B1F06D-21E8-50C3-BF5A-B57292341D8C}"/>
          </ac:spMkLst>
        </pc:spChg>
        <pc:spChg chg="mod">
          <ac:chgData name="Nunes, Marta Rafaela" userId="64e258cc-da3c-4cb9-a36b-1ce753c6c460" providerId="ADAL" clId="{06DC152B-A079-46BC-83AB-2B49C1DAC4B7}" dt="2026-01-15T12:03:43.086" v="17861" actId="14100"/>
          <ac:spMkLst>
            <pc:docMk/>
            <pc:sldMk cId="2241719590" sldId="2147480649"/>
            <ac:spMk id="53" creationId="{A2AC7861-A52F-B362-BBA1-C5B2D6B7C896}"/>
          </ac:spMkLst>
        </pc:spChg>
        <pc:spChg chg="mod">
          <ac:chgData name="Nunes, Marta Rafaela" userId="64e258cc-da3c-4cb9-a36b-1ce753c6c460" providerId="ADAL" clId="{06DC152B-A079-46BC-83AB-2B49C1DAC4B7}" dt="2026-01-20T10:09:11.158" v="28791" actId="947"/>
          <ac:spMkLst>
            <pc:docMk/>
            <pc:sldMk cId="2241719590" sldId="2147480649"/>
            <ac:spMk id="54" creationId="{665601E9-5E15-8606-2580-29A05350B45D}"/>
          </ac:spMkLst>
        </pc:spChg>
        <pc:spChg chg="mod">
          <ac:chgData name="Nunes, Marta Rafaela" userId="64e258cc-da3c-4cb9-a36b-1ce753c6c460" providerId="ADAL" clId="{06DC152B-A079-46BC-83AB-2B49C1DAC4B7}" dt="2026-01-20T09:56:23.071" v="28495" actId="1076"/>
          <ac:spMkLst>
            <pc:docMk/>
            <pc:sldMk cId="2241719590" sldId="2147480649"/>
            <ac:spMk id="77" creationId="{AFDA0D78-E378-6A3B-BA78-1D7F5D079917}"/>
          </ac:spMkLst>
        </pc:spChg>
        <pc:spChg chg="mod">
          <ac:chgData name="Nunes, Marta Rafaela" userId="64e258cc-da3c-4cb9-a36b-1ce753c6c460" providerId="ADAL" clId="{06DC152B-A079-46BC-83AB-2B49C1DAC4B7}" dt="2026-01-13T13:18:34.339" v="16819" actId="255"/>
          <ac:spMkLst>
            <pc:docMk/>
            <pc:sldMk cId="2241719590" sldId="2147480649"/>
            <ac:spMk id="79" creationId="{01A1BC84-6438-2EAF-B67A-19C62EFEE392}"/>
          </ac:spMkLst>
        </pc:spChg>
        <pc:spChg chg="mod">
          <ac:chgData name="Nunes, Marta Rafaela" userId="64e258cc-da3c-4cb9-a36b-1ce753c6c460" providerId="ADAL" clId="{06DC152B-A079-46BC-83AB-2B49C1DAC4B7}" dt="2026-01-20T09:57:20.109" v="28523" actId="554"/>
          <ac:spMkLst>
            <pc:docMk/>
            <pc:sldMk cId="2241719590" sldId="2147480649"/>
            <ac:spMk id="80" creationId="{39E19011-1E68-EA1A-12E5-3C20C4F038D5}"/>
          </ac:spMkLst>
        </pc:spChg>
        <pc:spChg chg="mod">
          <ac:chgData name="Nunes, Marta Rafaela" userId="64e258cc-da3c-4cb9-a36b-1ce753c6c460" providerId="ADAL" clId="{06DC152B-A079-46BC-83AB-2B49C1DAC4B7}" dt="2026-01-15T11:49:24.126" v="17735" actId="554"/>
          <ac:spMkLst>
            <pc:docMk/>
            <pc:sldMk cId="2241719590" sldId="2147480649"/>
            <ac:spMk id="82" creationId="{303FBB23-9E1A-FF72-4FA5-B68621BBF034}"/>
          </ac:spMkLst>
        </pc:spChg>
        <pc:picChg chg="add mod modCrop">
          <ac:chgData name="Nunes, Marta Rafaela" userId="64e258cc-da3c-4cb9-a36b-1ce753c6c460" providerId="ADAL" clId="{06DC152B-A079-46BC-83AB-2B49C1DAC4B7}" dt="2026-01-20T09:56:52.242" v="28499" actId="552"/>
          <ac:picMkLst>
            <pc:docMk/>
            <pc:sldMk cId="2241719590" sldId="2147480649"/>
            <ac:picMk id="5" creationId="{087A1462-E4EE-F813-46A9-22185C581F6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0:09:06.997" v="28790" actId="20577"/>
              <pc2:cmMkLst xmlns:pc2="http://schemas.microsoft.com/office/powerpoint/2019/9/main/command">
                <pc:docMk/>
                <pc:sldMk cId="2241719590" sldId="2147480649"/>
                <pc2:cmMk id="{7A2B311E-2E65-4B0C-AB02-480BAC132DCD}"/>
              </pc2:cmMkLst>
            </pc226:cmChg>
          </p:ext>
        </pc:extLst>
      </pc:sldChg>
      <pc:sldChg chg="addSp delSp modSp add mod ord modNotesTx">
        <pc:chgData name="Nunes, Marta Rafaela" userId="64e258cc-da3c-4cb9-a36b-1ce753c6c460" providerId="ADAL" clId="{06DC152B-A079-46BC-83AB-2B49C1DAC4B7}" dt="2026-01-20T18:14:46.222" v="35884" actId="207"/>
        <pc:sldMkLst>
          <pc:docMk/>
          <pc:sldMk cId="363473388" sldId="2147480650"/>
        </pc:sldMkLst>
        <pc:spChg chg="mod">
          <ac:chgData name="Nunes, Marta Rafaela" userId="64e258cc-da3c-4cb9-a36b-1ce753c6c460" providerId="ADAL" clId="{06DC152B-A079-46BC-83AB-2B49C1DAC4B7}" dt="2026-01-20T11:45:06.874" v="31238" actId="20577"/>
          <ac:spMkLst>
            <pc:docMk/>
            <pc:sldMk cId="363473388" sldId="2147480650"/>
            <ac:spMk id="3" creationId="{26A09436-BD52-A3C4-448E-6D972E7A9CCB}"/>
          </ac:spMkLst>
        </pc:spChg>
        <pc:spChg chg="mod">
          <ac:chgData name="Nunes, Marta Rafaela" userId="64e258cc-da3c-4cb9-a36b-1ce753c6c460" providerId="ADAL" clId="{06DC152B-A079-46BC-83AB-2B49C1DAC4B7}" dt="2026-01-20T18:14:31.758" v="35882" actId="465"/>
          <ac:spMkLst>
            <pc:docMk/>
            <pc:sldMk cId="363473388" sldId="2147480650"/>
            <ac:spMk id="4" creationId="{2DA5EBC1-CBFF-2F02-6729-FDB3DC7E9CBF}"/>
          </ac:spMkLst>
        </pc:spChg>
        <pc:spChg chg="mod">
          <ac:chgData name="Nunes, Marta Rafaela" userId="64e258cc-da3c-4cb9-a36b-1ce753c6c460" providerId="ADAL" clId="{06DC152B-A079-46BC-83AB-2B49C1DAC4B7}" dt="2026-01-20T18:14:31.758" v="35882" actId="465"/>
          <ac:spMkLst>
            <pc:docMk/>
            <pc:sldMk cId="363473388" sldId="2147480650"/>
            <ac:spMk id="5" creationId="{968D78E5-A6B3-8DD9-0DB9-168C91056C32}"/>
          </ac:spMkLst>
        </pc:spChg>
        <pc:spChg chg="mod">
          <ac:chgData name="Nunes, Marta Rafaela" userId="64e258cc-da3c-4cb9-a36b-1ce753c6c460" providerId="ADAL" clId="{06DC152B-A079-46BC-83AB-2B49C1DAC4B7}" dt="2026-01-20T18:14:31.758" v="35882" actId="465"/>
          <ac:spMkLst>
            <pc:docMk/>
            <pc:sldMk cId="363473388" sldId="2147480650"/>
            <ac:spMk id="6" creationId="{701E32E2-78C8-E649-5734-22C3F7EF7C1B}"/>
          </ac:spMkLst>
        </pc:spChg>
        <pc:spChg chg="mod">
          <ac:chgData name="Nunes, Marta Rafaela" userId="64e258cc-da3c-4cb9-a36b-1ce753c6c460" providerId="ADAL" clId="{06DC152B-A079-46BC-83AB-2B49C1DAC4B7}" dt="2026-01-12T16:52:54.910" v="14800" actId="20577"/>
          <ac:spMkLst>
            <pc:docMk/>
            <pc:sldMk cId="363473388" sldId="2147480650"/>
            <ac:spMk id="7" creationId="{27D93769-DBDA-AA4F-2543-397418F2932D}"/>
          </ac:spMkLst>
        </pc:spChg>
        <pc:spChg chg="add mod">
          <ac:chgData name="Nunes, Marta Rafaela" userId="64e258cc-da3c-4cb9-a36b-1ce753c6c460" providerId="ADAL" clId="{06DC152B-A079-46BC-83AB-2B49C1DAC4B7}" dt="2026-01-20T18:14:46.222" v="35884" actId="207"/>
          <ac:spMkLst>
            <pc:docMk/>
            <pc:sldMk cId="363473388" sldId="2147480650"/>
            <ac:spMk id="9" creationId="{132F0327-002D-88BC-1484-8B387315F659}"/>
          </ac:spMkLst>
        </pc:spChg>
        <pc:spChg chg="add del mod">
          <ac:chgData name="Nunes, Marta Rafaela" userId="64e258cc-da3c-4cb9-a36b-1ce753c6c460" providerId="ADAL" clId="{06DC152B-A079-46BC-83AB-2B49C1DAC4B7}" dt="2026-01-20T11:45:12.453" v="31241" actId="20577"/>
          <ac:spMkLst>
            <pc:docMk/>
            <pc:sldMk cId="363473388" sldId="2147480650"/>
            <ac:spMk id="10" creationId="{12EA8AB6-F92D-1363-418D-607DED78A819}"/>
          </ac:spMkLst>
        </pc:spChg>
        <pc:spChg chg="mod">
          <ac:chgData name="Nunes, Marta Rafaela" userId="64e258cc-da3c-4cb9-a36b-1ce753c6c460" providerId="ADAL" clId="{06DC152B-A079-46BC-83AB-2B49C1DAC4B7}" dt="2026-01-20T18:14:23.225" v="35870" actId="14100"/>
          <ac:spMkLst>
            <pc:docMk/>
            <pc:sldMk cId="363473388" sldId="2147480650"/>
            <ac:spMk id="12" creationId="{700E9D0E-C1D9-1D38-ECC5-2F434F7E239E}"/>
          </ac:spMkLst>
        </pc:spChg>
        <pc:spChg chg="mod">
          <ac:chgData name="Nunes, Marta Rafaela" userId="64e258cc-da3c-4cb9-a36b-1ce753c6c460" providerId="ADAL" clId="{06DC152B-A079-46BC-83AB-2B49C1DAC4B7}" dt="2026-01-20T18:14:15.352" v="35847" actId="554"/>
          <ac:spMkLst>
            <pc:docMk/>
            <pc:sldMk cId="363473388" sldId="2147480650"/>
            <ac:spMk id="13" creationId="{E3922D34-5B88-DCB4-055C-AAC7DE1EE850}"/>
          </ac:spMkLst>
        </pc:spChg>
        <pc:spChg chg="mod">
          <ac:chgData name="Nunes, Marta Rafaela" userId="64e258cc-da3c-4cb9-a36b-1ce753c6c460" providerId="ADAL" clId="{06DC152B-A079-46BC-83AB-2B49C1DAC4B7}" dt="2026-01-12T16:52:49.542" v="14781" actId="20577"/>
          <ac:spMkLst>
            <pc:docMk/>
            <pc:sldMk cId="363473388" sldId="2147480650"/>
            <ac:spMk id="15" creationId="{1613ADEC-65F4-5F60-D61A-12B153223F1E}"/>
          </ac:spMkLst>
        </pc:spChg>
        <pc:spChg chg="mod">
          <ac:chgData name="Nunes, Marta Rafaela" userId="64e258cc-da3c-4cb9-a36b-1ce753c6c460" providerId="ADAL" clId="{06DC152B-A079-46BC-83AB-2B49C1DAC4B7}" dt="2026-01-20T18:14:25.816" v="35881" actId="1035"/>
          <ac:spMkLst>
            <pc:docMk/>
            <pc:sldMk cId="363473388" sldId="2147480650"/>
            <ac:spMk id="17" creationId="{79A08CE1-B762-83C4-117A-AD0BBC8A94D1}"/>
          </ac:spMkLst>
        </pc:spChg>
        <pc:spChg chg="mod">
          <ac:chgData name="Nunes, Marta Rafaela" userId="64e258cc-da3c-4cb9-a36b-1ce753c6c460" providerId="ADAL" clId="{06DC152B-A079-46BC-83AB-2B49C1DAC4B7}" dt="2026-01-12T16:53:03.275" v="14828" actId="20577"/>
          <ac:spMkLst>
            <pc:docMk/>
            <pc:sldMk cId="363473388" sldId="2147480650"/>
            <ac:spMk id="18" creationId="{7737ABC8-7A25-93CD-3783-21BD06B602E5}"/>
          </ac:spMkLst>
        </pc:spChg>
        <pc:spChg chg="mod">
          <ac:chgData name="Nunes, Marta Rafaela" userId="64e258cc-da3c-4cb9-a36b-1ce753c6c460" providerId="ADAL" clId="{06DC152B-A079-46BC-83AB-2B49C1DAC4B7}" dt="2026-01-12T17:27:46.637" v="14914" actId="20577"/>
          <ac:spMkLst>
            <pc:docMk/>
            <pc:sldMk cId="363473388" sldId="2147480650"/>
            <ac:spMk id="21" creationId="{1F751B3B-239C-14E6-80CF-E0C4F4DFBFE7}"/>
          </ac:spMkLst>
        </pc:spChg>
        <pc:spChg chg="mod">
          <ac:chgData name="Nunes, Marta Rafaela" userId="64e258cc-da3c-4cb9-a36b-1ce753c6c460" providerId="ADAL" clId="{06DC152B-A079-46BC-83AB-2B49C1DAC4B7}" dt="2026-01-20T12:20:06.004" v="33087" actId="20577"/>
          <ac:spMkLst>
            <pc:docMk/>
            <pc:sldMk cId="363473388" sldId="2147480650"/>
            <ac:spMk id="30" creationId="{3F331C78-EF54-25CC-EF49-A4214045CA71}"/>
          </ac:spMkLst>
        </pc:spChg>
        <pc:spChg chg="mod">
          <ac:chgData name="Nunes, Marta Rafaela" userId="64e258cc-da3c-4cb9-a36b-1ce753c6c460" providerId="ADAL" clId="{06DC152B-A079-46BC-83AB-2B49C1DAC4B7}" dt="2026-01-20T12:23:00.850" v="33187" actId="255"/>
          <ac:spMkLst>
            <pc:docMk/>
            <pc:sldMk cId="363473388" sldId="2147480650"/>
            <ac:spMk id="31" creationId="{1CEE1AC3-2982-698D-4254-28D7FF5514F1}"/>
          </ac:spMkLst>
        </pc:spChg>
        <pc:spChg chg="mod">
          <ac:chgData name="Nunes, Marta Rafaela" userId="64e258cc-da3c-4cb9-a36b-1ce753c6c460" providerId="ADAL" clId="{06DC152B-A079-46BC-83AB-2B49C1DAC4B7}" dt="2026-01-20T18:13:01.093" v="35750" actId="20577"/>
          <ac:spMkLst>
            <pc:docMk/>
            <pc:sldMk cId="363473388" sldId="2147480650"/>
            <ac:spMk id="33" creationId="{EE14D0EE-77F2-8BC3-51E5-C7B756F0BF71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0:14:32.870" v="29009" actId="114"/>
        <pc:sldMkLst>
          <pc:docMk/>
          <pc:sldMk cId="1530307141" sldId="2147480660"/>
        </pc:sldMkLst>
        <pc:spChg chg="mod">
          <ac:chgData name="Nunes, Marta Rafaela" userId="64e258cc-da3c-4cb9-a36b-1ce753c6c460" providerId="ADAL" clId="{06DC152B-A079-46BC-83AB-2B49C1DAC4B7}" dt="2026-01-20T10:13:09.042" v="28965" actId="552"/>
          <ac:spMkLst>
            <pc:docMk/>
            <pc:sldMk cId="1530307141" sldId="2147480660"/>
            <ac:spMk id="3" creationId="{1319185A-BFC0-31F8-8403-6AA03972D047}"/>
          </ac:spMkLst>
        </pc:spChg>
        <pc:spChg chg="mod">
          <ac:chgData name="Nunes, Marta Rafaela" userId="64e258cc-da3c-4cb9-a36b-1ce753c6c460" providerId="ADAL" clId="{06DC152B-A079-46BC-83AB-2B49C1DAC4B7}" dt="2026-01-20T10:14:32.870" v="29009" actId="114"/>
          <ac:spMkLst>
            <pc:docMk/>
            <pc:sldMk cId="1530307141" sldId="2147480660"/>
            <ac:spMk id="28" creationId="{C264197F-75C5-4800-15F4-C34E0FAAF88F}"/>
          </ac:spMkLst>
        </pc:spChg>
        <pc:spChg chg="mod">
          <ac:chgData name="Nunes, Marta Rafaela" userId="64e258cc-da3c-4cb9-a36b-1ce753c6c460" providerId="ADAL" clId="{06DC152B-A079-46BC-83AB-2B49C1DAC4B7}" dt="2026-01-20T10:13:43.908" v="28972" actId="1035"/>
          <ac:spMkLst>
            <pc:docMk/>
            <pc:sldMk cId="1530307141" sldId="2147480660"/>
            <ac:spMk id="45" creationId="{C45E03E9-0519-7962-E4D5-C91B42C15C96}"/>
          </ac:spMkLst>
        </pc:spChg>
      </pc:sldChg>
      <pc:sldChg chg="addSp delSp modSp add mod modCm">
        <pc:chgData name="Nunes, Marta Rafaela" userId="64e258cc-da3c-4cb9-a36b-1ce753c6c460" providerId="ADAL" clId="{06DC152B-A079-46BC-83AB-2B49C1DAC4B7}" dt="2026-01-20T15:47:19.720" v="34335" actId="20577"/>
        <pc:sldMkLst>
          <pc:docMk/>
          <pc:sldMk cId="2446388990" sldId="2147480662"/>
        </pc:sldMkLst>
        <pc:spChg chg="mod">
          <ac:chgData name="Nunes, Marta Rafaela" userId="64e258cc-da3c-4cb9-a36b-1ce753c6c460" providerId="ADAL" clId="{06DC152B-A079-46BC-83AB-2B49C1DAC4B7}" dt="2026-01-20T12:22:13.336" v="33143" actId="255"/>
          <ac:spMkLst>
            <pc:docMk/>
            <pc:sldMk cId="2446388990" sldId="2147480662"/>
            <ac:spMk id="2" creationId="{350467F1-F6EE-32A8-B6F5-4E51191C8B4E}"/>
          </ac:spMkLst>
        </pc:spChg>
        <pc:spChg chg="mod">
          <ac:chgData name="Nunes, Marta Rafaela" userId="64e258cc-da3c-4cb9-a36b-1ce753c6c460" providerId="ADAL" clId="{06DC152B-A079-46BC-83AB-2B49C1DAC4B7}" dt="2026-01-20T12:22:33.435" v="33177" actId="20577"/>
          <ac:spMkLst>
            <pc:docMk/>
            <pc:sldMk cId="2446388990" sldId="2147480662"/>
            <ac:spMk id="3" creationId="{07C59941-D454-E27D-F498-3F75BB6AE2DD}"/>
          </ac:spMkLst>
        </pc:spChg>
        <pc:spChg chg="add mod">
          <ac:chgData name="Nunes, Marta Rafaela" userId="64e258cc-da3c-4cb9-a36b-1ce753c6c460" providerId="ADAL" clId="{06DC152B-A079-46BC-83AB-2B49C1DAC4B7}" dt="2026-01-20T11:33:09.577" v="30730" actId="20577"/>
          <ac:spMkLst>
            <pc:docMk/>
            <pc:sldMk cId="2446388990" sldId="2147480662"/>
            <ac:spMk id="5" creationId="{CC4BA5E4-4961-FE6F-DF13-CAED56A7B179}"/>
          </ac:spMkLst>
        </pc:spChg>
        <pc:spChg chg="add mod">
          <ac:chgData name="Nunes, Marta Rafaela" userId="64e258cc-da3c-4cb9-a36b-1ce753c6c460" providerId="ADAL" clId="{06DC152B-A079-46BC-83AB-2B49C1DAC4B7}" dt="2026-01-20T15:11:23.688" v="34262" actId="947"/>
          <ac:spMkLst>
            <pc:docMk/>
            <pc:sldMk cId="2446388990" sldId="2147480662"/>
            <ac:spMk id="6" creationId="{C117FF44-93FA-850F-F750-22DCF99ED921}"/>
          </ac:spMkLst>
        </pc:spChg>
        <pc:spChg chg="add mod">
          <ac:chgData name="Nunes, Marta Rafaela" userId="64e258cc-da3c-4cb9-a36b-1ce753c6c460" providerId="ADAL" clId="{06DC152B-A079-46BC-83AB-2B49C1DAC4B7}" dt="2026-01-20T11:43:33.784" v="31200" actId="1036"/>
          <ac:spMkLst>
            <pc:docMk/>
            <pc:sldMk cId="2446388990" sldId="2147480662"/>
            <ac:spMk id="7" creationId="{7834BEA1-18E1-2BB3-73B1-829C252EE78C}"/>
          </ac:spMkLst>
        </pc:spChg>
        <pc:spChg chg="add mod">
          <ac:chgData name="Nunes, Marta Rafaela" userId="64e258cc-da3c-4cb9-a36b-1ce753c6c460" providerId="ADAL" clId="{06DC152B-A079-46BC-83AB-2B49C1DAC4B7}" dt="2026-01-20T15:13:58.252" v="34322" actId="20577"/>
          <ac:spMkLst>
            <pc:docMk/>
            <pc:sldMk cId="2446388990" sldId="2147480662"/>
            <ac:spMk id="12" creationId="{CA08000F-7FC3-AF56-C44C-BEFF433E458C}"/>
          </ac:spMkLst>
        </pc:spChg>
        <pc:spChg chg="add mod">
          <ac:chgData name="Nunes, Marta Rafaela" userId="64e258cc-da3c-4cb9-a36b-1ce753c6c460" providerId="ADAL" clId="{06DC152B-A079-46BC-83AB-2B49C1DAC4B7}" dt="2026-01-20T11:23:42.779" v="30557" actId="14100"/>
          <ac:spMkLst>
            <pc:docMk/>
            <pc:sldMk cId="2446388990" sldId="2147480662"/>
            <ac:spMk id="16" creationId="{C313AA72-71D4-85E0-5291-BF8FA43D5659}"/>
          </ac:spMkLst>
        </pc:spChg>
        <pc:spChg chg="mod topLvl">
          <ac:chgData name="Nunes, Marta Rafaela" userId="64e258cc-da3c-4cb9-a36b-1ce753c6c460" providerId="ADAL" clId="{06DC152B-A079-46BC-83AB-2B49C1DAC4B7}" dt="2026-01-20T11:32:34.203" v="30720" actId="555"/>
          <ac:spMkLst>
            <pc:docMk/>
            <pc:sldMk cId="2446388990" sldId="2147480662"/>
            <ac:spMk id="26" creationId="{DC130913-A8EF-536F-0598-3F2CDE5E89F5}"/>
          </ac:spMkLst>
        </pc:spChg>
        <pc:spChg chg="mod">
          <ac:chgData name="Nunes, Marta Rafaela" userId="64e258cc-da3c-4cb9-a36b-1ce753c6c460" providerId="ADAL" clId="{06DC152B-A079-46BC-83AB-2B49C1DAC4B7}" dt="2026-01-20T11:40:10.876" v="30800" actId="165"/>
          <ac:spMkLst>
            <pc:docMk/>
            <pc:sldMk cId="2446388990" sldId="2147480662"/>
            <ac:spMk id="27" creationId="{88F0D706-22F5-6D43-B668-7EE1BA91E90C}"/>
          </ac:spMkLst>
        </pc:spChg>
        <pc:spChg chg="mod">
          <ac:chgData name="Nunes, Marta Rafaela" userId="64e258cc-da3c-4cb9-a36b-1ce753c6c460" providerId="ADAL" clId="{06DC152B-A079-46BC-83AB-2B49C1DAC4B7}" dt="2026-01-20T11:40:41.830" v="30803" actId="165"/>
          <ac:spMkLst>
            <pc:docMk/>
            <pc:sldMk cId="2446388990" sldId="2147480662"/>
            <ac:spMk id="28" creationId="{998517B9-4F25-5AA4-490D-D0EF6CE46465}"/>
          </ac:spMkLst>
        </pc:spChg>
        <pc:spChg chg="mod">
          <ac:chgData name="Nunes, Marta Rafaela" userId="64e258cc-da3c-4cb9-a36b-1ce753c6c460" providerId="ADAL" clId="{06DC152B-A079-46BC-83AB-2B49C1DAC4B7}" dt="2026-01-20T11:40:46.208" v="30804" actId="165"/>
          <ac:spMkLst>
            <pc:docMk/>
            <pc:sldMk cId="2446388990" sldId="2147480662"/>
            <ac:spMk id="29" creationId="{FC9B9CFA-8DFF-225A-BD3D-B0ACF81CD37B}"/>
          </ac:spMkLst>
        </pc:spChg>
        <pc:spChg chg="mod topLvl">
          <ac:chgData name="Nunes, Marta Rafaela" userId="64e258cc-da3c-4cb9-a36b-1ce753c6c460" providerId="ADAL" clId="{06DC152B-A079-46BC-83AB-2B49C1DAC4B7}" dt="2026-01-20T11:40:24.768" v="30802" actId="552"/>
          <ac:spMkLst>
            <pc:docMk/>
            <pc:sldMk cId="2446388990" sldId="2147480662"/>
            <ac:spMk id="30" creationId="{70D12B27-789D-F04A-DBEC-606324C47B1B}"/>
          </ac:spMkLst>
        </pc:spChg>
        <pc:spChg chg="mod topLvl">
          <ac:chgData name="Nunes, Marta Rafaela" userId="64e258cc-da3c-4cb9-a36b-1ce753c6c460" providerId="ADAL" clId="{06DC152B-A079-46BC-83AB-2B49C1DAC4B7}" dt="2026-01-20T11:40:41.830" v="30803" actId="165"/>
          <ac:spMkLst>
            <pc:docMk/>
            <pc:sldMk cId="2446388990" sldId="2147480662"/>
            <ac:spMk id="31" creationId="{75018BE1-8556-D928-E950-610D57EB64AD}"/>
          </ac:spMkLst>
        </pc:spChg>
        <pc:spChg chg="mod topLvl">
          <ac:chgData name="Nunes, Marta Rafaela" userId="64e258cc-da3c-4cb9-a36b-1ce753c6c460" providerId="ADAL" clId="{06DC152B-A079-46BC-83AB-2B49C1DAC4B7}" dt="2026-01-20T11:40:46.208" v="30804" actId="165"/>
          <ac:spMkLst>
            <pc:docMk/>
            <pc:sldMk cId="2446388990" sldId="2147480662"/>
            <ac:spMk id="32" creationId="{A325C398-D4E8-A542-75B6-609D831DA32A}"/>
          </ac:spMkLst>
        </pc:spChg>
        <pc:spChg chg="mod topLvl">
          <ac:chgData name="Nunes, Marta Rafaela" userId="64e258cc-da3c-4cb9-a36b-1ce753c6c460" providerId="ADAL" clId="{06DC152B-A079-46BC-83AB-2B49C1DAC4B7}" dt="2026-01-20T15:47:19.720" v="34335" actId="20577"/>
          <ac:spMkLst>
            <pc:docMk/>
            <pc:sldMk cId="2446388990" sldId="2147480662"/>
            <ac:spMk id="33" creationId="{3B23E6A0-8914-FFFE-C223-C774990BEC21}"/>
          </ac:spMkLst>
        </pc:spChg>
        <pc:spChg chg="mod topLvl">
          <ac:chgData name="Nunes, Marta Rafaela" userId="64e258cc-da3c-4cb9-a36b-1ce753c6c460" providerId="ADAL" clId="{06DC152B-A079-46BC-83AB-2B49C1DAC4B7}" dt="2026-01-20T11:41:41.138" v="30830" actId="1035"/>
          <ac:spMkLst>
            <pc:docMk/>
            <pc:sldMk cId="2446388990" sldId="2147480662"/>
            <ac:spMk id="34" creationId="{3782EA6F-EDB6-8773-54E9-30EC08CE033E}"/>
          </ac:spMkLst>
        </pc:spChg>
        <pc:spChg chg="mod topLvl">
          <ac:chgData name="Nunes, Marta Rafaela" userId="64e258cc-da3c-4cb9-a36b-1ce753c6c460" providerId="ADAL" clId="{06DC152B-A079-46BC-83AB-2B49C1DAC4B7}" dt="2026-01-20T11:41:56.796" v="30877" actId="1035"/>
          <ac:spMkLst>
            <pc:docMk/>
            <pc:sldMk cId="2446388990" sldId="2147480662"/>
            <ac:spMk id="35" creationId="{B1D7E752-DDE2-5ABF-9606-B158627FAAAD}"/>
          </ac:spMkLst>
        </pc:spChg>
        <pc:spChg chg="mod">
          <ac:chgData name="Nunes, Marta Rafaela" userId="64e258cc-da3c-4cb9-a36b-1ce753c6c460" providerId="ADAL" clId="{06DC152B-A079-46BC-83AB-2B49C1DAC4B7}" dt="2026-01-19T15:35:36.495" v="21278" actId="164"/>
          <ac:spMkLst>
            <pc:docMk/>
            <pc:sldMk cId="2446388990" sldId="2147480662"/>
            <ac:spMk id="41" creationId="{DA810354-1F40-ECD1-B2E6-82E86EC4B566}"/>
          </ac:spMkLst>
        </pc:spChg>
        <pc:spChg chg="mod">
          <ac:chgData name="Nunes, Marta Rafaela" userId="64e258cc-da3c-4cb9-a36b-1ce753c6c460" providerId="ADAL" clId="{06DC152B-A079-46BC-83AB-2B49C1DAC4B7}" dt="2026-01-19T16:53:01.343" v="23782" actId="20577"/>
          <ac:spMkLst>
            <pc:docMk/>
            <pc:sldMk cId="2446388990" sldId="2147480662"/>
            <ac:spMk id="42" creationId="{21647BA7-A47C-6A30-B19C-41719D207D30}"/>
          </ac:spMkLst>
        </pc:spChg>
        <pc:grpChg chg="add mod">
          <ac:chgData name="Nunes, Marta Rafaela" userId="64e258cc-da3c-4cb9-a36b-1ce753c6c460" providerId="ADAL" clId="{06DC152B-A079-46BC-83AB-2B49C1DAC4B7}" dt="2026-01-20T11:27:35.999" v="30597" actId="554"/>
          <ac:grpSpMkLst>
            <pc:docMk/>
            <pc:sldMk cId="2446388990" sldId="2147480662"/>
            <ac:grpSpMk id="19" creationId="{2CBD0080-C24A-C2D1-46B9-FB0BEDA51365}"/>
          </ac:grpSpMkLst>
        </pc:grpChg>
        <pc:grpChg chg="mod topLvl">
          <ac:chgData name="Nunes, Marta Rafaela" userId="64e258cc-da3c-4cb9-a36b-1ce753c6c460" providerId="ADAL" clId="{06DC152B-A079-46BC-83AB-2B49C1DAC4B7}" dt="2026-01-20T11:40:46.208" v="30804" actId="165"/>
          <ac:grpSpMkLst>
            <pc:docMk/>
            <pc:sldMk cId="2446388990" sldId="2147480662"/>
            <ac:grpSpMk id="59" creationId="{1BF6F4A3-B4AC-18BF-7FF4-60B8472BAD5F}"/>
          </ac:grpSpMkLst>
        </pc:grpChg>
        <pc:grpChg chg="mod topLvl">
          <ac:chgData name="Nunes, Marta Rafaela" userId="64e258cc-da3c-4cb9-a36b-1ce753c6c460" providerId="ADAL" clId="{06DC152B-A079-46BC-83AB-2B49C1DAC4B7}" dt="2026-01-20T11:40:41.830" v="30803" actId="165"/>
          <ac:grpSpMkLst>
            <pc:docMk/>
            <pc:sldMk cId="2446388990" sldId="2147480662"/>
            <ac:grpSpMk id="60" creationId="{7D1CC870-7961-AD4F-EA5F-D0C32FF54DCD}"/>
          </ac:grpSpMkLst>
        </pc:grpChg>
        <pc:grpChg chg="mod topLvl">
          <ac:chgData name="Nunes, Marta Rafaela" userId="64e258cc-da3c-4cb9-a36b-1ce753c6c460" providerId="ADAL" clId="{06DC152B-A079-46BC-83AB-2B49C1DAC4B7}" dt="2026-01-20T11:40:10.876" v="30800" actId="165"/>
          <ac:grpSpMkLst>
            <pc:docMk/>
            <pc:sldMk cId="2446388990" sldId="2147480662"/>
            <ac:grpSpMk id="61" creationId="{8FEBCC18-E541-3FD3-39D2-0E5479165B93}"/>
          </ac:grpSpMkLst>
        </pc:grpChg>
        <pc:graphicFrameChg chg="add del mod modGraphic">
          <ac:chgData name="Nunes, Marta Rafaela" userId="64e258cc-da3c-4cb9-a36b-1ce753c6c460" providerId="ADAL" clId="{06DC152B-A079-46BC-83AB-2B49C1DAC4B7}" dt="2026-01-20T11:34:52.607" v="30748" actId="553"/>
          <ac:graphicFrameMkLst>
            <pc:docMk/>
            <pc:sldMk cId="2446388990" sldId="2147480662"/>
            <ac:graphicFrameMk id="22" creationId="{C31F5A3A-474D-969A-DC31-5D918782BC5D}"/>
          </ac:graphicFrameMkLst>
        </pc:graphicFrameChg>
        <pc:picChg chg="mod">
          <ac:chgData name="Nunes, Marta Rafaela" userId="64e258cc-da3c-4cb9-a36b-1ce753c6c460" providerId="ADAL" clId="{06DC152B-A079-46BC-83AB-2B49C1DAC4B7}" dt="2026-01-20T11:40:10.876" v="30800" actId="165"/>
          <ac:picMkLst>
            <pc:docMk/>
            <pc:sldMk cId="2446388990" sldId="2147480662"/>
            <ac:picMk id="37" creationId="{598C35BD-427B-9F6F-856B-97B82FCA995D}"/>
          </ac:picMkLst>
        </pc:picChg>
        <pc:picChg chg="mod">
          <ac:chgData name="Nunes, Marta Rafaela" userId="64e258cc-da3c-4cb9-a36b-1ce753c6c460" providerId="ADAL" clId="{06DC152B-A079-46BC-83AB-2B49C1DAC4B7}" dt="2026-01-20T11:40:46.208" v="30804" actId="165"/>
          <ac:picMkLst>
            <pc:docMk/>
            <pc:sldMk cId="2446388990" sldId="2147480662"/>
            <ac:picMk id="52" creationId="{5E675490-6190-CB5F-562E-91B605C107AE}"/>
          </ac:picMkLst>
        </pc:picChg>
        <pc:picChg chg="mod">
          <ac:chgData name="Nunes, Marta Rafaela" userId="64e258cc-da3c-4cb9-a36b-1ce753c6c460" providerId="ADAL" clId="{06DC152B-A079-46BC-83AB-2B49C1DAC4B7}" dt="2026-01-20T11:40:41.830" v="30803" actId="165"/>
          <ac:picMkLst>
            <pc:docMk/>
            <pc:sldMk cId="2446388990" sldId="2147480662"/>
            <ac:picMk id="54" creationId="{70CFEF79-EA28-E09D-5C41-0017F444720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16:53:01.343" v="23782" actId="20577"/>
              <pc2:cmMkLst xmlns:pc2="http://schemas.microsoft.com/office/powerpoint/2019/9/main/command">
                <pc:docMk/>
                <pc:sldMk cId="2446388990" sldId="2147480662"/>
                <pc2:cmMk id="{4935D159-83BF-4844-BD78-E1389B142EF1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16:53:01.343" v="23782" actId="20577"/>
              <pc2:cmMkLst xmlns:pc2="http://schemas.microsoft.com/office/powerpoint/2019/9/main/command">
                <pc:docMk/>
                <pc:sldMk cId="2446388990" sldId="2147480662"/>
                <pc2:cmMk id="{620355BF-0753-4292-8C2A-7940A75B0565}"/>
              </pc2:cmMkLst>
            </pc226:cmChg>
          </p:ext>
        </pc:extLst>
      </pc:sldChg>
      <pc:sldChg chg="addSp delSp modSp add mod modCm modNotesTx">
        <pc:chgData name="Nunes, Marta Rafaela" userId="64e258cc-da3c-4cb9-a36b-1ce753c6c460" providerId="ADAL" clId="{06DC152B-A079-46BC-83AB-2B49C1DAC4B7}" dt="2026-01-20T11:10:28.531" v="30156"/>
        <pc:sldMkLst>
          <pc:docMk/>
          <pc:sldMk cId="1847974879" sldId="2147480667"/>
        </pc:sldMkLst>
        <pc:spChg chg="mod">
          <ac:chgData name="Nunes, Marta Rafaela" userId="64e258cc-da3c-4cb9-a36b-1ce753c6c460" providerId="ADAL" clId="{06DC152B-A079-46BC-83AB-2B49C1DAC4B7}" dt="2026-01-20T10:55:11.110" v="29778" actId="552"/>
          <ac:spMkLst>
            <pc:docMk/>
            <pc:sldMk cId="1847974879" sldId="2147480667"/>
            <ac:spMk id="2" creationId="{07CA1229-4C1D-A009-2860-CE21F3E763FC}"/>
          </ac:spMkLst>
        </pc:spChg>
        <pc:spChg chg="add mod">
          <ac:chgData name="Nunes, Marta Rafaela" userId="64e258cc-da3c-4cb9-a36b-1ce753c6c460" providerId="ADAL" clId="{06DC152B-A079-46BC-83AB-2B49C1DAC4B7}" dt="2026-01-20T10:55:53.249" v="29814" actId="552"/>
          <ac:spMkLst>
            <pc:docMk/>
            <pc:sldMk cId="1847974879" sldId="2147480667"/>
            <ac:spMk id="13" creationId="{91985773-A2DE-8014-C75C-F6AC5EEE9E1E}"/>
          </ac:spMkLst>
        </pc:spChg>
        <pc:spChg chg="add mod">
          <ac:chgData name="Nunes, Marta Rafaela" userId="64e258cc-da3c-4cb9-a36b-1ce753c6c460" providerId="ADAL" clId="{06DC152B-A079-46BC-83AB-2B49C1DAC4B7}" dt="2026-01-20T11:10:28.531" v="30156"/>
          <ac:spMkLst>
            <pc:docMk/>
            <pc:sldMk cId="1847974879" sldId="2147480667"/>
            <ac:spMk id="16" creationId="{A24E79A7-A78A-1D72-0A55-EB4129F909EF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20" creationId="{53214AC8-B36F-D960-4127-3C030E4FF80A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22" creationId="{E8C3C1E5-0BB2-9BC7-9067-3D903B6ECFFA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23" creationId="{108CF8AA-B2CD-98AA-34A8-373C5147B4C1}"/>
          </ac:spMkLst>
        </pc:spChg>
        <pc:spChg chg="mod topLvl">
          <ac:chgData name="Nunes, Marta Rafaela" userId="64e258cc-da3c-4cb9-a36b-1ce753c6c460" providerId="ADAL" clId="{06DC152B-A079-46BC-83AB-2B49C1DAC4B7}" dt="2026-01-20T11:06:43.097" v="30016" actId="555"/>
          <ac:spMkLst>
            <pc:docMk/>
            <pc:sldMk cId="1847974879" sldId="2147480667"/>
            <ac:spMk id="28" creationId="{790D88D3-38EA-B643-CC98-1AB41B6F1500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31" creationId="{81B37965-5667-6108-3B49-24AEC0D2F624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32" creationId="{D5CA088A-2B7A-8090-F0AE-5941424B6DFF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33" creationId="{D90F0683-7DD8-1E27-9F40-71DB8DBC0492}"/>
          </ac:spMkLst>
        </pc:spChg>
        <pc:spChg chg="mod">
          <ac:chgData name="Nunes, Marta Rafaela" userId="64e258cc-da3c-4cb9-a36b-1ce753c6c460" providerId="ADAL" clId="{06DC152B-A079-46BC-83AB-2B49C1DAC4B7}" dt="2026-01-20T11:06:16.219" v="30012" actId="20577"/>
          <ac:spMkLst>
            <pc:docMk/>
            <pc:sldMk cId="1847974879" sldId="2147480667"/>
            <ac:spMk id="35" creationId="{E96FF16A-F435-0E68-7857-25B224846E9E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36" creationId="{083039B4-4AAC-B440-46FB-672A2619C635}"/>
          </ac:spMkLst>
        </pc:spChg>
        <pc:grpChg chg="add mod">
          <ac:chgData name="Nunes, Marta Rafaela" userId="64e258cc-da3c-4cb9-a36b-1ce753c6c460" providerId="ADAL" clId="{06DC152B-A079-46BC-83AB-2B49C1DAC4B7}" dt="2026-01-20T11:02:42.421" v="29982" actId="1036"/>
          <ac:grpSpMkLst>
            <pc:docMk/>
            <pc:sldMk cId="1847974879" sldId="2147480667"/>
            <ac:grpSpMk id="8" creationId="{D1271750-BAE4-9180-1359-7B9FEFA69665}"/>
          </ac:grpSpMkLst>
        </pc:grpChg>
        <pc:grpChg chg="add mod">
          <ac:chgData name="Nunes, Marta Rafaela" userId="64e258cc-da3c-4cb9-a36b-1ce753c6c460" providerId="ADAL" clId="{06DC152B-A079-46BC-83AB-2B49C1DAC4B7}" dt="2026-01-20T11:02:54.903" v="29984" actId="115"/>
          <ac:grpSpMkLst>
            <pc:docMk/>
            <pc:sldMk cId="1847974879" sldId="2147480667"/>
            <ac:grpSpMk id="9" creationId="{05BB3997-26FF-3CB9-302D-40E229C6C2F3}"/>
          </ac:grpSpMkLst>
        </pc:grpChg>
        <pc:grpChg chg="mod">
          <ac:chgData name="Nunes, Marta Rafaela" userId="64e258cc-da3c-4cb9-a36b-1ce753c6c460" providerId="ADAL" clId="{06DC152B-A079-46BC-83AB-2B49C1DAC4B7}" dt="2026-01-20T11:02:42.421" v="29982" actId="1036"/>
          <ac:grpSpMkLst>
            <pc:docMk/>
            <pc:sldMk cId="1847974879" sldId="2147480667"/>
            <ac:grpSpMk id="24" creationId="{E5D39E3F-833E-3FE9-F3D3-CE0C5998ADDB}"/>
          </ac:grpSpMkLst>
        </pc:grpChg>
        <pc:grpChg chg="mod">
          <ac:chgData name="Nunes, Marta Rafaela" userId="64e258cc-da3c-4cb9-a36b-1ce753c6c460" providerId="ADAL" clId="{06DC152B-A079-46BC-83AB-2B49C1DAC4B7}" dt="2026-01-20T11:02:42.421" v="29982" actId="1036"/>
          <ac:grpSpMkLst>
            <pc:docMk/>
            <pc:sldMk cId="1847974879" sldId="2147480667"/>
            <ac:grpSpMk id="25" creationId="{4BD4C2CA-3985-BB29-DAB3-4C3AAE0C2DA7}"/>
          </ac:grpSpMkLst>
        </pc:grpChg>
        <pc:grpChg chg="mod">
          <ac:chgData name="Nunes, Marta Rafaela" userId="64e258cc-da3c-4cb9-a36b-1ce753c6c460" providerId="ADAL" clId="{06DC152B-A079-46BC-83AB-2B49C1DAC4B7}" dt="2026-01-20T11:02:54.903" v="29984" actId="115"/>
          <ac:grpSpMkLst>
            <pc:docMk/>
            <pc:sldMk cId="1847974879" sldId="2147480667"/>
            <ac:grpSpMk id="29" creationId="{735C9901-B676-B971-0E77-A74044786E6C}"/>
          </ac:grpSpMkLst>
        </pc:grpChg>
        <pc:grpChg chg="mod">
          <ac:chgData name="Nunes, Marta Rafaela" userId="64e258cc-da3c-4cb9-a36b-1ce753c6c460" providerId="ADAL" clId="{06DC152B-A079-46BC-83AB-2B49C1DAC4B7}" dt="2026-01-20T11:02:54.903" v="29984" actId="115"/>
          <ac:grpSpMkLst>
            <pc:docMk/>
            <pc:sldMk cId="1847974879" sldId="2147480667"/>
            <ac:grpSpMk id="34" creationId="{BD92E8B7-8278-8B7A-DB7C-6D56D01EF015}"/>
          </ac:grpSpMkLst>
        </pc:grpChg>
        <pc:picChg chg="mod">
          <ac:chgData name="Nunes, Marta Rafaela" userId="64e258cc-da3c-4cb9-a36b-1ce753c6c460" providerId="ADAL" clId="{06DC152B-A079-46BC-83AB-2B49C1DAC4B7}" dt="2026-01-20T11:02:42.421" v="29982" actId="1036"/>
          <ac:picMkLst>
            <pc:docMk/>
            <pc:sldMk cId="1847974879" sldId="2147480667"/>
            <ac:picMk id="6" creationId="{23F8D800-6EDE-78FF-5489-2F1602D02B9E}"/>
          </ac:picMkLst>
        </pc:picChg>
        <pc:picChg chg="mod">
          <ac:chgData name="Nunes, Marta Rafaela" userId="64e258cc-da3c-4cb9-a36b-1ce753c6c460" providerId="ADAL" clId="{06DC152B-A079-46BC-83AB-2B49C1DAC4B7}" dt="2026-01-20T11:02:54.903" v="29984" actId="115"/>
          <ac:picMkLst>
            <pc:docMk/>
            <pc:sldMk cId="1847974879" sldId="2147480667"/>
            <ac:picMk id="11" creationId="{DBA174CD-6BF3-6661-F811-62F5DDF0100D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1:02:12.313" v="29979" actId="20577"/>
              <pc2:cmMkLst xmlns:pc2="http://schemas.microsoft.com/office/powerpoint/2019/9/main/command">
                <pc:docMk/>
                <pc:sldMk cId="1847974879" sldId="2147480667"/>
                <pc2:cmMk id="{07997385-6F11-433A-AAF1-BBE2078CAE3E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21:42:42.531" v="25647" actId="20577"/>
              <pc2:cmMkLst xmlns:pc2="http://schemas.microsoft.com/office/powerpoint/2019/9/main/command">
                <pc:docMk/>
                <pc:sldMk cId="1847974879" sldId="2147480667"/>
                <pc2:cmMk id="{7D76DE96-78FE-4E73-BD38-17E273409343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21:42:42.531" v="25647" actId="20577"/>
              <pc2:cmMkLst xmlns:pc2="http://schemas.microsoft.com/office/powerpoint/2019/9/main/command">
                <pc:docMk/>
                <pc:sldMk cId="1847974879" sldId="2147480667"/>
                <pc2:cmMk id="{22985599-875F-4947-BE63-9DB50FAB08A6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1:02:12.313" v="29979" actId="20577"/>
              <pc2:cmMkLst xmlns:pc2="http://schemas.microsoft.com/office/powerpoint/2019/9/main/command">
                <pc:docMk/>
                <pc:sldMk cId="1847974879" sldId="2147480667"/>
                <pc2:cmMk id="{BA0B7499-9CAD-4D36-A247-D36431E9030E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1:02:12.313" v="29979" actId="20577"/>
              <pc2:cmMkLst xmlns:pc2="http://schemas.microsoft.com/office/powerpoint/2019/9/main/command">
                <pc:docMk/>
                <pc:sldMk cId="1847974879" sldId="2147480667"/>
                <pc2:cmMk id="{BFDB57D2-2148-4BBC-B897-8168CDFC8DD0}"/>
              </pc2:cmMkLst>
            </pc226:cmChg>
          </p:ext>
        </pc:extLst>
      </pc:sldChg>
      <pc:sldChg chg="addSp delSp modSp add mod">
        <pc:chgData name="Nunes, Marta Rafaela" userId="64e258cc-da3c-4cb9-a36b-1ce753c6c460" providerId="ADAL" clId="{06DC152B-A079-46BC-83AB-2B49C1DAC4B7}" dt="2026-01-20T13:08:28.979" v="34157" actId="20577"/>
        <pc:sldMkLst>
          <pc:docMk/>
          <pc:sldMk cId="3689053290" sldId="2147480671"/>
        </pc:sldMkLst>
        <pc:spChg chg="mod">
          <ac:chgData name="Nunes, Marta Rafaela" userId="64e258cc-da3c-4cb9-a36b-1ce753c6c460" providerId="ADAL" clId="{06DC152B-A079-46BC-83AB-2B49C1DAC4B7}" dt="2026-01-20T12:24:23.894" v="33209" actId="255"/>
          <ac:spMkLst>
            <pc:docMk/>
            <pc:sldMk cId="3689053290" sldId="2147480671"/>
            <ac:spMk id="3" creationId="{40E91148-46C2-14EA-B42C-06D76364B566}"/>
          </ac:spMkLst>
        </pc:spChg>
        <pc:spChg chg="add mod">
          <ac:chgData name="Nunes, Marta Rafaela" userId="64e258cc-da3c-4cb9-a36b-1ce753c6c460" providerId="ADAL" clId="{06DC152B-A079-46BC-83AB-2B49C1DAC4B7}" dt="2026-01-20T13:08:28.979" v="34157" actId="20577"/>
          <ac:spMkLst>
            <pc:docMk/>
            <pc:sldMk cId="3689053290" sldId="2147480671"/>
            <ac:spMk id="4" creationId="{57FEE324-351B-1BCE-87BE-C9938A9A980C}"/>
          </ac:spMkLst>
        </pc:spChg>
        <pc:spChg chg="mod">
          <ac:chgData name="Nunes, Marta Rafaela" userId="64e258cc-da3c-4cb9-a36b-1ce753c6c460" providerId="ADAL" clId="{06DC152B-A079-46BC-83AB-2B49C1DAC4B7}" dt="2026-01-20T12:24:18.189" v="33205" actId="255"/>
          <ac:spMkLst>
            <pc:docMk/>
            <pc:sldMk cId="3689053290" sldId="2147480671"/>
            <ac:spMk id="33" creationId="{B3AADC52-D250-F53E-A9DD-86DE8035AFA9}"/>
          </ac:spMkLst>
        </pc:spChg>
        <pc:graphicFrameChg chg="add mod modGraphic">
          <ac:chgData name="Nunes, Marta Rafaela" userId="64e258cc-da3c-4cb9-a36b-1ce753c6c460" providerId="ADAL" clId="{06DC152B-A079-46BC-83AB-2B49C1DAC4B7}" dt="2026-01-20T12:04:48.437" v="31960" actId="552"/>
          <ac:graphicFrameMkLst>
            <pc:docMk/>
            <pc:sldMk cId="3689053290" sldId="2147480671"/>
            <ac:graphicFrameMk id="2" creationId="{E7DB6A42-91C7-B916-0AB2-E073AD6942F0}"/>
          </ac:graphicFrameMkLst>
        </pc:graphicFrameChg>
      </pc:sldChg>
      <pc:sldChg chg="addSp modSp mod">
        <pc:chgData name="Nunes, Marta Rafaela" userId="64e258cc-da3c-4cb9-a36b-1ce753c6c460" providerId="ADAL" clId="{06DC152B-A079-46BC-83AB-2B49C1DAC4B7}" dt="2026-01-20T10:25:33.233" v="29168" actId="123"/>
        <pc:sldMkLst>
          <pc:docMk/>
          <pc:sldMk cId="806156684" sldId="2147480672"/>
        </pc:sldMkLst>
        <pc:spChg chg="mod">
          <ac:chgData name="Nunes, Marta Rafaela" userId="64e258cc-da3c-4cb9-a36b-1ce753c6c460" providerId="ADAL" clId="{06DC152B-A079-46BC-83AB-2B49C1DAC4B7}" dt="2026-01-20T10:25:33.233" v="29168" actId="123"/>
          <ac:spMkLst>
            <pc:docMk/>
            <pc:sldMk cId="806156684" sldId="2147480672"/>
            <ac:spMk id="26" creationId="{A5DF4EC3-9615-1C34-B008-987E3ED6883B}"/>
          </ac:spMkLst>
        </pc:spChg>
        <pc:spChg chg="mod">
          <ac:chgData name="Nunes, Marta Rafaela" userId="64e258cc-da3c-4cb9-a36b-1ce753c6c460" providerId="ADAL" clId="{06DC152B-A079-46BC-83AB-2B49C1DAC4B7}" dt="2026-01-20T10:15:53.225" v="29043" actId="14100"/>
          <ac:spMkLst>
            <pc:docMk/>
            <pc:sldMk cId="806156684" sldId="2147480672"/>
            <ac:spMk id="140" creationId="{DC535E96-10BD-C3E0-FE75-A1E5592D04AC}"/>
          </ac:spMkLst>
        </pc:spChg>
        <pc:spChg chg="mod">
          <ac:chgData name="Nunes, Marta Rafaela" userId="64e258cc-da3c-4cb9-a36b-1ce753c6c460" providerId="ADAL" clId="{06DC152B-A079-46BC-83AB-2B49C1DAC4B7}" dt="2026-01-20T10:15:53.225" v="29043" actId="14100"/>
          <ac:spMkLst>
            <pc:docMk/>
            <pc:sldMk cId="806156684" sldId="2147480672"/>
            <ac:spMk id="142" creationId="{4B724B4C-3DEB-4CAB-B412-981357D3F3E3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0:25:30.480" v="29167" actId="123"/>
        <pc:sldMkLst>
          <pc:docMk/>
          <pc:sldMk cId="792321807" sldId="2147480674"/>
        </pc:sldMkLst>
        <pc:spChg chg="mod">
          <ac:chgData name="Nunes, Marta Rafaela" userId="64e258cc-da3c-4cb9-a36b-1ce753c6c460" providerId="ADAL" clId="{06DC152B-A079-46BC-83AB-2B49C1DAC4B7}" dt="2026-01-20T10:25:30.480" v="29167" actId="123"/>
          <ac:spMkLst>
            <pc:docMk/>
            <pc:sldMk cId="792321807" sldId="2147480674"/>
            <ac:spMk id="2" creationId="{9FD87827-BD5E-C8B3-ADE5-DEBB576C9904}"/>
          </ac:spMkLst>
        </pc:spChg>
        <pc:spChg chg="add mod">
          <ac:chgData name="Nunes, Marta Rafaela" userId="64e258cc-da3c-4cb9-a36b-1ce753c6c460" providerId="ADAL" clId="{06DC152B-A079-46BC-83AB-2B49C1DAC4B7}" dt="2026-01-20T10:23:01.733" v="29109" actId="114"/>
          <ac:spMkLst>
            <pc:docMk/>
            <pc:sldMk cId="792321807" sldId="2147480674"/>
            <ac:spMk id="3" creationId="{8ADBA4F7-E160-342A-DCCA-0135FC905C7A}"/>
          </ac:spMkLst>
        </pc:spChg>
        <pc:spChg chg="mod">
          <ac:chgData name="Nunes, Marta Rafaela" userId="64e258cc-da3c-4cb9-a36b-1ce753c6c460" providerId="ADAL" clId="{06DC152B-A079-46BC-83AB-2B49C1DAC4B7}" dt="2026-01-20T10:23:40.785" v="29133" actId="14100"/>
          <ac:spMkLst>
            <pc:docMk/>
            <pc:sldMk cId="792321807" sldId="2147480674"/>
            <ac:spMk id="4" creationId="{61B218B0-0F85-E9C5-BA41-F0E60DC8C369}"/>
          </ac:spMkLst>
        </pc:spChg>
        <pc:spChg chg="mod">
          <ac:chgData name="Nunes, Marta Rafaela" userId="64e258cc-da3c-4cb9-a36b-1ce753c6c460" providerId="ADAL" clId="{06DC152B-A079-46BC-83AB-2B49C1DAC4B7}" dt="2026-01-20T10:22:15.357" v="29100" actId="14100"/>
          <ac:spMkLst>
            <pc:docMk/>
            <pc:sldMk cId="792321807" sldId="2147480674"/>
            <ac:spMk id="25" creationId="{2FFD4A25-2882-06AC-9365-F48FA20C96C4}"/>
          </ac:spMkLst>
        </pc:spChg>
        <pc:spChg chg="mod">
          <ac:chgData name="Nunes, Marta Rafaela" userId="64e258cc-da3c-4cb9-a36b-1ce753c6c460" providerId="ADAL" clId="{06DC152B-A079-46BC-83AB-2B49C1DAC4B7}" dt="2026-01-20T10:23:19.206" v="29132" actId="552"/>
          <ac:spMkLst>
            <pc:docMk/>
            <pc:sldMk cId="792321807" sldId="2147480674"/>
            <ac:spMk id="37" creationId="{4F1D6A56-2CBA-BD90-5970-4F03BB3A4A76}"/>
          </ac:spMkLst>
        </pc:spChg>
        <pc:spChg chg="mod">
          <ac:chgData name="Nunes, Marta Rafaela" userId="64e258cc-da3c-4cb9-a36b-1ce753c6c460" providerId="ADAL" clId="{06DC152B-A079-46BC-83AB-2B49C1DAC4B7}" dt="2026-01-20T10:22:08.250" v="29098" actId="552"/>
          <ac:spMkLst>
            <pc:docMk/>
            <pc:sldMk cId="792321807" sldId="2147480674"/>
            <ac:spMk id="47" creationId="{5D6CB2AE-CBAC-9B10-A76E-ED299BC6058F}"/>
          </ac:spMkLst>
        </pc:spChg>
      </pc:sldChg>
      <pc:sldChg chg="modSp mod">
        <pc:chgData name="Nunes, Marta Rafaela" userId="64e258cc-da3c-4cb9-a36b-1ce753c6c460" providerId="ADAL" clId="{06DC152B-A079-46BC-83AB-2B49C1DAC4B7}" dt="2026-01-20T10:25:51.057" v="29169" actId="14100"/>
        <pc:sldMkLst>
          <pc:docMk/>
          <pc:sldMk cId="835523651" sldId="2147480675"/>
        </pc:sldMkLst>
        <pc:spChg chg="mod">
          <ac:chgData name="Nunes, Marta Rafaela" userId="64e258cc-da3c-4cb9-a36b-1ce753c6c460" providerId="ADAL" clId="{06DC152B-A079-46BC-83AB-2B49C1DAC4B7}" dt="2026-01-20T10:25:51.057" v="29169" actId="14100"/>
          <ac:spMkLst>
            <pc:docMk/>
            <pc:sldMk cId="835523651" sldId="2147480675"/>
            <ac:spMk id="2" creationId="{68FC3C03-B6E6-F481-CBFB-81B3689EC1CC}"/>
          </ac:spMkLst>
        </pc:spChg>
        <pc:spChg chg="mod">
          <ac:chgData name="Nunes, Marta Rafaela" userId="64e258cc-da3c-4cb9-a36b-1ce753c6c460" providerId="ADAL" clId="{06DC152B-A079-46BC-83AB-2B49C1DAC4B7}" dt="2026-01-20T10:25:15.827" v="29163" actId="14100"/>
          <ac:spMkLst>
            <pc:docMk/>
            <pc:sldMk cId="835523651" sldId="2147480675"/>
            <ac:spMk id="37" creationId="{309E4509-FF3F-F345-EA86-53A1524827F8}"/>
          </ac:spMkLst>
        </pc:spChg>
        <pc:spChg chg="mod">
          <ac:chgData name="Nunes, Marta Rafaela" userId="64e258cc-da3c-4cb9-a36b-1ce753c6c460" providerId="ADAL" clId="{06DC152B-A079-46BC-83AB-2B49C1DAC4B7}" dt="2026-01-20T10:25:15.827" v="29163" actId="14100"/>
          <ac:spMkLst>
            <pc:docMk/>
            <pc:sldMk cId="835523651" sldId="2147480675"/>
            <ac:spMk id="57" creationId="{33D3F221-0F60-EC44-DE5C-4CC0B97F4EC3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0:39:31.700" v="29384"/>
        <pc:sldMkLst>
          <pc:docMk/>
          <pc:sldMk cId="767312937" sldId="2147480677"/>
        </pc:sldMkLst>
        <pc:spChg chg="mod">
          <ac:chgData name="Nunes, Marta Rafaela" userId="64e258cc-da3c-4cb9-a36b-1ce753c6c460" providerId="ADAL" clId="{06DC152B-A079-46BC-83AB-2B49C1DAC4B7}" dt="2026-01-20T10:33:58.625" v="29231" actId="552"/>
          <ac:spMkLst>
            <pc:docMk/>
            <pc:sldMk cId="767312937" sldId="2147480677"/>
            <ac:spMk id="6" creationId="{44A3FB04-A5DF-EF57-7141-108F7455035F}"/>
          </ac:spMkLst>
        </pc:spChg>
        <pc:spChg chg="mod">
          <ac:chgData name="Nunes, Marta Rafaela" userId="64e258cc-da3c-4cb9-a36b-1ce753c6c460" providerId="ADAL" clId="{06DC152B-A079-46BC-83AB-2B49C1DAC4B7}" dt="2026-01-20T10:34:41.620" v="29296" actId="14100"/>
          <ac:spMkLst>
            <pc:docMk/>
            <pc:sldMk cId="767312937" sldId="2147480677"/>
            <ac:spMk id="7" creationId="{E299BACE-61C1-1260-6253-1DE17ED6511F}"/>
          </ac:spMkLst>
        </pc:spChg>
        <pc:spChg chg="mod">
          <ac:chgData name="Nunes, Marta Rafaela" userId="64e258cc-da3c-4cb9-a36b-1ce753c6c460" providerId="ADAL" clId="{06DC152B-A079-46BC-83AB-2B49C1DAC4B7}" dt="2026-01-20T10:34:41.620" v="29296" actId="14100"/>
          <ac:spMkLst>
            <pc:docMk/>
            <pc:sldMk cId="767312937" sldId="2147480677"/>
            <ac:spMk id="37" creationId="{19B6C98C-74EE-CBA8-BDEE-09760B32A27E}"/>
          </ac:spMkLst>
        </pc:spChg>
        <pc:graphicFrameChg chg="mod modGraphic">
          <ac:chgData name="Nunes, Marta Rafaela" userId="64e258cc-da3c-4cb9-a36b-1ce753c6c460" providerId="ADAL" clId="{06DC152B-A079-46BC-83AB-2B49C1DAC4B7}" dt="2026-01-20T10:38:13.610" v="29337" actId="403"/>
          <ac:graphicFrameMkLst>
            <pc:docMk/>
            <pc:sldMk cId="767312937" sldId="2147480677"/>
            <ac:graphicFrameMk id="8" creationId="{07C9E04A-7128-4397-B667-6A93B40EED68}"/>
          </ac:graphicFrameMkLst>
        </pc:graphicFrameChg>
      </pc:sldChg>
      <pc:sldChg chg="addSp modSp mod">
        <pc:chgData name="Nunes, Marta Rafaela" userId="64e258cc-da3c-4cb9-a36b-1ce753c6c460" providerId="ADAL" clId="{06DC152B-A079-46BC-83AB-2B49C1DAC4B7}" dt="2026-01-20T18:15:08.533" v="35885" actId="20577"/>
        <pc:sldMkLst>
          <pc:docMk/>
          <pc:sldMk cId="1540546724" sldId="2147480678"/>
        </pc:sldMkLst>
        <pc:spChg chg="add mod">
          <ac:chgData name="Nunes, Marta Rafaela" userId="64e258cc-da3c-4cb9-a36b-1ce753c6c460" providerId="ADAL" clId="{06DC152B-A079-46BC-83AB-2B49C1DAC4B7}" dt="2026-01-20T11:45:44.655" v="31245"/>
          <ac:spMkLst>
            <pc:docMk/>
            <pc:sldMk cId="1540546724" sldId="2147480678"/>
            <ac:spMk id="5" creationId="{6E76F226-C698-AA4F-88C9-FFF38146C944}"/>
          </ac:spMkLst>
        </pc:spChg>
        <pc:spChg chg="mod">
          <ac:chgData name="Nunes, Marta Rafaela" userId="64e258cc-da3c-4cb9-a36b-1ce753c6c460" providerId="ADAL" clId="{06DC152B-A079-46BC-83AB-2B49C1DAC4B7}" dt="2026-01-20T11:45:41.282" v="31244" actId="20577"/>
          <ac:spMkLst>
            <pc:docMk/>
            <pc:sldMk cId="1540546724" sldId="2147480678"/>
            <ac:spMk id="10" creationId="{61F31B82-8D50-961F-88D5-87E89E0D4912}"/>
          </ac:spMkLst>
        </pc:spChg>
        <pc:spChg chg="mod">
          <ac:chgData name="Nunes, Marta Rafaela" userId="64e258cc-da3c-4cb9-a36b-1ce753c6c460" providerId="ADAL" clId="{06DC152B-A079-46BC-83AB-2B49C1DAC4B7}" dt="2026-01-20T12:20:11.056" v="33088"/>
          <ac:spMkLst>
            <pc:docMk/>
            <pc:sldMk cId="1540546724" sldId="2147480678"/>
            <ac:spMk id="30" creationId="{1D55CE80-EAE7-08C3-2BE9-E7B342B7D53D}"/>
          </ac:spMkLst>
        </pc:spChg>
        <pc:spChg chg="mod">
          <ac:chgData name="Nunes, Marta Rafaela" userId="64e258cc-da3c-4cb9-a36b-1ce753c6c460" providerId="ADAL" clId="{06DC152B-A079-46BC-83AB-2B49C1DAC4B7}" dt="2026-01-20T12:23:08.421" v="33190" actId="255"/>
          <ac:spMkLst>
            <pc:docMk/>
            <pc:sldMk cId="1540546724" sldId="2147480678"/>
            <ac:spMk id="31" creationId="{4F31AED6-269F-7767-46F2-C7472649FE0C}"/>
          </ac:spMkLst>
        </pc:spChg>
        <pc:spChg chg="mod">
          <ac:chgData name="Nunes, Marta Rafaela" userId="64e258cc-da3c-4cb9-a36b-1ce753c6c460" providerId="ADAL" clId="{06DC152B-A079-46BC-83AB-2B49C1DAC4B7}" dt="2026-01-20T18:15:08.533" v="35885" actId="20577"/>
          <ac:spMkLst>
            <pc:docMk/>
            <pc:sldMk cId="1540546724" sldId="2147480678"/>
            <ac:spMk id="33" creationId="{D21FBE13-66D8-F251-D346-0BF71E9FB9F7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0:38:53.588" v="29367" actId="14100"/>
        <pc:sldMkLst>
          <pc:docMk/>
          <pc:sldMk cId="3211028951" sldId="2147480679"/>
        </pc:sldMkLst>
        <pc:spChg chg="mod">
          <ac:chgData name="Nunes, Marta Rafaela" userId="64e258cc-da3c-4cb9-a36b-1ce753c6c460" providerId="ADAL" clId="{06DC152B-A079-46BC-83AB-2B49C1DAC4B7}" dt="2026-01-20T10:36:58.934" v="29325" actId="14100"/>
          <ac:spMkLst>
            <pc:docMk/>
            <pc:sldMk cId="3211028951" sldId="2147480679"/>
            <ac:spMk id="2" creationId="{BD036FC3-11AD-C1C6-964F-275BE09C2F4E}"/>
          </ac:spMkLst>
        </pc:spChg>
        <pc:spChg chg="mod">
          <ac:chgData name="Nunes, Marta Rafaela" userId="64e258cc-da3c-4cb9-a36b-1ce753c6c460" providerId="ADAL" clId="{06DC152B-A079-46BC-83AB-2B49C1DAC4B7}" dt="2026-01-20T10:38:53.588" v="29367" actId="14100"/>
          <ac:spMkLst>
            <pc:docMk/>
            <pc:sldMk cId="3211028951" sldId="2147480679"/>
            <ac:spMk id="5" creationId="{7C0A24DA-3921-A4A5-0BAE-EEB504E78D43}"/>
          </ac:spMkLst>
        </pc:spChg>
        <pc:spChg chg="mod">
          <ac:chgData name="Nunes, Marta Rafaela" userId="64e258cc-da3c-4cb9-a36b-1ce753c6c460" providerId="ADAL" clId="{06DC152B-A079-46BC-83AB-2B49C1DAC4B7}" dt="2026-01-20T10:38:53.588" v="29367" actId="14100"/>
          <ac:spMkLst>
            <pc:docMk/>
            <pc:sldMk cId="3211028951" sldId="2147480679"/>
            <ac:spMk id="37" creationId="{A031DEAE-C772-BF1F-0640-A29BF34E580C}"/>
          </ac:spMkLst>
        </pc:spChg>
        <pc:graphicFrameChg chg="mod modGraphic">
          <ac:chgData name="Nunes, Marta Rafaela" userId="64e258cc-da3c-4cb9-a36b-1ce753c6c460" providerId="ADAL" clId="{06DC152B-A079-46BC-83AB-2B49C1DAC4B7}" dt="2026-01-20T10:38:40.580" v="29343" actId="403"/>
          <ac:graphicFrameMkLst>
            <pc:docMk/>
            <pc:sldMk cId="3211028951" sldId="2147480679"/>
            <ac:graphicFrameMk id="8" creationId="{52F58962-80A4-3B60-DEF1-ADD54B7FF121}"/>
          </ac:graphicFrameMkLst>
        </pc:graphicFrameChg>
      </pc:sldChg>
      <pc:sldChg chg="delSp modSp mod">
        <pc:chgData name="Nunes, Marta Rafaela" userId="64e258cc-da3c-4cb9-a36b-1ce753c6c460" providerId="ADAL" clId="{06DC152B-A079-46BC-83AB-2B49C1DAC4B7}" dt="2026-01-28T16:58:44.786" v="35938" actId="14100"/>
        <pc:sldMkLst>
          <pc:docMk/>
          <pc:sldMk cId="487039016" sldId="2147480680"/>
        </pc:sldMkLst>
        <pc:spChg chg="mod">
          <ac:chgData name="Nunes, Marta Rafaela" userId="64e258cc-da3c-4cb9-a36b-1ce753c6c460" providerId="ADAL" clId="{06DC152B-A079-46BC-83AB-2B49C1DAC4B7}" dt="2026-01-20T12:20:29.219" v="33099"/>
          <ac:spMkLst>
            <pc:docMk/>
            <pc:sldMk cId="487039016" sldId="2147480680"/>
            <ac:spMk id="30" creationId="{171C0C25-E50B-F21E-1E04-E382F60665AB}"/>
          </ac:spMkLst>
        </pc:spChg>
        <pc:spChg chg="mod">
          <ac:chgData name="Nunes, Marta Rafaela" userId="64e258cc-da3c-4cb9-a36b-1ce753c6c460" providerId="ADAL" clId="{06DC152B-A079-46BC-83AB-2B49C1DAC4B7}" dt="2026-01-20T12:23:14.139" v="33191" actId="255"/>
          <ac:spMkLst>
            <pc:docMk/>
            <pc:sldMk cId="487039016" sldId="2147480680"/>
            <ac:spMk id="31" creationId="{5BBA37E3-491C-82F6-A138-FA7D522FAD97}"/>
          </ac:spMkLst>
        </pc:spChg>
        <pc:spChg chg="mod">
          <ac:chgData name="Nunes, Marta Rafaela" userId="64e258cc-da3c-4cb9-a36b-1ce753c6c460" providerId="ADAL" clId="{06DC152B-A079-46BC-83AB-2B49C1DAC4B7}" dt="2026-01-28T16:58:44.786" v="35938" actId="14100"/>
          <ac:spMkLst>
            <pc:docMk/>
            <pc:sldMk cId="487039016" sldId="2147480680"/>
            <ac:spMk id="33" creationId="{98278C4A-25DB-8ACB-1D6B-3A6D5D7CC51B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8:18:01.160" v="35899" actId="114"/>
        <pc:sldMkLst>
          <pc:docMk/>
          <pc:sldMk cId="1342101656" sldId="2147480681"/>
        </pc:sldMkLst>
        <pc:spChg chg="add mod">
          <ac:chgData name="Nunes, Marta Rafaela" userId="64e258cc-da3c-4cb9-a36b-1ce753c6c460" providerId="ADAL" clId="{06DC152B-A079-46BC-83AB-2B49C1DAC4B7}" dt="2026-01-20T11:46:28.148" v="31252"/>
          <ac:spMkLst>
            <pc:docMk/>
            <pc:sldMk cId="1342101656" sldId="2147480681"/>
            <ac:spMk id="2" creationId="{C57BE8DE-73BD-AD1C-072B-66B3F4DAFDE6}"/>
          </ac:spMkLst>
        </pc:spChg>
        <pc:spChg chg="mod">
          <ac:chgData name="Nunes, Marta Rafaela" userId="64e258cc-da3c-4cb9-a36b-1ce753c6c460" providerId="ADAL" clId="{06DC152B-A079-46BC-83AB-2B49C1DAC4B7}" dt="2026-01-20T11:46:32.064" v="31253" actId="20577"/>
          <ac:spMkLst>
            <pc:docMk/>
            <pc:sldMk cId="1342101656" sldId="2147480681"/>
            <ac:spMk id="19" creationId="{95FB6DA4-018D-3B9B-7563-768D49247CCD}"/>
          </ac:spMkLst>
        </pc:spChg>
        <pc:spChg chg="add mod">
          <ac:chgData name="Nunes, Marta Rafaela" userId="64e258cc-da3c-4cb9-a36b-1ce753c6c460" providerId="ADAL" clId="{06DC152B-A079-46BC-83AB-2B49C1DAC4B7}" dt="2026-01-20T11:46:57.943" v="31278" actId="1035"/>
          <ac:spMkLst>
            <pc:docMk/>
            <pc:sldMk cId="1342101656" sldId="2147480681"/>
            <ac:spMk id="20" creationId="{BB655532-6348-92AC-24ED-F913670E6CAB}"/>
          </ac:spMkLst>
        </pc:spChg>
        <pc:spChg chg="mod">
          <ac:chgData name="Nunes, Marta Rafaela" userId="64e258cc-da3c-4cb9-a36b-1ce753c6c460" providerId="ADAL" clId="{06DC152B-A079-46BC-83AB-2B49C1DAC4B7}" dt="2026-01-20T12:20:32.283" v="33100"/>
          <ac:spMkLst>
            <pc:docMk/>
            <pc:sldMk cId="1342101656" sldId="2147480681"/>
            <ac:spMk id="30" creationId="{C4EAA6A4-599B-C343-32EF-B28F61FAB6A4}"/>
          </ac:spMkLst>
        </pc:spChg>
        <pc:spChg chg="mod">
          <ac:chgData name="Nunes, Marta Rafaela" userId="64e258cc-da3c-4cb9-a36b-1ce753c6c460" providerId="ADAL" clId="{06DC152B-A079-46BC-83AB-2B49C1DAC4B7}" dt="2026-01-20T12:23:18.599" v="33192" actId="255"/>
          <ac:spMkLst>
            <pc:docMk/>
            <pc:sldMk cId="1342101656" sldId="2147480681"/>
            <ac:spMk id="31" creationId="{77731EF8-0E94-72EB-1DDD-41E9B5CE1DB4}"/>
          </ac:spMkLst>
        </pc:spChg>
        <pc:spChg chg="mod">
          <ac:chgData name="Nunes, Marta Rafaela" userId="64e258cc-da3c-4cb9-a36b-1ce753c6c460" providerId="ADAL" clId="{06DC152B-A079-46BC-83AB-2B49C1DAC4B7}" dt="2026-01-20T18:18:01.160" v="35899" actId="114"/>
          <ac:spMkLst>
            <pc:docMk/>
            <pc:sldMk cId="1342101656" sldId="2147480681"/>
            <ac:spMk id="33" creationId="{B8916FDB-8D86-5C2C-7F84-DAB04C9BD84B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8:18:48.760" v="35900" actId="947"/>
        <pc:sldMkLst>
          <pc:docMk/>
          <pc:sldMk cId="1376005887" sldId="2147480683"/>
        </pc:sldMkLst>
        <pc:spChg chg="mod">
          <ac:chgData name="Nunes, Marta Rafaela" userId="64e258cc-da3c-4cb9-a36b-1ce753c6c460" providerId="ADAL" clId="{06DC152B-A079-46BC-83AB-2B49C1DAC4B7}" dt="2026-01-20T11:48:21.825" v="31301" actId="20577"/>
          <ac:spMkLst>
            <pc:docMk/>
            <pc:sldMk cId="1376005887" sldId="2147480683"/>
            <ac:spMk id="4" creationId="{96F282BB-4B2D-F9B7-A50F-0E982C237D31}"/>
          </ac:spMkLst>
        </pc:spChg>
        <pc:spChg chg="add mod">
          <ac:chgData name="Nunes, Marta Rafaela" userId="64e258cc-da3c-4cb9-a36b-1ce753c6c460" providerId="ADAL" clId="{06DC152B-A079-46BC-83AB-2B49C1DAC4B7}" dt="2026-01-20T11:48:23.653" v="31302"/>
          <ac:spMkLst>
            <pc:docMk/>
            <pc:sldMk cId="1376005887" sldId="2147480683"/>
            <ac:spMk id="10" creationId="{79BE4140-002A-1B5A-138C-83FAF5FB6EAC}"/>
          </ac:spMkLst>
        </pc:spChg>
        <pc:graphicFrameChg chg="mod modGraphic">
          <ac:chgData name="Nunes, Marta Rafaela" userId="64e258cc-da3c-4cb9-a36b-1ce753c6c460" providerId="ADAL" clId="{06DC152B-A079-46BC-83AB-2B49C1DAC4B7}" dt="2026-01-20T18:18:48.760" v="35900" actId="947"/>
          <ac:graphicFrameMkLst>
            <pc:docMk/>
            <pc:sldMk cId="1376005887" sldId="2147480683"/>
            <ac:graphicFrameMk id="6" creationId="{24809E75-148C-5258-7FE3-538ECCFD8211}"/>
          </ac:graphicFrameMkLst>
        </pc:graphicFrameChg>
      </pc:sldChg>
      <pc:sldChg chg="addSp delSp modSp add mod modCm">
        <pc:chgData name="Nunes, Marta Rafaela" userId="64e258cc-da3c-4cb9-a36b-1ce753c6c460" providerId="ADAL" clId="{06DC152B-A079-46BC-83AB-2B49C1DAC4B7}" dt="2026-01-28T17:01:20.727" v="35965" actId="14100"/>
        <pc:sldMkLst>
          <pc:docMk/>
          <pc:sldMk cId="1711388009" sldId="2147480691"/>
        </pc:sldMkLst>
        <pc:spChg chg="add mod">
          <ac:chgData name="Nunes, Marta Rafaela" userId="64e258cc-da3c-4cb9-a36b-1ce753c6c460" providerId="ADAL" clId="{06DC152B-A079-46BC-83AB-2B49C1DAC4B7}" dt="2026-01-28T17:00:42.761" v="35958" actId="14100"/>
          <ac:spMkLst>
            <pc:docMk/>
            <pc:sldMk cId="1711388009" sldId="2147480691"/>
            <ac:spMk id="2" creationId="{7A98776B-BA2F-3188-314A-329672057988}"/>
          </ac:spMkLst>
        </pc:spChg>
        <pc:spChg chg="mod">
          <ac:chgData name="Nunes, Marta Rafaela" userId="64e258cc-da3c-4cb9-a36b-1ce753c6c460" providerId="ADAL" clId="{06DC152B-A079-46BC-83AB-2B49C1DAC4B7}" dt="2026-01-20T12:24:31.079" v="33211" actId="255"/>
          <ac:spMkLst>
            <pc:docMk/>
            <pc:sldMk cId="1711388009" sldId="2147480691"/>
            <ac:spMk id="3" creationId="{7BA0982F-0AAB-0163-F352-90E3428D1FB2}"/>
          </ac:spMkLst>
        </pc:spChg>
        <pc:spChg chg="mod">
          <ac:chgData name="Nunes, Marta Rafaela" userId="64e258cc-da3c-4cb9-a36b-1ce753c6c460" providerId="ADAL" clId="{06DC152B-A079-46BC-83AB-2B49C1DAC4B7}" dt="2026-01-28T17:00:35.343" v="35957" actId="14100"/>
          <ac:spMkLst>
            <pc:docMk/>
            <pc:sldMk cId="1711388009" sldId="2147480691"/>
            <ac:spMk id="19" creationId="{6882B298-3FB8-D337-5DC0-C7E883AFA8DD}"/>
          </ac:spMkLst>
        </pc:spChg>
        <pc:spChg chg="mod">
          <ac:chgData name="Nunes, Marta Rafaela" userId="64e258cc-da3c-4cb9-a36b-1ce753c6c460" providerId="ADAL" clId="{06DC152B-A079-46BC-83AB-2B49C1DAC4B7}" dt="2026-01-28T17:01:20.727" v="35965" actId="14100"/>
          <ac:spMkLst>
            <pc:docMk/>
            <pc:sldMk cId="1711388009" sldId="2147480691"/>
            <ac:spMk id="22" creationId="{A2CCE56A-19DC-5C7E-F0DA-A36C031688F4}"/>
          </ac:spMkLst>
        </pc:spChg>
        <pc:spChg chg="add mod">
          <ac:chgData name="Nunes, Marta Rafaela" userId="64e258cc-da3c-4cb9-a36b-1ce753c6c460" providerId="ADAL" clId="{06DC152B-A079-46BC-83AB-2B49C1DAC4B7}" dt="2026-01-20T13:08:01.912" v="34148" actId="20577"/>
          <ac:spMkLst>
            <pc:docMk/>
            <pc:sldMk cId="1711388009" sldId="2147480691"/>
            <ac:spMk id="29" creationId="{010C41E0-A9E2-693F-8556-C78B92A4EAA0}"/>
          </ac:spMkLst>
        </pc:spChg>
        <pc:spChg chg="mod">
          <ac:chgData name="Nunes, Marta Rafaela" userId="64e258cc-da3c-4cb9-a36b-1ce753c6c460" providerId="ADAL" clId="{06DC152B-A079-46BC-83AB-2B49C1DAC4B7}" dt="2026-01-20T12:24:27.974" v="33210" actId="255"/>
          <ac:spMkLst>
            <pc:docMk/>
            <pc:sldMk cId="1711388009" sldId="2147480691"/>
            <ac:spMk id="33" creationId="{1D7F027D-6B13-6155-FDD6-C2E232468A02}"/>
          </ac:spMkLst>
        </pc:spChg>
        <pc:grpChg chg="add mod">
          <ac:chgData name="Nunes, Marta Rafaela" userId="64e258cc-da3c-4cb9-a36b-1ce753c6c460" providerId="ADAL" clId="{06DC152B-A079-46BC-83AB-2B49C1DAC4B7}" dt="2026-01-20T12:09:05.302" v="32279" actId="14100"/>
          <ac:grpSpMkLst>
            <pc:docMk/>
            <pc:sldMk cId="1711388009" sldId="2147480691"/>
            <ac:grpSpMk id="10" creationId="{CFF9B51D-EDFF-EDD4-084B-D51DA05CDA90}"/>
          </ac:grpSpMkLst>
        </pc:grpChg>
        <pc:grpChg chg="add mod">
          <ac:chgData name="Nunes, Marta Rafaela" userId="64e258cc-da3c-4cb9-a36b-1ce753c6c460" providerId="ADAL" clId="{06DC152B-A079-46BC-83AB-2B49C1DAC4B7}" dt="2026-01-20T12:14:09.504" v="32770" actId="465"/>
          <ac:grpSpMkLst>
            <pc:docMk/>
            <pc:sldMk cId="1711388009" sldId="2147480691"/>
            <ac:grpSpMk id="12" creationId="{50831E77-57A3-073B-DACA-F7B241CC09A0}"/>
          </ac:grpSpMkLst>
        </pc:grpChg>
        <pc:grpChg chg="add mod">
          <ac:chgData name="Nunes, Marta Rafaela" userId="64e258cc-da3c-4cb9-a36b-1ce753c6c460" providerId="ADAL" clId="{06DC152B-A079-46BC-83AB-2B49C1DAC4B7}" dt="2026-01-20T12:13:52.784" v="32768" actId="1036"/>
          <ac:grpSpMkLst>
            <pc:docMk/>
            <pc:sldMk cId="1711388009" sldId="2147480691"/>
            <ac:grpSpMk id="20" creationId="{46CA5EB8-6CCF-BA03-9D40-473795E81381}"/>
          </ac:grpSpMkLst>
        </pc:grpChg>
        <pc:graphicFrameChg chg="mod modGraphic">
          <ac:chgData name="Nunes, Marta Rafaela" userId="64e258cc-da3c-4cb9-a36b-1ce753c6c460" providerId="ADAL" clId="{06DC152B-A079-46BC-83AB-2B49C1DAC4B7}" dt="2026-01-20T13:08:09.729" v="34150" actId="947"/>
          <ac:graphicFrameMkLst>
            <pc:docMk/>
            <pc:sldMk cId="1711388009" sldId="2147480691"/>
            <ac:graphicFrameMk id="4" creationId="{EB4ECD44-64B4-023D-ACB2-05B19B3AD74B}"/>
          </ac:graphicFrameMkLst>
        </pc:graphicFrameChg>
        <pc:graphicFrameChg chg="add mod modGraphic">
          <ac:chgData name="Nunes, Marta Rafaela" userId="64e258cc-da3c-4cb9-a36b-1ce753c6c460" providerId="ADAL" clId="{06DC152B-A079-46BC-83AB-2B49C1DAC4B7}" dt="2026-01-20T13:08:16.357" v="34151"/>
          <ac:graphicFrameMkLst>
            <pc:docMk/>
            <pc:sldMk cId="1711388009" sldId="2147480691"/>
            <ac:graphicFrameMk id="5" creationId="{AE15B6AA-3910-878B-20C2-53EB12786E61}"/>
          </ac:graphicFrameMkLst>
        </pc:graphicFrameChg>
        <pc:graphicFrameChg chg="add mod modGraphic">
          <ac:chgData name="Nunes, Marta Rafaela" userId="64e258cc-da3c-4cb9-a36b-1ce753c6c460" providerId="ADAL" clId="{06DC152B-A079-46BC-83AB-2B49C1DAC4B7}" dt="2026-01-20T13:08:17.908" v="34152"/>
          <ac:graphicFrameMkLst>
            <pc:docMk/>
            <pc:sldMk cId="1711388009" sldId="2147480691"/>
            <ac:graphicFrameMk id="6" creationId="{DDD7EE5E-1987-ED7E-6583-AB90A8E57377}"/>
          </ac:graphicFrameMkLst>
        </pc:graphicFrameChg>
        <pc:cxnChg chg="add mod ord">
          <ac:chgData name="Nunes, Marta Rafaela" userId="64e258cc-da3c-4cb9-a36b-1ce753c6c460" providerId="ADAL" clId="{06DC152B-A079-46BC-83AB-2B49C1DAC4B7}" dt="2026-01-20T12:07:51.967" v="32250" actId="164"/>
          <ac:cxnSpMkLst>
            <pc:docMk/>
            <pc:sldMk cId="1711388009" sldId="2147480691"/>
            <ac:cxnSpMk id="7" creationId="{EB5AD936-2DB9-A6FF-075B-9BFBB1B57A90}"/>
          </ac:cxnSpMkLst>
        </pc:cxnChg>
        <pc:cxnChg chg="mod">
          <ac:chgData name="Nunes, Marta Rafaela" userId="64e258cc-da3c-4cb9-a36b-1ce753c6c460" providerId="ADAL" clId="{06DC152B-A079-46BC-83AB-2B49C1DAC4B7}" dt="2026-01-20T12:07:55.374" v="32251"/>
          <ac:cxnSpMkLst>
            <pc:docMk/>
            <pc:sldMk cId="1711388009" sldId="2147480691"/>
            <ac:cxnSpMk id="18" creationId="{1C51048C-B5BE-D9CB-890C-9C0C997AFCEA}"/>
          </ac:cxnSpMkLst>
        </pc:cxnChg>
        <pc:cxnChg chg="mod">
          <ac:chgData name="Nunes, Marta Rafaela" userId="64e258cc-da3c-4cb9-a36b-1ce753c6c460" providerId="ADAL" clId="{06DC152B-A079-46BC-83AB-2B49C1DAC4B7}" dt="2026-01-20T12:08:09.759" v="32256"/>
          <ac:cxnSpMkLst>
            <pc:docMk/>
            <pc:sldMk cId="1711388009" sldId="2147480691"/>
            <ac:cxnSpMk id="21" creationId="{4EBE5646-F9DF-E0B9-21D3-2566D3B0C6FC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2:46:10.553" v="33753" actId="20577"/>
              <pc2:cmMkLst xmlns:pc2="http://schemas.microsoft.com/office/powerpoint/2019/9/main/command">
                <pc:docMk/>
                <pc:sldMk cId="1711388009" sldId="2147480691"/>
                <pc2:cmMk id="{7F6D30C4-C302-4398-87CD-CCC43AD3394C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2:27:13.132" v="33218" actId="20577"/>
              <pc2:cmMkLst xmlns:pc2="http://schemas.microsoft.com/office/powerpoint/2019/9/main/command">
                <pc:docMk/>
                <pc:sldMk cId="1711388009" sldId="2147480691"/>
                <pc2:cmMk id="{7F88BCED-A993-44E4-8E58-CF90403BF92A}"/>
              </pc2:cmMkLst>
            </pc226:cmChg>
          </p:ext>
        </pc:extLst>
      </pc:sldChg>
      <pc:sldChg chg="addSp delSp modSp add mod">
        <pc:chgData name="Nunes, Marta Rafaela" userId="64e258cc-da3c-4cb9-a36b-1ce753c6c460" providerId="ADAL" clId="{06DC152B-A079-46BC-83AB-2B49C1DAC4B7}" dt="2026-01-20T13:22:10.508" v="34260" actId="20577"/>
        <pc:sldMkLst>
          <pc:docMk/>
          <pc:sldMk cId="274517492" sldId="2147480693"/>
        </pc:sldMkLst>
        <pc:spChg chg="mod">
          <ac:chgData name="Nunes, Marta Rafaela" userId="64e258cc-da3c-4cb9-a36b-1ce753c6c460" providerId="ADAL" clId="{06DC152B-A079-46BC-83AB-2B49C1DAC4B7}" dt="2026-01-20T10:39:40.256" v="29386" actId="552"/>
          <ac:spMkLst>
            <pc:docMk/>
            <pc:sldMk cId="274517492" sldId="2147480693"/>
            <ac:spMk id="2" creationId="{C264A093-4A4C-CADD-2A02-561486401CCF}"/>
          </ac:spMkLst>
        </pc:spChg>
        <pc:spChg chg="mod">
          <ac:chgData name="Nunes, Marta Rafaela" userId="64e258cc-da3c-4cb9-a36b-1ce753c6c460" providerId="ADAL" clId="{06DC152B-A079-46BC-83AB-2B49C1DAC4B7}" dt="2026-01-20T10:52:59.781" v="29734" actId="14100"/>
          <ac:spMkLst>
            <pc:docMk/>
            <pc:sldMk cId="274517492" sldId="2147480693"/>
            <ac:spMk id="4" creationId="{F2F76C41-C91B-AABC-32B2-416FC0FF6A7D}"/>
          </ac:spMkLst>
        </pc:spChg>
        <pc:spChg chg="add mod ord">
          <ac:chgData name="Nunes, Marta Rafaela" userId="64e258cc-da3c-4cb9-a36b-1ce753c6c460" providerId="ADAL" clId="{06DC152B-A079-46BC-83AB-2B49C1DAC4B7}" dt="2026-01-20T10:54:14.639" v="29749" actId="14100"/>
          <ac:spMkLst>
            <pc:docMk/>
            <pc:sldMk cId="274517492" sldId="2147480693"/>
            <ac:spMk id="5" creationId="{6864DA2F-3365-BE96-953C-66F6C90FB64B}"/>
          </ac:spMkLst>
        </pc:spChg>
        <pc:spChg chg="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6" creationId="{6F5ECB6B-6338-BF1D-A82A-8705AD4ACBC3}"/>
          </ac:spMkLst>
        </pc:spChg>
        <pc:spChg chg="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1" creationId="{ED549A6D-8588-AE98-92A4-B9C3DF2B9B3B}"/>
          </ac:spMkLst>
        </pc:spChg>
        <pc:spChg chg="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19" creationId="{DD7D62E8-758F-C992-B43E-63635A21483A}"/>
          </ac:spMkLst>
        </pc:spChg>
        <pc:spChg chg="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21" creationId="{A1AA004D-A2D9-6509-200B-3ECFE2F03B6A}"/>
          </ac:spMkLst>
        </pc:spChg>
        <pc:spChg chg="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23" creationId="{81451381-E7D5-0EA0-9318-02B04C05AE4B}"/>
          </ac:spMkLst>
        </pc:spChg>
        <pc:spChg chg="mod">
          <ac:chgData name="Nunes, Marta Rafaela" userId="64e258cc-da3c-4cb9-a36b-1ce753c6c460" providerId="ADAL" clId="{06DC152B-A079-46BC-83AB-2B49C1DAC4B7}" dt="2026-01-20T10:39:50.625" v="29387" actId="552"/>
          <ac:spMkLst>
            <pc:docMk/>
            <pc:sldMk cId="274517492" sldId="2147480693"/>
            <ac:spMk id="43" creationId="{27C19C9D-1AB2-9D61-FF4C-1C80F324E6F5}"/>
          </ac:spMkLst>
        </pc:spChg>
        <pc:spChg chg="mod topLvl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45" creationId="{48D9B72B-25D2-06D0-6019-65FC5F217327}"/>
          </ac:spMkLst>
        </pc:spChg>
        <pc:spChg chg="mod topLvl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53" creationId="{7C0003E4-5A39-4168-5295-70B109BE459F}"/>
          </ac:spMkLst>
        </pc:spChg>
        <pc:spChg chg="add 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128" creationId="{C2926E12-F8C2-50AD-85D6-A5202BAEBA92}"/>
          </ac:spMkLst>
        </pc:spChg>
        <pc:spChg chg="add 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129" creationId="{5867F3B7-A0DC-ED0B-8643-A41D6F208C4A}"/>
          </ac:spMkLst>
        </pc:spChg>
        <pc:spChg chg="add 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130" creationId="{004210C5-04FB-519C-68D9-95CF09787FF6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35" creationId="{96BF89EB-5C3E-D6FB-E97E-FFFF27084C7D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36" creationId="{E13319A8-895A-C235-1B8F-2B7ABA6DB26F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48" creationId="{66512152-D67C-9670-B3F9-4D0999010A0B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49" creationId="{4F76BAB3-F453-69F3-5021-322153735850}"/>
          </ac:spMkLst>
        </pc:spChg>
        <pc:spChg chg="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75" creationId="{1D480DDF-5F99-FBCE-78D1-0EC7BC5948B5}"/>
          </ac:spMkLst>
        </pc:spChg>
        <pc:spChg chg="mod">
          <ac:chgData name="Nunes, Marta Rafaela" userId="64e258cc-da3c-4cb9-a36b-1ce753c6c460" providerId="ADAL" clId="{06DC152B-A079-46BC-83AB-2B49C1DAC4B7}" dt="2026-01-20T13:22:10.508" v="34260" actId="20577"/>
          <ac:spMkLst>
            <pc:docMk/>
            <pc:sldMk cId="274517492" sldId="2147480693"/>
            <ac:spMk id="176" creationId="{E84C4356-04DF-585C-F9B9-3379265945FC}"/>
          </ac:spMkLst>
        </pc:spChg>
        <pc:spChg chg="mod">
          <ac:chgData name="Nunes, Marta Rafaela" userId="64e258cc-da3c-4cb9-a36b-1ce753c6c460" providerId="ADAL" clId="{06DC152B-A079-46BC-83AB-2B49C1DAC4B7}" dt="2026-01-20T10:45:34.085" v="29549" actId="165"/>
          <ac:spMkLst>
            <pc:docMk/>
            <pc:sldMk cId="274517492" sldId="2147480693"/>
            <ac:spMk id="185" creationId="{2CFDDAF9-4127-9F27-EDB3-712BE77DB83C}"/>
          </ac:spMkLst>
        </pc:spChg>
        <pc:spChg chg="mod">
          <ac:chgData name="Nunes, Marta Rafaela" userId="64e258cc-da3c-4cb9-a36b-1ce753c6c460" providerId="ADAL" clId="{06DC152B-A079-46BC-83AB-2B49C1DAC4B7}" dt="2026-01-20T10:45:34.085" v="29549" actId="165"/>
          <ac:spMkLst>
            <pc:docMk/>
            <pc:sldMk cId="274517492" sldId="2147480693"/>
            <ac:spMk id="187" creationId="{4D07744F-DC8C-ACB3-EB76-4388F6ADE882}"/>
          </ac:spMkLst>
        </pc:spChg>
        <pc:spChg chg="mod topLvl">
          <ac:chgData name="Nunes, Marta Rafaela" userId="64e258cc-da3c-4cb9-a36b-1ce753c6c460" providerId="ADAL" clId="{06DC152B-A079-46BC-83AB-2B49C1DAC4B7}" dt="2026-01-20T10:45:31.941" v="29548" actId="165"/>
          <ac:spMkLst>
            <pc:docMk/>
            <pc:sldMk cId="274517492" sldId="2147480693"/>
            <ac:spMk id="190" creationId="{9EBF72E2-CF95-B017-915A-BE9F46661DB3}"/>
          </ac:spMkLst>
        </pc:spChg>
        <pc:spChg chg="mod">
          <ac:chgData name="Nunes, Marta Rafaela" userId="64e258cc-da3c-4cb9-a36b-1ce753c6c460" providerId="ADAL" clId="{06DC152B-A079-46BC-83AB-2B49C1DAC4B7}" dt="2026-01-20T10:45:31.941" v="29548" actId="165"/>
          <ac:spMkLst>
            <pc:docMk/>
            <pc:sldMk cId="274517492" sldId="2147480693"/>
            <ac:spMk id="191" creationId="{674D27F4-AB98-02C6-76BF-C6AF87273C9A}"/>
          </ac:spMkLst>
        </pc:spChg>
        <pc:spChg chg="mod">
          <ac:chgData name="Nunes, Marta Rafaela" userId="64e258cc-da3c-4cb9-a36b-1ce753c6c460" providerId="ADAL" clId="{06DC152B-A079-46BC-83AB-2B49C1DAC4B7}" dt="2026-01-20T10:45:34.085" v="29549" actId="165"/>
          <ac:spMkLst>
            <pc:docMk/>
            <pc:sldMk cId="274517492" sldId="2147480693"/>
            <ac:spMk id="192" creationId="{F06B7AA5-7A40-C5E8-DE45-68E369C004F8}"/>
          </ac:spMkLst>
        </pc:spChg>
        <pc:spChg chg="mod topLvl">
          <ac:chgData name="Nunes, Marta Rafaela" userId="64e258cc-da3c-4cb9-a36b-1ce753c6c460" providerId="ADAL" clId="{06DC152B-A079-46BC-83AB-2B49C1DAC4B7}" dt="2026-01-20T10:44:45.134" v="29544" actId="1035"/>
          <ac:spMkLst>
            <pc:docMk/>
            <pc:sldMk cId="274517492" sldId="2147480693"/>
            <ac:spMk id="193" creationId="{81CCCA09-89A1-5712-93A6-09413F245159}"/>
          </ac:spMkLst>
        </pc:spChg>
        <pc:spChg chg="mod">
          <ac:chgData name="Nunes, Marta Rafaela" userId="64e258cc-da3c-4cb9-a36b-1ce753c6c460" providerId="ADAL" clId="{06DC152B-A079-46BC-83AB-2B49C1DAC4B7}" dt="2026-01-20T10:45:34.085" v="29549" actId="165"/>
          <ac:spMkLst>
            <pc:docMk/>
            <pc:sldMk cId="274517492" sldId="2147480693"/>
            <ac:spMk id="194" creationId="{CC2536E2-EEB4-EFC7-DA6A-0A358AC0192C}"/>
          </ac:spMkLst>
        </pc:spChg>
        <pc:spChg chg="mod topLvl">
          <ac:chgData name="Nunes, Marta Rafaela" userId="64e258cc-da3c-4cb9-a36b-1ce753c6c460" providerId="ADAL" clId="{06DC152B-A079-46BC-83AB-2B49C1DAC4B7}" dt="2026-01-20T10:45:50.672" v="29561" actId="164"/>
          <ac:spMkLst>
            <pc:docMk/>
            <pc:sldMk cId="274517492" sldId="2147480693"/>
            <ac:spMk id="195" creationId="{F30721A8-2565-004B-898E-E87A9F22C27B}"/>
          </ac:spMkLst>
        </pc:spChg>
        <pc:grpChg chg="add mod topLvl">
          <ac:chgData name="Nunes, Marta Rafaela" userId="64e258cc-da3c-4cb9-a36b-1ce753c6c460" providerId="ADAL" clId="{06DC152B-A079-46BC-83AB-2B49C1DAC4B7}" dt="2026-01-20T10:45:53.779" v="29562" actId="164"/>
          <ac:grpSpMkLst>
            <pc:docMk/>
            <pc:sldMk cId="274517492" sldId="2147480693"/>
            <ac:grpSpMk id="8" creationId="{512CA554-6449-2726-6D97-D570824B6244}"/>
          </ac:grpSpMkLst>
        </pc:grpChg>
        <pc:grpChg chg="add mod topLvl">
          <ac:chgData name="Nunes, Marta Rafaela" userId="64e258cc-da3c-4cb9-a36b-1ce753c6c460" providerId="ADAL" clId="{06DC152B-A079-46BC-83AB-2B49C1DAC4B7}" dt="2026-01-20T10:45:50.672" v="29561" actId="164"/>
          <ac:grpSpMkLst>
            <pc:docMk/>
            <pc:sldMk cId="274517492" sldId="2147480693"/>
            <ac:grpSpMk id="10" creationId="{915D32C7-7CD4-870D-C838-5F486A249A02}"/>
          </ac:grpSpMkLst>
        </pc:grpChg>
        <pc:grpChg chg="add mod">
          <ac:chgData name="Nunes, Marta Rafaela" userId="64e258cc-da3c-4cb9-a36b-1ce753c6c460" providerId="ADAL" clId="{06DC152B-A079-46BC-83AB-2B49C1DAC4B7}" dt="2026-01-20T10:47:15.891" v="29580" actId="553"/>
          <ac:grpSpMkLst>
            <pc:docMk/>
            <pc:sldMk cId="274517492" sldId="2147480693"/>
            <ac:grpSpMk id="13" creationId="{61F298B3-A3EE-EF77-3E89-3742315BC8E6}"/>
          </ac:grpSpMkLst>
        </pc:grpChg>
        <pc:grpChg chg="add mod">
          <ac:chgData name="Nunes, Marta Rafaela" userId="64e258cc-da3c-4cb9-a36b-1ce753c6c460" providerId="ADAL" clId="{06DC152B-A079-46BC-83AB-2B49C1DAC4B7}" dt="2026-01-20T10:49:31.452" v="29622" actId="552"/>
          <ac:grpSpMkLst>
            <pc:docMk/>
            <pc:sldMk cId="274517492" sldId="2147480693"/>
            <ac:grpSpMk id="14" creationId="{C845D7C1-FE81-05A9-F237-C03593F3C034}"/>
          </ac:grpSpMkLst>
        </pc:grpChg>
        <pc:grpChg chg="add mod">
          <ac:chgData name="Nunes, Marta Rafaela" userId="64e258cc-da3c-4cb9-a36b-1ce753c6c460" providerId="ADAL" clId="{06DC152B-A079-46BC-83AB-2B49C1DAC4B7}" dt="2026-01-20T10:53:54.123" v="29739" actId="164"/>
          <ac:grpSpMkLst>
            <pc:docMk/>
            <pc:sldMk cId="274517492" sldId="2147480693"/>
            <ac:grpSpMk id="18" creationId="{1F3B75AD-82C0-7125-7A58-7EA43C2F556E}"/>
          </ac:grpSpMkLst>
        </pc:grpChg>
        <pc:grpChg chg="mod">
          <ac:chgData name="Nunes, Marta Rafaela" userId="64e258cc-da3c-4cb9-a36b-1ce753c6c460" providerId="ADAL" clId="{06DC152B-A079-46BC-83AB-2B49C1DAC4B7}" dt="2026-01-20T10:46:59.449" v="29576"/>
          <ac:grpSpMkLst>
            <pc:docMk/>
            <pc:sldMk cId="274517492" sldId="2147480693"/>
            <ac:grpSpMk id="20" creationId="{15CB58A7-8D26-9369-24D2-14BA914677CE}"/>
          </ac:grpSpMkLst>
        </pc:grpChg>
        <pc:grpChg chg="mod">
          <ac:chgData name="Nunes, Marta Rafaela" userId="64e258cc-da3c-4cb9-a36b-1ce753c6c460" providerId="ADAL" clId="{06DC152B-A079-46BC-83AB-2B49C1DAC4B7}" dt="2026-01-20T10:46:59.449" v="29576"/>
          <ac:grpSpMkLst>
            <pc:docMk/>
            <pc:sldMk cId="274517492" sldId="2147480693"/>
            <ac:grpSpMk id="22" creationId="{98F678CA-3CCF-CDC2-939B-3695A3846BB8}"/>
          </ac:grpSpMkLst>
        </pc:grpChg>
        <pc:grpChg chg="mod topLvl">
          <ac:chgData name="Nunes, Marta Rafaela" userId="64e258cc-da3c-4cb9-a36b-1ce753c6c460" providerId="ADAL" clId="{06DC152B-A079-46BC-83AB-2B49C1DAC4B7}" dt="2026-01-20T10:45:31.941" v="29548" actId="165"/>
          <ac:grpSpMkLst>
            <pc:docMk/>
            <pc:sldMk cId="274517492" sldId="2147480693"/>
            <ac:grpSpMk id="36" creationId="{718C9428-8053-F9DF-6B3F-DB63DB0860DB}"/>
          </ac:grpSpMkLst>
        </pc:grpChg>
        <pc:grpChg chg="mod topLvl">
          <ac:chgData name="Nunes, Marta Rafaela" userId="64e258cc-da3c-4cb9-a36b-1ce753c6c460" providerId="ADAL" clId="{06DC152B-A079-46BC-83AB-2B49C1DAC4B7}" dt="2026-01-20T10:45:53.779" v="29562" actId="164"/>
          <ac:grpSpMkLst>
            <pc:docMk/>
            <pc:sldMk cId="274517492" sldId="2147480693"/>
            <ac:grpSpMk id="40" creationId="{790595D9-48C9-DB59-B2BA-C938068A969A}"/>
          </ac:grpSpMkLst>
        </pc:grpChg>
        <pc:grpChg chg="add mod">
          <ac:chgData name="Nunes, Marta Rafaela" userId="64e258cc-da3c-4cb9-a36b-1ce753c6c460" providerId="ADAL" clId="{06DC152B-A079-46BC-83AB-2B49C1DAC4B7}" dt="2026-01-20T10:49:58.052" v="29636" actId="554"/>
          <ac:grpSpMkLst>
            <pc:docMk/>
            <pc:sldMk cId="274517492" sldId="2147480693"/>
            <ac:grpSpMk id="132" creationId="{989015BA-8E78-3EBD-B236-FDA622B00E33}"/>
          </ac:grpSpMkLst>
        </pc:grpChg>
        <pc:grpChg chg="add mod">
          <ac:chgData name="Nunes, Marta Rafaela" userId="64e258cc-da3c-4cb9-a36b-1ce753c6c460" providerId="ADAL" clId="{06DC152B-A079-46BC-83AB-2B49C1DAC4B7}" dt="2026-01-20T10:53:54.123" v="29739" actId="164"/>
          <ac:grpSpMkLst>
            <pc:docMk/>
            <pc:sldMk cId="274517492" sldId="2147480693"/>
            <ac:grpSpMk id="133" creationId="{5957E367-89E0-81A7-E9A1-FA03DACBCE6F}"/>
          </ac:grpSpMkLst>
        </pc:grpChg>
        <pc:grpChg chg="add mod">
          <ac:chgData name="Nunes, Marta Rafaela" userId="64e258cc-da3c-4cb9-a36b-1ce753c6c460" providerId="ADAL" clId="{06DC152B-A079-46BC-83AB-2B49C1DAC4B7}" dt="2026-01-20T10:52:49.391" v="29733" actId="554"/>
          <ac:grpSpMkLst>
            <pc:docMk/>
            <pc:sldMk cId="274517492" sldId="2147480693"/>
            <ac:grpSpMk id="139" creationId="{537F0034-B3F4-97F5-B372-0D834BA839C8}"/>
          </ac:grpSpMkLst>
        </pc:grpChg>
        <pc:grpChg chg="add mod">
          <ac:chgData name="Nunes, Marta Rafaela" userId="64e258cc-da3c-4cb9-a36b-1ce753c6c460" providerId="ADAL" clId="{06DC152B-A079-46BC-83AB-2B49C1DAC4B7}" dt="2026-01-20T10:54:28.365" v="29756" actId="164"/>
          <ac:grpSpMkLst>
            <pc:docMk/>
            <pc:sldMk cId="274517492" sldId="2147480693"/>
            <ac:grpSpMk id="140" creationId="{1D24D43F-C53B-04D0-49D0-6CBA4F6B3413}"/>
          </ac:grpSpMkLst>
        </pc:grpChg>
        <pc:grpChg chg="add mod">
          <ac:chgData name="Nunes, Marta Rafaela" userId="64e258cc-da3c-4cb9-a36b-1ce753c6c460" providerId="ADAL" clId="{06DC152B-A079-46BC-83AB-2B49C1DAC4B7}" dt="2026-01-20T10:54:28.365" v="29756" actId="164"/>
          <ac:grpSpMkLst>
            <pc:docMk/>
            <pc:sldMk cId="274517492" sldId="2147480693"/>
            <ac:grpSpMk id="151" creationId="{F5D76C62-4150-977C-0D45-BC68D4BE3E46}"/>
          </ac:grpSpMkLst>
        </pc:grpChg>
        <pc:grpChg chg="add mod">
          <ac:chgData name="Nunes, Marta Rafaela" userId="64e258cc-da3c-4cb9-a36b-1ce753c6c460" providerId="ADAL" clId="{06DC152B-A079-46BC-83AB-2B49C1DAC4B7}" dt="2026-01-20T10:53:54.123" v="29739" actId="164"/>
          <ac:grpSpMkLst>
            <pc:docMk/>
            <pc:sldMk cId="274517492" sldId="2147480693"/>
            <ac:grpSpMk id="152" creationId="{C7BFFD1D-BE49-C3A0-AD02-47F52F6B1CD4}"/>
          </ac:grpSpMkLst>
        </pc:grpChg>
        <pc:grpChg chg="add mod">
          <ac:chgData name="Nunes, Marta Rafaela" userId="64e258cc-da3c-4cb9-a36b-1ce753c6c460" providerId="ADAL" clId="{06DC152B-A079-46BC-83AB-2B49C1DAC4B7}" dt="2026-01-20T10:54:28.365" v="29756" actId="164"/>
          <ac:grpSpMkLst>
            <pc:docMk/>
            <pc:sldMk cId="274517492" sldId="2147480693"/>
            <ac:grpSpMk id="153" creationId="{E9DFF714-D99A-9673-5ADD-1C47C971EDF4}"/>
          </ac:grpSpMkLst>
        </pc:grpChg>
        <pc:grpChg chg="mod">
          <ac:chgData name="Nunes, Marta Rafaela" userId="64e258cc-da3c-4cb9-a36b-1ce753c6c460" providerId="ADAL" clId="{06DC152B-A079-46BC-83AB-2B49C1DAC4B7}" dt="2026-01-20T10:54:28.365" v="29756" actId="164"/>
          <ac:grpSpMkLst>
            <pc:docMk/>
            <pc:sldMk cId="274517492" sldId="2147480693"/>
            <ac:grpSpMk id="164" creationId="{DB780C18-5EBA-8887-0F3F-3BB145BC785F}"/>
          </ac:grpSpMkLst>
        </pc:grpChg>
        <pc:grpChg chg="mod topLvl">
          <ac:chgData name="Nunes, Marta Rafaela" userId="64e258cc-da3c-4cb9-a36b-1ce753c6c460" providerId="ADAL" clId="{06DC152B-A079-46BC-83AB-2B49C1DAC4B7}" dt="2026-01-20T10:45:34.085" v="29549" actId="165"/>
          <ac:grpSpMkLst>
            <pc:docMk/>
            <pc:sldMk cId="274517492" sldId="2147480693"/>
            <ac:grpSpMk id="183" creationId="{7108D6DC-6BB4-C1DB-071F-8E6A893D0247}"/>
          </ac:grpSpMkLst>
        </pc:grpChg>
        <pc:picChg chg="mod">
          <ac:chgData name="Nunes, Marta Rafaela" userId="64e258cc-da3c-4cb9-a36b-1ce753c6c460" providerId="ADAL" clId="{06DC152B-A079-46BC-83AB-2B49C1DAC4B7}" dt="2026-01-20T10:54:06.406" v="29747" actId="1036"/>
          <ac:picMkLst>
            <pc:docMk/>
            <pc:sldMk cId="274517492" sldId="2147480693"/>
            <ac:picMk id="24" creationId="{DAFC3775-4532-43DD-4B09-42880404639F}"/>
          </ac:picMkLst>
        </pc:picChg>
        <pc:picChg chg="add mod">
          <ac:chgData name="Nunes, Marta Rafaela" userId="64e258cc-da3c-4cb9-a36b-1ce753c6c460" providerId="ADAL" clId="{06DC152B-A079-46BC-83AB-2B49C1DAC4B7}" dt="2026-01-20T10:49:58.052" v="29636" actId="554"/>
          <ac:picMkLst>
            <pc:docMk/>
            <pc:sldMk cId="274517492" sldId="2147480693"/>
            <ac:picMk id="131" creationId="{7DEAEDEC-F3B7-F664-E305-DA7B1F7F8253}"/>
          </ac:picMkLst>
        </pc:picChg>
        <pc:picChg chg="add mod">
          <ac:chgData name="Nunes, Marta Rafaela" userId="64e258cc-da3c-4cb9-a36b-1ce753c6c460" providerId="ADAL" clId="{06DC152B-A079-46BC-83AB-2B49C1DAC4B7}" dt="2026-01-20T10:54:33.795" v="29765" actId="1035"/>
          <ac:picMkLst>
            <pc:docMk/>
            <pc:sldMk cId="274517492" sldId="2147480693"/>
            <ac:picMk id="138" creationId="{72DBE1D9-C433-3C06-5EF0-83C62A40D2B3}"/>
          </ac:picMkLst>
        </pc:picChg>
        <pc:picChg chg="add mod">
          <ac:chgData name="Nunes, Marta Rafaela" userId="64e258cc-da3c-4cb9-a36b-1ce753c6c460" providerId="ADAL" clId="{06DC152B-A079-46BC-83AB-2B49C1DAC4B7}" dt="2026-01-20T10:51:51.923" v="29659" actId="164"/>
          <ac:picMkLst>
            <pc:docMk/>
            <pc:sldMk cId="274517492" sldId="2147480693"/>
            <ac:picMk id="150" creationId="{BDA82C1E-2DCA-B391-3908-D83EB39B70BB}"/>
          </ac:picMkLst>
        </pc:picChg>
        <pc:picChg chg="mod topLvl">
          <ac:chgData name="Nunes, Marta Rafaela" userId="64e258cc-da3c-4cb9-a36b-1ce753c6c460" providerId="ADAL" clId="{06DC152B-A079-46BC-83AB-2B49C1DAC4B7}" dt="2026-01-20T10:45:34.085" v="29549" actId="165"/>
          <ac:picMkLst>
            <pc:docMk/>
            <pc:sldMk cId="274517492" sldId="2147480693"/>
            <ac:picMk id="184" creationId="{0BCFCDAC-4766-7BD9-310F-B7AFC6DBEE3D}"/>
          </ac:picMkLst>
        </pc:picChg>
        <pc:picChg chg="mod">
          <ac:chgData name="Nunes, Marta Rafaela" userId="64e258cc-da3c-4cb9-a36b-1ce753c6c460" providerId="ADAL" clId="{06DC152B-A079-46BC-83AB-2B49C1DAC4B7}" dt="2026-01-20T10:45:31.941" v="29548" actId="165"/>
          <ac:picMkLst>
            <pc:docMk/>
            <pc:sldMk cId="274517492" sldId="2147480693"/>
            <ac:picMk id="189" creationId="{0F096E35-8018-3D2B-6550-F0B068E73120}"/>
          </ac:picMkLst>
        </pc:picChg>
      </pc:sldChg>
      <pc:sldChg chg="addSp delSp modSp add mod">
        <pc:chgData name="Nunes, Marta Rafaela" userId="64e258cc-da3c-4cb9-a36b-1ce753c6c460" providerId="ADAL" clId="{06DC152B-A079-46BC-83AB-2B49C1DAC4B7}" dt="2026-01-28T17:02:22.628" v="35967"/>
        <pc:sldMkLst>
          <pc:docMk/>
          <pc:sldMk cId="3653993616" sldId="2147480701"/>
        </pc:sldMkLst>
        <pc:spChg chg="mod">
          <ac:chgData name="Nunes, Marta Rafaela" userId="64e258cc-da3c-4cb9-a36b-1ce753c6c460" providerId="ADAL" clId="{06DC152B-A079-46BC-83AB-2B49C1DAC4B7}" dt="2026-01-20T12:28:18.312" v="33225" actId="20577"/>
          <ac:spMkLst>
            <pc:docMk/>
            <pc:sldMk cId="3653993616" sldId="2147480701"/>
            <ac:spMk id="3" creationId="{C7C3A879-7E3B-A464-9E07-7ACC333987E5}"/>
          </ac:spMkLst>
        </pc:spChg>
        <pc:spChg chg="add mod">
          <ac:chgData name="Nunes, Marta Rafaela" userId="64e258cc-da3c-4cb9-a36b-1ce753c6c460" providerId="ADAL" clId="{06DC152B-A079-46BC-83AB-2B49C1DAC4B7}" dt="2026-01-28T17:02:22.628" v="35967"/>
          <ac:spMkLst>
            <pc:docMk/>
            <pc:sldMk cId="3653993616" sldId="2147480701"/>
            <ac:spMk id="8" creationId="{2CC1C0BC-0D9F-2D2E-DE8C-6C230B255C9C}"/>
          </ac:spMkLst>
        </pc:spChg>
        <pc:spChg chg="add mod">
          <ac:chgData name="Nunes, Marta Rafaela" userId="64e258cc-da3c-4cb9-a36b-1ce753c6c460" providerId="ADAL" clId="{06DC152B-A079-46BC-83AB-2B49C1DAC4B7}" dt="2026-01-20T12:29:30.066" v="33340" actId="552"/>
          <ac:spMkLst>
            <pc:docMk/>
            <pc:sldMk cId="3653993616" sldId="2147480701"/>
            <ac:spMk id="9" creationId="{5360D603-40D8-9F00-3405-A90EF0575B74}"/>
          </ac:spMkLst>
        </pc:spChg>
        <pc:spChg chg="add mod">
          <ac:chgData name="Nunes, Marta Rafaela" userId="64e258cc-da3c-4cb9-a36b-1ce753c6c460" providerId="ADAL" clId="{06DC152B-A079-46BC-83AB-2B49C1DAC4B7}" dt="2026-01-20T12:29:32.762" v="33348" actId="20577"/>
          <ac:spMkLst>
            <pc:docMk/>
            <pc:sldMk cId="3653993616" sldId="2147480701"/>
            <ac:spMk id="10" creationId="{C23904ED-5336-7818-82C5-42F1913D8E67}"/>
          </ac:spMkLst>
        </pc:spChg>
        <pc:spChg chg="add mod">
          <ac:chgData name="Nunes, Marta Rafaela" userId="64e258cc-da3c-4cb9-a36b-1ce753c6c460" providerId="ADAL" clId="{06DC152B-A079-46BC-83AB-2B49C1DAC4B7}" dt="2026-01-20T13:03:27.532" v="34105"/>
          <ac:spMkLst>
            <pc:docMk/>
            <pc:sldMk cId="3653993616" sldId="2147480701"/>
            <ac:spMk id="12" creationId="{CD34B59E-5060-9197-CCB7-D030251F7E17}"/>
          </ac:spMkLst>
        </pc:spChg>
        <pc:spChg chg="mod">
          <ac:chgData name="Nunes, Marta Rafaela" userId="64e258cc-da3c-4cb9-a36b-1ce753c6c460" providerId="ADAL" clId="{06DC152B-A079-46BC-83AB-2B49C1DAC4B7}" dt="2026-01-20T12:24:35.129" v="33212" actId="255"/>
          <ac:spMkLst>
            <pc:docMk/>
            <pc:sldMk cId="3653993616" sldId="2147480701"/>
            <ac:spMk id="33" creationId="{3E301FDF-C1EB-19CE-99C0-E6B45C3BBE48}"/>
          </ac:spMkLst>
        </pc:spChg>
        <pc:graphicFrameChg chg="add del mod ord modGraphic">
          <ac:chgData name="Nunes, Marta Rafaela" userId="64e258cc-da3c-4cb9-a36b-1ce753c6c460" providerId="ADAL" clId="{06DC152B-A079-46BC-83AB-2B49C1DAC4B7}" dt="2026-01-20T13:07:29.566" v="34139" actId="20577"/>
          <ac:graphicFrameMkLst>
            <pc:docMk/>
            <pc:sldMk cId="3653993616" sldId="2147480701"/>
            <ac:graphicFrameMk id="2" creationId="{5608606F-08B8-0D3D-93B8-191EC8754464}"/>
          </ac:graphicFrameMkLst>
        </pc:graphicFrameChg>
        <pc:graphicFrameChg chg="add mod modGraphic">
          <ac:chgData name="Nunes, Marta Rafaela" userId="64e258cc-da3c-4cb9-a36b-1ce753c6c460" providerId="ADAL" clId="{06DC152B-A079-46BC-83AB-2B49C1DAC4B7}" dt="2026-01-20T13:05:34.492" v="34123"/>
          <ac:graphicFrameMkLst>
            <pc:docMk/>
            <pc:sldMk cId="3653993616" sldId="2147480701"/>
            <ac:graphicFrameMk id="4" creationId="{B75C1B47-083A-E4AF-2945-1E68CB6A8D6E}"/>
          </ac:graphicFrameMkLst>
        </pc:graphicFrameChg>
        <pc:cxnChg chg="mod topLvl">
          <ac:chgData name="Nunes, Marta Rafaela" userId="64e258cc-da3c-4cb9-a36b-1ce753c6c460" providerId="ADAL" clId="{06DC152B-A079-46BC-83AB-2B49C1DAC4B7}" dt="2026-01-28T17:02:22.191" v="35966" actId="478"/>
          <ac:cxnSpMkLst>
            <pc:docMk/>
            <pc:sldMk cId="3653993616" sldId="2147480701"/>
            <ac:cxnSpMk id="6" creationId="{930789A9-9055-273A-F4EA-020050E1D3C4}"/>
          </ac:cxnSpMkLst>
        </pc:cxnChg>
      </pc:sldChg>
      <pc:sldChg chg="addSp delSp modSp add mod">
        <pc:chgData name="Nunes, Marta Rafaela" userId="64e258cc-da3c-4cb9-a36b-1ce753c6c460" providerId="ADAL" clId="{06DC152B-A079-46BC-83AB-2B49C1DAC4B7}" dt="2026-01-20T10:33:01.291" v="29211" actId="1036"/>
        <pc:sldMkLst>
          <pc:docMk/>
          <pc:sldMk cId="1204584262" sldId="2147480704"/>
        </pc:sldMkLst>
        <pc:spChg chg="add mod ord">
          <ac:chgData name="Nunes, Marta Rafaela" userId="64e258cc-da3c-4cb9-a36b-1ce753c6c460" providerId="ADAL" clId="{06DC152B-A079-46BC-83AB-2B49C1DAC4B7}" dt="2026-01-20T10:21:41.424" v="29096" actId="207"/>
          <ac:spMkLst>
            <pc:docMk/>
            <pc:sldMk cId="1204584262" sldId="2147480704"/>
            <ac:spMk id="2" creationId="{725D4369-5089-19B2-3DC5-1922BD1ADDAB}"/>
          </ac:spMkLst>
        </pc:spChg>
        <pc:spChg chg="mod">
          <ac:chgData name="Nunes, Marta Rafaela" userId="64e258cc-da3c-4cb9-a36b-1ce753c6c460" providerId="ADAL" clId="{06DC152B-A079-46BC-83AB-2B49C1DAC4B7}" dt="2026-01-20T10:19:48.289" v="29049" actId="14100"/>
          <ac:spMkLst>
            <pc:docMk/>
            <pc:sldMk cId="1204584262" sldId="2147480704"/>
            <ac:spMk id="25" creationId="{CF1440E0-6101-9816-83D1-6321508F22B5}"/>
          </ac:spMkLst>
        </pc:spChg>
        <pc:spChg chg="mod">
          <ac:chgData name="Nunes, Marta Rafaela" userId="64e258cc-da3c-4cb9-a36b-1ce753c6c460" providerId="ADAL" clId="{06DC152B-A079-46BC-83AB-2B49C1DAC4B7}" dt="2026-01-20T10:25:28.056" v="29166" actId="123"/>
          <ac:spMkLst>
            <pc:docMk/>
            <pc:sldMk cId="1204584262" sldId="2147480704"/>
            <ac:spMk id="26" creationId="{0F5DA29A-B8CF-79FC-E59D-B00C16A29941}"/>
          </ac:spMkLst>
        </pc:spChg>
        <pc:graphicFrameChg chg="mod">
          <ac:chgData name="Nunes, Marta Rafaela" userId="64e258cc-da3c-4cb9-a36b-1ce753c6c460" providerId="ADAL" clId="{06DC152B-A079-46BC-83AB-2B49C1DAC4B7}" dt="2026-01-20T10:33:01.291" v="29211" actId="1036"/>
          <ac:graphicFrameMkLst>
            <pc:docMk/>
            <pc:sldMk cId="1204584262" sldId="2147480704"/>
            <ac:graphicFrameMk id="23" creationId="{7D700C98-6125-1FDB-F8F5-1D8559486737}"/>
          </ac:graphicFrameMkLst>
        </pc:graphicFrameChg>
      </pc:sldChg>
      <pc:sldChg chg="modSp mod">
        <pc:chgData name="Nunes, Marta Rafaela" userId="64e258cc-da3c-4cb9-a36b-1ce753c6c460" providerId="ADAL" clId="{06DC152B-A079-46BC-83AB-2B49C1DAC4B7}" dt="2026-01-20T10:22:39.062" v="29105" actId="207"/>
        <pc:sldMkLst>
          <pc:docMk/>
          <pc:sldMk cId="1757529289" sldId="2147480705"/>
        </pc:sldMkLst>
        <pc:spChg chg="mod">
          <ac:chgData name="Nunes, Marta Rafaela" userId="64e258cc-da3c-4cb9-a36b-1ce753c6c460" providerId="ADAL" clId="{06DC152B-A079-46BC-83AB-2B49C1DAC4B7}" dt="2026-01-20T10:22:33.492" v="29102" actId="207"/>
          <ac:spMkLst>
            <pc:docMk/>
            <pc:sldMk cId="1757529289" sldId="2147480705"/>
            <ac:spMk id="25" creationId="{CB046B0B-432D-013E-8BB3-9AEC487AA2F4}"/>
          </ac:spMkLst>
        </pc:spChg>
        <pc:spChg chg="mod">
          <ac:chgData name="Nunes, Marta Rafaela" userId="64e258cc-da3c-4cb9-a36b-1ce753c6c460" providerId="ADAL" clId="{06DC152B-A079-46BC-83AB-2B49C1DAC4B7}" dt="2026-01-20T10:22:39.062" v="29105" actId="207"/>
          <ac:spMkLst>
            <pc:docMk/>
            <pc:sldMk cId="1757529289" sldId="2147480705"/>
            <ac:spMk id="26" creationId="{04DCE479-DB64-DDC2-3E88-339A2E716C58}"/>
          </ac:spMkLst>
        </pc:spChg>
        <pc:spChg chg="mod">
          <ac:chgData name="Nunes, Marta Rafaela" userId="64e258cc-da3c-4cb9-a36b-1ce753c6c460" providerId="ADAL" clId="{06DC152B-A079-46BC-83AB-2B49C1DAC4B7}" dt="2026-01-20T10:22:37.165" v="29104" actId="207"/>
          <ac:spMkLst>
            <pc:docMk/>
            <pc:sldMk cId="1757529289" sldId="2147480705"/>
            <ac:spMk id="27" creationId="{B08A408E-0510-B967-653F-2FCD3CDC676E}"/>
          </ac:spMkLst>
        </pc:spChg>
        <pc:spChg chg="mod">
          <ac:chgData name="Nunes, Marta Rafaela" userId="64e258cc-da3c-4cb9-a36b-1ce753c6c460" providerId="ADAL" clId="{06DC152B-A079-46BC-83AB-2B49C1DAC4B7}" dt="2026-01-20T10:22:35.406" v="29103" actId="207"/>
          <ac:spMkLst>
            <pc:docMk/>
            <pc:sldMk cId="1757529289" sldId="2147480705"/>
            <ac:spMk id="28" creationId="{1D43820E-60CD-8954-75EA-758C0D28B1F4}"/>
          </ac:spMkLst>
        </pc:spChg>
      </pc:sldChg>
      <pc:sldChg chg="addSp delSp modSp add mod ord">
        <pc:chgData name="Nunes, Marta Rafaela" userId="64e258cc-da3c-4cb9-a36b-1ce753c6c460" providerId="ADAL" clId="{06DC152B-A079-46BC-83AB-2B49C1DAC4B7}" dt="2026-01-20T11:47:28.458" v="31283"/>
        <pc:sldMkLst>
          <pc:docMk/>
          <pc:sldMk cId="930941865" sldId="2147480706"/>
        </pc:sldMkLst>
        <pc:spChg chg="mod">
          <ac:chgData name="Nunes, Marta Rafaela" userId="64e258cc-da3c-4cb9-a36b-1ce753c6c460" providerId="ADAL" clId="{06DC152B-A079-46BC-83AB-2B49C1DAC4B7}" dt="2026-01-20T11:13:22.752" v="30206" actId="14100"/>
          <ac:spMkLst>
            <pc:docMk/>
            <pc:sldMk cId="930941865" sldId="2147480706"/>
            <ac:spMk id="5" creationId="{85FEE4B1-F916-064E-0D8C-B3B4779C410E}"/>
          </ac:spMkLst>
        </pc:spChg>
        <pc:spChg chg="add mod">
          <ac:chgData name="Nunes, Marta Rafaela" userId="64e258cc-da3c-4cb9-a36b-1ce753c6c460" providerId="ADAL" clId="{06DC152B-A079-46BC-83AB-2B49C1DAC4B7}" dt="2026-01-20T11:13:22.752" v="30206" actId="14100"/>
          <ac:spMkLst>
            <pc:docMk/>
            <pc:sldMk cId="930941865" sldId="2147480706"/>
            <ac:spMk id="10" creationId="{69AF86C0-A9AC-0863-49BC-27328AC4B1E9}"/>
          </ac:spMkLst>
        </pc:spChg>
        <pc:graphicFrameChg chg="mod modGraphic">
          <ac:chgData name="Nunes, Marta Rafaela" userId="64e258cc-da3c-4cb9-a36b-1ce753c6c460" providerId="ADAL" clId="{06DC152B-A079-46BC-83AB-2B49C1DAC4B7}" dt="2026-01-20T11:11:58.372" v="30173" actId="14100"/>
          <ac:graphicFrameMkLst>
            <pc:docMk/>
            <pc:sldMk cId="930941865" sldId="2147480706"/>
            <ac:graphicFrameMk id="12" creationId="{CD7CDCC1-B729-3D09-701A-E5DC990562CE}"/>
          </ac:graphicFrameMkLst>
        </pc:graphicFrameChg>
      </pc:sldChg>
      <pc:sldChg chg="addSp delSp modSp add mod ord">
        <pc:chgData name="Nunes, Marta Rafaela" userId="64e258cc-da3c-4cb9-a36b-1ce753c6c460" providerId="ADAL" clId="{06DC152B-A079-46BC-83AB-2B49C1DAC4B7}" dt="2026-01-20T16:28:24.944" v="34724" actId="20577"/>
        <pc:sldMkLst>
          <pc:docMk/>
          <pc:sldMk cId="1906533855" sldId="2147480709"/>
        </pc:sldMkLst>
        <pc:spChg chg="mod">
          <ac:chgData name="Nunes, Marta Rafaela" userId="64e258cc-da3c-4cb9-a36b-1ce753c6c460" providerId="ADAL" clId="{06DC152B-A079-46BC-83AB-2B49C1DAC4B7}" dt="2026-01-20T12:22:43.862" v="33180" actId="404"/>
          <ac:spMkLst>
            <pc:docMk/>
            <pc:sldMk cId="1906533855" sldId="2147480709"/>
            <ac:spMk id="2" creationId="{5F2B046E-35C5-9160-DE4B-AB00596B8753}"/>
          </ac:spMkLst>
        </pc:spChg>
        <pc:spChg chg="mod">
          <ac:chgData name="Nunes, Marta Rafaela" userId="64e258cc-da3c-4cb9-a36b-1ce753c6c460" providerId="ADAL" clId="{06DC152B-A079-46BC-83AB-2B49C1DAC4B7}" dt="2026-01-20T12:38:13.125" v="33535" actId="20577"/>
          <ac:spMkLst>
            <pc:docMk/>
            <pc:sldMk cId="1906533855" sldId="2147480709"/>
            <ac:spMk id="3" creationId="{193DEACE-68C2-A179-C986-59323C060DDE}"/>
          </ac:spMkLst>
        </pc:spChg>
        <pc:spChg chg="mod">
          <ac:chgData name="Nunes, Marta Rafaela" userId="64e258cc-da3c-4cb9-a36b-1ce753c6c460" providerId="ADAL" clId="{06DC152B-A079-46BC-83AB-2B49C1DAC4B7}" dt="2026-01-20T11:37:27.319" v="30784" actId="20577"/>
          <ac:spMkLst>
            <pc:docMk/>
            <pc:sldMk cId="1906533855" sldId="2147480709"/>
            <ac:spMk id="5" creationId="{7838D209-082E-FCA3-D74D-AF4A215C237A}"/>
          </ac:spMkLst>
        </pc:spChg>
        <pc:spChg chg="mod">
          <ac:chgData name="Nunes, Marta Rafaela" userId="64e258cc-da3c-4cb9-a36b-1ce753c6c460" providerId="ADAL" clId="{06DC152B-A079-46BC-83AB-2B49C1DAC4B7}" dt="2026-01-20T15:14:15.237" v="34326" actId="947"/>
          <ac:spMkLst>
            <pc:docMk/>
            <pc:sldMk cId="1906533855" sldId="2147480709"/>
            <ac:spMk id="6" creationId="{1A2D2549-99E8-80F3-DE4F-D5A42C5B47DD}"/>
          </ac:spMkLst>
        </pc:spChg>
        <pc:spChg chg="add mod">
          <ac:chgData name="Nunes, Marta Rafaela" userId="64e258cc-da3c-4cb9-a36b-1ce753c6c460" providerId="ADAL" clId="{06DC152B-A079-46BC-83AB-2B49C1DAC4B7}" dt="2026-01-20T16:28:24.944" v="34724" actId="20577"/>
          <ac:spMkLst>
            <pc:docMk/>
            <pc:sldMk cId="1906533855" sldId="2147480709"/>
            <ac:spMk id="9" creationId="{7CA1CB82-BB90-B831-9C06-219F6D27AF20}"/>
          </ac:spMkLst>
        </pc:spChg>
        <pc:spChg chg="mod">
          <ac:chgData name="Nunes, Marta Rafaela" userId="64e258cc-da3c-4cb9-a36b-1ce753c6c460" providerId="ADAL" clId="{06DC152B-A079-46BC-83AB-2B49C1DAC4B7}" dt="2026-01-20T11:42:53.704" v="31069" actId="1035"/>
          <ac:spMkLst>
            <pc:docMk/>
            <pc:sldMk cId="1906533855" sldId="2147480709"/>
            <ac:spMk id="10" creationId="{D5FAAF96-3047-40EC-0BBC-A12CE69FDD53}"/>
          </ac:spMkLst>
        </pc:spChg>
        <pc:spChg chg="add mod">
          <ac:chgData name="Nunes, Marta Rafaela" userId="64e258cc-da3c-4cb9-a36b-1ce753c6c460" providerId="ADAL" clId="{06DC152B-A079-46BC-83AB-2B49C1DAC4B7}" dt="2026-01-20T15:14:08.570" v="34324"/>
          <ac:spMkLst>
            <pc:docMk/>
            <pc:sldMk cId="1906533855" sldId="2147480709"/>
            <ac:spMk id="11" creationId="{9ED2FB64-009D-8C7E-AD98-9E1DB3C770A9}"/>
          </ac:spMkLst>
        </pc:spChg>
        <pc:spChg chg="mod">
          <ac:chgData name="Nunes, Marta Rafaela" userId="64e258cc-da3c-4cb9-a36b-1ce753c6c460" providerId="ADAL" clId="{06DC152B-A079-46BC-83AB-2B49C1DAC4B7}" dt="2026-01-20T11:39:42.130" v="30794"/>
          <ac:spMkLst>
            <pc:docMk/>
            <pc:sldMk cId="1906533855" sldId="2147480709"/>
            <ac:spMk id="27" creationId="{9F059702-F3E4-1A87-5C36-475BF0184FE3}"/>
          </ac:spMkLst>
        </pc:spChg>
        <pc:spChg chg="mod">
          <ac:chgData name="Nunes, Marta Rafaela" userId="64e258cc-da3c-4cb9-a36b-1ce753c6c460" providerId="ADAL" clId="{06DC152B-A079-46BC-83AB-2B49C1DAC4B7}" dt="2026-01-20T11:39:53.331" v="30797"/>
          <ac:spMkLst>
            <pc:docMk/>
            <pc:sldMk cId="1906533855" sldId="2147480709"/>
            <ac:spMk id="29" creationId="{903927F2-0496-FF54-3A8D-0B9001FB917E}"/>
          </ac:spMkLst>
        </pc:spChg>
        <pc:spChg chg="mod">
          <ac:chgData name="Nunes, Marta Rafaela" userId="64e258cc-da3c-4cb9-a36b-1ce753c6c460" providerId="ADAL" clId="{06DC152B-A079-46BC-83AB-2B49C1DAC4B7}" dt="2026-01-20T11:39:42.130" v="30794"/>
          <ac:spMkLst>
            <pc:docMk/>
            <pc:sldMk cId="1906533855" sldId="2147480709"/>
            <ac:spMk id="30" creationId="{0D17EB17-FCFD-EA6F-2138-E8103BDE31C3}"/>
          </ac:spMkLst>
        </pc:spChg>
        <pc:spChg chg="mod">
          <ac:chgData name="Nunes, Marta Rafaela" userId="64e258cc-da3c-4cb9-a36b-1ce753c6c460" providerId="ADAL" clId="{06DC152B-A079-46BC-83AB-2B49C1DAC4B7}" dt="2026-01-20T11:39:53.331" v="30797"/>
          <ac:spMkLst>
            <pc:docMk/>
            <pc:sldMk cId="1906533855" sldId="2147480709"/>
            <ac:spMk id="32" creationId="{79D04378-147B-4D1A-DD13-02E303F5E1AE}"/>
          </ac:spMkLst>
        </pc:spChg>
        <pc:spChg chg="mod">
          <ac:chgData name="Nunes, Marta Rafaela" userId="64e258cc-da3c-4cb9-a36b-1ce753c6c460" providerId="ADAL" clId="{06DC152B-A079-46BC-83AB-2B49C1DAC4B7}" dt="2026-01-20T15:50:59.075" v="34348" actId="20577"/>
          <ac:spMkLst>
            <pc:docMk/>
            <pc:sldMk cId="1906533855" sldId="2147480709"/>
            <ac:spMk id="33" creationId="{457F1C79-13A0-5F3F-A8F0-1D9EA7609A94}"/>
          </ac:spMkLst>
        </pc:spChg>
        <pc:spChg chg="mod">
          <ac:chgData name="Nunes, Marta Rafaela" userId="64e258cc-da3c-4cb9-a36b-1ce753c6c460" providerId="ADAL" clId="{06DC152B-A079-46BC-83AB-2B49C1DAC4B7}" dt="2026-01-20T11:43:06.050" v="31143" actId="1035"/>
          <ac:spMkLst>
            <pc:docMk/>
            <pc:sldMk cId="1906533855" sldId="2147480709"/>
            <ac:spMk id="35" creationId="{2054BAD4-8F29-120B-FC3B-A7B7F492A848}"/>
          </ac:spMkLst>
        </pc:spChg>
        <pc:spChg chg="mod">
          <ac:chgData name="Nunes, Marta Rafaela" userId="64e258cc-da3c-4cb9-a36b-1ce753c6c460" providerId="ADAL" clId="{06DC152B-A079-46BC-83AB-2B49C1DAC4B7}" dt="2026-01-20T11:37:24.619" v="30782"/>
          <ac:spMkLst>
            <pc:docMk/>
            <pc:sldMk cId="1906533855" sldId="2147480709"/>
            <ac:spMk id="42" creationId="{F63077A9-B1C5-DDB7-37CC-7CF0F9FFCEE1}"/>
          </ac:spMkLst>
        </pc:spChg>
        <pc:grpChg chg="mod">
          <ac:chgData name="Nunes, Marta Rafaela" userId="64e258cc-da3c-4cb9-a36b-1ce753c6c460" providerId="ADAL" clId="{06DC152B-A079-46BC-83AB-2B49C1DAC4B7}" dt="2026-01-20T11:39:53.331" v="30797"/>
          <ac:grpSpMkLst>
            <pc:docMk/>
            <pc:sldMk cId="1906533855" sldId="2147480709"/>
            <ac:grpSpMk id="59" creationId="{C1693D05-0142-5F68-A12F-8563A3ABDAD9}"/>
          </ac:grpSpMkLst>
        </pc:grpChg>
        <pc:grpChg chg="mod">
          <ac:chgData name="Nunes, Marta Rafaela" userId="64e258cc-da3c-4cb9-a36b-1ce753c6c460" providerId="ADAL" clId="{06DC152B-A079-46BC-83AB-2B49C1DAC4B7}" dt="2026-01-20T11:39:42.130" v="30794"/>
          <ac:grpSpMkLst>
            <pc:docMk/>
            <pc:sldMk cId="1906533855" sldId="2147480709"/>
            <ac:grpSpMk id="61" creationId="{43961C5B-5F95-1CA5-8428-A82D875BE658}"/>
          </ac:grpSpMkLst>
        </pc:grpChg>
        <pc:grpChg chg="mod">
          <ac:chgData name="Nunes, Marta Rafaela" userId="64e258cc-da3c-4cb9-a36b-1ce753c6c460" providerId="ADAL" clId="{06DC152B-A079-46BC-83AB-2B49C1DAC4B7}" dt="2026-01-20T11:39:53.331" v="30797"/>
          <ac:grpSpMkLst>
            <pc:docMk/>
            <pc:sldMk cId="1906533855" sldId="2147480709"/>
            <ac:grpSpMk id="66" creationId="{85DFCE54-78AD-2EB9-E99F-9A06ED930093}"/>
          </ac:grpSpMkLst>
        </pc:grpChg>
        <pc:grpChg chg="mod">
          <ac:chgData name="Nunes, Marta Rafaela" userId="64e258cc-da3c-4cb9-a36b-1ce753c6c460" providerId="ADAL" clId="{06DC152B-A079-46BC-83AB-2B49C1DAC4B7}" dt="2026-01-20T11:39:42.130" v="30794"/>
          <ac:grpSpMkLst>
            <pc:docMk/>
            <pc:sldMk cId="1906533855" sldId="2147480709"/>
            <ac:grpSpMk id="68" creationId="{F7C71719-D8FC-9E2F-6AE8-CE56C47661DA}"/>
          </ac:grpSpMkLst>
        </pc:grpChg>
        <pc:picChg chg="mod">
          <ac:chgData name="Nunes, Marta Rafaela" userId="64e258cc-da3c-4cb9-a36b-1ce753c6c460" providerId="ADAL" clId="{06DC152B-A079-46BC-83AB-2B49C1DAC4B7}" dt="2026-01-20T11:39:42.130" v="30794"/>
          <ac:picMkLst>
            <pc:docMk/>
            <pc:sldMk cId="1906533855" sldId="2147480709"/>
            <ac:picMk id="37" creationId="{2663CC9C-0E67-B5C8-71ED-CE96811550CD}"/>
          </ac:picMkLst>
        </pc:picChg>
        <pc:picChg chg="mod">
          <ac:chgData name="Nunes, Marta Rafaela" userId="64e258cc-da3c-4cb9-a36b-1ce753c6c460" providerId="ADAL" clId="{06DC152B-A079-46BC-83AB-2B49C1DAC4B7}" dt="2026-01-20T11:39:53.331" v="30797"/>
          <ac:picMkLst>
            <pc:docMk/>
            <pc:sldMk cId="1906533855" sldId="2147480709"/>
            <ac:picMk id="52" creationId="{1A4BD96E-9456-F5B0-792E-8FF1559ECB89}"/>
          </ac:picMkLst>
        </pc:picChg>
      </pc:sldChg>
      <pc:sldChg chg="addSp delSp modSp add mod">
        <pc:chgData name="Nunes, Marta Rafaela" userId="64e258cc-da3c-4cb9-a36b-1ce753c6c460" providerId="ADAL" clId="{06DC152B-A079-46BC-83AB-2B49C1DAC4B7}" dt="2026-01-20T18:19:18.366" v="35908" actId="947"/>
        <pc:sldMkLst>
          <pc:docMk/>
          <pc:sldMk cId="4005636866" sldId="2147480710"/>
        </pc:sldMkLst>
        <pc:spChg chg="mod">
          <ac:chgData name="Nunes, Marta Rafaela" userId="64e258cc-da3c-4cb9-a36b-1ce753c6c460" providerId="ADAL" clId="{06DC152B-A079-46BC-83AB-2B49C1DAC4B7}" dt="2026-01-20T12:23:49.533" v="33198" actId="255"/>
          <ac:spMkLst>
            <pc:docMk/>
            <pc:sldMk cId="4005636866" sldId="2147480710"/>
            <ac:spMk id="3" creationId="{385EB5D0-7EEC-7F37-B03B-569CB2394F99}"/>
          </ac:spMkLst>
        </pc:spChg>
        <pc:spChg chg="mod">
          <ac:chgData name="Nunes, Marta Rafaela" userId="64e258cc-da3c-4cb9-a36b-1ce753c6c460" providerId="ADAL" clId="{06DC152B-A079-46BC-83AB-2B49C1DAC4B7}" dt="2026-01-20T11:50:48.559" v="31425"/>
          <ac:spMkLst>
            <pc:docMk/>
            <pc:sldMk cId="4005636866" sldId="2147480710"/>
            <ac:spMk id="5" creationId="{77AF01AD-47A4-FE3F-7EE0-9E037B9CD2E1}"/>
          </ac:spMkLst>
        </pc:spChg>
        <pc:spChg chg="mod">
          <ac:chgData name="Nunes, Marta Rafaela" userId="64e258cc-da3c-4cb9-a36b-1ce753c6c460" providerId="ADAL" clId="{06DC152B-A079-46BC-83AB-2B49C1DAC4B7}" dt="2026-01-20T11:50:54.347" v="31426"/>
          <ac:spMkLst>
            <pc:docMk/>
            <pc:sldMk cId="4005636866" sldId="2147480710"/>
            <ac:spMk id="8" creationId="{1AD08ECC-9A2F-1ECF-FD5E-A10BB5EED720}"/>
          </ac:spMkLst>
        </pc:spChg>
        <pc:spChg chg="mod">
          <ac:chgData name="Nunes, Marta Rafaela" userId="64e258cc-da3c-4cb9-a36b-1ce753c6c460" providerId="ADAL" clId="{06DC152B-A079-46BC-83AB-2B49C1DAC4B7}" dt="2026-01-20T12:17:42.463" v="32906" actId="14100"/>
          <ac:spMkLst>
            <pc:docMk/>
            <pc:sldMk cId="4005636866" sldId="2147480710"/>
            <ac:spMk id="9" creationId="{4DDCA759-C757-3FC2-936A-A305F8F93EDE}"/>
          </ac:spMkLst>
        </pc:spChg>
        <pc:spChg chg="mod">
          <ac:chgData name="Nunes, Marta Rafaela" userId="64e258cc-da3c-4cb9-a36b-1ce753c6c460" providerId="ADAL" clId="{06DC152B-A079-46BC-83AB-2B49C1DAC4B7}" dt="2026-01-20T12:03:47.112" v="31934" actId="113"/>
          <ac:spMkLst>
            <pc:docMk/>
            <pc:sldMk cId="4005636866" sldId="2147480710"/>
            <ac:spMk id="13" creationId="{47E5C930-7C4C-B770-458E-72B3DCE06B51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31" creationId="{F22D0969-F4D6-E77E-A72A-84DA4636C0F1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32" creationId="{D2350E81-5681-52DB-C42E-86DAFAAE0FF4}"/>
          </ac:spMkLst>
        </pc:spChg>
        <pc:spChg chg="mod">
          <ac:chgData name="Nunes, Marta Rafaela" userId="64e258cc-da3c-4cb9-a36b-1ce753c6c460" providerId="ADAL" clId="{06DC152B-A079-46BC-83AB-2B49C1DAC4B7}" dt="2026-01-20T12:23:46.656" v="33197" actId="255"/>
          <ac:spMkLst>
            <pc:docMk/>
            <pc:sldMk cId="4005636866" sldId="2147480710"/>
            <ac:spMk id="33" creationId="{EF24FEF0-C0C9-499F-947A-3EB6CE9B6CD5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34" creationId="{B3992623-9100-D127-33F8-72BB85E5B59D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35" creationId="{F15715C5-DB48-9E81-9ED3-604839140188}"/>
          </ac:spMkLst>
        </pc:spChg>
        <pc:spChg chg="mod">
          <ac:chgData name="Nunes, Marta Rafaela" userId="64e258cc-da3c-4cb9-a36b-1ce753c6c460" providerId="ADAL" clId="{06DC152B-A079-46BC-83AB-2B49C1DAC4B7}" dt="2026-01-20T18:19:18.366" v="35908" actId="947"/>
          <ac:spMkLst>
            <pc:docMk/>
            <pc:sldMk cId="4005636866" sldId="2147480710"/>
            <ac:spMk id="37" creationId="{D5AD73BC-9578-CDBB-2902-204C0D60952C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1" creationId="{F5C0DA8F-69CF-B873-4986-3535FEDB9FBD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2" creationId="{D21A1C15-0E25-739B-9C31-331FBC0A6C97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3" creationId="{F5BE3EEE-7477-3BC2-A18F-E02219729533}"/>
          </ac:spMkLst>
        </pc:spChg>
        <pc:spChg chg="add 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5" creationId="{AA28ABDA-B3D1-322E-5B94-64DC070AEF4A}"/>
          </ac:spMkLst>
        </pc:spChg>
        <pc:spChg chg="add 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6" creationId="{BDD7CBF5-820D-11D9-2638-1DF3F100E68A}"/>
          </ac:spMkLst>
        </pc:spChg>
        <pc:spChg chg="add 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7" creationId="{91F7F16C-D2C3-FAA3-8BA8-4B9639B2076E}"/>
          </ac:spMkLst>
        </pc:spChg>
        <pc:spChg chg="add mod ord">
          <ac:chgData name="Nunes, Marta Rafaela" userId="64e258cc-da3c-4cb9-a36b-1ce753c6c460" providerId="ADAL" clId="{06DC152B-A079-46BC-83AB-2B49C1DAC4B7}" dt="2026-01-20T12:03:10.990" v="31926" actId="167"/>
          <ac:spMkLst>
            <pc:docMk/>
            <pc:sldMk cId="4005636866" sldId="2147480710"/>
            <ac:spMk id="52" creationId="{A5A0A3CB-368F-BAF0-210D-0F5CA437C176}"/>
          </ac:spMkLst>
        </pc:spChg>
        <pc:spChg chg="add mod ord">
          <ac:chgData name="Nunes, Marta Rafaela" userId="64e258cc-da3c-4cb9-a36b-1ce753c6c460" providerId="ADAL" clId="{06DC152B-A079-46BC-83AB-2B49C1DAC4B7}" dt="2026-01-20T12:03:10.990" v="31926" actId="167"/>
          <ac:spMkLst>
            <pc:docMk/>
            <pc:sldMk cId="4005636866" sldId="2147480710"/>
            <ac:spMk id="53" creationId="{21098692-3B21-1EB3-6388-983E9BD40821}"/>
          </ac:spMkLst>
        </pc:spChg>
      </pc:sldChg>
      <pc:sldChg chg="addSp delSp modSp add mod">
        <pc:chgData name="Nunes, Marta Rafaela" userId="64e258cc-da3c-4cb9-a36b-1ce753c6c460" providerId="ADAL" clId="{06DC152B-A079-46BC-83AB-2B49C1DAC4B7}" dt="2026-01-20T18:19:50.239" v="35914" actId="113"/>
        <pc:sldMkLst>
          <pc:docMk/>
          <pc:sldMk cId="4146962192" sldId="2147480711"/>
        </pc:sldMkLst>
        <pc:spChg chg="mod">
          <ac:chgData name="Nunes, Marta Rafaela" userId="64e258cc-da3c-4cb9-a36b-1ce753c6c460" providerId="ADAL" clId="{06DC152B-A079-46BC-83AB-2B49C1DAC4B7}" dt="2026-01-20T12:23:56.921" v="33200" actId="255"/>
          <ac:spMkLst>
            <pc:docMk/>
            <pc:sldMk cId="4146962192" sldId="2147480711"/>
            <ac:spMk id="3" creationId="{EC3E0653-7E5D-D7D0-C732-5D7B1BF7A4D7}"/>
          </ac:spMkLst>
        </pc:spChg>
        <pc:spChg chg="mod">
          <ac:chgData name="Nunes, Marta Rafaela" userId="64e258cc-da3c-4cb9-a36b-1ce753c6c460" providerId="ADAL" clId="{06DC152B-A079-46BC-83AB-2B49C1DAC4B7}" dt="2026-01-20T11:51:52.404" v="31475"/>
          <ac:spMkLst>
            <pc:docMk/>
            <pc:sldMk cId="4146962192" sldId="2147480711"/>
            <ac:spMk id="5" creationId="{A4F2FBF6-E2F5-AE44-DB05-9B82B63DB4D3}"/>
          </ac:spMkLst>
        </pc:spChg>
        <pc:spChg chg="mod">
          <ac:chgData name="Nunes, Marta Rafaela" userId="64e258cc-da3c-4cb9-a36b-1ce753c6c460" providerId="ADAL" clId="{06DC152B-A079-46BC-83AB-2B49C1DAC4B7}" dt="2026-01-20T11:51:56.709" v="31476"/>
          <ac:spMkLst>
            <pc:docMk/>
            <pc:sldMk cId="4146962192" sldId="2147480711"/>
            <ac:spMk id="8" creationId="{D5DB6CD3-75D1-1991-E2EF-994F0B62F740}"/>
          </ac:spMkLst>
        </pc:spChg>
        <pc:spChg chg="mod">
          <ac:chgData name="Nunes, Marta Rafaela" userId="64e258cc-da3c-4cb9-a36b-1ce753c6c460" providerId="ADAL" clId="{06DC152B-A079-46BC-83AB-2B49C1DAC4B7}" dt="2026-01-20T12:17:20.656" v="32882" actId="14100"/>
          <ac:spMkLst>
            <pc:docMk/>
            <pc:sldMk cId="4146962192" sldId="2147480711"/>
            <ac:spMk id="9" creationId="{66DAA9DE-255D-CBB0-D465-6011BBAB8825}"/>
          </ac:spMkLst>
        </pc:spChg>
        <pc:spChg chg="mod">
          <ac:chgData name="Nunes, Marta Rafaela" userId="64e258cc-da3c-4cb9-a36b-1ce753c6c460" providerId="ADAL" clId="{06DC152B-A079-46BC-83AB-2B49C1DAC4B7}" dt="2026-01-20T12:03:59.601" v="31938" actId="113"/>
          <ac:spMkLst>
            <pc:docMk/>
            <pc:sldMk cId="4146962192" sldId="2147480711"/>
            <ac:spMk id="13" creationId="{5B9F4D3E-94B7-2D05-D422-EC82F2F3B3C2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31" creationId="{52E94F11-3AF9-C58A-8CAB-B773E3E77572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32" creationId="{CC35B5C4-EC8E-445E-A96E-65801816B7DE}"/>
          </ac:spMkLst>
        </pc:spChg>
        <pc:spChg chg="mod">
          <ac:chgData name="Nunes, Marta Rafaela" userId="64e258cc-da3c-4cb9-a36b-1ce753c6c460" providerId="ADAL" clId="{06DC152B-A079-46BC-83AB-2B49C1DAC4B7}" dt="2026-01-20T12:23:53.478" v="33199" actId="255"/>
          <ac:spMkLst>
            <pc:docMk/>
            <pc:sldMk cId="4146962192" sldId="2147480711"/>
            <ac:spMk id="33" creationId="{89236E00-1774-2273-D3D9-37E05309E97A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35" creationId="{666F27FC-4CD7-F44A-1250-31CAD6CDF352}"/>
          </ac:spMkLst>
        </pc:spChg>
        <pc:spChg chg="mod">
          <ac:chgData name="Nunes, Marta Rafaela" userId="64e258cc-da3c-4cb9-a36b-1ce753c6c460" providerId="ADAL" clId="{06DC152B-A079-46BC-83AB-2B49C1DAC4B7}" dt="2026-01-20T18:19:50.239" v="35914" actId="113"/>
          <ac:spMkLst>
            <pc:docMk/>
            <pc:sldMk cId="4146962192" sldId="2147480711"/>
            <ac:spMk id="37" creationId="{509CABC7-F11B-9700-02D6-45723A862D21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0" creationId="{2BD8E5C9-47AE-C2F0-9083-10C5855352A6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1" creationId="{3EF055B9-D761-BEB9-706F-270171259218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2" creationId="{9E30862F-3D07-7C5F-074B-BF4EC0A7D1D8}"/>
          </ac:spMkLst>
        </pc:spChg>
        <pc:spChg chg="add 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5" creationId="{49FE6E2D-68AC-DD24-2AD2-1A8818CBCD7D}"/>
          </ac:spMkLst>
        </pc:spChg>
        <pc:spChg chg="add 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6" creationId="{BE348E2B-E547-B86B-3F75-DCB25E3480BA}"/>
          </ac:spMkLst>
        </pc:spChg>
        <pc:spChg chg="add 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7" creationId="{05EFBD17-587B-0713-4A06-C57F46BDE5A3}"/>
          </ac:spMkLst>
        </pc:spChg>
        <pc:spChg chg="add 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8" creationId="{3A8642AB-B07C-C165-9F21-CCB2B73661F8}"/>
          </ac:spMkLst>
        </pc:spChg>
        <pc:spChg chg="add mod ord">
          <ac:chgData name="Nunes, Marta Rafaela" userId="64e258cc-da3c-4cb9-a36b-1ce753c6c460" providerId="ADAL" clId="{06DC152B-A079-46BC-83AB-2B49C1DAC4B7}" dt="2026-01-20T12:02:46.103" v="31920" actId="167"/>
          <ac:spMkLst>
            <pc:docMk/>
            <pc:sldMk cId="4146962192" sldId="2147480711"/>
            <ac:spMk id="52" creationId="{A0EDA8FE-6DC6-C836-E006-4E6C91F27BA3}"/>
          </ac:spMkLst>
        </pc:spChg>
        <pc:spChg chg="add mod ord">
          <ac:chgData name="Nunes, Marta Rafaela" userId="64e258cc-da3c-4cb9-a36b-1ce753c6c460" providerId="ADAL" clId="{06DC152B-A079-46BC-83AB-2B49C1DAC4B7}" dt="2026-01-20T12:02:46.103" v="31920" actId="167"/>
          <ac:spMkLst>
            <pc:docMk/>
            <pc:sldMk cId="4146962192" sldId="2147480711"/>
            <ac:spMk id="53" creationId="{2A284742-0E1C-7913-75FB-C1EBDC61A8EC}"/>
          </ac:spMkLst>
        </pc:spChg>
      </pc:sldChg>
      <pc:sldChg chg="addSp delSp modSp add mod">
        <pc:chgData name="Nunes, Marta Rafaela" userId="64e258cc-da3c-4cb9-a36b-1ce753c6c460" providerId="ADAL" clId="{06DC152B-A079-46BC-83AB-2B49C1DAC4B7}" dt="2026-01-20T18:19:47.093" v="35913" actId="113"/>
        <pc:sldMkLst>
          <pc:docMk/>
          <pc:sldMk cId="2021917803" sldId="2147480712"/>
        </pc:sldMkLst>
        <pc:spChg chg="mod">
          <ac:chgData name="Nunes, Marta Rafaela" userId="64e258cc-da3c-4cb9-a36b-1ce753c6c460" providerId="ADAL" clId="{06DC152B-A079-46BC-83AB-2B49C1DAC4B7}" dt="2026-01-20T12:24:06.370" v="33202" actId="255"/>
          <ac:spMkLst>
            <pc:docMk/>
            <pc:sldMk cId="2021917803" sldId="2147480712"/>
            <ac:spMk id="3" creationId="{E342A939-5159-36B4-C8F9-CEBA15BAE1F3}"/>
          </ac:spMkLst>
        </pc:spChg>
        <pc:spChg chg="mod">
          <ac:chgData name="Nunes, Marta Rafaela" userId="64e258cc-da3c-4cb9-a36b-1ce753c6c460" providerId="ADAL" clId="{06DC152B-A079-46BC-83AB-2B49C1DAC4B7}" dt="2026-01-20T11:52:53.073" v="31527" actId="20577"/>
          <ac:spMkLst>
            <pc:docMk/>
            <pc:sldMk cId="2021917803" sldId="2147480712"/>
            <ac:spMk id="5" creationId="{4106DA3B-4BDB-2E01-B7B0-B0D244DF6EC3}"/>
          </ac:spMkLst>
        </pc:spChg>
        <pc:spChg chg="mod">
          <ac:chgData name="Nunes, Marta Rafaela" userId="64e258cc-da3c-4cb9-a36b-1ce753c6c460" providerId="ADAL" clId="{06DC152B-A079-46BC-83AB-2B49C1DAC4B7}" dt="2026-01-20T11:52:58.098" v="31528"/>
          <ac:spMkLst>
            <pc:docMk/>
            <pc:sldMk cId="2021917803" sldId="2147480712"/>
            <ac:spMk id="8" creationId="{C4A56F06-6D51-971B-E13D-E8B0AF12F6D6}"/>
          </ac:spMkLst>
        </pc:spChg>
        <pc:spChg chg="mod">
          <ac:chgData name="Nunes, Marta Rafaela" userId="64e258cc-da3c-4cb9-a36b-1ce753c6c460" providerId="ADAL" clId="{06DC152B-A079-46BC-83AB-2B49C1DAC4B7}" dt="2026-01-20T12:17:24.917" v="32884" actId="14100"/>
          <ac:spMkLst>
            <pc:docMk/>
            <pc:sldMk cId="2021917803" sldId="2147480712"/>
            <ac:spMk id="9" creationId="{E5D249B1-89F4-163D-2C2C-0DB7E91B475C}"/>
          </ac:spMkLst>
        </pc:spChg>
        <pc:spChg chg="add mod ord">
          <ac:chgData name="Nunes, Marta Rafaela" userId="64e258cc-da3c-4cb9-a36b-1ce753c6c460" providerId="ADAL" clId="{06DC152B-A079-46BC-83AB-2B49C1DAC4B7}" dt="2026-01-20T12:02:23.925" v="31911" actId="167"/>
          <ac:spMkLst>
            <pc:docMk/>
            <pc:sldMk cId="2021917803" sldId="2147480712"/>
            <ac:spMk id="11" creationId="{DAA515A0-FDA2-8507-68E9-8B3C000FE0E3}"/>
          </ac:spMkLst>
        </pc:spChg>
        <pc:spChg chg="mod">
          <ac:chgData name="Nunes, Marta Rafaela" userId="64e258cc-da3c-4cb9-a36b-1ce753c6c460" providerId="ADAL" clId="{06DC152B-A079-46BC-83AB-2B49C1DAC4B7}" dt="2026-01-20T12:04:15.852" v="31942" actId="113"/>
          <ac:spMkLst>
            <pc:docMk/>
            <pc:sldMk cId="2021917803" sldId="2147480712"/>
            <ac:spMk id="13" creationId="{96DB3638-D729-EE90-0358-FBC5F030B6F8}"/>
          </ac:spMkLst>
        </pc:spChg>
        <pc:spChg chg="add mod ord">
          <ac:chgData name="Nunes, Marta Rafaela" userId="64e258cc-da3c-4cb9-a36b-1ce753c6c460" providerId="ADAL" clId="{06DC152B-A079-46BC-83AB-2B49C1DAC4B7}" dt="2026-01-20T12:02:23.925" v="31911" actId="167"/>
          <ac:spMkLst>
            <pc:docMk/>
            <pc:sldMk cId="2021917803" sldId="2147480712"/>
            <ac:spMk id="31" creationId="{08D6A7D2-5940-9CF7-DFF0-E54E7C14C554}"/>
          </ac:spMkLst>
        </pc:spChg>
        <pc:spChg chg="mod">
          <ac:chgData name="Nunes, Marta Rafaela" userId="64e258cc-da3c-4cb9-a36b-1ce753c6c460" providerId="ADAL" clId="{06DC152B-A079-46BC-83AB-2B49C1DAC4B7}" dt="2026-01-20T12:24:03.217" v="33201" actId="255"/>
          <ac:spMkLst>
            <pc:docMk/>
            <pc:sldMk cId="2021917803" sldId="2147480712"/>
            <ac:spMk id="33" creationId="{322D76CF-7C89-B1EC-4CF6-C30E7E7CBFFE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34" creationId="{588897A3-AECD-C1DD-4195-9D67D4EC0B6B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35" creationId="{A025753B-CAC9-D9C0-A4BC-EF6472EE971A}"/>
          </ac:spMkLst>
        </pc:spChg>
        <pc:spChg chg="mod">
          <ac:chgData name="Nunes, Marta Rafaela" userId="64e258cc-da3c-4cb9-a36b-1ce753c6c460" providerId="ADAL" clId="{06DC152B-A079-46BC-83AB-2B49C1DAC4B7}" dt="2026-01-20T18:19:47.093" v="35913" actId="113"/>
          <ac:spMkLst>
            <pc:docMk/>
            <pc:sldMk cId="2021917803" sldId="2147480712"/>
            <ac:spMk id="37" creationId="{15BD42BB-0BEE-60BA-6892-E8BC7AC889E7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38" creationId="{3556F677-B1F4-A89E-B410-F3A706673BAF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2" creationId="{75D2FD36-BA97-B3A1-8F8B-91A0ACC9965E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3" creationId="{D7477028-FB94-03A3-D7B6-5317E28CBFA9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4" creationId="{D679C393-5F4D-5670-AE42-DE7D66E12C8A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5" creationId="{B9581F83-44B0-3224-10CE-5BE803BF7D0C}"/>
          </ac:spMkLst>
        </pc:spChg>
        <pc:spChg chg="add 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7" creationId="{8C4308F9-1C43-FDCE-38D6-6BF714F6E709}"/>
          </ac:spMkLst>
        </pc:spChg>
        <pc:spChg chg="add 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8" creationId="{31FCEA3C-A74B-1A2A-DD07-C40654D025DA}"/>
          </ac:spMkLst>
        </pc:spChg>
        <pc:spChg chg="add 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9" creationId="{DA6DA8B2-1494-3A2E-ACAC-24334EA2EA42}"/>
          </ac:spMkLst>
        </pc:spChg>
      </pc:sldChg>
      <pc:sldChg chg="addSp delSp modSp add mod">
        <pc:chgData name="Nunes, Marta Rafaela" userId="64e258cc-da3c-4cb9-a36b-1ce753c6c460" providerId="ADAL" clId="{06DC152B-A079-46BC-83AB-2B49C1DAC4B7}" dt="2026-01-20T18:19:43.664" v="35912" actId="113"/>
        <pc:sldMkLst>
          <pc:docMk/>
          <pc:sldMk cId="4109187273" sldId="2147480713"/>
        </pc:sldMkLst>
        <pc:spChg chg="mod">
          <ac:chgData name="Nunes, Marta Rafaela" userId="64e258cc-da3c-4cb9-a36b-1ce753c6c460" providerId="ADAL" clId="{06DC152B-A079-46BC-83AB-2B49C1DAC4B7}" dt="2026-01-20T11:55:26.988" v="31598" actId="555"/>
          <ac:spMkLst>
            <pc:docMk/>
            <pc:sldMk cId="4109187273" sldId="2147480713"/>
            <ac:spMk id="2" creationId="{716F880F-0933-67AB-3781-A43F4A7F20F0}"/>
          </ac:spMkLst>
        </pc:spChg>
        <pc:spChg chg="mod">
          <ac:chgData name="Nunes, Marta Rafaela" userId="64e258cc-da3c-4cb9-a36b-1ce753c6c460" providerId="ADAL" clId="{06DC152B-A079-46BC-83AB-2B49C1DAC4B7}" dt="2026-01-20T12:24:14.265" v="33204" actId="255"/>
          <ac:spMkLst>
            <pc:docMk/>
            <pc:sldMk cId="4109187273" sldId="2147480713"/>
            <ac:spMk id="3" creationId="{80AFB2CF-4E29-64A5-B01C-2513318BA5C3}"/>
          </ac:spMkLst>
        </pc:spChg>
        <pc:spChg chg="mod ord">
          <ac:chgData name="Nunes, Marta Rafaela" userId="64e258cc-da3c-4cb9-a36b-1ce753c6c460" providerId="ADAL" clId="{06DC152B-A079-46BC-83AB-2B49C1DAC4B7}" dt="2026-01-20T12:02:19.637" v="31910" actId="167"/>
          <ac:spMkLst>
            <pc:docMk/>
            <pc:sldMk cId="4109187273" sldId="2147480713"/>
            <ac:spMk id="4" creationId="{E49E011D-ED57-7F15-A799-4EAB964F1500}"/>
          </ac:spMkLst>
        </pc:spChg>
        <pc:spChg chg="mod">
          <ac:chgData name="Nunes, Marta Rafaela" userId="64e258cc-da3c-4cb9-a36b-1ce753c6c460" providerId="ADAL" clId="{06DC152B-A079-46BC-83AB-2B49C1DAC4B7}" dt="2026-01-20T11:58:02.494" v="31708"/>
          <ac:spMkLst>
            <pc:docMk/>
            <pc:sldMk cId="4109187273" sldId="2147480713"/>
            <ac:spMk id="5" creationId="{FE69031A-6E79-1F70-28E9-C5BE3F962D83}"/>
          </ac:spMkLst>
        </pc:spChg>
        <pc:spChg chg="mod">
          <ac:chgData name="Nunes, Marta Rafaela" userId="64e258cc-da3c-4cb9-a36b-1ce753c6c460" providerId="ADAL" clId="{06DC152B-A079-46BC-83AB-2B49C1DAC4B7}" dt="2026-01-20T11:57:41.791" v="31664" actId="12789"/>
          <ac:spMkLst>
            <pc:docMk/>
            <pc:sldMk cId="4109187273" sldId="2147480713"/>
            <ac:spMk id="8" creationId="{AA52A807-7E30-2C43-C965-91AB2D204026}"/>
          </ac:spMkLst>
        </pc:spChg>
        <pc:spChg chg="mod">
          <ac:chgData name="Nunes, Marta Rafaela" userId="64e258cc-da3c-4cb9-a36b-1ce753c6c460" providerId="ADAL" clId="{06DC152B-A079-46BC-83AB-2B49C1DAC4B7}" dt="2026-01-20T12:17:28.967" v="32886" actId="14100"/>
          <ac:spMkLst>
            <pc:docMk/>
            <pc:sldMk cId="4109187273" sldId="2147480713"/>
            <ac:spMk id="9" creationId="{61BF4B30-E37A-31CA-7DD5-E0C0E07DABE8}"/>
          </ac:spMkLst>
        </pc:spChg>
        <pc:spChg chg="mod ord">
          <ac:chgData name="Nunes, Marta Rafaela" userId="64e258cc-da3c-4cb9-a36b-1ce753c6c460" providerId="ADAL" clId="{06DC152B-A079-46BC-83AB-2B49C1DAC4B7}" dt="2026-01-20T12:02:19.637" v="31910" actId="167"/>
          <ac:spMkLst>
            <pc:docMk/>
            <pc:sldMk cId="4109187273" sldId="2147480713"/>
            <ac:spMk id="10" creationId="{DFE19DB8-F492-6AE0-323C-EAE4492DB633}"/>
          </ac:spMkLst>
        </pc:spChg>
        <pc:spChg chg="mod">
          <ac:chgData name="Nunes, Marta Rafaela" userId="64e258cc-da3c-4cb9-a36b-1ce753c6c460" providerId="ADAL" clId="{06DC152B-A079-46BC-83AB-2B49C1DAC4B7}" dt="2026-01-20T12:04:28.202" v="31946" actId="113"/>
          <ac:spMkLst>
            <pc:docMk/>
            <pc:sldMk cId="4109187273" sldId="2147480713"/>
            <ac:spMk id="13" creationId="{E5373643-6F38-3353-E512-3E88AF95B78A}"/>
          </ac:spMkLst>
        </pc:spChg>
        <pc:spChg chg="add del mod">
          <ac:chgData name="Nunes, Marta Rafaela" userId="64e258cc-da3c-4cb9-a36b-1ce753c6c460" providerId="ADAL" clId="{06DC152B-A079-46BC-83AB-2B49C1DAC4B7}" dt="2026-01-20T12:02:05.568" v="31907" actId="21"/>
          <ac:spMkLst>
            <pc:docMk/>
            <pc:sldMk cId="4109187273" sldId="2147480713"/>
            <ac:spMk id="27" creationId="{0B8C7C52-9355-E262-59C2-081F58065ABB}"/>
          </ac:spMkLst>
        </pc:spChg>
        <pc:spChg chg="add del mod">
          <ac:chgData name="Nunes, Marta Rafaela" userId="64e258cc-da3c-4cb9-a36b-1ce753c6c460" providerId="ADAL" clId="{06DC152B-A079-46BC-83AB-2B49C1DAC4B7}" dt="2026-01-20T12:02:05.568" v="31907" actId="21"/>
          <ac:spMkLst>
            <pc:docMk/>
            <pc:sldMk cId="4109187273" sldId="2147480713"/>
            <ac:spMk id="28" creationId="{A7DC4FEC-A1D1-5CA0-4C0D-A7A122F67DDC}"/>
          </ac:spMkLst>
        </pc:spChg>
        <pc:spChg chg="add del mod">
          <ac:chgData name="Nunes, Marta Rafaela" userId="64e258cc-da3c-4cb9-a36b-1ce753c6c460" providerId="ADAL" clId="{06DC152B-A079-46BC-83AB-2B49C1DAC4B7}" dt="2026-01-20T12:02:05.568" v="31907" actId="21"/>
          <ac:spMkLst>
            <pc:docMk/>
            <pc:sldMk cId="4109187273" sldId="2147480713"/>
            <ac:spMk id="29" creationId="{49F20EE1-512B-1016-5D68-4603DF9A9442}"/>
          </ac:spMkLst>
        </pc:spChg>
        <pc:spChg chg="add del mod">
          <ac:chgData name="Nunes, Marta Rafaela" userId="64e258cc-da3c-4cb9-a36b-1ce753c6c460" providerId="ADAL" clId="{06DC152B-A079-46BC-83AB-2B49C1DAC4B7}" dt="2026-01-20T12:02:05.568" v="31907" actId="21"/>
          <ac:spMkLst>
            <pc:docMk/>
            <pc:sldMk cId="4109187273" sldId="2147480713"/>
            <ac:spMk id="30" creationId="{10A0DD3D-31C8-9ED3-E8BE-4B9204C2AD06}"/>
          </ac:spMkLst>
        </pc:spChg>
        <pc:spChg chg="add mod">
          <ac:chgData name="Nunes, Marta Rafaela" userId="64e258cc-da3c-4cb9-a36b-1ce753c6c460" providerId="ADAL" clId="{06DC152B-A079-46BC-83AB-2B49C1DAC4B7}" dt="2026-01-20T11:57:41.791" v="31664" actId="12789"/>
          <ac:spMkLst>
            <pc:docMk/>
            <pc:sldMk cId="4109187273" sldId="2147480713"/>
            <ac:spMk id="32" creationId="{6F8DCF49-5556-9DBD-D707-1DF751058FD8}"/>
          </ac:spMkLst>
        </pc:spChg>
        <pc:spChg chg="mod">
          <ac:chgData name="Nunes, Marta Rafaela" userId="64e258cc-da3c-4cb9-a36b-1ce753c6c460" providerId="ADAL" clId="{06DC152B-A079-46BC-83AB-2B49C1DAC4B7}" dt="2026-01-20T12:24:10.793" v="33203" actId="255"/>
          <ac:spMkLst>
            <pc:docMk/>
            <pc:sldMk cId="4109187273" sldId="2147480713"/>
            <ac:spMk id="33" creationId="{5FECFADC-8E6E-2FAD-FAC2-75DD17A70E96}"/>
          </ac:spMkLst>
        </pc:spChg>
        <pc:spChg chg="add mod">
          <ac:chgData name="Nunes, Marta Rafaela" userId="64e258cc-da3c-4cb9-a36b-1ce753c6c460" providerId="ADAL" clId="{06DC152B-A079-46BC-83AB-2B49C1DAC4B7}" dt="2026-01-20T11:57:41.791" v="31664" actId="12789"/>
          <ac:spMkLst>
            <pc:docMk/>
            <pc:sldMk cId="4109187273" sldId="2147480713"/>
            <ac:spMk id="34" creationId="{1F68E06B-ED51-5352-E247-207F9B9827C4}"/>
          </ac:spMkLst>
        </pc:spChg>
        <pc:spChg chg="mod">
          <ac:chgData name="Nunes, Marta Rafaela" userId="64e258cc-da3c-4cb9-a36b-1ce753c6c460" providerId="ADAL" clId="{06DC152B-A079-46BC-83AB-2B49C1DAC4B7}" dt="2026-01-20T18:19:43.664" v="35912" actId="113"/>
          <ac:spMkLst>
            <pc:docMk/>
            <pc:sldMk cId="4109187273" sldId="2147480713"/>
            <ac:spMk id="37" creationId="{DDA02589-7D56-A5A2-19CA-51D715F19012}"/>
          </ac:spMkLst>
        </pc:spChg>
        <pc:spChg chg="add mod">
          <ac:chgData name="Nunes, Marta Rafaela" userId="64e258cc-da3c-4cb9-a36b-1ce753c6c460" providerId="ADAL" clId="{06DC152B-A079-46BC-83AB-2B49C1DAC4B7}" dt="2026-01-20T11:57:51.284" v="31706" actId="1035"/>
          <ac:spMkLst>
            <pc:docMk/>
            <pc:sldMk cId="4109187273" sldId="2147480713"/>
            <ac:spMk id="41" creationId="{FA837D41-AC6A-D5A4-0AC3-07A975A75504}"/>
          </ac:spMkLst>
        </pc:spChg>
        <pc:spChg chg="add mod">
          <ac:chgData name="Nunes, Marta Rafaela" userId="64e258cc-da3c-4cb9-a36b-1ce753c6c460" providerId="ADAL" clId="{06DC152B-A079-46BC-83AB-2B49C1DAC4B7}" dt="2026-01-20T11:57:57.513" v="31707"/>
          <ac:spMkLst>
            <pc:docMk/>
            <pc:sldMk cId="4109187273" sldId="2147480713"/>
            <ac:spMk id="42" creationId="{7C5A4CE5-E137-9392-31A7-8CB84133FB7C}"/>
          </ac:spMkLst>
        </pc:spChg>
        <pc:spChg chg="add mod">
          <ac:chgData name="Nunes, Marta Rafaela" userId="64e258cc-da3c-4cb9-a36b-1ce753c6c460" providerId="ADAL" clId="{06DC152B-A079-46BC-83AB-2B49C1DAC4B7}" dt="2026-01-20T11:57:51.284" v="31706" actId="1035"/>
          <ac:spMkLst>
            <pc:docMk/>
            <pc:sldMk cId="4109187273" sldId="2147480713"/>
            <ac:spMk id="43" creationId="{E0E982C0-0AB4-27BB-1DE5-0755E22B71E2}"/>
          </ac:spMkLst>
        </pc:spChg>
        <pc:spChg chg="add mod">
          <ac:chgData name="Nunes, Marta Rafaela" userId="64e258cc-da3c-4cb9-a36b-1ce753c6c460" providerId="ADAL" clId="{06DC152B-A079-46BC-83AB-2B49C1DAC4B7}" dt="2026-01-20T11:57:51.284" v="31706" actId="1035"/>
          <ac:spMkLst>
            <pc:docMk/>
            <pc:sldMk cId="4109187273" sldId="2147480713"/>
            <ac:spMk id="44" creationId="{753B6662-B9A3-E816-1BFB-4AC4FC9994CA}"/>
          </ac:spMkLst>
        </pc:spChg>
        <pc:spChg chg="add mod">
          <ac:chgData name="Nunes, Marta Rafaela" userId="64e258cc-da3c-4cb9-a36b-1ce753c6c460" providerId="ADAL" clId="{06DC152B-A079-46BC-83AB-2B49C1DAC4B7}" dt="2026-01-20T13:09:34.698" v="34214" actId="20577"/>
          <ac:spMkLst>
            <pc:docMk/>
            <pc:sldMk cId="4109187273" sldId="2147480713"/>
            <ac:spMk id="45" creationId="{ABF7D7B1-9743-E424-B7C2-868ACC9C86C3}"/>
          </ac:spMkLst>
        </pc:spChg>
        <pc:grpChg chg="add del mod">
          <ac:chgData name="Nunes, Marta Rafaela" userId="64e258cc-da3c-4cb9-a36b-1ce753c6c460" providerId="ADAL" clId="{06DC152B-A079-46BC-83AB-2B49C1DAC4B7}" dt="2026-01-20T12:02:05.568" v="31907" actId="21"/>
          <ac:grpSpMkLst>
            <pc:docMk/>
            <pc:sldMk cId="4109187273" sldId="2147480713"/>
            <ac:grpSpMk id="14" creationId="{E187AF6C-8510-4E07-A9D1-2DB954F69964}"/>
          </ac:grpSpMkLst>
        </pc:grpChg>
        <pc:grpChg chg="add del mod">
          <ac:chgData name="Nunes, Marta Rafaela" userId="64e258cc-da3c-4cb9-a36b-1ce753c6c460" providerId="ADAL" clId="{06DC152B-A079-46BC-83AB-2B49C1DAC4B7}" dt="2026-01-20T12:02:05.568" v="31907" actId="21"/>
          <ac:grpSpMkLst>
            <pc:docMk/>
            <pc:sldMk cId="4109187273" sldId="2147480713"/>
            <ac:grpSpMk id="21" creationId="{6A813670-D4E4-3F68-0627-FFAB4482EDA2}"/>
          </ac:grpSpMkLst>
        </pc:grpChg>
        <pc:picChg chg="add del mod">
          <ac:chgData name="Nunes, Marta Rafaela" userId="64e258cc-da3c-4cb9-a36b-1ce753c6c460" providerId="ADAL" clId="{06DC152B-A079-46BC-83AB-2B49C1DAC4B7}" dt="2026-01-20T12:02:05.568" v="31907" actId="21"/>
          <ac:picMkLst>
            <pc:docMk/>
            <pc:sldMk cId="4109187273" sldId="2147480713"/>
            <ac:picMk id="6" creationId="{9E1100F2-E38A-EA1B-9D2E-551ADC30AAFF}"/>
          </ac:picMkLst>
        </pc:picChg>
        <pc:picChg chg="add del mod">
          <ac:chgData name="Nunes, Marta Rafaela" userId="64e258cc-da3c-4cb9-a36b-1ce753c6c460" providerId="ADAL" clId="{06DC152B-A079-46BC-83AB-2B49C1DAC4B7}" dt="2026-01-20T12:02:05.568" v="31907" actId="21"/>
          <ac:picMkLst>
            <pc:docMk/>
            <pc:sldMk cId="4109187273" sldId="2147480713"/>
            <ac:picMk id="7" creationId="{9E2CFDA7-10E1-F1EC-9C7A-D01820FB56D6}"/>
          </ac:picMkLst>
        </pc:picChg>
        <pc:picChg chg="add del mod">
          <ac:chgData name="Nunes, Marta Rafaela" userId="64e258cc-da3c-4cb9-a36b-1ce753c6c460" providerId="ADAL" clId="{06DC152B-A079-46BC-83AB-2B49C1DAC4B7}" dt="2026-01-20T12:02:05.568" v="31907" actId="21"/>
          <ac:picMkLst>
            <pc:docMk/>
            <pc:sldMk cId="4109187273" sldId="2147480713"/>
            <ac:picMk id="12" creationId="{BD5E1704-70F6-D70E-933E-62CBCE0A4E66}"/>
          </ac:picMkLst>
        </pc:picChg>
        <pc:cxnChg chg="mod">
          <ac:chgData name="Nunes, Marta Rafaela" userId="64e258cc-da3c-4cb9-a36b-1ce753c6c460" providerId="ADAL" clId="{06DC152B-A079-46BC-83AB-2B49C1DAC4B7}" dt="2026-01-20T12:01:44.043" v="31873" actId="1037"/>
          <ac:cxnSpMkLst>
            <pc:docMk/>
            <pc:sldMk cId="4109187273" sldId="2147480713"/>
            <ac:cxnSpMk id="19" creationId="{E20125F6-8211-CD26-EAC8-202EEA663253}"/>
          </ac:cxnSpMkLst>
        </pc:cxnChg>
        <pc:cxnChg chg="add del mod">
          <ac:chgData name="Nunes, Marta Rafaela" userId="64e258cc-da3c-4cb9-a36b-1ce753c6c460" providerId="ADAL" clId="{06DC152B-A079-46BC-83AB-2B49C1DAC4B7}" dt="2026-01-20T12:02:05.568" v="31907" actId="21"/>
          <ac:cxnSpMkLst>
            <pc:docMk/>
            <pc:sldMk cId="4109187273" sldId="2147480713"/>
            <ac:cxnSpMk id="20" creationId="{D7E81E09-E493-2F70-51C0-F2750794DAC7}"/>
          </ac:cxnSpMkLst>
        </pc:cxnChg>
        <pc:cxnChg chg="mod">
          <ac:chgData name="Nunes, Marta Rafaela" userId="64e258cc-da3c-4cb9-a36b-1ce753c6c460" providerId="ADAL" clId="{06DC152B-A079-46BC-83AB-2B49C1DAC4B7}" dt="2026-01-20T12:01:11.680" v="31768" actId="1037"/>
          <ac:cxnSpMkLst>
            <pc:docMk/>
            <pc:sldMk cId="4109187273" sldId="2147480713"/>
            <ac:cxnSpMk id="26" creationId="{E72F1866-53D9-B409-F412-EFBB7847074C}"/>
          </ac:cxnSpMkLst>
        </pc:cxnChg>
      </pc:sldChg>
      <pc:sldChg chg="addSp delSp modSp add mod">
        <pc:chgData name="Nunes, Marta Rafaela" userId="64e258cc-da3c-4cb9-a36b-1ce753c6c460" providerId="ADAL" clId="{06DC152B-A079-46BC-83AB-2B49C1DAC4B7}" dt="2026-01-28T17:03:06.119" v="35975"/>
        <pc:sldMkLst>
          <pc:docMk/>
          <pc:sldMk cId="915018631" sldId="2147480714"/>
        </pc:sldMkLst>
        <pc:spChg chg="mod">
          <ac:chgData name="Nunes, Marta Rafaela" userId="64e258cc-da3c-4cb9-a36b-1ce753c6c460" providerId="ADAL" clId="{06DC152B-A079-46BC-83AB-2B49C1DAC4B7}" dt="2026-01-20T12:37:15.473" v="33527" actId="20577"/>
          <ac:spMkLst>
            <pc:docMk/>
            <pc:sldMk cId="915018631" sldId="2147480714"/>
            <ac:spMk id="3" creationId="{755A9C35-DB7F-9647-B18C-CD69573FEA90}"/>
          </ac:spMkLst>
        </pc:spChg>
        <pc:spChg chg="add del mod topLvl">
          <ac:chgData name="Nunes, Marta Rafaela" userId="64e258cc-da3c-4cb9-a36b-1ce753c6c460" providerId="ADAL" clId="{06DC152B-A079-46BC-83AB-2B49C1DAC4B7}" dt="2026-01-28T17:03:06.119" v="35975"/>
          <ac:spMkLst>
            <pc:docMk/>
            <pc:sldMk cId="915018631" sldId="2147480714"/>
            <ac:spMk id="7" creationId="{F3B71E83-B1CD-2598-CAE4-11FF751E7C73}"/>
          </ac:spMkLst>
        </pc:spChg>
        <pc:spChg chg="add mod">
          <ac:chgData name="Nunes, Marta Rafaela" userId="64e258cc-da3c-4cb9-a36b-1ce753c6c460" providerId="ADAL" clId="{06DC152B-A079-46BC-83AB-2B49C1DAC4B7}" dt="2026-01-20T13:03:26.002" v="34104"/>
          <ac:spMkLst>
            <pc:docMk/>
            <pc:sldMk cId="915018631" sldId="2147480714"/>
            <ac:spMk id="8" creationId="{DCB739F7-3F4E-6B18-56AC-9C746F1A24AE}"/>
          </ac:spMkLst>
        </pc:spChg>
        <pc:grpChg chg="add del">
          <ac:chgData name="Nunes, Marta Rafaela" userId="64e258cc-da3c-4cb9-a36b-1ce753c6c460" providerId="ADAL" clId="{06DC152B-A079-46BC-83AB-2B49C1DAC4B7}" dt="2026-01-28T17:02:39.806" v="35970" actId="478"/>
          <ac:grpSpMkLst>
            <pc:docMk/>
            <pc:sldMk cId="915018631" sldId="2147480714"/>
            <ac:grpSpMk id="5" creationId="{C61CA3F5-00C7-DEF6-5675-99CE8098FFB2}"/>
          </ac:grpSpMkLst>
        </pc:grpChg>
        <pc:graphicFrameChg chg="mod modGraphic">
          <ac:chgData name="Nunes, Marta Rafaela" userId="64e258cc-da3c-4cb9-a36b-1ce753c6c460" providerId="ADAL" clId="{06DC152B-A079-46BC-83AB-2B49C1DAC4B7}" dt="2026-01-20T13:07:43.065" v="34144" actId="20577"/>
          <ac:graphicFrameMkLst>
            <pc:docMk/>
            <pc:sldMk cId="915018631" sldId="2147480714"/>
            <ac:graphicFrameMk id="2" creationId="{B8870C20-5AE0-F59D-BAA7-EE27D61B0DA8}"/>
          </ac:graphicFrameMkLst>
        </pc:graphicFrameChg>
        <pc:graphicFrameChg chg="mod modGraphic">
          <ac:chgData name="Nunes, Marta Rafaela" userId="64e258cc-da3c-4cb9-a36b-1ce753c6c460" providerId="ADAL" clId="{06DC152B-A079-46BC-83AB-2B49C1DAC4B7}" dt="2026-01-20T13:05:32.050" v="34122"/>
          <ac:graphicFrameMkLst>
            <pc:docMk/>
            <pc:sldMk cId="915018631" sldId="2147480714"/>
            <ac:graphicFrameMk id="4" creationId="{243A7FE5-75F9-6119-DC37-0367A9CB8987}"/>
          </ac:graphicFrameMkLst>
        </pc:graphicFrameChg>
        <pc:cxnChg chg="topLvl">
          <ac:chgData name="Nunes, Marta Rafaela" userId="64e258cc-da3c-4cb9-a36b-1ce753c6c460" providerId="ADAL" clId="{06DC152B-A079-46BC-83AB-2B49C1DAC4B7}" dt="2026-01-28T17:02:35.836" v="35968" actId="478"/>
          <ac:cxnSpMkLst>
            <pc:docMk/>
            <pc:sldMk cId="915018631" sldId="2147480714"/>
            <ac:cxnSpMk id="6" creationId="{5DB3E790-727E-EDB7-855A-3140B025C47D}"/>
          </ac:cxnSpMkLst>
        </pc:cxnChg>
      </pc:sldChg>
      <pc:sldChg chg="addSp delSp modSp add mod">
        <pc:chgData name="Nunes, Marta Rafaela" userId="64e258cc-da3c-4cb9-a36b-1ce753c6c460" providerId="ADAL" clId="{06DC152B-A079-46BC-83AB-2B49C1DAC4B7}" dt="2026-01-28T17:03:24.367" v="35980"/>
        <pc:sldMkLst>
          <pc:docMk/>
          <pc:sldMk cId="4220002730" sldId="2147480715"/>
        </pc:sldMkLst>
        <pc:spChg chg="mod">
          <ac:chgData name="Nunes, Marta Rafaela" userId="64e258cc-da3c-4cb9-a36b-1ce753c6c460" providerId="ADAL" clId="{06DC152B-A079-46BC-83AB-2B49C1DAC4B7}" dt="2026-01-20T12:37:20.732" v="33529" actId="20577"/>
          <ac:spMkLst>
            <pc:docMk/>
            <pc:sldMk cId="4220002730" sldId="2147480715"/>
            <ac:spMk id="3" creationId="{7F93E47D-9D9B-E56C-92C4-2998FAC62549}"/>
          </ac:spMkLst>
        </pc:spChg>
        <pc:spChg chg="mod">
          <ac:chgData name="Nunes, Marta Rafaela" userId="64e258cc-da3c-4cb9-a36b-1ce753c6c460" providerId="ADAL" clId="{06DC152B-A079-46BC-83AB-2B49C1DAC4B7}" dt="2026-01-28T17:03:24.367" v="35980"/>
          <ac:spMkLst>
            <pc:docMk/>
            <pc:sldMk cId="4220002730" sldId="2147480715"/>
            <ac:spMk id="7" creationId="{3E88EA80-1891-D307-27C4-0C4C6681D2EF}"/>
          </ac:spMkLst>
        </pc:spChg>
        <pc:spChg chg="add mod">
          <ac:chgData name="Nunes, Marta Rafaela" userId="64e258cc-da3c-4cb9-a36b-1ce753c6c460" providerId="ADAL" clId="{06DC152B-A079-46BC-83AB-2B49C1DAC4B7}" dt="2026-01-20T13:02:53.070" v="34099" actId="20577"/>
          <ac:spMkLst>
            <pc:docMk/>
            <pc:sldMk cId="4220002730" sldId="2147480715"/>
            <ac:spMk id="8" creationId="{F4A64AA1-3E2A-2CF0-7842-7BF00A6DF4C9}"/>
          </ac:spMkLst>
        </pc:spChg>
        <pc:graphicFrameChg chg="modGraphic">
          <ac:chgData name="Nunes, Marta Rafaela" userId="64e258cc-da3c-4cb9-a36b-1ce753c6c460" providerId="ADAL" clId="{06DC152B-A079-46BC-83AB-2B49C1DAC4B7}" dt="2026-01-20T13:03:19.193" v="34103" actId="20577"/>
          <ac:graphicFrameMkLst>
            <pc:docMk/>
            <pc:sldMk cId="4220002730" sldId="2147480715"/>
            <ac:graphicFrameMk id="4" creationId="{DA118FA1-93D2-8559-68F8-1F76A103AEDD}"/>
          </ac:graphicFrameMkLst>
        </pc:graphicFrameChg>
      </pc:sldChg>
      <pc:sldChg chg="addSp delSp modSp add mod">
        <pc:chgData name="Nunes, Marta Rafaela" userId="64e258cc-da3c-4cb9-a36b-1ce753c6c460" providerId="ADAL" clId="{06DC152B-A079-46BC-83AB-2B49C1DAC4B7}" dt="2026-01-20T16:51:35.470" v="35741" actId="20577"/>
        <pc:sldMkLst>
          <pc:docMk/>
          <pc:sldMk cId="3100834202" sldId="2147480717"/>
        </pc:sldMkLst>
        <pc:spChg chg="mod">
          <ac:chgData name="Nunes, Marta Rafaela" userId="64e258cc-da3c-4cb9-a36b-1ce753c6c460" providerId="ADAL" clId="{06DC152B-A079-46BC-83AB-2B49C1DAC4B7}" dt="2026-01-20T16:31:15.170" v="34784" actId="20577"/>
          <ac:spMkLst>
            <pc:docMk/>
            <pc:sldMk cId="3100834202" sldId="2147480717"/>
            <ac:spMk id="3" creationId="{6E4A27E2-6575-A301-F970-8B1C493E60D9}"/>
          </ac:spMkLst>
        </pc:spChg>
        <pc:spChg chg="add mod">
          <ac:chgData name="Nunes, Marta Rafaela" userId="64e258cc-da3c-4cb9-a36b-1ce753c6c460" providerId="ADAL" clId="{06DC152B-A079-46BC-83AB-2B49C1DAC4B7}" dt="2026-01-20T16:31:27.981" v="34786" actId="20577"/>
          <ac:spMkLst>
            <pc:docMk/>
            <pc:sldMk cId="3100834202" sldId="2147480717"/>
            <ac:spMk id="11" creationId="{9ADF597D-4D15-EA0F-7F67-63AF6A90CA9F}"/>
          </ac:spMkLst>
        </pc:spChg>
        <pc:spChg chg="mod">
          <ac:chgData name="Nunes, Marta Rafaela" userId="64e258cc-da3c-4cb9-a36b-1ce753c6c460" providerId="ADAL" clId="{06DC152B-A079-46BC-83AB-2B49C1DAC4B7}" dt="2026-01-20T16:46:47.031" v="35603" actId="20577"/>
          <ac:spMkLst>
            <pc:docMk/>
            <pc:sldMk cId="3100834202" sldId="2147480717"/>
            <ac:spMk id="14" creationId="{59922E9E-EDB5-661F-20AC-1F9D0DDAF945}"/>
          </ac:spMkLst>
        </pc:spChg>
        <pc:spChg chg="add mod">
          <ac:chgData name="Nunes, Marta Rafaela" userId="64e258cc-da3c-4cb9-a36b-1ce753c6c460" providerId="ADAL" clId="{06DC152B-A079-46BC-83AB-2B49C1DAC4B7}" dt="2026-01-20T16:51:28.662" v="35738" actId="114"/>
          <ac:spMkLst>
            <pc:docMk/>
            <pc:sldMk cId="3100834202" sldId="2147480717"/>
            <ac:spMk id="15" creationId="{CD980336-1896-3B85-660B-944958D022B4}"/>
          </ac:spMkLst>
        </pc:spChg>
        <pc:spChg chg="mod">
          <ac:chgData name="Nunes, Marta Rafaela" userId="64e258cc-da3c-4cb9-a36b-1ce753c6c460" providerId="ADAL" clId="{06DC152B-A079-46BC-83AB-2B49C1DAC4B7}" dt="2026-01-20T16:46:54.232" v="35629" actId="20577"/>
          <ac:spMkLst>
            <pc:docMk/>
            <pc:sldMk cId="3100834202" sldId="2147480717"/>
            <ac:spMk id="18" creationId="{0CD3045E-044A-90A7-767F-E0D54AA35E66}"/>
          </ac:spMkLst>
        </pc:spChg>
        <pc:spChg chg="add mod">
          <ac:chgData name="Nunes, Marta Rafaela" userId="64e258cc-da3c-4cb9-a36b-1ce753c6c460" providerId="ADAL" clId="{06DC152B-A079-46BC-83AB-2B49C1DAC4B7}" dt="2026-01-20T16:51:35.470" v="35741" actId="20577"/>
          <ac:spMkLst>
            <pc:docMk/>
            <pc:sldMk cId="3100834202" sldId="2147480717"/>
            <ac:spMk id="19" creationId="{E2F3FCBC-9292-AE74-1AB3-A333AA9235AC}"/>
          </ac:spMkLst>
        </pc:spChg>
        <pc:grpChg chg="add mod">
          <ac:chgData name="Nunes, Marta Rafaela" userId="64e258cc-da3c-4cb9-a36b-1ce753c6c460" providerId="ADAL" clId="{06DC152B-A079-46BC-83AB-2B49C1DAC4B7}" dt="2026-01-20T16:40:31.456" v="35310" actId="14100"/>
          <ac:grpSpMkLst>
            <pc:docMk/>
            <pc:sldMk cId="3100834202" sldId="2147480717"/>
            <ac:grpSpMk id="12" creationId="{141F8617-1B76-F115-385B-E376001D4C79}"/>
          </ac:grpSpMkLst>
        </pc:grpChg>
        <pc:grpChg chg="add mod">
          <ac:chgData name="Nunes, Marta Rafaela" userId="64e258cc-da3c-4cb9-a36b-1ce753c6c460" providerId="ADAL" clId="{06DC152B-A079-46BC-83AB-2B49C1DAC4B7}" dt="2026-01-20T16:39:45.536" v="35239" actId="552"/>
          <ac:grpSpMkLst>
            <pc:docMk/>
            <pc:sldMk cId="3100834202" sldId="2147480717"/>
            <ac:grpSpMk id="16" creationId="{B7784401-2156-4D81-B496-AB25A0047827}"/>
          </ac:grpSpMkLst>
        </pc:grpChg>
        <pc:cxnChg chg="mod">
          <ac:chgData name="Nunes, Marta Rafaela" userId="64e258cc-da3c-4cb9-a36b-1ce753c6c460" providerId="ADAL" clId="{06DC152B-A079-46BC-83AB-2B49C1DAC4B7}" dt="2026-01-20T16:31:37.812" v="34787"/>
          <ac:cxnSpMkLst>
            <pc:docMk/>
            <pc:sldMk cId="3100834202" sldId="2147480717"/>
            <ac:cxnSpMk id="13" creationId="{F9F9A0CC-34BC-7F80-C409-34C083767696}"/>
          </ac:cxnSpMkLst>
        </pc:cxnChg>
        <pc:cxnChg chg="mod">
          <ac:chgData name="Nunes, Marta Rafaela" userId="64e258cc-da3c-4cb9-a36b-1ce753c6c460" providerId="ADAL" clId="{06DC152B-A079-46BC-83AB-2B49C1DAC4B7}" dt="2026-01-20T16:39:36.104" v="35202"/>
          <ac:cxnSpMkLst>
            <pc:docMk/>
            <pc:sldMk cId="3100834202" sldId="2147480717"/>
            <ac:cxnSpMk id="17" creationId="{75D08051-332D-348A-6E96-A11AC880F3A8}"/>
          </ac:cxnSpMkLst>
        </pc:cxnChg>
      </pc:sldChg>
      <pc:sldMasterChg chg="delSldLayout">
        <pc:chgData name="Nunes, Marta Rafaela" userId="64e258cc-da3c-4cb9-a36b-1ce753c6c460" providerId="ADAL" clId="{06DC152B-A079-46BC-83AB-2B49C1DAC4B7}" dt="2026-01-19T22:27:39.107" v="27056" actId="47"/>
        <pc:sldMasterMkLst>
          <pc:docMk/>
          <pc:sldMasterMk cId="1991545490" sldId="2147483688"/>
        </pc:sldMasterMkLst>
      </pc:sldMasterChg>
    </pc:docChg>
  </pc:docChgLst>
  <pc:docChgLst>
    <pc:chgData name="Hélder Filipe Felicidade Fernandes" userId="3a1902f2-b399-4b75-9c33-b8ba454e86b3" providerId="ADAL" clId="{DF402352-57A2-4F01-89BA-167A9BD561CF}"/>
    <pc:docChg chg="undo custSel addSld delSld modSld sldOrd">
      <pc:chgData name="Hélder Filipe Felicidade Fernandes" userId="3a1902f2-b399-4b75-9c33-b8ba454e86b3" providerId="ADAL" clId="{DF402352-57A2-4F01-89BA-167A9BD561CF}" dt="2026-01-21T11:21:43.065" v="107" actId="27918"/>
      <pc:docMkLst>
        <pc:docMk/>
      </pc:docMkLst>
      <pc:sldChg chg="modSp mod">
        <pc:chgData name="Hélder Filipe Felicidade Fernandes" userId="3a1902f2-b399-4b75-9c33-b8ba454e86b3" providerId="ADAL" clId="{DF402352-57A2-4F01-89BA-167A9BD561CF}" dt="2026-01-20T22:49:24.825" v="79" actId="20577"/>
        <pc:sldMkLst>
          <pc:docMk/>
          <pc:sldMk cId="3689053290" sldId="2147480671"/>
        </pc:sldMkLst>
        <pc:graphicFrameChg chg="modGraphic">
          <ac:chgData name="Hélder Filipe Felicidade Fernandes" userId="3a1902f2-b399-4b75-9c33-b8ba454e86b3" providerId="ADAL" clId="{DF402352-57A2-4F01-89BA-167A9BD561CF}" dt="2026-01-20T22:49:24.825" v="79" actId="20577"/>
          <ac:graphicFrameMkLst>
            <pc:docMk/>
            <pc:sldMk cId="3689053290" sldId="2147480671"/>
            <ac:graphicFrameMk id="2" creationId="{E7DB6A42-91C7-B916-0AB2-E073AD6942F0}"/>
          </ac:graphicFrameMkLst>
        </pc:graphicFrameChg>
      </pc:sldChg>
      <pc:sldChg chg="mod">
        <pc:chgData name="Hélder Filipe Felicidade Fernandes" userId="3a1902f2-b399-4b75-9c33-b8ba454e86b3" providerId="ADAL" clId="{DF402352-57A2-4F01-89BA-167A9BD561CF}" dt="2026-01-21T11:21:43.065" v="107" actId="27918"/>
        <pc:sldMkLst>
          <pc:docMk/>
          <pc:sldMk cId="792321807" sldId="2147480674"/>
        </pc:sldMkLst>
      </pc:sldChg>
      <pc:sldChg chg="addSp delSp modSp mod ord">
        <pc:chgData name="Hélder Filipe Felicidade Fernandes" userId="3a1902f2-b399-4b75-9c33-b8ba454e86b3" providerId="ADAL" clId="{DF402352-57A2-4F01-89BA-167A9BD561CF}" dt="2026-01-20T22:45:46.730" v="74" actId="20577"/>
        <pc:sldMkLst>
          <pc:docMk/>
          <pc:sldMk cId="1376005887" sldId="2147480683"/>
        </pc:sldMkLst>
        <pc:spChg chg="mod">
          <ac:chgData name="Hélder Filipe Felicidade Fernandes" userId="3a1902f2-b399-4b75-9c33-b8ba454e86b3" providerId="ADAL" clId="{DF402352-57A2-4F01-89BA-167A9BD561CF}" dt="2026-01-20T22:44:11.772" v="38" actId="20577"/>
          <ac:spMkLst>
            <pc:docMk/>
            <pc:sldMk cId="1376005887" sldId="2147480683"/>
            <ac:spMk id="8" creationId="{A481F126-A7D9-64A5-1D2D-67CD2CDDB536}"/>
          </ac:spMkLst>
        </pc:spChg>
        <pc:spChg chg="add mod">
          <ac:chgData name="Hélder Filipe Felicidade Fernandes" userId="3a1902f2-b399-4b75-9c33-b8ba454e86b3" providerId="ADAL" clId="{DF402352-57A2-4F01-89BA-167A9BD561CF}" dt="2026-01-20T22:45:46.730" v="74" actId="20577"/>
          <ac:spMkLst>
            <pc:docMk/>
            <pc:sldMk cId="1376005887" sldId="2147480683"/>
            <ac:spMk id="14" creationId="{3790BCFF-4E49-1C87-CBE4-9249ACD03BE8}"/>
          </ac:spMkLst>
        </pc:spChg>
        <pc:spChg chg="add mod">
          <ac:chgData name="Hélder Filipe Felicidade Fernandes" userId="3a1902f2-b399-4b75-9c33-b8ba454e86b3" providerId="ADAL" clId="{DF402352-57A2-4F01-89BA-167A9BD561CF}" dt="2026-01-20T22:45:18.685" v="45"/>
          <ac:spMkLst>
            <pc:docMk/>
            <pc:sldMk cId="1376005887" sldId="2147480683"/>
            <ac:spMk id="15" creationId="{4CC9B934-7CC5-F67C-80F7-B1634618D20F}"/>
          </ac:spMkLst>
        </pc:spChg>
        <pc:grpChg chg="add mod">
          <ac:chgData name="Hélder Filipe Felicidade Fernandes" userId="3a1902f2-b399-4b75-9c33-b8ba454e86b3" providerId="ADAL" clId="{DF402352-57A2-4F01-89BA-167A9BD561CF}" dt="2026-01-20T22:43:39.263" v="2"/>
          <ac:grpSpMkLst>
            <pc:docMk/>
            <pc:sldMk cId="1376005887" sldId="2147480683"/>
            <ac:grpSpMk id="3" creationId="{6D921498-FE32-3B23-692D-5E0E0B019102}"/>
          </ac:grpSpMkLst>
        </pc:grpChg>
        <pc:graphicFrameChg chg="mod">
          <ac:chgData name="Hélder Filipe Felicidade Fernandes" userId="3a1902f2-b399-4b75-9c33-b8ba454e86b3" providerId="ADAL" clId="{DF402352-57A2-4F01-89BA-167A9BD561CF}" dt="2026-01-20T22:43:51.823" v="28" actId="1036"/>
          <ac:graphicFrameMkLst>
            <pc:docMk/>
            <pc:sldMk cId="1376005887" sldId="2147480683"/>
            <ac:graphicFrameMk id="6" creationId="{24809E75-148C-5258-7FE3-538ECCFD8211}"/>
          </ac:graphicFrameMkLst>
        </pc:graphicFrameChg>
        <pc:cxnChg chg="mod">
          <ac:chgData name="Hélder Filipe Felicidade Fernandes" userId="3a1902f2-b399-4b75-9c33-b8ba454e86b3" providerId="ADAL" clId="{DF402352-57A2-4F01-89BA-167A9BD561CF}" dt="2026-01-20T22:43:39.263" v="2"/>
          <ac:cxnSpMkLst>
            <pc:docMk/>
            <pc:sldMk cId="1376005887" sldId="2147480683"/>
            <ac:cxnSpMk id="5" creationId="{0EE9A599-97BA-E8A9-8B63-3E6E743B6E92}"/>
          </ac:cxnSpMkLst>
        </pc:cxnChg>
      </pc:sldChg>
      <pc:sldChg chg="mod modNotesTx">
        <pc:chgData name="Hélder Filipe Felicidade Fernandes" userId="3a1902f2-b399-4b75-9c33-b8ba454e86b3" providerId="ADAL" clId="{DF402352-57A2-4F01-89BA-167A9BD561CF}" dt="2026-01-21T11:20:44.159" v="100" actId="27918"/>
        <pc:sldMkLst>
          <pc:docMk/>
          <pc:sldMk cId="1204584262" sldId="2147480704"/>
        </pc:sldMkLst>
      </pc:sldChg>
      <pc:sldChg chg="modSp mod">
        <pc:chgData name="Hélder Filipe Felicidade Fernandes" userId="3a1902f2-b399-4b75-9c33-b8ba454e86b3" providerId="ADAL" clId="{DF402352-57A2-4F01-89BA-167A9BD561CF}" dt="2026-01-20T22:49:20.500" v="77" actId="1035"/>
        <pc:sldMkLst>
          <pc:docMk/>
          <pc:sldMk cId="915018631" sldId="2147480714"/>
        </pc:sldMkLst>
        <pc:graphicFrameChg chg="mod">
          <ac:chgData name="Hélder Filipe Felicidade Fernandes" userId="3a1902f2-b399-4b75-9c33-b8ba454e86b3" providerId="ADAL" clId="{DF402352-57A2-4F01-89BA-167A9BD561CF}" dt="2026-01-20T22:49:20.500" v="77" actId="1035"/>
          <ac:graphicFrameMkLst>
            <pc:docMk/>
            <pc:sldMk cId="915018631" sldId="2147480714"/>
            <ac:graphicFrameMk id="2" creationId="{B8870C20-5AE0-F59D-BAA7-EE27D61B0DA8}"/>
          </ac:graphicFrameMkLst>
        </pc:graphicFrameChg>
      </pc:sldChg>
      <pc:sldChg chg="addSp delSp modSp mod ord">
        <pc:chgData name="Hélder Filipe Felicidade Fernandes" userId="3a1902f2-b399-4b75-9c33-b8ba454e86b3" providerId="ADAL" clId="{DF402352-57A2-4F01-89BA-167A9BD561CF}" dt="2026-01-20T22:52:43.048" v="85"/>
        <pc:sldMkLst>
          <pc:docMk/>
          <pc:sldMk cId="4220002730" sldId="2147480715"/>
        </pc:sldMkLst>
        <pc:graphicFrameChg chg="add mod">
          <ac:chgData name="Hélder Filipe Felicidade Fernandes" userId="3a1902f2-b399-4b75-9c33-b8ba454e86b3" providerId="ADAL" clId="{DF402352-57A2-4F01-89BA-167A9BD561CF}" dt="2026-01-20T22:52:43.048" v="85"/>
          <ac:graphicFrameMkLst>
            <pc:docMk/>
            <pc:sldMk cId="4220002730" sldId="2147480715"/>
            <ac:graphicFrameMk id="11" creationId="{FE777E96-F8F7-8A0A-EB8C-536955E51550}"/>
          </ac:graphicFrameMkLst>
        </pc:graphicFrameChg>
      </pc:sldChg>
    </pc:docChg>
  </pc:docChgLst>
  <pc:docChgLst>
    <pc:chgData name="Marta Rafaela Teixeira Nunes" userId="fecb1cbf-9054-4e8a-94b9-f17588734626" providerId="ADAL" clId="{A523DBE1-7BB9-4798-B5D7-C7062E926ED6}"/>
    <pc:docChg chg="custSel mod modSld">
      <pc:chgData name="Marta Rafaela Teixeira Nunes" userId="fecb1cbf-9054-4e8a-94b9-f17588734626" providerId="ADAL" clId="{A523DBE1-7BB9-4798-B5D7-C7062E926ED6}" dt="2026-01-20T18:41:16" v="10" actId="1076"/>
      <pc:docMkLst>
        <pc:docMk/>
      </pc:docMkLst>
      <pc:sldChg chg="addSp delSp modSp mod">
        <pc:chgData name="Marta Rafaela Teixeira Nunes" userId="fecb1cbf-9054-4e8a-94b9-f17588734626" providerId="ADAL" clId="{A523DBE1-7BB9-4798-B5D7-C7062E926ED6}" dt="2026-01-20T18:41:16" v="10" actId="1076"/>
        <pc:sldMkLst>
          <pc:docMk/>
          <pc:sldMk cId="3100834202" sldId="2147480717"/>
        </pc:sldMkLst>
        <pc:graphicFrameChg chg="add mod">
          <ac:chgData name="Marta Rafaela Teixeira Nunes" userId="fecb1cbf-9054-4e8a-94b9-f17588734626" providerId="ADAL" clId="{A523DBE1-7BB9-4798-B5D7-C7062E926ED6}" dt="2026-01-20T18:35:08.821" v="4" actId="1076"/>
          <ac:graphicFrameMkLst>
            <pc:docMk/>
            <pc:sldMk cId="3100834202" sldId="2147480717"/>
            <ac:graphicFrameMk id="4" creationId="{5E7CE9E7-466E-3D69-7B5A-1B2016A45398}"/>
          </ac:graphicFrameMkLst>
        </pc:graphicFrameChg>
        <pc:graphicFrameChg chg="add mod">
          <ac:chgData name="Marta Rafaela Teixeira Nunes" userId="fecb1cbf-9054-4e8a-94b9-f17588734626" providerId="ADAL" clId="{A523DBE1-7BB9-4798-B5D7-C7062E926ED6}" dt="2026-01-20T18:41:16" v="10" actId="1076"/>
          <ac:graphicFrameMkLst>
            <pc:docMk/>
            <pc:sldMk cId="3100834202" sldId="2147480717"/>
            <ac:graphicFrameMk id="6" creationId="{B00B6173-144E-756D-5921-C8358414FA81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0.xlsx"/><Relationship Id="rId1" Type="http://schemas.openxmlformats.org/officeDocument/2006/relationships/themeOverride" Target="../theme/themeOverride7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1.xlsx"/><Relationship Id="rId1" Type="http://schemas.openxmlformats.org/officeDocument/2006/relationships/themeOverride" Target="../theme/themeOverride8.xm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2.xlsx"/><Relationship Id="rId1" Type="http://schemas.openxmlformats.org/officeDocument/2006/relationships/themeOverride" Target="../theme/themeOverride9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3.xlsx"/><Relationship Id="rId1" Type="http://schemas.openxmlformats.org/officeDocument/2006/relationships/themeOverride" Target="../theme/themeOverrid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</c:spPr>
            <c:extLst>
              <c:ext xmlns:c16="http://schemas.microsoft.com/office/drawing/2014/chart" uri="{C3380CC4-5D6E-409C-BE32-E72D297353CC}">
                <c16:uniqueId val="{00000001-4808-4B06-B7E4-7C25395DD5E2}"/>
              </c:ext>
            </c:extLst>
          </c:dPt>
          <c:dPt>
            <c:idx val="1"/>
            <c:bubble3D val="0"/>
            <c:spPr>
              <a:solidFill>
                <a:srgbClr val="4EA72E">
                  <a:lumMod val="5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3-4808-4B06-B7E4-7C25395DD5E2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808-4B06-B7E4-7C25395DD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  <c:holeSize val="70"/>
      </c:doughnut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 baseline="-25000"/>
      </a:pPr>
      <a:endParaRPr lang="pt-PT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  <a:ln w="3175">
              <a:noFill/>
            </a:ln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  <a:ln w="3175">
                <a:noFill/>
              </a:ln>
            </c:spPr>
            <c:extLst>
              <c:ext xmlns:c16="http://schemas.microsoft.com/office/drawing/2014/chart" uri="{C3380CC4-5D6E-409C-BE32-E72D297353CC}">
                <c16:uniqueId val="{00000001-A506-4E1A-8363-546C817F5BE8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A506-4E1A-8363-546C817F5BE8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06-4E1A-8363-546C817F5B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73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</c:spPr>
            <c:extLst>
              <c:ext xmlns:c16="http://schemas.microsoft.com/office/drawing/2014/chart" uri="{C3380CC4-5D6E-409C-BE32-E72D297353CC}">
                <c16:uniqueId val="{00000001-0814-4E4A-97C5-12A91B03B747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0814-4E4A-97C5-12A91B03B74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814-4E4A-97C5-12A91B03B7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03"/>
        <c:holeSize val="70"/>
      </c:doughnutChart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</c:spPr>
            <c:extLst>
              <c:ext xmlns:c16="http://schemas.microsoft.com/office/drawing/2014/chart" uri="{C3380CC4-5D6E-409C-BE32-E72D297353CC}">
                <c16:uniqueId val="{00000001-7958-4B18-9339-21D4BC1788A7}"/>
              </c:ext>
            </c:extLst>
          </c:dPt>
          <c:dPt>
            <c:idx val="1"/>
            <c:bubble3D val="0"/>
            <c:spPr>
              <a:solidFill>
                <a:srgbClr val="4EA72E">
                  <a:lumMod val="5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3-7958-4B18-9339-21D4BC1788A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958-4B18-9339-21D4BC1788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6"/>
        <c:holeSize val="70"/>
      </c:doughnut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 baseline="-25000"/>
      </a:pPr>
      <a:endParaRPr lang="pt-PT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  <a:ln w="3175">
              <a:noFill/>
            </a:ln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  <a:ln w="3175">
                <a:noFill/>
              </a:ln>
            </c:spPr>
            <c:extLst>
              <c:ext xmlns:c16="http://schemas.microsoft.com/office/drawing/2014/chart" uri="{C3380CC4-5D6E-409C-BE32-E72D297353CC}">
                <c16:uniqueId val="{00000001-0817-4B89-A090-8052F315A06B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0817-4B89-A090-8052F315A06B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817-4B89-A090-8052F315A0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40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</c:spPr>
            <c:extLst>
              <c:ext xmlns:c16="http://schemas.microsoft.com/office/drawing/2014/chart" uri="{C3380CC4-5D6E-409C-BE32-E72D297353CC}">
                <c16:uniqueId val="{00000001-8A5F-4555-904B-47321D842D03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8A5F-4555-904B-47321D842D03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A5F-4555-904B-47321D842D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7"/>
        <c:holeSize val="70"/>
      </c:doughnutChart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1" u="none" strike="noStrike" kern="1200" spc="0" baseline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r>
              <a:rPr lang="pt-PT" sz="1600" i="1" noProof="0">
                <a:solidFill>
                  <a:schemeClr val="accent6">
                    <a:lumMod val="50000"/>
                  </a:schemeClr>
                </a:solidFill>
              </a:rPr>
              <a:t>Commercial Real Estate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1" u="none" strike="noStrike" kern="1200" spc="0" baseline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Exposição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7.3343607052826429E-3</c:v>
                </c:pt>
                <c:pt idx="1">
                  <c:v>4.0722165162661798E-2</c:v>
                </c:pt>
                <c:pt idx="2">
                  <c:v>0.11502872780542707</c:v>
                </c:pt>
                <c:pt idx="3">
                  <c:v>0.14863972031589168</c:v>
                </c:pt>
                <c:pt idx="4">
                  <c:v>0.36296571336829569</c:v>
                </c:pt>
                <c:pt idx="5">
                  <c:v>0.2583631026127361</c:v>
                </c:pt>
                <c:pt idx="6">
                  <c:v>3.2018400053573801E-2</c:v>
                </c:pt>
                <c:pt idx="7">
                  <c:v>3.4927809976131249E-2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3A-4935-A1C0-A0CF601CC5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Emissões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3.9618836356560107E-3</c:v>
                </c:pt>
                <c:pt idx="1">
                  <c:v>5.4939406623414674E-3</c:v>
                </c:pt>
                <c:pt idx="2">
                  <c:v>3.4680790343184477E-2</c:v>
                </c:pt>
                <c:pt idx="3">
                  <c:v>0.21206464324561772</c:v>
                </c:pt>
                <c:pt idx="4">
                  <c:v>0.48584613240045926</c:v>
                </c:pt>
                <c:pt idx="5">
                  <c:v>0.1244321221648821</c:v>
                </c:pt>
                <c:pt idx="6">
                  <c:v>6.7038601468879286E-2</c:v>
                </c:pt>
                <c:pt idx="7">
                  <c:v>6.648188607897966E-2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3A-4935-A1C0-A0CF601CC5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1265215"/>
        <c:axId val="291259455"/>
      </c:barChart>
      <c:catAx>
        <c:axId val="29126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6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59455"/>
        <c:crosses val="autoZero"/>
        <c:auto val="1"/>
        <c:lblAlgn val="ctr"/>
        <c:lblOffset val="100"/>
        <c:noMultiLvlLbl val="0"/>
      </c:catAx>
      <c:valAx>
        <c:axId val="291259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6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uli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1" u="none" strike="noStrike" kern="1200" spc="0" baseline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r>
              <a:rPr lang="pt-PT" sz="1600" i="1" noProof="0">
                <a:solidFill>
                  <a:schemeClr val="accent6">
                    <a:lumMod val="50000"/>
                  </a:schemeClr>
                </a:solidFill>
              </a:rPr>
              <a:t>Mortgage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1" u="none" strike="noStrike" kern="1200" spc="0" baseline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Exposição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4.0496428049710008E-2</c:v>
                </c:pt>
                <c:pt idx="1">
                  <c:v>9.4750957737136349E-2</c:v>
                </c:pt>
                <c:pt idx="2">
                  <c:v>6.4078303523638205E-2</c:v>
                </c:pt>
                <c:pt idx="3">
                  <c:v>6.9957258404510878E-2</c:v>
                </c:pt>
                <c:pt idx="4">
                  <c:v>0.26026876009575545</c:v>
                </c:pt>
                <c:pt idx="5">
                  <c:v>0.26073539677907115</c:v>
                </c:pt>
                <c:pt idx="6">
                  <c:v>0.14576630631797516</c:v>
                </c:pt>
                <c:pt idx="7">
                  <c:v>6.3946589092203035E-2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A6-4BDA-BB52-017330A229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Emissões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3.4002938126415452E-3</c:v>
                </c:pt>
                <c:pt idx="1">
                  <c:v>2.0786350217385455E-2</c:v>
                </c:pt>
                <c:pt idx="2">
                  <c:v>2.6196836058494002E-2</c:v>
                </c:pt>
                <c:pt idx="3">
                  <c:v>3.904435166406816E-2</c:v>
                </c:pt>
                <c:pt idx="4">
                  <c:v>0.19949002191062032</c:v>
                </c:pt>
                <c:pt idx="5">
                  <c:v>0.30614297444238697</c:v>
                </c:pt>
                <c:pt idx="6">
                  <c:v>0.24714956671403021</c:v>
                </c:pt>
                <c:pt idx="7">
                  <c:v>0.15778960518037322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A6-4BDA-BB52-017330A229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1265215"/>
        <c:axId val="291259455"/>
      </c:barChart>
      <c:catAx>
        <c:axId val="29126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6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59455"/>
        <c:crosses val="autoZero"/>
        <c:auto val="1"/>
        <c:lblAlgn val="ctr"/>
        <c:lblOffset val="100"/>
        <c:noMultiLvlLbl val="0"/>
      </c:catAx>
      <c:valAx>
        <c:axId val="291259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6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uli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1" u="none" strike="noStrike" kern="1200" spc="0" baseline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r>
              <a:rPr lang="pt-PT" sz="1600" i="1" noProof="0">
                <a:solidFill>
                  <a:schemeClr val="accent6">
                    <a:lumMod val="50000"/>
                  </a:schemeClr>
                </a:solidFill>
              </a:rPr>
              <a:t>Commercial Real Estate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1" u="none" strike="noStrike" kern="1200" spc="0" baseline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Exposição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2.0698794612371101E-2</c:v>
                </c:pt>
                <c:pt idx="3">
                  <c:v>0.15371359607310148</c:v>
                </c:pt>
                <c:pt idx="4">
                  <c:v>0.52596784756159143</c:v>
                </c:pt>
                <c:pt idx="5">
                  <c:v>0.11100260864694525</c:v>
                </c:pt>
                <c:pt idx="6">
                  <c:v>0.16867731867626642</c:v>
                </c:pt>
                <c:pt idx="7">
                  <c:v>1.9939834429724201E-2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3A-4935-A1C0-A0CF601CC5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Emissões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1.7485247510230981E-2</c:v>
                </c:pt>
                <c:pt idx="3">
                  <c:v>0.23516527346604796</c:v>
                </c:pt>
                <c:pt idx="4">
                  <c:v>0.5917242741048645</c:v>
                </c:pt>
                <c:pt idx="5">
                  <c:v>4.4856781351824061E-2</c:v>
                </c:pt>
                <c:pt idx="6">
                  <c:v>0.10322968832399831</c:v>
                </c:pt>
                <c:pt idx="7">
                  <c:v>7.5387352430341401E-3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3A-4935-A1C0-A0CF601CC5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1265215"/>
        <c:axId val="291259455"/>
      </c:barChart>
      <c:catAx>
        <c:axId val="29126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6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59455"/>
        <c:crosses val="autoZero"/>
        <c:auto val="1"/>
        <c:lblAlgn val="ctr"/>
        <c:lblOffset val="100"/>
        <c:noMultiLvlLbl val="0"/>
      </c:catAx>
      <c:valAx>
        <c:axId val="291259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6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uli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1" u="none" strike="noStrike" kern="1200" spc="0" baseline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r>
              <a:rPr lang="pt-PT" sz="1600" i="1" noProof="0">
                <a:solidFill>
                  <a:schemeClr val="accent6">
                    <a:lumMod val="50000"/>
                  </a:schemeClr>
                </a:solidFill>
              </a:rPr>
              <a:t>Mortgage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1" u="none" strike="noStrike" kern="1200" spc="0" baseline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Exposição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1.8276065850790221E-2</c:v>
                </c:pt>
                <c:pt idx="1">
                  <c:v>3.2984106001670573E-2</c:v>
                </c:pt>
                <c:pt idx="2">
                  <c:v>5.097306896385919E-2</c:v>
                </c:pt>
                <c:pt idx="3">
                  <c:v>7.0210602884711773E-2</c:v>
                </c:pt>
                <c:pt idx="4">
                  <c:v>0.2884406750966359</c:v>
                </c:pt>
                <c:pt idx="5">
                  <c:v>0.2679943477122203</c:v>
                </c:pt>
                <c:pt idx="6">
                  <c:v>0.18795956356800256</c:v>
                </c:pt>
                <c:pt idx="7">
                  <c:v>8.3161569922109588E-2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A6-4BDA-BB52-017330A229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Emissões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1.0130506429440484E-2</c:v>
                </c:pt>
                <c:pt idx="1">
                  <c:v>5.7325474955067804E-2</c:v>
                </c:pt>
                <c:pt idx="2">
                  <c:v>4.7426615951947561E-2</c:v>
                </c:pt>
                <c:pt idx="3">
                  <c:v>0.19891729033550995</c:v>
                </c:pt>
                <c:pt idx="4">
                  <c:v>0.34024190528052289</c:v>
                </c:pt>
                <c:pt idx="5">
                  <c:v>0.19601028107693375</c:v>
                </c:pt>
                <c:pt idx="6">
                  <c:v>9.9784267619246178E-2</c:v>
                </c:pt>
                <c:pt idx="7">
                  <c:v>5.0163658351331367E-2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A6-4BDA-BB52-017330A229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1265215"/>
        <c:axId val="291259455"/>
      </c:barChart>
      <c:catAx>
        <c:axId val="29126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6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59455"/>
        <c:crosses val="autoZero"/>
        <c:auto val="1"/>
        <c:lblAlgn val="ctr"/>
        <c:lblOffset val="100"/>
        <c:noMultiLvlLbl val="0"/>
      </c:catAx>
      <c:valAx>
        <c:axId val="291259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6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uli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EBEBE6"/>
            </a:solidFill>
            <a:ln w="3175">
              <a:solidFill>
                <a:srgbClr val="EBEBE6"/>
              </a:solidFill>
            </a:ln>
          </c:spPr>
          <c:dPt>
            <c:idx val="0"/>
            <c:bubble3D val="0"/>
            <c:spPr>
              <a:solidFill>
                <a:sysClr val="window" lastClr="FFFFFF"/>
              </a:solidFill>
              <a:ln w="3175">
                <a:solidFill>
                  <a:srgbClr val="EBEBE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E1A-45F3-9C3C-3302F55D09A3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EE1A-45F3-9C3C-3302F55D09A3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E1A-45F3-9C3C-3302F55D09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60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  <a:ln w="3175">
              <a:noFill/>
            </a:ln>
          </c:spPr>
          <c:dPt>
            <c:idx val="0"/>
            <c:bubble3D val="0"/>
            <c:spPr>
              <a:solidFill>
                <a:sysClr val="window" lastClr="FFFFFF"/>
              </a:solidFill>
              <a:ln w="3175">
                <a:solidFill>
                  <a:srgbClr val="70AD47">
                    <a:lumMod val="50000"/>
                  </a:srgb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1-54E9-4B35-B662-D4710DFB55A7}"/>
              </c:ext>
            </c:extLst>
          </c:dPt>
          <c:dPt>
            <c:idx val="1"/>
            <c:bubble3D val="0"/>
            <c:spPr>
              <a:solidFill>
                <a:srgbClr val="4EA72E">
                  <a:lumMod val="50000"/>
                </a:srgbClr>
              </a:solidFill>
              <a:ln w="3175">
                <a:solidFill>
                  <a:srgbClr val="70AD47">
                    <a:lumMod val="50000"/>
                  </a:srgb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2-54E9-4B35-B662-D4710DFB55A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4E9-4B35-B662-D4710DFB55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78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EBEBE6"/>
            </a:solidFill>
            <a:ln w="3175">
              <a:solidFill>
                <a:srgbClr val="EBEBE6"/>
              </a:solidFill>
            </a:ln>
          </c:spPr>
          <c:dPt>
            <c:idx val="0"/>
            <c:bubble3D val="0"/>
            <c:spPr>
              <a:solidFill>
                <a:sysClr val="window" lastClr="FFFFFF"/>
              </a:solidFill>
              <a:ln w="3175">
                <a:solidFill>
                  <a:srgbClr val="EBEBE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5FD-4638-A693-424194FCE384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D5FD-4638-A693-424194FCE384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5FD-4638-A693-424194FCE3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86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  <a:ln w="3175">
              <a:solidFill>
                <a:srgbClr val="70AD47">
                  <a:lumMod val="50000"/>
                </a:srgbClr>
              </a:solidFill>
            </a:ln>
          </c:spPr>
          <c:dPt>
            <c:idx val="0"/>
            <c:bubble3D val="0"/>
            <c:spPr>
              <a:solidFill>
                <a:sysClr val="window" lastClr="FFFFFF"/>
              </a:solidFill>
              <a:ln w="3175">
                <a:solidFill>
                  <a:srgbClr val="70AD47">
                    <a:lumMod val="50000"/>
                  </a:srgb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1-8762-435A-AE22-BED36454A762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8762-435A-AE22-BED36454A762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762-435A-AE22-BED36454A7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83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Incluir:</a:t>
            </a:r>
            <a:br>
              <a:rPr lang="pt-PT"/>
            </a:br>
            <a:br>
              <a:rPr lang="pt-PT"/>
            </a:br>
            <a:r>
              <a:rPr lang="pt-PT"/>
              <a:t>vários cenários</a:t>
            </a:r>
            <a:br>
              <a:rPr lang="pt-PT"/>
            </a:br>
            <a:r>
              <a:rPr lang="pt-PT"/>
              <a:t>parâmetros que andamos a testar </a:t>
            </a:r>
            <a:br>
              <a:rPr lang="pt-PT"/>
            </a:br>
            <a:r>
              <a:rPr lang="pt-PT"/>
              <a:t>análise de sensibilidade e principais conclusões </a:t>
            </a:r>
            <a:br>
              <a:rPr lang="pt-PT"/>
            </a:br>
            <a:r>
              <a:rPr lang="pt-PT"/>
              <a:t>“Se os EPC fossem assumidos todos reiais” qual o impacto…</a:t>
            </a:r>
            <a:br>
              <a:rPr lang="pt-PT"/>
            </a:br>
            <a:r>
              <a:rPr lang="pt-PT"/>
              <a:t>Calculo de emissões com fatores de Espanha (como um cenário adicional)</a:t>
            </a:r>
          </a:p>
        </p:txBody>
      </p:sp>
    </p:spTree>
    <p:extLst>
      <p:ext uri="{BB962C8B-B14F-4D97-AF65-F5344CB8AC3E}">
        <p14:creationId xmlns:p14="http://schemas.microsoft.com/office/powerpoint/2010/main" val="1508145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30699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defTabSz="914400" hangingPunct="1">
              <a:spcAft>
                <a:spcPts val="600"/>
              </a:spcAft>
              <a:defRPr/>
            </a:pP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61353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sz="1081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664900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FC0D7-1112-22A2-578F-569CDAA58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B5CB2-65E3-9F3F-A116-B650928DB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F7AB4-A333-0FA5-6D7F-22FFD7033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sz="1081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131459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0B11C-EA39-CE84-1982-813C1B90F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8342F-AA4B-5450-C37D-2FD664DDB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31CFE0-5F88-013B-B10E-3433BF749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77883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D42B2-525E-C271-8C3A-CEBD2BE26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4395ED-A48D-5D2B-CC81-6B26421C0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ED49C-20D4-9A1E-E9BC-D85C7AF64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85280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38A3-5323-5DDA-0690-FFC75E63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1C6D1-1060-E109-AA57-525360612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97001-24D6-ADE4-CA60-E69171615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41736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9D0AA-00D2-E26F-815C-AB853133A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CCA1C-529B-9761-52BC-17E2A061D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007AA-F380-249D-5DC6-A892E9F6A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27596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6E380-CDA5-F6BD-0AC9-363888257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7DBBD-9C35-57D4-5AA8-9D33FEE3D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00F829-ADB0-DE6C-9644-EEB63398A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22231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C9590-24F2-FE9D-4A6C-694985875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BAC80-3CC6-E8A6-2A4B-2AA130A1C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CF384-C6ED-0B18-2B8D-F3F837F37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639790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E9E72-A177-72F6-FBDE-07BFAB2B0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2966B-071E-B3DC-90AF-020D0A6DA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D2EF2-EC76-1791-726A-204B9EC2A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204460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906CF-2871-57B0-53D8-D10D1CF3D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B94E7-64E8-CE15-7D4D-DDF61B33E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739F1-8441-CA7A-2116-49A35A3F1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000141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22F19-D804-F4FB-51AF-19158AC03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05CB7-F5F5-51E4-9332-34B7F2D6D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70305-2B4B-67CC-3EF0-E5E5B9CD5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838771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38783-EF22-C2A5-2B5D-4BE781C00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BD9BA-2C0E-9763-8BEB-F45639512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6C710D-1D2C-686F-AAB0-780CEF295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964824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65AF4-696D-66C9-2A0B-E5EC01A7A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43FC6-D390-F62C-3365-E93489E2D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F2124-58E9-B617-91EA-BBBE91FF2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82786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79024-0EEC-AE3F-1D67-6670A580D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7D3638-58EC-07B0-5DF1-044CD9009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4A6E0-A005-5518-9EA8-C5C3468ED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13232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BB429-EBB3-B45C-D1DF-BECC06F26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06140-00F0-4AB9-413C-209A2F055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5E059-3645-1D94-E7E4-112AAF074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03117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A3C1D-D230-8889-0A1E-8C671C0FB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E9D53-E005-741D-06B2-AA0662E43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FDDFE1-6AD1-26AC-639C-FAC883426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33062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8393F-F82C-29AE-7086-56E1D0CF0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7463C-3FA4-FF54-EDDB-5C2103D28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C110C-93BA-9F55-13F2-BB9FCA25D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910187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B8BB9-3128-7E26-94D2-7B671FE9F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6DEC7-DC3B-CF12-8BD7-DEE4330DF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11E40-ABF3-90B1-2303-6C6F85D51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08878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136E7-4F01-C8A5-3B55-9786114DC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0F3835-AAEB-1BF9-217D-3CE0E0A97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F247F-858C-FF62-2DAC-0E8D4AF96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910823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E348E-57D6-8EEA-56D2-F76FA84AE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14CA30-0052-55CB-47E0-1EA98A5FF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7CECF-A107-6383-4716-4B9F23AAB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546979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16C5C-8E70-4F69-9C74-BD66F62C5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32AF7-C29F-D3CF-7CDD-343160319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C56FA-E2A3-0466-64C3-430029F2A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85771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9FF75-7AC6-91B3-D496-B134F438D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0486D6-CD03-3A3C-EF0A-F8F4CD24F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4A531-1028-DD8C-31B0-2CA552CEA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00211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7F59F-4995-FE57-C442-8CA5A86E4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B4CF9-6D07-802D-F4DB-CE8825B4C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0D005-9255-60D5-FBF7-E105C9983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221037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2B8AB-404D-CD2A-F3E1-38BEBB5AC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573AB-31F6-064D-E54F-C6709B8BB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1B4BD-270A-BA6C-8F2C-A09C30824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842732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8EBF2-58DA-9BDE-9186-315E42D40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307913-012B-BA9E-A9D5-8351F35C2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2AE0D-7BE4-BD4C-BB10-7320E7E6B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429945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F3E57-6C3C-61E5-B45B-FB3EA5910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82A09-E5B3-5DC2-9322-1611D83C3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28C489-DE5E-C243-862D-2A8F4F1CC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76505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C8C1C-6381-8C72-FFDD-303FC3FB6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466BA-F67A-F058-8D06-25986BB56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3A8F2-2C51-0250-A38A-6A04243E5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656333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D25FE-764D-853A-FC04-57C1310D8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71B85-C786-C8F2-1689-392E77869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2233E-2586-4414-F796-BC07D63DC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776585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45A7D-628A-2014-AE6B-F2E868F8E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986C6-3549-D2D2-F949-324621BFA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39F3EC-92A9-9C66-C4A9-A5CC73B6C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239747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4A99F-7EE0-EDB3-CD8C-7BAB31264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0265F-6622-C8E2-A692-F3F96E738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7FDD4-D341-EDAD-26E6-072D5CB59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3819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285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384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384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25882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37387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590267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53877495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5898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1483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848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8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4748" tIns="24748" rIns="24748" bIns="24748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3489817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656974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3255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82436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127219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44773813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213718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403943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285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384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384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35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6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7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E56451C-6603-4886-8834-3FFAEBC4B1FA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64C5294-ABDC-42D4-ADCF-D26545D42A58}"/>
              </a:ext>
            </a:extLst>
          </p:cNvPr>
          <p:cNvSpPr txBox="1">
            <a:spLocks/>
          </p:cNvSpPr>
          <p:nvPr userDrawn="1"/>
        </p:nvSpPr>
        <p:spPr>
          <a:xfrm>
            <a:off x="10010775" y="6571111"/>
            <a:ext cx="1422008" cy="288198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800" b="0" kern="1200" baseline="0">
                <a:solidFill>
                  <a:srgbClr val="003E51"/>
                </a:solidFill>
                <a:latin typeface="Muli Bold" panose="00000800000000000000" pitchFamily="2" charset="0"/>
                <a:ea typeface="+mn-ea"/>
                <a:cs typeface="Arial" panose="020B0604020202020204" pitchFamily="34" charset="0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pt-PT" sz="800" b="0" i="0" u="none" strike="noStrike" kern="1200" cap="none" spc="0" normalizeH="0" baseline="0">
                <a:ln>
                  <a:noFill/>
                </a:ln>
                <a:solidFill>
                  <a:srgbClr val="003E51"/>
                </a:solidFill>
                <a:effectLst/>
                <a:uFillTx/>
                <a:latin typeface="Muli Light" panose="000004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N.11.20219013115 V1.0</a:t>
            </a:r>
            <a:endParaRPr lang="pt-PT">
              <a:latin typeface="Muli Light" panose="00000400000000000000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9884F05-74D9-4C3B-91EE-D9F1A448778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480CC768-F03C-467D-87CD-181885B7E00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16" r:id="rId2"/>
    <p:sldLayoutId id="2147483698" r:id="rId3"/>
    <p:sldLayoutId id="2147483699" r:id="rId4"/>
    <p:sldLayoutId id="2147483700" r:id="rId5"/>
    <p:sldLayoutId id="2147483701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emplate-apresentações-neyond-02.jpg">
            <a:extLst>
              <a:ext uri="{FF2B5EF4-FFF2-40B4-BE49-F238E27FC236}">
                <a16:creationId xmlns:a16="http://schemas.microsoft.com/office/drawing/2014/main" id="{E1BE618C-12B1-40B2-A8FF-AEB3A4A890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009FE0"/>
              </a:clrFrom>
              <a:clrTo>
                <a:srgbClr val="009FE0">
                  <a:alpha val="0"/>
                </a:srgbClr>
              </a:clrTo>
            </a:clrChange>
          </a:blip>
          <a:srcRect t="56400" r="70825"/>
          <a:stretch/>
        </p:blipFill>
        <p:spPr>
          <a:xfrm>
            <a:off x="2" y="3868809"/>
            <a:ext cx="3556553" cy="299078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7238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 white.pdf">
            <a:extLst>
              <a:ext uri="{FF2B5EF4-FFF2-40B4-BE49-F238E27FC236}">
                <a16:creationId xmlns:a16="http://schemas.microsoft.com/office/drawing/2014/main" id="{C3A784EC-5643-480A-BD47-C5AE342C8C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88105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49572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0490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eb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12" Type="http://schemas.microsoft.com/office/2007/relationships/hdphoto" Target="../media/hdphoto5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11" Type="http://schemas.openxmlformats.org/officeDocument/2006/relationships/image" Target="../media/image26.png"/><Relationship Id="rId5" Type="http://schemas.openxmlformats.org/officeDocument/2006/relationships/image" Target="../media/image23.png"/><Relationship Id="rId10" Type="http://schemas.microsoft.com/office/2007/relationships/hdphoto" Target="../media/hdphoto4.wdp"/><Relationship Id="rId4" Type="http://schemas.openxmlformats.org/officeDocument/2006/relationships/image" Target="../media/image22.sv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13" Type="http://schemas.openxmlformats.org/officeDocument/2006/relationships/image" Target="../media/image32.svg"/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11" Type="http://schemas.openxmlformats.org/officeDocument/2006/relationships/image" Target="../media/image30.svg"/><Relationship Id="rId5" Type="http://schemas.openxmlformats.org/officeDocument/2006/relationships/chart" Target="../charts/chart3.xml"/><Relationship Id="rId10" Type="http://schemas.openxmlformats.org/officeDocument/2006/relationships/image" Target="../media/image29.png"/><Relationship Id="rId4" Type="http://schemas.openxmlformats.org/officeDocument/2006/relationships/chart" Target="../charts/chart2.xml"/><Relationship Id="rId9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chart" Target="../charts/chart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openxmlformats.org/officeDocument/2006/relationships/image" Target="../media/image32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microsoft.com/office/2007/relationships/hdphoto" Target="../media/hdphoto5.wdp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openxmlformats.org/officeDocument/2006/relationships/image" Target="../media/image32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microsoft.com/office/2007/relationships/hdphoto" Target="../media/hdphoto5.wdp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openxmlformats.org/officeDocument/2006/relationships/image" Target="../media/image32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microsoft.com/office/2007/relationships/hdphoto" Target="../media/hdphoto5.wdp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svg"/><Relationship Id="rId11" Type="http://schemas.openxmlformats.org/officeDocument/2006/relationships/image" Target="../media/image3.pn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13" Type="http://schemas.openxmlformats.org/officeDocument/2006/relationships/image" Target="../media/image56.png"/><Relationship Id="rId18" Type="http://schemas.openxmlformats.org/officeDocument/2006/relationships/image" Target="../media/image61.svg"/><Relationship Id="rId3" Type="http://schemas.openxmlformats.org/officeDocument/2006/relationships/image" Target="../media/image46.png"/><Relationship Id="rId21" Type="http://schemas.openxmlformats.org/officeDocument/2006/relationships/image" Target="../media/image63.sv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59.sv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sv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23" Type="http://schemas.openxmlformats.org/officeDocument/2006/relationships/image" Target="../media/image65.svg"/><Relationship Id="rId10" Type="http://schemas.openxmlformats.org/officeDocument/2006/relationships/image" Target="../media/image53.svg"/><Relationship Id="rId19" Type="http://schemas.openxmlformats.org/officeDocument/2006/relationships/image" Target="../media/image3.png"/><Relationship Id="rId4" Type="http://schemas.openxmlformats.org/officeDocument/2006/relationships/image" Target="../media/image47.svg"/><Relationship Id="rId9" Type="http://schemas.openxmlformats.org/officeDocument/2006/relationships/image" Target="../media/image52.png"/><Relationship Id="rId14" Type="http://schemas.openxmlformats.org/officeDocument/2006/relationships/image" Target="../media/image57.svg"/><Relationship Id="rId22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70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8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74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75.svg"/><Relationship Id="rId9" Type="http://schemas.openxmlformats.org/officeDocument/2006/relationships/image" Target="../media/image8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6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3C000A3-A263-4D79-A553-037722D3F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011692" cy="301892"/>
          </a:xfrm>
        </p:spPr>
        <p:txBody>
          <a:bodyPr/>
          <a:lstStyle/>
          <a:p>
            <a:r>
              <a:rPr lang="pt-PT" b="1" noProof="0"/>
              <a:t>Apresentação de Resultados</a:t>
            </a:r>
            <a:endParaRPr lang="pt-PT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BA500-778A-41B0-A062-8A11E44145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/>
              <a:t>20</a:t>
            </a:r>
            <a:r>
              <a:rPr lang="pt-PT" noProof="0"/>
              <a:t> de janeiro de 2026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A138B7-010B-4261-B134-DFBC17016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4" y="2746617"/>
            <a:ext cx="7142321" cy="900308"/>
          </a:xfrm>
        </p:spPr>
        <p:txBody>
          <a:bodyPr/>
          <a:lstStyle/>
          <a:p>
            <a:r>
              <a:rPr lang="pt-PT" i="1"/>
              <a:t>Portfolio </a:t>
            </a:r>
            <a:r>
              <a:rPr lang="pt-PT" i="1" err="1"/>
              <a:t>Alignment</a:t>
            </a:r>
            <a:r>
              <a:rPr lang="pt-PT" i="1"/>
              <a:t> </a:t>
            </a:r>
            <a:r>
              <a:rPr lang="pt-PT"/>
              <a:t>– Cálculo de emissões financiadas de CRE e </a:t>
            </a:r>
            <a:r>
              <a:rPr lang="pt-PT" i="1" err="1"/>
              <a:t>Mortgages</a:t>
            </a:r>
            <a:r>
              <a:rPr lang="pt-PT"/>
              <a:t>, e </a:t>
            </a:r>
            <a:r>
              <a:rPr lang="pt-PT" noProof="0"/>
              <a:t>Convergência de Calculadoras</a:t>
            </a:r>
            <a:endParaRPr lang="pt-PT" i="1" noProof="0"/>
          </a:p>
        </p:txBody>
      </p:sp>
      <p:pic>
        <p:nvPicPr>
          <p:cNvPr id="5" name="Picture 2" descr="Santander Logo: valor, história, PNG">
            <a:extLst>
              <a:ext uri="{FF2B5EF4-FFF2-40B4-BE49-F238E27FC236}">
                <a16:creationId xmlns:a16="http://schemas.microsoft.com/office/drawing/2014/main" id="{5643C9DF-3626-ABD7-A99B-6D8D492D1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25" y="4243441"/>
            <a:ext cx="2677635" cy="150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558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4E05C-30C2-A517-F4C2-2763BD41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310B94-8DEF-66FF-4427-ABFE07E63A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PT" noProof="0"/>
              <a:t>Enquadramento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ECC52-3F87-D57D-0EFB-E9EB6A015C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3347" y="1362286"/>
            <a:ext cx="466664" cy="257460"/>
          </a:xfrm>
        </p:spPr>
        <p:txBody>
          <a:bodyPr/>
          <a:lstStyle/>
          <a:p>
            <a:r>
              <a:rPr lang="pt-PT"/>
              <a:t>3</a:t>
            </a:r>
            <a:endParaRPr lang="pt-PT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7AB08-A3C6-4B81-0536-BF70FABA54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noProof="0"/>
              <a:t>Resultados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464A3E-C110-6F75-25B0-87491F2F7A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3347" y="1733846"/>
            <a:ext cx="466664" cy="257460"/>
          </a:xfrm>
        </p:spPr>
        <p:txBody>
          <a:bodyPr/>
          <a:lstStyle/>
          <a:p>
            <a:r>
              <a:rPr lang="pt-PT"/>
              <a:t>8</a:t>
            </a:r>
            <a:endParaRPr lang="pt-PT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92297D-CAC3-B686-A600-0555B3F810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PT" noProof="0"/>
              <a:t>Índice</a:t>
            </a:r>
          </a:p>
        </p:txBody>
      </p:sp>
      <p:pic>
        <p:nvPicPr>
          <p:cNvPr id="7" name="Picture 6" descr="A plant growing out of a pot&#10;&#10;AI-generated content may be incorrect.">
            <a:extLst>
              <a:ext uri="{FF2B5EF4-FFF2-40B4-BE49-F238E27FC236}">
                <a16:creationId xmlns:a16="http://schemas.microsoft.com/office/drawing/2014/main" id="{1CFE2187-0E89-DE2E-2DC7-B0E659CA2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17" r="7608"/>
          <a:stretch>
            <a:fillRect/>
          </a:stretch>
        </p:blipFill>
        <p:spPr>
          <a:xfrm>
            <a:off x="5777376" y="0"/>
            <a:ext cx="6413037" cy="6898701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39F9490-22A4-46CA-C38F-6C25AFA647EC}"/>
              </a:ext>
            </a:extLst>
          </p:cNvPr>
          <p:cNvSpPr txBox="1">
            <a:spLocks/>
          </p:cNvSpPr>
          <p:nvPr/>
        </p:nvSpPr>
        <p:spPr>
          <a:xfrm>
            <a:off x="758728" y="210552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Metodologia e robustez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42A9C04-11FA-DD7D-E3B7-2994801A6677}"/>
              </a:ext>
            </a:extLst>
          </p:cNvPr>
          <p:cNvSpPr txBox="1">
            <a:spLocks/>
          </p:cNvSpPr>
          <p:nvPr/>
        </p:nvSpPr>
        <p:spPr>
          <a:xfrm>
            <a:off x="5103347" y="210540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21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CA4AF6-2D09-6E24-50A8-C03DD73815E5}"/>
              </a:ext>
            </a:extLst>
          </p:cNvPr>
          <p:cNvSpPr/>
          <p:nvPr/>
        </p:nvSpPr>
        <p:spPr>
          <a:xfrm>
            <a:off x="5777375" y="0"/>
            <a:ext cx="6413037" cy="6898701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7D231C1-EF96-358E-5CA7-67791AB01044}"/>
              </a:ext>
            </a:extLst>
          </p:cNvPr>
          <p:cNvSpPr txBox="1">
            <a:spLocks/>
          </p:cNvSpPr>
          <p:nvPr/>
        </p:nvSpPr>
        <p:spPr>
          <a:xfrm>
            <a:off x="758728" y="247708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Implicações e próximos passos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E71EE45-E5FB-380B-C34B-C5CFC8B90321}"/>
              </a:ext>
            </a:extLst>
          </p:cNvPr>
          <p:cNvSpPr txBox="1">
            <a:spLocks/>
          </p:cNvSpPr>
          <p:nvPr/>
        </p:nvSpPr>
        <p:spPr>
          <a:xfrm>
            <a:off x="5103347" y="247696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26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B930947-D288-9C01-96A0-1375C78C8031}"/>
              </a:ext>
            </a:extLst>
          </p:cNvPr>
          <p:cNvSpPr txBox="1">
            <a:spLocks/>
          </p:cNvSpPr>
          <p:nvPr/>
        </p:nvSpPr>
        <p:spPr>
          <a:xfrm>
            <a:off x="758728" y="284864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Anexos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E41CFAB-F75E-AC10-AE2A-E85519F0E563}"/>
              </a:ext>
            </a:extLst>
          </p:cNvPr>
          <p:cNvSpPr txBox="1">
            <a:spLocks/>
          </p:cNvSpPr>
          <p:nvPr/>
        </p:nvSpPr>
        <p:spPr>
          <a:xfrm>
            <a:off x="5103347" y="284852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143105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2A421-8C9B-39C5-6EE5-746040962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hand holding a small green ball">
            <a:extLst>
              <a:ext uri="{FF2B5EF4-FFF2-40B4-BE49-F238E27FC236}">
                <a16:creationId xmlns:a16="http://schemas.microsoft.com/office/drawing/2014/main" id="{FA2A26C5-14A3-023A-B126-C924121FF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95" b="4383"/>
          <a:stretch>
            <a:fillRect/>
          </a:stretch>
        </p:blipFill>
        <p:spPr>
          <a:xfrm>
            <a:off x="-1" y="0"/>
            <a:ext cx="12190413" cy="68595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F1781EE-D3D7-1539-FFCC-1422866E6678}"/>
              </a:ext>
            </a:extLst>
          </p:cNvPr>
          <p:cNvSpPr/>
          <p:nvPr/>
        </p:nvSpPr>
        <p:spPr>
          <a:xfrm>
            <a:off x="-1" y="0"/>
            <a:ext cx="12190413" cy="6859588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pic>
        <p:nvPicPr>
          <p:cNvPr id="9" name="07.png">
            <a:extLst>
              <a:ext uri="{FF2B5EF4-FFF2-40B4-BE49-F238E27FC236}">
                <a16:creationId xmlns:a16="http://schemas.microsoft.com/office/drawing/2014/main" id="{247B7D23-CCE9-F63A-EE02-9B523CD291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768827"/>
            <a:ext cx="12192734" cy="17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B5116F3-5A39-3843-B719-E3694C0DF53D}"/>
              </a:ext>
            </a:extLst>
          </p:cNvPr>
          <p:cNvSpPr txBox="1">
            <a:spLocks/>
          </p:cNvSpPr>
          <p:nvPr/>
        </p:nvSpPr>
        <p:spPr>
          <a:xfrm>
            <a:off x="809521" y="2933764"/>
            <a:ext cx="10767129" cy="495236"/>
          </a:xfrm>
          <a:prstGeom prst="rect">
            <a:avLst/>
          </a:prstGeom>
        </p:spPr>
        <p:txBody>
          <a:bodyPr/>
          <a:lstStyle>
            <a:lvl1pPr marL="111352" indent="-111352" algn="l" defTabSz="445407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05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759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46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16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486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57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27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297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noProof="0">
                <a:solidFill>
                  <a:schemeClr val="bg1"/>
                </a:solidFill>
                <a:latin typeface="Muli" panose="00000500000000000000" pitchFamily="2" charset="0"/>
              </a:rPr>
              <a:t>1. Enquadramento</a:t>
            </a:r>
          </a:p>
        </p:txBody>
      </p:sp>
    </p:spTree>
    <p:extLst>
      <p:ext uri="{BB962C8B-B14F-4D97-AF65-F5344CB8AC3E}">
        <p14:creationId xmlns:p14="http://schemas.microsoft.com/office/powerpoint/2010/main" val="1139067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66">
            <a:extLst>
              <a:ext uri="{FF2B5EF4-FFF2-40B4-BE49-F238E27FC236}">
                <a16:creationId xmlns:a16="http://schemas.microsoft.com/office/drawing/2014/main" id="{369FF7FC-3FE3-1A9A-1D70-F6C89B3368D9}"/>
              </a:ext>
            </a:extLst>
          </p:cNvPr>
          <p:cNvSpPr/>
          <p:nvPr/>
        </p:nvSpPr>
        <p:spPr>
          <a:xfrm>
            <a:off x="549490" y="1512935"/>
            <a:ext cx="5295512" cy="3426977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224622" hangingPunct="1">
              <a:lnSpc>
                <a:spcPct val="117999"/>
              </a:lnSpc>
              <a:defRPr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As emissões financiadas representam relevante proporção do que é o impacto ambiental das instituições financeiras. Assim, a prática de medir estas emissões é essencial para efeitos de gestão de risco, divulgação de informação às partes interessadas 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suporte à tomada de decisão. Neste contexto, os objetivos do presente exercício passaram por: </a:t>
            </a:r>
          </a:p>
          <a:p>
            <a:pPr marL="228600" indent="-228600" algn="just" defTabSz="224622" hangingPunct="1">
              <a:lnSpc>
                <a:spcPct val="117999"/>
              </a:lnSpc>
              <a:buFont typeface="+mj-lt"/>
              <a:buAutoNum type="alphaUcPeriod"/>
              <a:defRPr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Reforçar a precisão e consistência do cálculo das emissões financiadas no universo de ativos imobiliários - </a:t>
            </a:r>
            <a:r>
              <a:rPr lang="pt-PT" sz="1200" b="1" i="1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200" b="1" i="1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200" b="1" i="1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200" b="1" i="1">
                <a:solidFill>
                  <a:srgbClr val="005F7C"/>
                </a:solidFill>
                <a:latin typeface="Muli Light" panose="00000400000000000000" pitchFamily="2" charset="0"/>
              </a:rPr>
              <a:t> (CRE) e </a:t>
            </a:r>
            <a:r>
              <a:rPr lang="pt-PT" sz="1200" b="1" i="1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- permitindo uma avaliação mais robusta da exposição do Banco ao 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risco climático e de transição energética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, em linha com os 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compromissos do Santander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nesta matéria – </a:t>
            </a:r>
            <a:r>
              <a:rPr lang="pt-PT" sz="1200" b="1" i="1">
                <a:solidFill>
                  <a:srgbClr val="005F7C"/>
                </a:solidFill>
                <a:latin typeface="Muli Light" panose="00000400000000000000" pitchFamily="2" charset="0"/>
              </a:rPr>
              <a:t>Net Zero Portfolio </a:t>
            </a:r>
            <a:r>
              <a:rPr lang="pt-PT" sz="1200" b="1" i="1" err="1">
                <a:solidFill>
                  <a:srgbClr val="005F7C"/>
                </a:solidFill>
                <a:latin typeface="Muli Light" panose="00000400000000000000" pitchFamily="2" charset="0"/>
              </a:rPr>
              <a:t>Alignment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–  e às exigências regulatórias; </a:t>
            </a:r>
          </a:p>
          <a:p>
            <a:pPr marL="228600" indent="-228600" algn="just" defTabSz="224622" hangingPunct="1">
              <a:lnSpc>
                <a:spcPct val="117999"/>
              </a:lnSpc>
              <a:buFont typeface="+mj-lt"/>
              <a:buAutoNum type="alphaUcPeriod"/>
              <a:defRPr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Contribuir para o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alinhamento e convergência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entre a atual calculadora de emissões financiadas utilizada para efeitos de reporte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de riscos ESG, ao abrigo do Pilar III,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e a calculadora desenvolvida no âmbito de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Portfolio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Alignment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pic>
        <p:nvPicPr>
          <p:cNvPr id="150" name="Picture 149" descr="A green planet with many buildings and trees">
            <a:extLst>
              <a:ext uri="{FF2B5EF4-FFF2-40B4-BE49-F238E27FC236}">
                <a16:creationId xmlns:a16="http://schemas.microsoft.com/office/drawing/2014/main" id="{AF6AEF1E-7AEC-7A34-832A-73F86A9F4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465" y="0"/>
            <a:ext cx="6859588" cy="6859588"/>
          </a:xfrm>
          <a:prstGeom prst="rect">
            <a:avLst/>
          </a:prstGeom>
        </p:spPr>
      </p:pic>
      <p:sp>
        <p:nvSpPr>
          <p:cNvPr id="151" name="Rectangle 150">
            <a:extLst>
              <a:ext uri="{FF2B5EF4-FFF2-40B4-BE49-F238E27FC236}">
                <a16:creationId xmlns:a16="http://schemas.microsoft.com/office/drawing/2014/main" id="{0D886603-F9D0-F022-E968-741CB1F694D6}"/>
              </a:ext>
            </a:extLst>
          </p:cNvPr>
          <p:cNvSpPr/>
          <p:nvPr/>
        </p:nvSpPr>
        <p:spPr>
          <a:xfrm>
            <a:off x="6419310" y="-794"/>
            <a:ext cx="6851898" cy="6858695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E5A9F2-F005-4812-A92A-50A2D79422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Enquadramento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D765C-774B-4EE7-8C6D-AE64B09A9B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 noProof="0"/>
              <a:t>Objetivos e Enquadramento do Exercício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7B031AA7-08B1-FD9D-C6FF-1612178E5DC9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52EBD9F-D827-2FF9-DB9C-F95B5E1A50F9}"/>
              </a:ext>
            </a:extLst>
          </p:cNvPr>
          <p:cNvGrpSpPr/>
          <p:nvPr/>
        </p:nvGrpSpPr>
        <p:grpSpPr>
          <a:xfrm>
            <a:off x="549490" y="4954655"/>
            <a:ext cx="5469170" cy="923567"/>
            <a:chOff x="329111" y="3822860"/>
            <a:chExt cx="5469170" cy="923567"/>
          </a:xfrm>
        </p:grpSpPr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D9A7EDE2-F915-0E1E-71C8-FAC94300138D}"/>
                </a:ext>
              </a:extLst>
            </p:cNvPr>
            <p:cNvCxnSpPr>
              <a:cxnSpLocks/>
            </p:cNvCxnSpPr>
            <p:nvPr/>
          </p:nvCxnSpPr>
          <p:spPr>
            <a:xfrm>
              <a:off x="329665" y="3957518"/>
              <a:ext cx="4248000" cy="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3BE74BF6-B604-46EF-92F7-73353AE6D808}"/>
                </a:ext>
              </a:extLst>
            </p:cNvPr>
            <p:cNvCxnSpPr>
              <a:cxnSpLocks/>
            </p:cNvCxnSpPr>
            <p:nvPr/>
          </p:nvCxnSpPr>
          <p:spPr>
            <a:xfrm>
              <a:off x="329111" y="3947893"/>
              <a:ext cx="0" cy="798534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4" name="Group 59">
              <a:extLst>
                <a:ext uri="{FF2B5EF4-FFF2-40B4-BE49-F238E27FC236}">
                  <a16:creationId xmlns:a16="http://schemas.microsoft.com/office/drawing/2014/main" id="{93DF8CBB-58F5-5B9E-1D32-D4BA7D062CB9}"/>
                </a:ext>
              </a:extLst>
            </p:cNvPr>
            <p:cNvGrpSpPr/>
            <p:nvPr/>
          </p:nvGrpSpPr>
          <p:grpSpPr>
            <a:xfrm>
              <a:off x="4561049" y="3822860"/>
              <a:ext cx="1237232" cy="297319"/>
              <a:chOff x="1779379" y="1383715"/>
              <a:chExt cx="1237232" cy="297319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165" name="Rounded Rectangle 43">
                <a:extLst>
                  <a:ext uri="{FF2B5EF4-FFF2-40B4-BE49-F238E27FC236}">
                    <a16:creationId xmlns:a16="http://schemas.microsoft.com/office/drawing/2014/main" id="{04269AAA-F461-BC76-10DE-3FED81F388F7}"/>
                  </a:ext>
                </a:extLst>
              </p:cNvPr>
              <p:cNvSpPr/>
              <p:nvPr/>
            </p:nvSpPr>
            <p:spPr>
              <a:xfrm>
                <a:off x="1779379" y="1383715"/>
                <a:ext cx="1237232" cy="297319"/>
              </a:xfrm>
              <a:prstGeom prst="roundRect">
                <a:avLst/>
              </a:prstGeom>
              <a:grp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sz="1400" noProof="0"/>
              </a:p>
            </p:txBody>
          </p:sp>
          <p:sp>
            <p:nvSpPr>
              <p:cNvPr id="166" name="Text Placeholder 3">
                <a:extLst>
                  <a:ext uri="{FF2B5EF4-FFF2-40B4-BE49-F238E27FC236}">
                    <a16:creationId xmlns:a16="http://schemas.microsoft.com/office/drawing/2014/main" id="{353E7772-F3B5-4C17-8990-02BDBB5CBE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67405" y="1424652"/>
                <a:ext cx="1061188" cy="21544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ctr" anchorCtr="0">
                <a:spAutoFit/>
              </a:bodyPr>
              <a:lstStyle>
                <a:lvl1pPr marL="0" indent="0" algn="ctr">
                  <a:buNone/>
                  <a:defRPr sz="14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</a:defRPr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pt-PT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uli" panose="00000500000000000000" pitchFamily="2" charset="0"/>
                  </a:rPr>
                  <a:t>Metodologia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0DA42C-2FCF-767D-BEDB-C32F987ED4E9}"/>
              </a:ext>
            </a:extLst>
          </p:cNvPr>
          <p:cNvGrpSpPr/>
          <p:nvPr/>
        </p:nvGrpSpPr>
        <p:grpSpPr>
          <a:xfrm>
            <a:off x="549490" y="1210555"/>
            <a:ext cx="5494756" cy="961090"/>
            <a:chOff x="319586" y="1575181"/>
            <a:chExt cx="5494756" cy="961090"/>
          </a:xfrm>
        </p:grpSpPr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66528516-D42C-D3B7-FB51-7D24A0B1EF25}"/>
                </a:ext>
              </a:extLst>
            </p:cNvPr>
            <p:cNvCxnSpPr>
              <a:cxnSpLocks/>
            </p:cNvCxnSpPr>
            <p:nvPr/>
          </p:nvCxnSpPr>
          <p:spPr>
            <a:xfrm>
              <a:off x="5798281" y="1737071"/>
              <a:ext cx="0" cy="799200"/>
            </a:xfrm>
            <a:prstGeom prst="line">
              <a:avLst/>
            </a:prstGeom>
            <a:ln w="28575"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4" name="Group 59">
              <a:extLst>
                <a:ext uri="{FF2B5EF4-FFF2-40B4-BE49-F238E27FC236}">
                  <a16:creationId xmlns:a16="http://schemas.microsoft.com/office/drawing/2014/main" id="{57C4CAB3-321A-639D-A6F2-C979C94A0A42}"/>
                </a:ext>
              </a:extLst>
            </p:cNvPr>
            <p:cNvGrpSpPr/>
            <p:nvPr/>
          </p:nvGrpSpPr>
          <p:grpSpPr>
            <a:xfrm>
              <a:off x="319586" y="1575181"/>
              <a:ext cx="1237232" cy="297319"/>
              <a:chOff x="1779379" y="1383715"/>
              <a:chExt cx="1237232" cy="297319"/>
            </a:xfrm>
            <a:solidFill>
              <a:schemeClr val="tx1"/>
            </a:solidFill>
          </p:grpSpPr>
          <p:sp>
            <p:nvSpPr>
              <p:cNvPr id="155" name="Rounded Rectangle 43">
                <a:extLst>
                  <a:ext uri="{FF2B5EF4-FFF2-40B4-BE49-F238E27FC236}">
                    <a16:creationId xmlns:a16="http://schemas.microsoft.com/office/drawing/2014/main" id="{C891DD3F-A709-F745-42D3-2B13482A4E81}"/>
                  </a:ext>
                </a:extLst>
              </p:cNvPr>
              <p:cNvSpPr/>
              <p:nvPr/>
            </p:nvSpPr>
            <p:spPr>
              <a:xfrm>
                <a:off x="1779379" y="1383715"/>
                <a:ext cx="1237232" cy="297319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sz="1400" noProof="0"/>
              </a:p>
            </p:txBody>
          </p:sp>
          <p:sp>
            <p:nvSpPr>
              <p:cNvPr id="156" name="Text Placeholder 3">
                <a:extLst>
                  <a:ext uri="{FF2B5EF4-FFF2-40B4-BE49-F238E27FC236}">
                    <a16:creationId xmlns:a16="http://schemas.microsoft.com/office/drawing/2014/main" id="{237E9B23-A78E-0E3C-5D81-3FA065912A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96443" y="1424652"/>
                <a:ext cx="803105" cy="21544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none" lIns="0" tIns="0" rIns="0" bIns="0" anchor="ctr" anchorCtr="0">
                <a:spAutoFit/>
              </a:bodyPr>
              <a:lstStyle>
                <a:lvl1pPr marL="0" indent="0" algn="ctr">
                  <a:buNone/>
                  <a:defRPr sz="14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</a:defRPr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pt-PT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uli" panose="00000500000000000000" pitchFamily="2" charset="0"/>
                  </a:rPr>
                  <a:t>Objetivos</a:t>
                </a:r>
              </a:p>
            </p:txBody>
          </p:sp>
        </p:grp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55C77D0C-CC4F-7CBB-7D66-DE1C5D61DBF6}"/>
                </a:ext>
              </a:extLst>
            </p:cNvPr>
            <p:cNvCxnSpPr/>
            <p:nvPr/>
          </p:nvCxnSpPr>
          <p:spPr>
            <a:xfrm>
              <a:off x="1566342" y="1729089"/>
              <a:ext cx="4248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72AAD87-4B68-97B4-8FE5-A4AB8447C59E}"/>
              </a:ext>
            </a:extLst>
          </p:cNvPr>
          <p:cNvSpPr/>
          <p:nvPr/>
        </p:nvSpPr>
        <p:spPr>
          <a:xfrm>
            <a:off x="549490" y="5267525"/>
            <a:ext cx="5295512" cy="1041072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8000"/>
              </a:lnSpc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A metodologia de referência utilizada tem em conta o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Global GHG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Accounting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and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Reporting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Standard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do PCAF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complementada por orientações internas –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Pilar 3 ESG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e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Alignment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–, garantindo consistência e rigor no cálculo das emissões. </a:t>
            </a:r>
          </a:p>
        </p:txBody>
      </p:sp>
    </p:spTree>
    <p:extLst>
      <p:ext uri="{BB962C8B-B14F-4D97-AF65-F5344CB8AC3E}">
        <p14:creationId xmlns:p14="http://schemas.microsoft.com/office/powerpoint/2010/main" val="1086649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A1E2A-6C0A-281C-B51B-2339C8836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6B1F06D-21E8-50C3-BF5A-B57292341D8C}"/>
              </a:ext>
            </a:extLst>
          </p:cNvPr>
          <p:cNvSpPr/>
          <p:nvPr/>
        </p:nvSpPr>
        <p:spPr>
          <a:xfrm>
            <a:off x="2433296" y="1223419"/>
            <a:ext cx="7884000" cy="1584000"/>
          </a:xfrm>
          <a:prstGeom prst="roundRect">
            <a:avLst>
              <a:gd name="adj" fmla="val 4480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303FBB23-9E1A-FF72-4FA5-B68621BBF034}"/>
              </a:ext>
            </a:extLst>
          </p:cNvPr>
          <p:cNvSpPr/>
          <p:nvPr/>
        </p:nvSpPr>
        <p:spPr>
          <a:xfrm>
            <a:off x="2286635" y="4628352"/>
            <a:ext cx="8030661" cy="1440000"/>
          </a:xfrm>
          <a:prstGeom prst="roundRect">
            <a:avLst>
              <a:gd name="adj" fmla="val 4480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39E19011-1E68-EA1A-12E5-3C20C4F038D5}"/>
              </a:ext>
            </a:extLst>
          </p:cNvPr>
          <p:cNvSpPr/>
          <p:nvPr/>
        </p:nvSpPr>
        <p:spPr>
          <a:xfrm>
            <a:off x="2286635" y="2940625"/>
            <a:ext cx="8030661" cy="1440000"/>
          </a:xfrm>
          <a:prstGeom prst="roundRect">
            <a:avLst>
              <a:gd name="adj" fmla="val 4480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01A1BC84-6438-2EAF-B67A-19C62EFEE3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Perímetro e Âmbito do Exercício</a:t>
            </a:r>
          </a:p>
        </p:txBody>
      </p:sp>
      <p:sp>
        <p:nvSpPr>
          <p:cNvPr id="77" name="Arc 25">
            <a:extLst>
              <a:ext uri="{FF2B5EF4-FFF2-40B4-BE49-F238E27FC236}">
                <a16:creationId xmlns:a16="http://schemas.microsoft.com/office/drawing/2014/main" id="{AFDA0D78-E378-6A3B-BA78-1D7F5D079917}"/>
              </a:ext>
            </a:extLst>
          </p:cNvPr>
          <p:cNvSpPr/>
          <p:nvPr/>
        </p:nvSpPr>
        <p:spPr>
          <a:xfrm rot="14220000">
            <a:off x="-1512833" y="1701789"/>
            <a:ext cx="4989145" cy="4200992"/>
          </a:xfrm>
          <a:custGeom>
            <a:avLst/>
            <a:gdLst>
              <a:gd name="connsiteX0" fmla="*/ 4052240 w 4376729"/>
              <a:gd name="connsiteY0" fmla="*/ 3335059 h 4376729"/>
              <a:gd name="connsiteX1" fmla="*/ 2091681 w 4376729"/>
              <a:gd name="connsiteY1" fmla="*/ 4374593 h 4376729"/>
              <a:gd name="connsiteX2" fmla="*/ 230540 w 4376729"/>
              <a:gd name="connsiteY2" fmla="*/ 3166050 h 4376729"/>
              <a:gd name="connsiteX3" fmla="*/ 382610 w 4376729"/>
              <a:gd name="connsiteY3" fmla="*/ 952163 h 4376729"/>
              <a:gd name="connsiteX4" fmla="*/ 2188365 w 4376729"/>
              <a:gd name="connsiteY4" fmla="*/ 2188365 h 4376729"/>
              <a:gd name="connsiteX5" fmla="*/ 4052240 w 4376729"/>
              <a:gd name="connsiteY5" fmla="*/ 3335059 h 4376729"/>
              <a:gd name="connsiteX0" fmla="*/ 4052240 w 4376729"/>
              <a:gd name="connsiteY0" fmla="*/ 3335059 h 4376729"/>
              <a:gd name="connsiteX1" fmla="*/ 2091681 w 4376729"/>
              <a:gd name="connsiteY1" fmla="*/ 4374593 h 4376729"/>
              <a:gd name="connsiteX2" fmla="*/ 230540 w 4376729"/>
              <a:gd name="connsiteY2" fmla="*/ 3166050 h 4376729"/>
              <a:gd name="connsiteX3" fmla="*/ 382610 w 4376729"/>
              <a:gd name="connsiteY3" fmla="*/ 952163 h 4376729"/>
              <a:gd name="connsiteX0" fmla="*/ 4052247 w 4052247"/>
              <a:gd name="connsiteY0" fmla="*/ 2382896 h 3424574"/>
              <a:gd name="connsiteX1" fmla="*/ 2091688 w 4052247"/>
              <a:gd name="connsiteY1" fmla="*/ 3422430 h 3424574"/>
              <a:gd name="connsiteX2" fmla="*/ 230547 w 4052247"/>
              <a:gd name="connsiteY2" fmla="*/ 2213887 h 3424574"/>
              <a:gd name="connsiteX3" fmla="*/ 382617 w 4052247"/>
              <a:gd name="connsiteY3" fmla="*/ 0 h 3424574"/>
              <a:gd name="connsiteX4" fmla="*/ 4052247 w 4052247"/>
              <a:gd name="connsiteY4" fmla="*/ 2382896 h 3424574"/>
              <a:gd name="connsiteX0" fmla="*/ 4052247 w 4052247"/>
              <a:gd name="connsiteY0" fmla="*/ 2382896 h 3424574"/>
              <a:gd name="connsiteX1" fmla="*/ 2091688 w 4052247"/>
              <a:gd name="connsiteY1" fmla="*/ 3422430 h 3424574"/>
              <a:gd name="connsiteX2" fmla="*/ 230547 w 4052247"/>
              <a:gd name="connsiteY2" fmla="*/ 2213887 h 3424574"/>
              <a:gd name="connsiteX3" fmla="*/ 382617 w 4052247"/>
              <a:gd name="connsiteY3" fmla="*/ 0 h 3424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2247" h="3424574" stroke="0" extrusionOk="0">
                <a:moveTo>
                  <a:pt x="4052247" y="2382896"/>
                </a:moveTo>
                <a:cubicBezTo>
                  <a:pt x="3635905" y="3059633"/>
                  <a:pt x="2885464" y="3457533"/>
                  <a:pt x="2091688" y="3422430"/>
                </a:cubicBezTo>
                <a:cubicBezTo>
                  <a:pt x="1297912" y="3387326"/>
                  <a:pt x="585526" y="2924734"/>
                  <a:pt x="230547" y="2213887"/>
                </a:cubicBezTo>
                <a:cubicBezTo>
                  <a:pt x="-124431" y="1503040"/>
                  <a:pt x="-66223" y="655633"/>
                  <a:pt x="382617" y="0"/>
                </a:cubicBezTo>
                <a:lnTo>
                  <a:pt x="4052247" y="2382896"/>
                </a:lnTo>
                <a:close/>
              </a:path>
              <a:path w="4052247" h="3424574" fill="none">
                <a:moveTo>
                  <a:pt x="4052247" y="2382896"/>
                </a:moveTo>
                <a:cubicBezTo>
                  <a:pt x="3635905" y="3059633"/>
                  <a:pt x="2885464" y="3457533"/>
                  <a:pt x="2091688" y="3422430"/>
                </a:cubicBezTo>
                <a:cubicBezTo>
                  <a:pt x="1297912" y="3387326"/>
                  <a:pt x="585526" y="2924734"/>
                  <a:pt x="230547" y="2213887"/>
                </a:cubicBezTo>
                <a:cubicBezTo>
                  <a:pt x="-124431" y="1503040"/>
                  <a:pt x="-66223" y="655633"/>
                  <a:pt x="382617" y="0"/>
                </a:cubicBezTo>
              </a:path>
            </a:pathLst>
          </a:custGeom>
          <a:solidFill>
            <a:schemeClr val="bg1"/>
          </a:solidFill>
          <a:ln w="19050" cap="flat" cmpd="sng" algn="ctr">
            <a:noFill/>
            <a:prstDash val="sysDot"/>
            <a:miter lim="800000"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4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AF9484-D8A2-938C-F26D-A13D4E940C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Enquadramento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2AC7861-A52F-B362-BBA1-C5B2D6B7C896}"/>
              </a:ext>
            </a:extLst>
          </p:cNvPr>
          <p:cNvSpPr/>
          <p:nvPr/>
        </p:nvSpPr>
        <p:spPr>
          <a:xfrm>
            <a:off x="3175165" y="1295419"/>
            <a:ext cx="6948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A solução implementada abrange exclusivamente os empréstimos com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finalidade claramente identificável e diretamente relacionada com o financiamento de um ativo imobiliário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considerando as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emissões de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scope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1 e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scope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2 desses mesmos ativos.</a:t>
            </a:r>
          </a:p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 </a:t>
            </a:r>
          </a:p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com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classificação distinta de crédito imobiliário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ainda que garantidos por colateral imobiliário, bem como financiamentos concedidos a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empresas imobiliárias sem colateral associado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são tratados noutras classes de ativos 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encontram-se fora do âmbito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da solução agora implementada. 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65601E9-5E15-8606-2580-29A05350B45D}"/>
              </a:ext>
            </a:extLst>
          </p:cNvPr>
          <p:cNvSpPr/>
          <p:nvPr/>
        </p:nvSpPr>
        <p:spPr>
          <a:xfrm>
            <a:off x="3175165" y="3106627"/>
            <a:ext cx="694800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Finalidade do Empréstimo: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(CRE) e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; 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Atividade económica do cliente</a:t>
            </a:r>
            <a:r>
              <a:rPr lang="pt-PT" sz="1200" b="1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: 41.10, 55.11 e 68;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Localização geográfica</a:t>
            </a:r>
            <a:r>
              <a:rPr lang="pt-PT" sz="1200" b="1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: Portugal; 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Data de referência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: 31 de dezembro de 2024. 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10875F-E1AE-4416-ABDA-0B79B522CD96}"/>
              </a:ext>
            </a:extLst>
          </p:cNvPr>
          <p:cNvSpPr/>
          <p:nvPr/>
        </p:nvSpPr>
        <p:spPr>
          <a:xfrm>
            <a:off x="10388518" y="1223419"/>
            <a:ext cx="370463" cy="1584000"/>
          </a:xfrm>
          <a:prstGeom prst="roundRect">
            <a:avLst/>
          </a:prstGeom>
          <a:solidFill>
            <a:srgbClr val="003E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12311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224622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336934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449245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561556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673867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786178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898489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pt-PT" sz="1400" b="1" noProof="0">
                <a:latin typeface="Muli" panose="00000500000000000000" pitchFamily="2" charset="0"/>
              </a:rPr>
              <a:t>Âmbito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16865D-C2A5-631C-C864-151A892BEF24}"/>
              </a:ext>
            </a:extLst>
          </p:cNvPr>
          <p:cNvSpPr/>
          <p:nvPr/>
        </p:nvSpPr>
        <p:spPr>
          <a:xfrm>
            <a:off x="10388518" y="2940626"/>
            <a:ext cx="370463" cy="1440000"/>
          </a:xfrm>
          <a:prstGeom prst="roundRect">
            <a:avLst/>
          </a:prstGeom>
          <a:solidFill>
            <a:srgbClr val="003E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12311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224622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336934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449245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561556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673867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786178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898489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pt-PT" sz="1400" b="1" noProof="0">
                <a:latin typeface="Muli" panose="00000500000000000000" pitchFamily="2" charset="0"/>
              </a:rPr>
              <a:t>Critérios</a:t>
            </a:r>
            <a:endParaRPr lang="pt-PT" sz="1200" b="1" noProof="0">
              <a:latin typeface="Muli" panose="000005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369BA58-138B-A65B-1023-E21ACA428E1A}"/>
              </a:ext>
            </a:extLst>
          </p:cNvPr>
          <p:cNvSpPr/>
          <p:nvPr/>
        </p:nvSpPr>
        <p:spPr>
          <a:xfrm>
            <a:off x="10388518" y="4627690"/>
            <a:ext cx="370463" cy="1440000"/>
          </a:xfrm>
          <a:prstGeom prst="roundRect">
            <a:avLst/>
          </a:prstGeom>
          <a:solidFill>
            <a:srgbClr val="003E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12311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224622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336934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449245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561556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673867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786178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898489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pt-PT" sz="1400" b="1" noProof="0">
                <a:latin typeface="Muli" panose="00000500000000000000" pitchFamily="2" charset="0"/>
              </a:rPr>
              <a:t>Exclusões</a:t>
            </a:r>
            <a:endParaRPr lang="pt-PT" sz="1200" b="1" noProof="0">
              <a:latin typeface="Muli" panose="00000500000000000000" pitchFamily="2" charset="0"/>
            </a:endParaRPr>
          </a:p>
        </p:txBody>
      </p:sp>
      <p:pic>
        <p:nvPicPr>
          <p:cNvPr id="5" name="Picture 4" descr="A green world map with buildings and wind turbines">
            <a:extLst>
              <a:ext uri="{FF2B5EF4-FFF2-40B4-BE49-F238E27FC236}">
                <a16:creationId xmlns:a16="http://schemas.microsoft.com/office/drawing/2014/main" id="{087A1462-E4EE-F813-46A9-22185C581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07" b="89907" l="9961" r="91895">
                        <a14:foregroundMark x1="23242" y1="41682" x2="30859" y2="31215"/>
                        <a14:foregroundMark x1="30859" y1="31215" x2="30957" y2="31215"/>
                        <a14:foregroundMark x1="33203" y1="67850" x2="40625" y2="69533"/>
                        <a14:foregroundMark x1="40625" y1="69533" x2="40625" y2="69720"/>
                        <a14:foregroundMark x1="47656" y1="54393" x2="58887" y2="66168"/>
                        <a14:foregroundMark x1="71973" y1="31776" x2="91895" y2="55888"/>
                        <a14:foregroundMark x1="91895" y1="55888" x2="91895" y2="56262"/>
                        <a14:foregroundMark x1="67578" y1="23925" x2="70508" y2="34579"/>
                        <a14:foregroundMark x1="37500" y1="20561" x2="45996" y2="19813"/>
                        <a14:foregroundMark x1="45996" y1="19813" x2="52637" y2="20187"/>
                        <a14:foregroundMark x1="66504" y1="64860" x2="77148" y2="833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2162"/>
          <a:stretch>
            <a:fillRect/>
          </a:stretch>
        </p:blipFill>
        <p:spPr>
          <a:xfrm rot="5400000">
            <a:off x="-1017795" y="2310771"/>
            <a:ext cx="5793197" cy="265862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CE5DF1C-6742-0BCD-A331-F09B0EEB6E0C}"/>
              </a:ext>
            </a:extLst>
          </p:cNvPr>
          <p:cNvSpPr/>
          <p:nvPr/>
        </p:nvSpPr>
        <p:spPr>
          <a:xfrm>
            <a:off x="3175165" y="4794354"/>
            <a:ext cx="694800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à construção (CRE);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Créditos não classificados como imobiliários;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Exposições sem colateral imobiliário associado;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associados exclusivamente a estacionamentos e/ou garagens.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49E308-DF1A-6FAF-E6BD-8654F4CC1BD3}"/>
              </a:ext>
            </a:extLst>
          </p:cNvPr>
          <p:cNvSpPr/>
          <p:nvPr/>
        </p:nvSpPr>
        <p:spPr>
          <a:xfrm>
            <a:off x="549490" y="6081755"/>
            <a:ext cx="10209491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Na definição do universo considera-se apenas exposições associadas a códigos de atividade económica 41.10 (promoção imobiliária e desenvolvimento de projetos), 55.11 (estabelecimentos hoteleiros) e 68 (atividades imobiliárias).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 (2) Para efeitos do presente exercício, assume-se que todos os imóveis em carteira estão situados em Portugal.</a:t>
            </a:r>
          </a:p>
        </p:txBody>
      </p:sp>
    </p:spTree>
    <p:extLst>
      <p:ext uri="{BB962C8B-B14F-4D97-AF65-F5344CB8AC3E}">
        <p14:creationId xmlns:p14="http://schemas.microsoft.com/office/powerpoint/2010/main" val="224171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tângulo 74">
            <a:extLst>
              <a:ext uri="{FF2B5EF4-FFF2-40B4-BE49-F238E27FC236}">
                <a16:creationId xmlns:a16="http://schemas.microsoft.com/office/drawing/2014/main" id="{9EE21243-0132-4FD6-8119-316508609931}"/>
              </a:ext>
            </a:extLst>
          </p:cNvPr>
          <p:cNvSpPr/>
          <p:nvPr/>
        </p:nvSpPr>
        <p:spPr>
          <a:xfrm>
            <a:off x="549490" y="1202610"/>
            <a:ext cx="10961790" cy="4948698"/>
          </a:xfrm>
          <a:prstGeom prst="roundRect">
            <a:avLst>
              <a:gd name="adj" fmla="val 1922"/>
            </a:avLst>
          </a:prstGeom>
          <a:noFill/>
          <a:ln w="1905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54"/>
            <a:endParaRPr lang="pt-PT" noProof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7BEE0F22-0A1C-49BA-88C2-7739133F23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561227" cy="238180"/>
          </a:xfrm>
        </p:spPr>
        <p:txBody>
          <a:bodyPr/>
          <a:lstStyle/>
          <a:p>
            <a:r>
              <a:rPr lang="pt-PT" sz="2000" noProof="0"/>
              <a:t>Enquadramento</a:t>
            </a:r>
            <a:endParaRPr lang="pt-PT" sz="1800" noProof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CA47561-536B-B8A8-3916-C55AA8BBF36C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300" noProof="0"/>
              <a:t>Métricas de Avaliação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98EFDE-2438-CE42-5FBE-163881B32270}"/>
              </a:ext>
            </a:extLst>
          </p:cNvPr>
          <p:cNvSpPr/>
          <p:nvPr/>
        </p:nvSpPr>
        <p:spPr>
          <a:xfrm>
            <a:off x="1963175" y="2507538"/>
            <a:ext cx="3320536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Total das emissões financiadas atribuídas a todos os imóveis de cada um dos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portfolios 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âmbito, expressas em toneladas de dióxido de carbono equivalente 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(</a:t>
            </a:r>
            <a:r>
              <a:rPr lang="pt-PT" sz="1100" noProof="0" err="1">
                <a:solidFill>
                  <a:srgbClr val="005F7C"/>
                </a:solidFill>
                <a:latin typeface="Muli Light" panose="00000400000000000000" pitchFamily="2" charset="0"/>
              </a:rPr>
              <a:t>tCO₂e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)</a:t>
            </a:r>
            <a:r>
              <a:rPr lang="pt-PT" sz="1100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, refletindo o impacto climático total associado à carteira de crédito imobiliário do banco.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8DFB570-77F9-72E0-CD72-CDC69BD236D7}"/>
              </a:ext>
            </a:extLst>
          </p:cNvPr>
          <p:cNvSpPr/>
          <p:nvPr/>
        </p:nvSpPr>
        <p:spPr>
          <a:xfrm>
            <a:off x="5268007" y="379534"/>
            <a:ext cx="1654397" cy="165439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54"/>
            <a:endParaRPr lang="pt-PT" noProof="0">
              <a:solidFill>
                <a:prstClr val="white"/>
              </a:solidFill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9BEBCA2-3036-4DD4-A74A-89494E47E795}"/>
              </a:ext>
            </a:extLst>
          </p:cNvPr>
          <p:cNvSpPr/>
          <p:nvPr/>
        </p:nvSpPr>
        <p:spPr>
          <a:xfrm>
            <a:off x="5355271" y="487354"/>
            <a:ext cx="1479870" cy="14387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54"/>
            <a:endParaRPr lang="pt-PT" noProof="0">
              <a:solidFill>
                <a:prstClr val="white"/>
              </a:solidFill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E89C10-BDD5-59D6-A9ED-574F98F8F807}"/>
              </a:ext>
            </a:extLst>
          </p:cNvPr>
          <p:cNvSpPr/>
          <p:nvPr/>
        </p:nvSpPr>
        <p:spPr>
          <a:xfrm>
            <a:off x="5268007" y="254885"/>
            <a:ext cx="1654397" cy="9298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2072E3E-F3AA-A81F-7ED9-01BD9FD1A3EB}"/>
              </a:ext>
            </a:extLst>
          </p:cNvPr>
          <p:cNvGrpSpPr/>
          <p:nvPr/>
        </p:nvGrpSpPr>
        <p:grpSpPr>
          <a:xfrm>
            <a:off x="5461725" y="590851"/>
            <a:ext cx="1266962" cy="1231765"/>
            <a:chOff x="5461725" y="590851"/>
            <a:chExt cx="1266962" cy="123176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4119F58-D445-17AE-34BA-CBE3C97C8947}"/>
                </a:ext>
              </a:extLst>
            </p:cNvPr>
            <p:cNvSpPr/>
            <p:nvPr/>
          </p:nvSpPr>
          <p:spPr>
            <a:xfrm>
              <a:off x="5461725" y="590851"/>
              <a:ext cx="1266962" cy="1231765"/>
            </a:xfrm>
            <a:prstGeom prst="ellipse">
              <a:avLst/>
            </a:prstGeom>
            <a:solidFill>
              <a:srgbClr val="003E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54"/>
              <a:endParaRPr lang="pt-PT" noProof="0">
                <a:solidFill>
                  <a:prstClr val="white"/>
                </a:solidFill>
                <a:latin typeface="Muli" panose="00000500000000000000" pitchFamily="2" charset="0"/>
                <a:cs typeface="Arial" panose="020B0604020202020204" pitchFamily="34" charset="0"/>
              </a:endParaRPr>
            </a:p>
          </p:txBody>
        </p:sp>
        <p:pic>
          <p:nvPicPr>
            <p:cNvPr id="9" name="Graphic 8" descr="Bar chart with solid fill">
              <a:extLst>
                <a:ext uri="{FF2B5EF4-FFF2-40B4-BE49-F238E27FC236}">
                  <a16:creationId xmlns:a16="http://schemas.microsoft.com/office/drawing/2014/main" id="{2E22E452-A616-9D64-CCAF-D982DFEFD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38006" y="749533"/>
              <a:ext cx="914400" cy="9144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628BCC1-2061-C676-8104-3C60425556D3}"/>
              </a:ext>
            </a:extLst>
          </p:cNvPr>
          <p:cNvGrpSpPr/>
          <p:nvPr/>
        </p:nvGrpSpPr>
        <p:grpSpPr>
          <a:xfrm>
            <a:off x="933054" y="4134700"/>
            <a:ext cx="4556181" cy="877163"/>
            <a:chOff x="1342429" y="3840142"/>
            <a:chExt cx="4556181" cy="877163"/>
          </a:xfrm>
        </p:grpSpPr>
        <p:sp>
          <p:nvSpPr>
            <p:cNvPr id="14" name="Text Placeholder 2">
              <a:extLst>
                <a:ext uri="{FF2B5EF4-FFF2-40B4-BE49-F238E27FC236}">
                  <a16:creationId xmlns:a16="http://schemas.microsoft.com/office/drawing/2014/main" id="{CB898C1A-E896-4827-8B16-F53A0A45EECB}"/>
                </a:ext>
              </a:extLst>
            </p:cNvPr>
            <p:cNvSpPr txBox="1">
              <a:spLocks/>
            </p:cNvSpPr>
            <p:nvPr/>
          </p:nvSpPr>
          <p:spPr>
            <a:xfrm>
              <a:off x="2283165" y="3840142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Intensidade Física</a:t>
              </a:r>
              <a:endPara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2BE6829-42C1-162D-00B6-40B53AF98943}"/>
                </a:ext>
              </a:extLst>
            </p:cNvPr>
            <p:cNvGrpSpPr/>
            <p:nvPr/>
          </p:nvGrpSpPr>
          <p:grpSpPr>
            <a:xfrm>
              <a:off x="1342429" y="3840142"/>
              <a:ext cx="877163" cy="877163"/>
              <a:chOff x="1342429" y="3840142"/>
              <a:chExt cx="877163" cy="877163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73889E02-B824-45A8-B5E7-727C404DA6F4}"/>
                  </a:ext>
                </a:extLst>
              </p:cNvPr>
              <p:cNvSpPr/>
              <p:nvPr/>
            </p:nvSpPr>
            <p:spPr>
              <a:xfrm>
                <a:off x="1342429" y="3840142"/>
                <a:ext cx="877163" cy="877163"/>
              </a:xfrm>
              <a:prstGeom prst="ellipse">
                <a:avLst/>
              </a:prstGeom>
              <a:solidFill>
                <a:srgbClr val="EFF1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54"/>
                <a:endParaRPr lang="pt-PT" noProof="0">
                  <a:solidFill>
                    <a:prstClr val="white"/>
                  </a:solidFill>
                  <a:latin typeface="Muli" panose="00000500000000000000" pitchFamily="2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2" name="Picture 31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E2C63F35-120F-EDA9-5772-E99D3ABEAD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34410" y="4032123"/>
                <a:ext cx="493200" cy="493200"/>
              </a:xfrm>
              <a:prstGeom prst="rect">
                <a:avLst/>
              </a:prstGeom>
            </p:spPr>
          </p:pic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5AF0500-633D-D802-7755-08515B5DAFD9}"/>
              </a:ext>
            </a:extLst>
          </p:cNvPr>
          <p:cNvGrpSpPr/>
          <p:nvPr/>
        </p:nvGrpSpPr>
        <p:grpSpPr>
          <a:xfrm>
            <a:off x="6736944" y="2118093"/>
            <a:ext cx="4345180" cy="877163"/>
            <a:chOff x="6277030" y="2290659"/>
            <a:chExt cx="4345180" cy="877163"/>
          </a:xfrm>
        </p:grpSpPr>
        <p:sp>
          <p:nvSpPr>
            <p:cNvPr id="20" name="Text Placeholder 2">
              <a:extLst>
                <a:ext uri="{FF2B5EF4-FFF2-40B4-BE49-F238E27FC236}">
                  <a16:creationId xmlns:a16="http://schemas.microsoft.com/office/drawing/2014/main" id="{05915320-5F80-4E29-99AD-E5D9C5856B93}"/>
                </a:ext>
              </a:extLst>
            </p:cNvPr>
            <p:cNvSpPr txBox="1">
              <a:spLocks/>
            </p:cNvSpPr>
            <p:nvPr/>
          </p:nvSpPr>
          <p:spPr>
            <a:xfrm>
              <a:off x="7228666" y="2290659"/>
              <a:ext cx="3393544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Intensidade Económica</a:t>
              </a:r>
              <a:endPara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08A6A87B-8198-5FD0-A052-04533664B682}"/>
                </a:ext>
              </a:extLst>
            </p:cNvPr>
            <p:cNvGrpSpPr/>
            <p:nvPr/>
          </p:nvGrpSpPr>
          <p:grpSpPr>
            <a:xfrm>
              <a:off x="6277030" y="2290659"/>
              <a:ext cx="877163" cy="877163"/>
              <a:chOff x="6277030" y="2290659"/>
              <a:chExt cx="877163" cy="877163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4F1F8BA-1403-4E04-970F-574B7F0BFEB7}"/>
                  </a:ext>
                </a:extLst>
              </p:cNvPr>
              <p:cNvSpPr/>
              <p:nvPr/>
            </p:nvSpPr>
            <p:spPr>
              <a:xfrm>
                <a:off x="6277030" y="2290659"/>
                <a:ext cx="877163" cy="877163"/>
              </a:xfrm>
              <a:prstGeom prst="ellipse">
                <a:avLst/>
              </a:prstGeom>
              <a:solidFill>
                <a:srgbClr val="EFF1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54"/>
                <a:endParaRPr lang="pt-PT" noProof="0">
                  <a:solidFill>
                    <a:prstClr val="white"/>
                  </a:solidFill>
                  <a:latin typeface="Muli" panose="00000500000000000000" pitchFamily="2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40" name="Picture 39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8CB2D271-2847-331C-BD03-8E9A149F81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69011" y="2482640"/>
                <a:ext cx="493200" cy="493200"/>
              </a:xfrm>
              <a:prstGeom prst="rect">
                <a:avLst/>
              </a:prstGeom>
            </p:spPr>
          </p:pic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C0667D1-1615-6FA8-7628-736199E66C63}"/>
              </a:ext>
            </a:extLst>
          </p:cNvPr>
          <p:cNvGrpSpPr/>
          <p:nvPr/>
        </p:nvGrpSpPr>
        <p:grpSpPr>
          <a:xfrm>
            <a:off x="933054" y="2118093"/>
            <a:ext cx="4554126" cy="877163"/>
            <a:chOff x="933054" y="2118093"/>
            <a:chExt cx="4554126" cy="877163"/>
          </a:xfrm>
        </p:grpSpPr>
        <p:sp>
          <p:nvSpPr>
            <p:cNvPr id="8" name="Text Placeholder 2">
              <a:extLst>
                <a:ext uri="{FF2B5EF4-FFF2-40B4-BE49-F238E27FC236}">
                  <a16:creationId xmlns:a16="http://schemas.microsoft.com/office/drawing/2014/main" id="{C945EE3D-C26E-4AD1-958C-5A22D5DB1746}"/>
                </a:ext>
              </a:extLst>
            </p:cNvPr>
            <p:cNvSpPr txBox="1">
              <a:spLocks/>
            </p:cNvSpPr>
            <p:nvPr/>
          </p:nvSpPr>
          <p:spPr>
            <a:xfrm>
              <a:off x="1871735" y="2118093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Emissões Absolutas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98F9FF8E-3048-293A-D0FD-BEF27D42D22F}"/>
                </a:ext>
              </a:extLst>
            </p:cNvPr>
            <p:cNvGrpSpPr/>
            <p:nvPr/>
          </p:nvGrpSpPr>
          <p:grpSpPr>
            <a:xfrm>
              <a:off x="933054" y="2118093"/>
              <a:ext cx="877163" cy="877163"/>
              <a:chOff x="1481361" y="2142284"/>
              <a:chExt cx="877163" cy="877163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133EA4F-9D29-48D8-AEA0-ECE35A85F2F0}"/>
                  </a:ext>
                </a:extLst>
              </p:cNvPr>
              <p:cNvSpPr/>
              <p:nvPr/>
            </p:nvSpPr>
            <p:spPr>
              <a:xfrm>
                <a:off x="1481361" y="2142284"/>
                <a:ext cx="877163" cy="877163"/>
              </a:xfrm>
              <a:prstGeom prst="ellipse">
                <a:avLst/>
              </a:prstGeom>
              <a:solidFill>
                <a:srgbClr val="EFF1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54"/>
                <a:endParaRPr lang="pt-PT" noProof="0">
                  <a:solidFill>
                    <a:prstClr val="white"/>
                  </a:solidFill>
                  <a:latin typeface="Muli" panose="00000500000000000000" pitchFamily="2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2BE7CD24-4BE6-F502-EEC2-38F6CB063F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10000" b="90000" l="10000" r="90000">
                            <a14:foregroundMark x1="28216" y1="40529" x2="30290" y2="71806"/>
                            <a14:foregroundMark x1="22407" y1="56388" x2="18257" y2="56388"/>
                            <a14:foregroundMark x1="25726" y1="20264" x2="28631" y2="20264"/>
                            <a14:foregroundMark x1="65145" y1="72687" x2="69295" y2="65198"/>
                            <a14:foregroundMark x1="42739" y1="69163" x2="39004" y2="66079"/>
                            <a14:foregroundMark x1="41494" y1="24670" x2="45643" y2="24670"/>
                            <a14:foregroundMark x1="59336" y1="58150" x2="59751" y2="55066"/>
                            <a14:foregroundMark x1="71369" y1="51982" x2="71369" y2="51982"/>
                            <a14:foregroundMark x1="87552" y1="52423" x2="82158" y2="53304"/>
                            <a14:foregroundMark x1="82158" y1="41850" x2="82158" y2="41850"/>
                            <a14:foregroundMark x1="85477" y1="25110" x2="85477" y2="25110"/>
                            <a14:foregroundMark x1="68465" y1="41410" x2="68465" y2="41410"/>
                            <a14:foregroundMark x1="43983" y1="20264" x2="43983" y2="20264"/>
                          </a14:backgroundRemoval>
                        </a14:imgEffect>
                        <a14:imgEffect>
                          <a14:artisticCrisscrossEtching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658134" y="2334265"/>
                <a:ext cx="523617" cy="493200"/>
              </a:xfrm>
              <a:prstGeom prst="rect">
                <a:avLst/>
              </a:prstGeom>
            </p:spPr>
          </p:pic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372D3EE-AC12-294D-2560-DF37AB8436DB}"/>
              </a:ext>
            </a:extLst>
          </p:cNvPr>
          <p:cNvGrpSpPr/>
          <p:nvPr/>
        </p:nvGrpSpPr>
        <p:grpSpPr>
          <a:xfrm>
            <a:off x="6713415" y="4134700"/>
            <a:ext cx="4368709" cy="877163"/>
            <a:chOff x="6378165" y="4055112"/>
            <a:chExt cx="4368709" cy="877163"/>
          </a:xfrm>
        </p:grpSpPr>
        <p:sp>
          <p:nvSpPr>
            <p:cNvPr id="17" name="Text Placeholder 2">
              <a:extLst>
                <a:ext uri="{FF2B5EF4-FFF2-40B4-BE49-F238E27FC236}">
                  <a16:creationId xmlns:a16="http://schemas.microsoft.com/office/drawing/2014/main" id="{2E999AAD-2F03-4FE9-AD54-89E493F9EFD7}"/>
                </a:ext>
              </a:extLst>
            </p:cNvPr>
            <p:cNvSpPr txBox="1">
              <a:spLocks/>
            </p:cNvSpPr>
            <p:nvPr/>
          </p:nvSpPr>
          <p:spPr>
            <a:xfrm>
              <a:off x="7331811" y="4055112"/>
              <a:ext cx="3415063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i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Score</a:t>
              </a: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 de Qualidade</a:t>
              </a:r>
              <a:endPara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B2B9FFE-CE9A-54FB-43F7-280911CEE270}"/>
                </a:ext>
              </a:extLst>
            </p:cNvPr>
            <p:cNvGrpSpPr/>
            <p:nvPr/>
          </p:nvGrpSpPr>
          <p:grpSpPr>
            <a:xfrm>
              <a:off x="6378165" y="4055112"/>
              <a:ext cx="877163" cy="877163"/>
              <a:chOff x="6378165" y="4055112"/>
              <a:chExt cx="877163" cy="877163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9861ADF-1FD3-4E6B-B809-C18356576C5C}"/>
                  </a:ext>
                </a:extLst>
              </p:cNvPr>
              <p:cNvSpPr/>
              <p:nvPr/>
            </p:nvSpPr>
            <p:spPr>
              <a:xfrm>
                <a:off x="6378165" y="4055112"/>
                <a:ext cx="877163" cy="877163"/>
              </a:xfrm>
              <a:prstGeom prst="ellipse">
                <a:avLst/>
              </a:prstGeom>
              <a:solidFill>
                <a:srgbClr val="EFF1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54"/>
                <a:endParaRPr lang="pt-PT" noProof="0">
                  <a:solidFill>
                    <a:prstClr val="white"/>
                  </a:solidFill>
                  <a:latin typeface="Muli" panose="00000500000000000000" pitchFamily="2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0D81DA29-9EF8-FDF1-D009-D3066C2D15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10000" b="90000" l="10000" r="90000">
                            <a14:foregroundMark x1="42537" y1="36386" x2="42537" y2="36386"/>
                            <a14:foregroundMark x1="53234" y1="40482" x2="53234" y2="40482"/>
                            <a14:foregroundMark x1="62189" y1="65542" x2="62189" y2="65542"/>
                            <a14:foregroundMark x1="32587" y1="63133" x2="32587" y2="63133"/>
                          </a14:backgroundRemoval>
                        </a14:imgEffect>
                        <a14:imgEffect>
                          <a14:artisticCrisscrossEtching/>
                        </a14:imgEffect>
                      </a14:imgLayer>
                    </a14:imgProps>
                  </a:ext>
                </a:extLst>
              </a:blip>
              <a:srcRect l="15247" t="11799" r="15546" b="22847"/>
              <a:stretch>
                <a:fillRect/>
              </a:stretch>
            </p:blipFill>
            <p:spPr>
              <a:xfrm>
                <a:off x="6563787" y="4247093"/>
                <a:ext cx="505918" cy="493200"/>
              </a:xfrm>
              <a:prstGeom prst="rect">
                <a:avLst/>
              </a:prstGeom>
            </p:spPr>
          </p:pic>
        </p:grp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916081D7-028E-F756-9071-C07F3975F6BE}"/>
              </a:ext>
            </a:extLst>
          </p:cNvPr>
          <p:cNvSpPr/>
          <p:nvPr/>
        </p:nvSpPr>
        <p:spPr>
          <a:xfrm>
            <a:off x="7781704" y="2507538"/>
            <a:ext cx="3320536" cy="1184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just" defTabSz="224622" hangingPunct="1">
              <a:defRPr/>
            </a:pP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Total de emissões absolutas financiadas por unidade monetária do crédito concedido/ investimento, em toneladas de dióxido de carbono equivalente e milhões de euros (</a:t>
            </a:r>
            <a:r>
              <a:rPr lang="pt-PT" sz="1100" noProof="0" err="1">
                <a:solidFill>
                  <a:srgbClr val="005F7C"/>
                </a:solidFill>
                <a:latin typeface="Muli Light" panose="00000400000000000000" pitchFamily="2" charset="0"/>
              </a:rPr>
              <a:t>tCO₂e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/€M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), respetivamente, permitindo comparar as emissões de diferentes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portfolios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 por unidade monetária financiada/ investida.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E664178-9D04-3607-58B5-D0CD3D6448CE}"/>
              </a:ext>
            </a:extLst>
          </p:cNvPr>
          <p:cNvSpPr/>
          <p:nvPr/>
        </p:nvSpPr>
        <p:spPr>
          <a:xfrm>
            <a:off x="1963175" y="4521263"/>
            <a:ext cx="3320536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Total de emissões absolutas financiadas por unidade de área do imóvel, em quilogramas de dióxido de carbono equivalente e metros quadrados (</a:t>
            </a:r>
            <a:r>
              <a:rPr lang="pt-PT" sz="1100" noProof="0" err="1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kgCO₂e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/m²), respetivamente, permitindo comparar e compreender a eficiência dos imóveis por uma unidade comum.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9FB9E2B-AAA2-C87C-1281-4751CDB1B7F0}"/>
              </a:ext>
            </a:extLst>
          </p:cNvPr>
          <p:cNvSpPr/>
          <p:nvPr/>
        </p:nvSpPr>
        <p:spPr>
          <a:xfrm>
            <a:off x="7781704" y="4521263"/>
            <a:ext cx="3320536" cy="8463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just" defTabSz="224622" hangingPunct="1">
              <a:defRPr/>
            </a:pP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Classificação da qualidade do processo de cálculo das emissões financiadas, ponderada pelas emissões absolutas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, podendo tomar valores entre 1 e 5 e que permite 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diferenciar cálculos com diferentes níveis de certeza.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D7F13D-DC59-4CA3-729E-9928CB21C9F1}"/>
              </a:ext>
            </a:extLst>
          </p:cNvPr>
          <p:cNvSpPr/>
          <p:nvPr/>
        </p:nvSpPr>
        <p:spPr>
          <a:xfrm>
            <a:off x="549490" y="6081755"/>
            <a:ext cx="10209491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Nota: (1) De forma a facilitar o cálculo, o dióxido de carbono equivalente engloba os sete gases considerados pelo Protocolo de Kioto e na Convenção das Nações Unidas sobre Mudanças Climáticas como os principais de efeitos de estufa: dióxido de carbono, metano, óxido Nitroso e gases fluorados (</a:t>
            </a:r>
            <a:r>
              <a:rPr lang="pt-PT" sz="800" err="1">
                <a:solidFill>
                  <a:schemeClr val="tx1"/>
                </a:solidFill>
                <a:latin typeface="Muli Light" panose="00000400000000000000" pitchFamily="2" charset="0"/>
              </a:rPr>
              <a:t>HFCs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, </a:t>
            </a:r>
            <a:r>
              <a:rPr lang="pt-PT" sz="800" err="1">
                <a:solidFill>
                  <a:schemeClr val="tx1"/>
                </a:solidFill>
                <a:latin typeface="Muli Light" panose="00000400000000000000" pitchFamily="2" charset="0"/>
              </a:rPr>
              <a:t>PFCs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, SF6 e NF3).</a:t>
            </a:r>
          </a:p>
        </p:txBody>
      </p:sp>
    </p:spTree>
    <p:extLst>
      <p:ext uri="{BB962C8B-B14F-4D97-AF65-F5344CB8AC3E}">
        <p14:creationId xmlns:p14="http://schemas.microsoft.com/office/powerpoint/2010/main" val="1910780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8CFAD-DF2F-CE09-85D1-ED16AC7C7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7627BE21-DCC4-A640-0CD2-097BB51423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561227" cy="238180"/>
          </a:xfrm>
        </p:spPr>
        <p:txBody>
          <a:bodyPr/>
          <a:lstStyle/>
          <a:p>
            <a:r>
              <a:rPr lang="pt-PT" sz="2000" noProof="0"/>
              <a:t>Enquadramento</a:t>
            </a:r>
            <a:endParaRPr lang="pt-PT" sz="1800" noProof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8113C39-3007-DE7F-478B-67FD1A332CA7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300" noProof="0"/>
              <a:t>Estrutura do Documento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40ADB79-0238-756D-1781-BEA4F517FC5E}"/>
              </a:ext>
            </a:extLst>
          </p:cNvPr>
          <p:cNvSpPr/>
          <p:nvPr/>
        </p:nvSpPr>
        <p:spPr>
          <a:xfrm>
            <a:off x="5355271" y="487354"/>
            <a:ext cx="1479870" cy="14387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54"/>
            <a:endParaRPr lang="pt-PT" noProof="0">
              <a:solidFill>
                <a:prstClr val="white"/>
              </a:solidFill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C730E9-A618-6FDA-29A4-B80F35E8D489}"/>
              </a:ext>
            </a:extLst>
          </p:cNvPr>
          <p:cNvSpPr/>
          <p:nvPr/>
        </p:nvSpPr>
        <p:spPr>
          <a:xfrm>
            <a:off x="5268007" y="254885"/>
            <a:ext cx="1654397" cy="9298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439CD1-6861-C4C5-29B1-E383D072729F}"/>
              </a:ext>
            </a:extLst>
          </p:cNvPr>
          <p:cNvSpPr/>
          <p:nvPr/>
        </p:nvSpPr>
        <p:spPr>
          <a:xfrm>
            <a:off x="549490" y="1208965"/>
            <a:ext cx="11461601" cy="338555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Com o objetivo de facilitar a leitura do documento, os capítulos seguintes apresentam os temas-chave abaixo indicados: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1D49489-0B6A-6537-B7F0-C7A4F8C14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90" y="1716614"/>
            <a:ext cx="51998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Principais resultados e distribuição das emissões por:</a:t>
            </a:r>
          </a:p>
          <a:p>
            <a:pPr algn="just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Score;</a:t>
            </a: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lvl="8" indent="0" algn="just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Classe do certificado energético;</a:t>
            </a:r>
          </a:p>
          <a:p>
            <a:pPr lvl="8" indent="0" algn="just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Área e finalidade do colateral imobiliário;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Principais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drivers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das emissões;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Highlights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estratégicos e cenários de descarbonização.</a:t>
            </a:r>
          </a:p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Abordagem e metodologia;</a:t>
            </a:r>
          </a:p>
          <a:p>
            <a:pPr marL="171450" indent="-171450" algn="l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Análise de sensibilidade em múltiplos cenários:</a:t>
            </a:r>
          </a:p>
          <a:p>
            <a:pPr lvl="1" indent="0" algn="l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Cenário 1 – Utilização de EPC estimados como reais;</a:t>
            </a:r>
          </a:p>
          <a:p>
            <a:pPr lvl="1" indent="0" algn="l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Cenário 2 – Utilização do montante de avaliação;</a:t>
            </a:r>
          </a:p>
          <a:p>
            <a:pPr lvl="1" indent="0" algn="l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Cenário 3 – Utilização de fatores de emissão de Espanha.</a:t>
            </a:r>
          </a:p>
          <a:p>
            <a:pPr marL="171450" indent="-171450" algn="l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3E1155C-73A7-D690-DA72-B41F794A9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390" y="1716614"/>
            <a:ext cx="387029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Oportunidades de melhoria de dados e modelo;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Integração nos processos de negócio.</a:t>
            </a:r>
          </a:p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Fórmulas de cálculo;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Detalhe das análises de sensibilidade;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Informação sobre fontes de dados.</a:t>
            </a:r>
          </a:p>
        </p:txBody>
      </p:sp>
      <p:pic>
        <p:nvPicPr>
          <p:cNvPr id="15" name="Picture 14" descr="A collection of icons of different types of energy">
            <a:extLst>
              <a:ext uri="{FF2B5EF4-FFF2-40B4-BE49-F238E27FC236}">
                <a16:creationId xmlns:a16="http://schemas.microsoft.com/office/drawing/2014/main" id="{AC2014ED-DAF3-361C-15EA-FA474E20A28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79" t="5114" r="24286" b="75006"/>
          <a:stretch>
            <a:fillRect/>
          </a:stretch>
        </p:blipFill>
        <p:spPr>
          <a:xfrm>
            <a:off x="8777187" y="5034560"/>
            <a:ext cx="793264" cy="874865"/>
          </a:xfrm>
          <a:prstGeom prst="rect">
            <a:avLst/>
          </a:prstGeom>
        </p:spPr>
      </p:pic>
      <p:pic>
        <p:nvPicPr>
          <p:cNvPr id="22" name="Picture 21" descr="A collection of icons of different types of energy">
            <a:extLst>
              <a:ext uri="{FF2B5EF4-FFF2-40B4-BE49-F238E27FC236}">
                <a16:creationId xmlns:a16="http://schemas.microsoft.com/office/drawing/2014/main" id="{C81957E1-D89D-3A21-782C-E101E91DA96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68" t="75248" r="24238" b="5115"/>
          <a:stretch>
            <a:fillRect/>
          </a:stretch>
        </p:blipFill>
        <p:spPr>
          <a:xfrm>
            <a:off x="9705378" y="5037260"/>
            <a:ext cx="889920" cy="864126"/>
          </a:xfrm>
          <a:prstGeom prst="rect">
            <a:avLst/>
          </a:prstGeom>
        </p:spPr>
      </p:pic>
      <p:pic>
        <p:nvPicPr>
          <p:cNvPr id="23" name="Picture 22" descr="A collection of icons of different types of energy">
            <a:extLst>
              <a:ext uri="{FF2B5EF4-FFF2-40B4-BE49-F238E27FC236}">
                <a16:creationId xmlns:a16="http://schemas.microsoft.com/office/drawing/2014/main" id="{19769171-0261-DF25-A196-E5C31051DE4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" t="51724" r="78103" b="28640"/>
          <a:stretch>
            <a:fillRect/>
          </a:stretch>
        </p:blipFill>
        <p:spPr>
          <a:xfrm>
            <a:off x="7776094" y="5039960"/>
            <a:ext cx="889920" cy="864126"/>
          </a:xfrm>
          <a:prstGeom prst="rect">
            <a:avLst/>
          </a:prstGeom>
        </p:spPr>
      </p:pic>
      <p:pic>
        <p:nvPicPr>
          <p:cNvPr id="24" name="Picture 23" descr="A collection of icons of different types of energy">
            <a:extLst>
              <a:ext uri="{FF2B5EF4-FFF2-40B4-BE49-F238E27FC236}">
                <a16:creationId xmlns:a16="http://schemas.microsoft.com/office/drawing/2014/main" id="{490953D7-222E-CA92-7DD5-9D6FC583217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5" t="29043" r="60264" b="51976"/>
          <a:stretch>
            <a:fillRect/>
          </a:stretch>
        </p:blipFill>
        <p:spPr>
          <a:xfrm>
            <a:off x="6791683" y="5059010"/>
            <a:ext cx="867801" cy="835287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CB046B0B-432D-013E-8BB3-9AEC487AA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90" y="1789867"/>
            <a:ext cx="486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pPr algn="l" defTabSz="405446" hangingPunct="1">
              <a:defRPr/>
            </a:pPr>
            <a:r>
              <a:rPr lang="pt-PT" sz="1200" b="1">
                <a:solidFill>
                  <a:schemeClr val="accent6">
                    <a:lumMod val="50000"/>
                  </a:schemeClr>
                </a:solidFill>
                <a:latin typeface="Muli Light" panose="00000400000000000000" pitchFamily="2" charset="0"/>
              </a:rPr>
              <a:t>Resultados</a:t>
            </a:r>
            <a:endParaRPr lang="pt-PT" sz="1200" b="1" noProof="0">
              <a:solidFill>
                <a:schemeClr val="accent6">
                  <a:lumMod val="50000"/>
                </a:schemeClr>
              </a:solidFill>
              <a:latin typeface="Muli Light" panose="00000400000000000000" pitchFamily="2" charset="0"/>
            </a:endParaRPr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04DCE479-DB64-DDC2-3E88-339A2E716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90" y="4019629"/>
            <a:ext cx="4860000" cy="2322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pPr algn="l" defTabSz="405446" hangingPunct="1">
              <a:defRPr/>
            </a:pPr>
            <a:r>
              <a:rPr lang="pt-PT" sz="1200" b="1">
                <a:solidFill>
                  <a:schemeClr val="accent6">
                    <a:lumMod val="50000"/>
                  </a:schemeClr>
                </a:solidFill>
                <a:latin typeface="Muli Light" panose="00000400000000000000" pitchFamily="2" charset="0"/>
              </a:rPr>
              <a:t>Metodologia e Robustez</a:t>
            </a:r>
            <a:endParaRPr lang="pt-PT" sz="1200" b="1" noProof="0">
              <a:solidFill>
                <a:schemeClr val="accent6">
                  <a:lumMod val="50000"/>
                </a:schemeClr>
              </a:solidFill>
              <a:latin typeface="Muli Light" panose="00000400000000000000" pitchFamily="2" charset="0"/>
            </a:endParaRPr>
          </a:p>
        </p:txBody>
      </p:sp>
      <p:sp>
        <p:nvSpPr>
          <p:cNvPr id="27" name="Rectangle 18">
            <a:extLst>
              <a:ext uri="{FF2B5EF4-FFF2-40B4-BE49-F238E27FC236}">
                <a16:creationId xmlns:a16="http://schemas.microsoft.com/office/drawing/2014/main" id="{B08A408E-0510-B967-653F-2FCD3CDC6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389" y="2910508"/>
            <a:ext cx="4860000" cy="2322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 Light" panose="00000400000000000000" pitchFamily="2" charset="0"/>
              </a:rPr>
              <a:t>Anexos</a:t>
            </a:r>
          </a:p>
        </p:txBody>
      </p:sp>
      <p:sp>
        <p:nvSpPr>
          <p:cNvPr id="28" name="Rectangle 18">
            <a:extLst>
              <a:ext uri="{FF2B5EF4-FFF2-40B4-BE49-F238E27FC236}">
                <a16:creationId xmlns:a16="http://schemas.microsoft.com/office/drawing/2014/main" id="{1D43820E-60CD-8954-75EA-758C0D28B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390" y="1795479"/>
            <a:ext cx="4860000" cy="2322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 Light" panose="00000400000000000000" pitchFamily="2" charset="0"/>
              </a:rPr>
              <a:t>Implicações e Próximos Passos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322C2D7-FA2A-5690-C725-41EF99EC2E94}"/>
              </a:ext>
            </a:extLst>
          </p:cNvPr>
          <p:cNvSpPr/>
          <p:nvPr/>
        </p:nvSpPr>
        <p:spPr>
          <a:xfrm>
            <a:off x="549490" y="1692609"/>
            <a:ext cx="438816" cy="42851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noProof="0"/>
              <a:t>2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DAB0408-4136-6DDA-6584-B22E152963C1}"/>
              </a:ext>
            </a:extLst>
          </p:cNvPr>
          <p:cNvSpPr/>
          <p:nvPr/>
        </p:nvSpPr>
        <p:spPr>
          <a:xfrm>
            <a:off x="549490" y="3921517"/>
            <a:ext cx="438816" cy="42851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noProof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31D9C9-8266-D23B-3824-5F616AD7A4FA}"/>
              </a:ext>
            </a:extLst>
          </p:cNvPr>
          <p:cNvSpPr/>
          <p:nvPr/>
        </p:nvSpPr>
        <p:spPr>
          <a:xfrm>
            <a:off x="6678920" y="1703752"/>
            <a:ext cx="438816" cy="42851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noProof="0"/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965E5B4-A11E-5159-428B-C91A94836974}"/>
              </a:ext>
            </a:extLst>
          </p:cNvPr>
          <p:cNvSpPr/>
          <p:nvPr/>
        </p:nvSpPr>
        <p:spPr>
          <a:xfrm>
            <a:off x="6678920" y="2812396"/>
            <a:ext cx="438816" cy="42851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/>
              <a:t>5</a:t>
            </a:r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1757529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51447-1E20-B66B-884C-DED6E1DD0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hand holding a light bulb">
            <a:extLst>
              <a:ext uri="{FF2B5EF4-FFF2-40B4-BE49-F238E27FC236}">
                <a16:creationId xmlns:a16="http://schemas.microsoft.com/office/drawing/2014/main" id="{406B3CB6-AF72-3684-5092-7AA921D97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96"/>
          <a:stretch>
            <a:fillRect/>
          </a:stretch>
        </p:blipFill>
        <p:spPr>
          <a:xfrm>
            <a:off x="-1" y="-1"/>
            <a:ext cx="12190413" cy="69342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31EA8FE-869F-82C6-37ED-176A504553B7}"/>
              </a:ext>
            </a:extLst>
          </p:cNvPr>
          <p:cNvSpPr/>
          <p:nvPr/>
        </p:nvSpPr>
        <p:spPr>
          <a:xfrm>
            <a:off x="-1" y="-347"/>
            <a:ext cx="12190413" cy="6934201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pic>
        <p:nvPicPr>
          <p:cNvPr id="9" name="07.png">
            <a:extLst>
              <a:ext uri="{FF2B5EF4-FFF2-40B4-BE49-F238E27FC236}">
                <a16:creationId xmlns:a16="http://schemas.microsoft.com/office/drawing/2014/main" id="{6A867D43-18C7-826F-8931-BF7F3CE0F9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768827"/>
            <a:ext cx="12192734" cy="17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59CABB3-B30B-8D77-A7D2-1664FAAED96B}"/>
              </a:ext>
            </a:extLst>
          </p:cNvPr>
          <p:cNvSpPr txBox="1">
            <a:spLocks/>
          </p:cNvSpPr>
          <p:nvPr/>
        </p:nvSpPr>
        <p:spPr>
          <a:xfrm>
            <a:off x="809521" y="2933764"/>
            <a:ext cx="10767129" cy="495236"/>
          </a:xfrm>
          <a:prstGeom prst="rect">
            <a:avLst/>
          </a:prstGeom>
        </p:spPr>
        <p:txBody>
          <a:bodyPr/>
          <a:lstStyle>
            <a:lvl1pPr marL="111352" indent="-111352" algn="l" defTabSz="445407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05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759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46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16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486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57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27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297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noProof="0">
                <a:solidFill>
                  <a:schemeClr val="bg1"/>
                </a:solidFill>
                <a:latin typeface="Muli" panose="00000500000000000000" pitchFamily="2" charset="0"/>
              </a:rPr>
              <a:t>2. Resultados</a:t>
            </a:r>
          </a:p>
        </p:txBody>
      </p:sp>
    </p:spTree>
    <p:extLst>
      <p:ext uri="{BB962C8B-B14F-4D97-AF65-F5344CB8AC3E}">
        <p14:creationId xmlns:p14="http://schemas.microsoft.com/office/powerpoint/2010/main" val="4290607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F6D53-E284-0854-8CEC-BD0C3DB30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Flowchart: Delay 185">
            <a:extLst>
              <a:ext uri="{FF2B5EF4-FFF2-40B4-BE49-F238E27FC236}">
                <a16:creationId xmlns:a16="http://schemas.microsoft.com/office/drawing/2014/main" id="{5F800CDF-1D16-8C17-3311-E1EBE8EA1826}"/>
              </a:ext>
            </a:extLst>
          </p:cNvPr>
          <p:cNvSpPr/>
          <p:nvPr/>
        </p:nvSpPr>
        <p:spPr>
          <a:xfrm>
            <a:off x="-41341" y="1"/>
            <a:ext cx="5907987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5AC1F345-6E71-265D-F6B2-143464AF9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Rectangle 212">
            <a:extLst>
              <a:ext uri="{FF2B5EF4-FFF2-40B4-BE49-F238E27FC236}">
                <a16:creationId xmlns:a16="http://schemas.microsoft.com/office/drawing/2014/main" id="{2D2EF867-C22F-1D69-79C7-3351DF6D8A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3807" y="998829"/>
            <a:ext cx="5547113" cy="4861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E81A50-8F1E-CFA6-5A6E-CE370E0CA5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EB83C-42DE-A528-188D-B6E0A4483D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Emissões Totais e Indicadores de Intensidade (1|2)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4ADA0183-762F-65E0-7F3C-3E8B255E5892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11" name="Block Arc 210">
            <a:extLst>
              <a:ext uri="{FF2B5EF4-FFF2-40B4-BE49-F238E27FC236}">
                <a16:creationId xmlns:a16="http://schemas.microsoft.com/office/drawing/2014/main" id="{BFBF43B3-8F4C-3C1D-58D4-E3E01F9AEF4F}"/>
              </a:ext>
            </a:extLst>
          </p:cNvPr>
          <p:cNvSpPr/>
          <p:nvPr/>
        </p:nvSpPr>
        <p:spPr>
          <a:xfrm rot="16429591">
            <a:off x="10648648" y="3531153"/>
            <a:ext cx="3529322" cy="2119531"/>
          </a:xfrm>
          <a:prstGeom prst="blockArc">
            <a:avLst>
              <a:gd name="adj1" fmla="val 11486096"/>
              <a:gd name="adj2" fmla="val 19462196"/>
              <a:gd name="adj3" fmla="val 2623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F3A8B6C-B5B5-DD6D-D23B-E431EB98B2AE}"/>
              </a:ext>
            </a:extLst>
          </p:cNvPr>
          <p:cNvGrpSpPr/>
          <p:nvPr/>
        </p:nvGrpSpPr>
        <p:grpSpPr>
          <a:xfrm>
            <a:off x="6355533" y="2162353"/>
            <a:ext cx="4260322" cy="643853"/>
            <a:chOff x="5790358" y="1311698"/>
            <a:chExt cx="5444991" cy="64385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3A0D053-E177-C1EC-2B6D-DF59848AA9A4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Emissões Financiadas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B9A2AB0-B48A-CCD5-6C37-2E82FA2FC164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101 494 tCO</a:t>
              </a:r>
              <a:r>
                <a:rPr lang="pt-PT" sz="1200" b="1" baseline="-25000" noProof="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4F49662-D780-6F47-87A9-1C7075691A04}"/>
              </a:ext>
            </a:extLst>
          </p:cNvPr>
          <p:cNvGrpSpPr/>
          <p:nvPr/>
        </p:nvGrpSpPr>
        <p:grpSpPr>
          <a:xfrm>
            <a:off x="6355533" y="3103538"/>
            <a:ext cx="4260322" cy="643853"/>
            <a:chOff x="5790358" y="1311698"/>
            <a:chExt cx="5444991" cy="64385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2C6B3F5-0FA0-549F-9D28-65DA587401B2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 dirty="0">
                  <a:solidFill>
                    <a:schemeClr val="bg1"/>
                  </a:solidFill>
                  <a:latin typeface="Muli" panose="00000500000000000000" pitchFamily="2" charset="0"/>
                </a:rPr>
                <a:t>Intensidade Económica das emissões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D2E3B2E-D643-0283-9EFC-C65A6630178B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 dirty="0">
                  <a:solidFill>
                    <a:schemeClr val="tx1"/>
                  </a:solidFill>
                  <a:latin typeface="Muli" panose="00000500000000000000" pitchFamily="2" charset="0"/>
                </a:rPr>
                <a:t>79,94 t</a:t>
              </a:r>
              <a:r>
                <a:rPr lang="pt-PT" sz="1200" b="1" dirty="0">
                  <a:solidFill>
                    <a:schemeClr val="tx1"/>
                  </a:solidFill>
                  <a:latin typeface="Muli" panose="00000500000000000000" pitchFamily="2" charset="0"/>
                </a:rPr>
                <a:t>CO</a:t>
              </a:r>
              <a:r>
                <a:rPr lang="pt-PT" sz="1200" b="1" baseline="-25000" dirty="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 dirty="0">
                  <a:solidFill>
                    <a:schemeClr val="tx1"/>
                  </a:solidFill>
                  <a:latin typeface="Muli" panose="00000500000000000000" pitchFamily="2" charset="0"/>
                </a:rPr>
                <a:t>e/€M 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006E16-9E52-B710-AB52-A02CB5AF9343}"/>
              </a:ext>
            </a:extLst>
          </p:cNvPr>
          <p:cNvGrpSpPr/>
          <p:nvPr/>
        </p:nvGrpSpPr>
        <p:grpSpPr>
          <a:xfrm>
            <a:off x="6355533" y="4044723"/>
            <a:ext cx="4260322" cy="643853"/>
            <a:chOff x="5790358" y="1311698"/>
            <a:chExt cx="5444991" cy="643853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2E06155-C44B-73F9-55CC-A3D93E4BED3A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 dirty="0">
                  <a:solidFill>
                    <a:schemeClr val="bg1"/>
                  </a:solidFill>
                  <a:latin typeface="Muli" panose="00000500000000000000" pitchFamily="2" charset="0"/>
                </a:rPr>
                <a:t>Intensidade Física das emissões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FF2877F-AF55-518D-12D2-0FC51BC5829D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 dirty="0">
                  <a:solidFill>
                    <a:schemeClr val="tx1"/>
                  </a:solidFill>
                  <a:latin typeface="Muli" panose="00000500000000000000" pitchFamily="2" charset="0"/>
                </a:rPr>
                <a:t>48,87 kg</a:t>
              </a:r>
              <a:r>
                <a:rPr lang="pt-PT" sz="1200" b="1" dirty="0">
                  <a:solidFill>
                    <a:schemeClr val="tx1"/>
                  </a:solidFill>
                  <a:latin typeface="Muli" panose="00000500000000000000" pitchFamily="2" charset="0"/>
                </a:rPr>
                <a:t>CO</a:t>
              </a:r>
              <a:r>
                <a:rPr lang="pt-PT" sz="1200" b="1" baseline="-25000" dirty="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 dirty="0">
                  <a:solidFill>
                    <a:schemeClr val="tx1"/>
                  </a:solidFill>
                  <a:latin typeface="Muli" panose="00000500000000000000" pitchFamily="2" charset="0"/>
                </a:rPr>
                <a:t>e/m</a:t>
              </a:r>
              <a:r>
                <a:rPr lang="pt-PT" sz="1200" b="1" baseline="30000" noProof="0" dirty="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F9AF4C2-2E37-89AD-E2A4-97FDF26FD458}"/>
              </a:ext>
            </a:extLst>
          </p:cNvPr>
          <p:cNvGrpSpPr/>
          <p:nvPr/>
        </p:nvGrpSpPr>
        <p:grpSpPr>
          <a:xfrm>
            <a:off x="6355533" y="4985907"/>
            <a:ext cx="4260322" cy="643853"/>
            <a:chOff x="5790358" y="1311698"/>
            <a:chExt cx="5444991" cy="643853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2ED1C30-77D8-06F7-A5DD-27F9010CB405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i="1" noProof="0">
                  <a:solidFill>
                    <a:schemeClr val="bg1"/>
                  </a:solidFill>
                  <a:latin typeface="Muli" panose="00000500000000000000" pitchFamily="2" charset="0"/>
                </a:rPr>
                <a:t>Score</a:t>
              </a:r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 de Qualidade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B0C764E-7E60-651E-B60C-D41366123320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4,1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8BFE78E-3D6A-63AE-4391-0888C43AA27A}"/>
              </a:ext>
            </a:extLst>
          </p:cNvPr>
          <p:cNvGrpSpPr/>
          <p:nvPr/>
        </p:nvGrpSpPr>
        <p:grpSpPr>
          <a:xfrm>
            <a:off x="6355533" y="1221168"/>
            <a:ext cx="4260322" cy="643853"/>
            <a:chOff x="5790358" y="1311698"/>
            <a:chExt cx="5444991" cy="643853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578B4DB-5D0F-3689-469B-58C931533D10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Valor Bruto 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DE349D1-4AD2-0579-F05B-D758F0934E63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1 269 595 966 €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D63F70A-CDA4-5D62-FB9F-EAD64F5CDAAB}"/>
              </a:ext>
            </a:extLst>
          </p:cNvPr>
          <p:cNvSpPr/>
          <p:nvPr/>
        </p:nvSpPr>
        <p:spPr>
          <a:xfrm>
            <a:off x="6093807" y="787651"/>
            <a:ext cx="325100" cy="50731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ECCBF5B-E36F-AD06-5466-1F8985999E7B}"/>
              </a:ext>
            </a:extLst>
          </p:cNvPr>
          <p:cNvCxnSpPr>
            <a:cxnSpLocks/>
          </p:cNvCxnSpPr>
          <p:nvPr/>
        </p:nvCxnSpPr>
        <p:spPr>
          <a:xfrm flipV="1">
            <a:off x="6430702" y="874785"/>
            <a:ext cx="0" cy="511478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E797B1-192B-51DE-CC5D-14BEB6191CA7}"/>
              </a:ext>
            </a:extLst>
          </p:cNvPr>
          <p:cNvGrpSpPr/>
          <p:nvPr/>
        </p:nvGrpSpPr>
        <p:grpSpPr>
          <a:xfrm>
            <a:off x="2028260" y="1309577"/>
            <a:ext cx="1818340" cy="1775011"/>
            <a:chOff x="2296460" y="1720529"/>
            <a:chExt cx="1183341" cy="1155143"/>
          </a:xfrm>
        </p:grpSpPr>
        <p:sp>
          <p:nvSpPr>
            <p:cNvPr id="28" name="Block Arc 27">
              <a:extLst>
                <a:ext uri="{FF2B5EF4-FFF2-40B4-BE49-F238E27FC236}">
                  <a16:creationId xmlns:a16="http://schemas.microsoft.com/office/drawing/2014/main" id="{98DF98E4-A940-BCD0-0E83-596B3FBEDC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99773" y="1793870"/>
              <a:ext cx="1006364" cy="1005990"/>
            </a:xfrm>
            <a:prstGeom prst="blockArc">
              <a:avLst>
                <a:gd name="adj1" fmla="val 10800000"/>
                <a:gd name="adj2" fmla="val 10799997"/>
                <a:gd name="adj3" fmla="val 1800"/>
              </a:avLst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666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29" name="Freeform 65">
              <a:extLst>
                <a:ext uri="{FF2B5EF4-FFF2-40B4-BE49-F238E27FC236}">
                  <a16:creationId xmlns:a16="http://schemas.microsoft.com/office/drawing/2014/main" id="{97C0DB60-AF73-CB43-A080-23CB143FEA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02826" y="1897835"/>
              <a:ext cx="797414" cy="798060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0" vert="horz" wrap="square" lIns="243808" tIns="243808" rIns="210650" bIns="210650" numCol="1" spcCol="1270" anchor="ctr" anchorCtr="0">
              <a:noAutofit/>
            </a:bodyPr>
            <a:lstStyle/>
            <a:p>
              <a:pPr marL="0" marR="0" lvl="0" indent="0" defTabSz="118521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4800" b="0" i="0" u="none" strike="noStrike" kern="1200" cap="none" spc="0" normalizeH="0" baseline="0" noProof="0">
                <a:ln>
                  <a:noFill/>
                </a:ln>
                <a:solidFill>
                  <a:srgbClr val="3BC7E2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503EF1CA-86D4-1CB2-2995-BF3D42D03101}"/>
                </a:ext>
              </a:extLst>
            </p:cNvPr>
            <p:cNvSpPr/>
            <p:nvPr/>
          </p:nvSpPr>
          <p:spPr>
            <a:xfrm rot="21314125">
              <a:off x="2296460" y="1720529"/>
              <a:ext cx="1183341" cy="1155143"/>
            </a:xfrm>
            <a:prstGeom prst="arc">
              <a:avLst>
                <a:gd name="adj1" fmla="val 15864008"/>
                <a:gd name="adj2" fmla="val 6331070"/>
              </a:avLst>
            </a:prstGeom>
            <a:noFill/>
            <a:ln w="57150" cap="flat" cmpd="sng" algn="ctr">
              <a:solidFill>
                <a:srgbClr val="003E5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53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endParaRPr>
            </a:p>
          </p:txBody>
        </p:sp>
        <p:pic>
          <p:nvPicPr>
            <p:cNvPr id="31" name="Graphic 30" descr="City with solid fill">
              <a:extLst>
                <a:ext uri="{FF2B5EF4-FFF2-40B4-BE49-F238E27FC236}">
                  <a16:creationId xmlns:a16="http://schemas.microsoft.com/office/drawing/2014/main" id="{EB1153C4-79A6-91D6-6529-5F4A1E2CC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595533" y="1990865"/>
              <a:ext cx="612000" cy="612000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9368512-C7D0-E8D9-706F-B71A8C083842}"/>
              </a:ext>
            </a:extLst>
          </p:cNvPr>
          <p:cNvSpPr txBox="1"/>
          <p:nvPr/>
        </p:nvSpPr>
        <p:spPr>
          <a:xfrm>
            <a:off x="1244636" y="3214606"/>
            <a:ext cx="3385589" cy="3404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 algn="l">
              <a:spcAft>
                <a:spcPts val="120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Muli Light" panose="00000400000000000000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 defTabSz="405487">
              <a:buNone/>
              <a:defRPr/>
            </a:pPr>
            <a:r>
              <a:rPr lang="pt-PT" sz="1800" b="1" i="1" noProof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" panose="00000500000000000000" pitchFamily="2" charset="0"/>
              </a:rPr>
              <a:t>Commercial</a:t>
            </a:r>
            <a:r>
              <a:rPr lang="pt-PT" sz="1800" b="1" i="1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" panose="00000500000000000000" pitchFamily="2" charset="0"/>
              </a:rPr>
              <a:t> Real </a:t>
            </a:r>
            <a:r>
              <a:rPr lang="pt-PT" sz="1800" b="1" i="1" noProof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" panose="00000500000000000000" pitchFamily="2" charset="0"/>
              </a:rPr>
              <a:t>Estate</a:t>
            </a:r>
            <a:r>
              <a:rPr lang="pt-PT" sz="1800" b="1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" panose="00000500000000000000" pitchFamily="2" charset="0"/>
              </a:rPr>
              <a:t> (CRE)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020960-A5EE-7069-D5DF-867971028148}"/>
              </a:ext>
            </a:extLst>
          </p:cNvPr>
          <p:cNvSpPr txBox="1"/>
          <p:nvPr/>
        </p:nvSpPr>
        <p:spPr>
          <a:xfrm>
            <a:off x="549490" y="3536445"/>
            <a:ext cx="477588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 hangingPunct="1">
              <a:spcAft>
                <a:spcPts val="600"/>
              </a:spcAft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Considera-se como classe de ativos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 (CRE) o conjunto de exposições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on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-balance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sheet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concedidas para fins corporativos específicos, nomeadamente para a aquisição ou refinanciamento de imóveis utilizados em atividades que geram rendimento para os seus proprietários e relativamente aos quais o Banco não detém o controlo operacional. </a:t>
            </a:r>
          </a:p>
          <a:p>
            <a:pPr lvl="0" algn="just" defTabSz="914400" hangingPunct="1">
              <a:spcAft>
                <a:spcPts val="600"/>
              </a:spcAft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Neste sentido, são considerados os financiamento classificados com o propósito</a:t>
            </a:r>
            <a:r>
              <a:rPr lang="pt-PT" sz="1000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 de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(CRE)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. 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Neste universo não são considerados: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 à construção de imóveis;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sem colaterais imobiliários associados;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cujo colateral imobiliário relacionado seja exclusivamente garagens e/ou estacionamentos;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onde a atividade económica do cliente não se enquadra nos setores</a:t>
            </a:r>
            <a:r>
              <a:rPr lang="pt-PT" sz="1000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 aplicáveis.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E960D0-DB51-048F-0C1C-B1351A2C872B}"/>
              </a:ext>
            </a:extLst>
          </p:cNvPr>
          <p:cNvSpPr/>
          <p:nvPr/>
        </p:nvSpPr>
        <p:spPr>
          <a:xfrm>
            <a:off x="549490" y="6124274"/>
            <a:ext cx="10784631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O propósito do financiamento é definido através da variável 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purpose_code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da tabela cd_captools.ct004_univ_cto, de modo a garantir coerência entre as diversas fontes de dados utilizados no Banco. (2) Na definição do universo considera-se apenas exposições associadas a códigos de atividade económica 41.10 (promoção imobiliária e desenvolvimento de projetos), 55.11 (estabelecimentos hoteleiros) e 68 (atividades imobiliárias). 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686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77C5D-993D-2DD7-84E6-AD8541554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Flowchart: Delay 185">
            <a:extLst>
              <a:ext uri="{FF2B5EF4-FFF2-40B4-BE49-F238E27FC236}">
                <a16:creationId xmlns:a16="http://schemas.microsoft.com/office/drawing/2014/main" id="{95A693C6-E9F2-830A-5A2C-AFFF98EC9D54}"/>
              </a:ext>
            </a:extLst>
          </p:cNvPr>
          <p:cNvSpPr/>
          <p:nvPr/>
        </p:nvSpPr>
        <p:spPr>
          <a:xfrm>
            <a:off x="-41341" y="1"/>
            <a:ext cx="5907987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AA217DC9-5D6F-7128-30B4-1F3CBDC75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Rectangle 212">
            <a:extLst>
              <a:ext uri="{FF2B5EF4-FFF2-40B4-BE49-F238E27FC236}">
                <a16:creationId xmlns:a16="http://schemas.microsoft.com/office/drawing/2014/main" id="{3D0ADF23-A295-4D61-8CEF-58284A4BD0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3807" y="998829"/>
            <a:ext cx="5547113" cy="4861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B14680-A7CC-050B-C5DD-FB26A2B2D9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9185A-BFC0-31F8-8403-6AA03972D0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Emissões Totais e Indicadores de Intensidade (2|2)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D5BC2A42-A99A-BC9E-DAC8-8E80E6752FF4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11" name="Block Arc 210">
            <a:extLst>
              <a:ext uri="{FF2B5EF4-FFF2-40B4-BE49-F238E27FC236}">
                <a16:creationId xmlns:a16="http://schemas.microsoft.com/office/drawing/2014/main" id="{D138DFAB-B84F-2164-0959-1E5D7D13F22A}"/>
              </a:ext>
            </a:extLst>
          </p:cNvPr>
          <p:cNvSpPr/>
          <p:nvPr/>
        </p:nvSpPr>
        <p:spPr>
          <a:xfrm rot="16429591">
            <a:off x="10648648" y="3531153"/>
            <a:ext cx="3529322" cy="2119531"/>
          </a:xfrm>
          <a:prstGeom prst="blockArc">
            <a:avLst>
              <a:gd name="adj1" fmla="val 11486096"/>
              <a:gd name="adj2" fmla="val 19462196"/>
              <a:gd name="adj3" fmla="val 2623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DEACA-8512-3B84-F859-F99180AD86D3}"/>
              </a:ext>
            </a:extLst>
          </p:cNvPr>
          <p:cNvGrpSpPr/>
          <p:nvPr/>
        </p:nvGrpSpPr>
        <p:grpSpPr>
          <a:xfrm>
            <a:off x="6355533" y="2162353"/>
            <a:ext cx="4260322" cy="643853"/>
            <a:chOff x="5790358" y="1311698"/>
            <a:chExt cx="5444991" cy="64385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DC3C7BD-8B49-B068-2FDF-10159C283DA7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Emissões Financiadas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A9A146A-D664-B548-7A99-C3992BE5888B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422 389 t</a:t>
              </a:r>
              <a:r>
                <a:rPr lang="pt-PT" sz="1200" b="1">
                  <a:solidFill>
                    <a:schemeClr val="tx1"/>
                  </a:solidFill>
                  <a:latin typeface="Muli" panose="00000500000000000000" pitchFamily="2" charset="0"/>
                </a:rPr>
                <a:t>CO</a:t>
              </a:r>
              <a:r>
                <a:rPr lang="pt-PT" sz="1200" b="1" baseline="-2500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789D7D8-1D59-7297-0983-C88406B52682}"/>
              </a:ext>
            </a:extLst>
          </p:cNvPr>
          <p:cNvGrpSpPr/>
          <p:nvPr/>
        </p:nvGrpSpPr>
        <p:grpSpPr>
          <a:xfrm>
            <a:off x="6355533" y="3103538"/>
            <a:ext cx="4260322" cy="643853"/>
            <a:chOff x="5790358" y="1311698"/>
            <a:chExt cx="5444991" cy="64385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23F03EF-B845-51D5-DE3F-EA6D125E7732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Intensidade Económica das emissões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DDEFF81-58B5-2C88-1B93-9A1A24FC062C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 dirty="0">
                  <a:solidFill>
                    <a:schemeClr val="tx1"/>
                  </a:solidFill>
                  <a:latin typeface="Muli" panose="00000500000000000000" pitchFamily="2" charset="0"/>
                </a:rPr>
                <a:t>18,12 t</a:t>
              </a:r>
              <a:r>
                <a:rPr lang="pt-PT" sz="1200" b="1" dirty="0">
                  <a:solidFill>
                    <a:schemeClr val="tx1"/>
                  </a:solidFill>
                  <a:latin typeface="Muli" panose="00000500000000000000" pitchFamily="2" charset="0"/>
                </a:rPr>
                <a:t>CO</a:t>
              </a:r>
              <a:r>
                <a:rPr lang="pt-PT" sz="1200" b="1" baseline="-25000" dirty="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 dirty="0">
                  <a:solidFill>
                    <a:schemeClr val="tx1"/>
                  </a:solidFill>
                  <a:latin typeface="Muli" panose="00000500000000000000" pitchFamily="2" charset="0"/>
                </a:rPr>
                <a:t>e/€M 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F63685A-88EF-95A6-141D-00F5C4D108B0}"/>
              </a:ext>
            </a:extLst>
          </p:cNvPr>
          <p:cNvGrpSpPr/>
          <p:nvPr/>
        </p:nvGrpSpPr>
        <p:grpSpPr>
          <a:xfrm>
            <a:off x="6355533" y="4044723"/>
            <a:ext cx="4260322" cy="643853"/>
            <a:chOff x="5790358" y="1311698"/>
            <a:chExt cx="5444991" cy="643853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5F2A9A8-E580-A81B-3B62-F3D2A068A92E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Intensidade Física das emissões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649CC75-29BF-76D9-1C07-B93CA04FD11A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 dirty="0">
                  <a:solidFill>
                    <a:schemeClr val="tx1"/>
                  </a:solidFill>
                  <a:latin typeface="Muli" panose="00000500000000000000" pitchFamily="2" charset="0"/>
                </a:rPr>
                <a:t>13,70 kg</a:t>
              </a:r>
              <a:r>
                <a:rPr lang="pt-PT" sz="1200" b="1" dirty="0">
                  <a:solidFill>
                    <a:schemeClr val="tx1"/>
                  </a:solidFill>
                  <a:latin typeface="Muli" panose="00000500000000000000" pitchFamily="2" charset="0"/>
                </a:rPr>
                <a:t>CO</a:t>
              </a:r>
              <a:r>
                <a:rPr lang="pt-PT" sz="1200" b="1" baseline="-25000" dirty="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 dirty="0">
                  <a:solidFill>
                    <a:schemeClr val="tx1"/>
                  </a:solidFill>
                  <a:latin typeface="Muli" panose="00000500000000000000" pitchFamily="2" charset="0"/>
                </a:rPr>
                <a:t>e/m</a:t>
              </a:r>
              <a:r>
                <a:rPr lang="pt-PT" sz="1200" b="1" baseline="30000" noProof="0" dirty="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C67DBE2-3C75-FE44-A88F-C404A628F1C6}"/>
              </a:ext>
            </a:extLst>
          </p:cNvPr>
          <p:cNvGrpSpPr/>
          <p:nvPr/>
        </p:nvGrpSpPr>
        <p:grpSpPr>
          <a:xfrm>
            <a:off x="6355533" y="4985907"/>
            <a:ext cx="4260322" cy="643853"/>
            <a:chOff x="5790358" y="1311698"/>
            <a:chExt cx="5444991" cy="643853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082D1F9-C64D-AE7B-8690-1DDBC63EEC6E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i="1" noProof="0">
                  <a:solidFill>
                    <a:schemeClr val="bg1"/>
                  </a:solidFill>
                  <a:latin typeface="Muli" panose="00000500000000000000" pitchFamily="2" charset="0"/>
                </a:rPr>
                <a:t>Score</a:t>
              </a:r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 de Qualidade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29284FAC-8C75-2A09-38AB-1A6116122392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 dirty="0">
                  <a:solidFill>
                    <a:schemeClr val="tx1"/>
                  </a:solidFill>
                  <a:latin typeface="Muli" panose="00000500000000000000" pitchFamily="2" charset="0"/>
                </a:rPr>
                <a:t>3,8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31184C0-C890-9204-EB23-5264448DAB13}"/>
              </a:ext>
            </a:extLst>
          </p:cNvPr>
          <p:cNvGrpSpPr/>
          <p:nvPr/>
        </p:nvGrpSpPr>
        <p:grpSpPr>
          <a:xfrm>
            <a:off x="6355533" y="1221168"/>
            <a:ext cx="4260322" cy="643853"/>
            <a:chOff x="5790358" y="1311698"/>
            <a:chExt cx="5444991" cy="643853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981253D-2D93-3D17-C21C-D490B2452341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Valor Bruto 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79F75A7-B842-085D-1D6F-13A45C0E3523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23 305 986 580 €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F419C23F-AB7D-0DDD-3ACF-BDAF2C5CDC6F}"/>
              </a:ext>
            </a:extLst>
          </p:cNvPr>
          <p:cNvSpPr/>
          <p:nvPr/>
        </p:nvSpPr>
        <p:spPr>
          <a:xfrm>
            <a:off x="6093807" y="787651"/>
            <a:ext cx="325100" cy="50731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FE23A0-0EE8-25DF-5C03-3E11F2CCA490}"/>
              </a:ext>
            </a:extLst>
          </p:cNvPr>
          <p:cNvCxnSpPr>
            <a:cxnSpLocks/>
          </p:cNvCxnSpPr>
          <p:nvPr/>
        </p:nvCxnSpPr>
        <p:spPr>
          <a:xfrm flipV="1">
            <a:off x="6430702" y="874785"/>
            <a:ext cx="0" cy="511478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32F20E6-E572-0ED0-7692-5075D09C0514}"/>
              </a:ext>
            </a:extLst>
          </p:cNvPr>
          <p:cNvGrpSpPr/>
          <p:nvPr/>
        </p:nvGrpSpPr>
        <p:grpSpPr>
          <a:xfrm>
            <a:off x="2028430" y="1309577"/>
            <a:ext cx="1818000" cy="1774800"/>
            <a:chOff x="7546897" y="1673379"/>
            <a:chExt cx="1183341" cy="1155143"/>
          </a:xfrm>
        </p:grpSpPr>
        <p:sp>
          <p:nvSpPr>
            <p:cNvPr id="11" name="Block Arc 10">
              <a:extLst>
                <a:ext uri="{FF2B5EF4-FFF2-40B4-BE49-F238E27FC236}">
                  <a16:creationId xmlns:a16="http://schemas.microsoft.com/office/drawing/2014/main" id="{DE498241-7090-9A2F-33C7-52EF238A59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50210" y="1746720"/>
              <a:ext cx="1006364" cy="1005990"/>
            </a:xfrm>
            <a:prstGeom prst="blockArc">
              <a:avLst>
                <a:gd name="adj1" fmla="val 10800000"/>
                <a:gd name="adj2" fmla="val 10799997"/>
                <a:gd name="adj3" fmla="val 1800"/>
              </a:avLst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666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12" name="Freeform 65">
              <a:extLst>
                <a:ext uri="{FF2B5EF4-FFF2-40B4-BE49-F238E27FC236}">
                  <a16:creationId xmlns:a16="http://schemas.microsoft.com/office/drawing/2014/main" id="{2C4DCB4D-44CE-A98E-207B-22AA492E5A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53263" y="1850685"/>
              <a:ext cx="797414" cy="798060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0" vert="horz" wrap="square" lIns="243808" tIns="243808" rIns="210650" bIns="210650" numCol="1" spcCol="1270" anchor="ctr" anchorCtr="0">
              <a:noAutofit/>
            </a:bodyPr>
            <a:lstStyle/>
            <a:p>
              <a:pPr marL="0" marR="0" lvl="0" indent="0" defTabSz="118521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4800" b="0" i="0" u="none" strike="noStrike" kern="1200" cap="none" spc="0" normalizeH="0" baseline="0" noProof="0">
                <a:ln>
                  <a:noFill/>
                </a:ln>
                <a:solidFill>
                  <a:srgbClr val="3BC7E2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675039D7-AF28-8932-8CFB-6E1808D2D393}"/>
                </a:ext>
              </a:extLst>
            </p:cNvPr>
            <p:cNvSpPr/>
            <p:nvPr/>
          </p:nvSpPr>
          <p:spPr>
            <a:xfrm rot="21314125">
              <a:off x="7546897" y="1673379"/>
              <a:ext cx="1183341" cy="1155143"/>
            </a:xfrm>
            <a:prstGeom prst="arc">
              <a:avLst>
                <a:gd name="adj1" fmla="val 15864008"/>
                <a:gd name="adj2" fmla="val 6331070"/>
              </a:avLst>
            </a:prstGeom>
            <a:noFill/>
            <a:ln w="57150" cap="flat" cmpd="sng" algn="ctr">
              <a:solidFill>
                <a:srgbClr val="003E5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53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endParaRPr>
            </a:p>
          </p:txBody>
        </p:sp>
        <p:pic>
          <p:nvPicPr>
            <p:cNvPr id="14" name="Graphic 13" descr="Home with solid fill">
              <a:extLst>
                <a:ext uri="{FF2B5EF4-FFF2-40B4-BE49-F238E27FC236}">
                  <a16:creationId xmlns:a16="http://schemas.microsoft.com/office/drawing/2014/main" id="{5BA14B25-592B-1063-D27E-0BBD48B5A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44170" y="1941915"/>
              <a:ext cx="615600" cy="615600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98CBADB2-4D87-3226-8A41-75C699EB89E6}"/>
              </a:ext>
            </a:extLst>
          </p:cNvPr>
          <p:cNvSpPr txBox="1"/>
          <p:nvPr/>
        </p:nvSpPr>
        <p:spPr>
          <a:xfrm>
            <a:off x="1332065" y="3214606"/>
            <a:ext cx="3210731" cy="3404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 algn="l">
              <a:spcAft>
                <a:spcPts val="120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Muli Light" panose="00000400000000000000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 defTabSz="405487">
              <a:buNone/>
              <a:defRPr/>
            </a:pPr>
            <a:r>
              <a:rPr lang="pt-PT" sz="1800" b="1" i="1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" panose="00000500000000000000" pitchFamily="2" charset="0"/>
              </a:rPr>
              <a:t>Mortgages</a:t>
            </a:r>
            <a:endParaRPr lang="pt-PT" sz="1800" b="1" noProof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uli" panose="00000500000000000000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5E03E9-0519-7962-E4D5-C91B42C15C96}"/>
              </a:ext>
            </a:extLst>
          </p:cNvPr>
          <p:cNvSpPr txBox="1"/>
          <p:nvPr/>
        </p:nvSpPr>
        <p:spPr>
          <a:xfrm>
            <a:off x="549490" y="3520022"/>
            <a:ext cx="477588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 hangingPunct="1">
              <a:spcAft>
                <a:spcPts val="600"/>
              </a:spcAft>
              <a:defRPr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Considera-se como classe de ativos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o conjunto de exposições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on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-balance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sheet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concedidas para fins de crédito hipotecário a particulares, destinadas à aquisição ou refinanciamento de imóveis utilizados exclusivamente para fins residenciais.</a:t>
            </a:r>
          </a:p>
          <a:p>
            <a:pPr lvl="0" algn="just" defTabSz="914400" hangingPunct="1">
              <a:spcAft>
                <a:spcPts val="600"/>
              </a:spcAft>
              <a:defRPr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Neste sentido, são considerados os financiamento classificados com o propósito</a:t>
            </a:r>
            <a:r>
              <a:rPr lang="pt-PT" sz="1200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Habitação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.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Neste universo não são considerados: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sem colaterais imobiliários associados;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cujo colateral imobiliário relacionado seja exclusivamente garagens e/ou estacionamentos.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64197F-75C5-4800-15F4-C34E0FAAF88F}"/>
              </a:ext>
            </a:extLst>
          </p:cNvPr>
          <p:cNvSpPr/>
          <p:nvPr/>
        </p:nvSpPr>
        <p:spPr>
          <a:xfrm>
            <a:off x="549490" y="6124274"/>
            <a:ext cx="10860187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(1) O propósito do financiamento é definido através da variável purpose_code da tabela cd_captools.ct004_univ_cto, de modo a garantir coerência entre as diversas fontes de dados utilizados no Banco.</a:t>
            </a:r>
          </a:p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307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145A4-62E1-0F46-A000-D8398D5C4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265F66C-CF33-10CB-DE9E-80CCCD0BE379}"/>
              </a:ext>
            </a:extLst>
          </p:cNvPr>
          <p:cNvGrpSpPr/>
          <p:nvPr/>
        </p:nvGrpSpPr>
        <p:grpSpPr>
          <a:xfrm>
            <a:off x="6061189" y="1387819"/>
            <a:ext cx="5340007" cy="2640197"/>
            <a:chOff x="542686" y="3585033"/>
            <a:chExt cx="5340007" cy="264019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01B004F-320B-19B4-4A7F-256D844449B5}"/>
                </a:ext>
              </a:extLst>
            </p:cNvPr>
            <p:cNvGrpSpPr/>
            <p:nvPr/>
          </p:nvGrpSpPr>
          <p:grpSpPr>
            <a:xfrm>
              <a:off x="542686" y="3585033"/>
              <a:ext cx="1583794" cy="2640195"/>
              <a:chOff x="803742" y="1666327"/>
              <a:chExt cx="1584000" cy="2640539"/>
            </a:xfrm>
          </p:grpSpPr>
          <p:graphicFrame>
            <p:nvGraphicFramePr>
              <p:cNvPr id="17" name="Chart 16">
                <a:extLst>
                  <a:ext uri="{FF2B5EF4-FFF2-40B4-BE49-F238E27FC236}">
                    <a16:creationId xmlns:a16="http://schemas.microsoft.com/office/drawing/2014/main" id="{C40E2B9D-9065-13B8-B947-738AD6EC8477}"/>
                  </a:ext>
                </a:extLst>
              </p:cNvPr>
              <p:cNvGraphicFramePr/>
              <p:nvPr/>
            </p:nvGraphicFramePr>
            <p:xfrm>
              <a:off x="803742" y="1666327"/>
              <a:ext cx="1584000" cy="264053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9AFF205-BB62-5522-2445-21D0384EE184}"/>
                  </a:ext>
                </a:extLst>
              </p:cNvPr>
              <p:cNvSpPr txBox="1"/>
              <p:nvPr/>
            </p:nvSpPr>
            <p:spPr>
              <a:xfrm>
                <a:off x="1403896" y="2863481"/>
                <a:ext cx="383692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1</a:t>
                </a: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%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CA075F3-60C3-09BC-AFFE-D6BB57F4230F}"/>
                  </a:ext>
                </a:extLst>
              </p:cNvPr>
              <p:cNvSpPr txBox="1"/>
              <p:nvPr/>
            </p:nvSpPr>
            <p:spPr>
              <a:xfrm>
                <a:off x="1319024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DQS3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CBDCCAD-14AF-AFD5-FACF-737DD8152492}"/>
                </a:ext>
              </a:extLst>
            </p:cNvPr>
            <p:cNvGrpSpPr/>
            <p:nvPr/>
          </p:nvGrpSpPr>
          <p:grpSpPr>
            <a:xfrm>
              <a:off x="2420792" y="3585033"/>
              <a:ext cx="1583794" cy="2640197"/>
              <a:chOff x="3512753" y="1666330"/>
              <a:chExt cx="1584000" cy="2640541"/>
            </a:xfrm>
          </p:grpSpPr>
          <p:graphicFrame>
            <p:nvGraphicFramePr>
              <p:cNvPr id="14" name="Chart 13">
                <a:extLst>
                  <a:ext uri="{FF2B5EF4-FFF2-40B4-BE49-F238E27FC236}">
                    <a16:creationId xmlns:a16="http://schemas.microsoft.com/office/drawing/2014/main" id="{8F55A342-A933-CCB7-4369-0868E19015A4}"/>
                  </a:ext>
                </a:extLst>
              </p:cNvPr>
              <p:cNvGraphicFramePr/>
              <p:nvPr/>
            </p:nvGraphicFramePr>
            <p:xfrm>
              <a:off x="3512753" y="1666330"/>
              <a:ext cx="1584000" cy="264054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79B3EA-D742-CF6E-5DF1-B5BE7EE3CA22}"/>
                  </a:ext>
                </a:extLst>
              </p:cNvPr>
              <p:cNvSpPr txBox="1"/>
              <p:nvPr/>
            </p:nvSpPr>
            <p:spPr>
              <a:xfrm>
                <a:off x="4033891" y="2853547"/>
                <a:ext cx="482003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92</a:t>
                </a: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%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CC3C59-79B3-1C69-F503-32F337B0A626}"/>
                  </a:ext>
                </a:extLst>
              </p:cNvPr>
              <p:cNvSpPr txBox="1"/>
              <p:nvPr/>
            </p:nvSpPr>
            <p:spPr>
              <a:xfrm>
                <a:off x="4029354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DQS4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C846C0D-C054-4368-DB17-2F2B71ED8C7B}"/>
                </a:ext>
              </a:extLst>
            </p:cNvPr>
            <p:cNvGrpSpPr/>
            <p:nvPr/>
          </p:nvGrpSpPr>
          <p:grpSpPr>
            <a:xfrm>
              <a:off x="4298899" y="3585033"/>
              <a:ext cx="1583794" cy="2640195"/>
              <a:chOff x="6189283" y="1664019"/>
              <a:chExt cx="1584000" cy="2640539"/>
            </a:xfrm>
          </p:grpSpPr>
          <p:graphicFrame>
            <p:nvGraphicFramePr>
              <p:cNvPr id="11" name="Chart 10">
                <a:extLst>
                  <a:ext uri="{FF2B5EF4-FFF2-40B4-BE49-F238E27FC236}">
                    <a16:creationId xmlns:a16="http://schemas.microsoft.com/office/drawing/2014/main" id="{19028BC1-48BF-57C3-53C0-A894C9A29AF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79746273"/>
                  </p:ext>
                </p:extLst>
              </p:nvPr>
            </p:nvGraphicFramePr>
            <p:xfrm>
              <a:off x="6189283" y="1664019"/>
              <a:ext cx="1584000" cy="264053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53A9EF-EFF8-2259-BE6C-FC4BAEBEDD7A}"/>
                  </a:ext>
                </a:extLst>
              </p:cNvPr>
              <p:cNvSpPr txBox="1"/>
              <p:nvPr/>
            </p:nvSpPr>
            <p:spPr>
              <a:xfrm>
                <a:off x="6789672" y="2861177"/>
                <a:ext cx="383222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7%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35969D-F76F-C17D-15DA-05E50C78FE44}"/>
                  </a:ext>
                </a:extLst>
              </p:cNvPr>
              <p:cNvSpPr txBox="1"/>
              <p:nvPr/>
            </p:nvSpPr>
            <p:spPr>
              <a:xfrm>
                <a:off x="6727826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DQS5</a:t>
                </a: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B5DA67E-46B5-2EAA-6A68-43FB24F13B54}"/>
                </a:ext>
              </a:extLst>
            </p:cNvPr>
            <p:cNvSpPr/>
            <p:nvPr/>
          </p:nvSpPr>
          <p:spPr>
            <a:xfrm>
              <a:off x="542686" y="4001219"/>
              <a:ext cx="5334182" cy="2114275"/>
            </a:xfrm>
            <a:prstGeom prst="rect">
              <a:avLst/>
            </a:prstGeom>
            <a:noFill/>
            <a:ln w="12700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/>
            </a:p>
          </p:txBody>
        </p:sp>
        <p:sp>
          <p:nvSpPr>
            <p:cNvPr id="10" name="Rectangle 18">
              <a:extLst>
                <a:ext uri="{FF2B5EF4-FFF2-40B4-BE49-F238E27FC236}">
                  <a16:creationId xmlns:a16="http://schemas.microsoft.com/office/drawing/2014/main" id="{8F1E395F-A6C5-93A8-F775-87F207E0F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173" y="3961352"/>
              <a:ext cx="4379940" cy="85587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05" hangingPunct="1">
                <a:defRPr/>
              </a:pPr>
              <a:r>
                <a:rPr lang="pt-PT" sz="900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Distribuição das emissões calculadas pelo respetivo </a:t>
              </a:r>
              <a:r>
                <a:rPr lang="pt-PT" sz="900" i="1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Data </a:t>
              </a:r>
              <a:r>
                <a:rPr lang="pt-PT" sz="900" i="1" noProof="0" err="1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Quality</a:t>
              </a:r>
              <a:r>
                <a:rPr lang="pt-PT" sz="900" i="1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 Score</a:t>
              </a:r>
              <a:r>
                <a:rPr lang="pt-PT" sz="900" baseline="30000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1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7D3D44AC-61A2-362E-AB40-4B8A5FB4CBED}"/>
              </a:ext>
            </a:extLst>
          </p:cNvPr>
          <p:cNvSpPr/>
          <p:nvPr/>
        </p:nvSpPr>
        <p:spPr>
          <a:xfrm>
            <a:off x="0" y="1794404"/>
            <a:ext cx="5728056" cy="21142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E8C91625-C995-AF4E-07F4-F22E574B61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C873CA82-8EE3-DE70-A1B6-E281DE7C22DA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65503B-2EDD-7EEC-69B1-2D5AE5AD8AA5}"/>
              </a:ext>
            </a:extLst>
          </p:cNvPr>
          <p:cNvSpPr/>
          <p:nvPr/>
        </p:nvSpPr>
        <p:spPr>
          <a:xfrm>
            <a:off x="1876425" y="2389876"/>
            <a:ext cx="3535834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No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(CRE)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verificou-se uma maior concentração de emissões financiadas calculadas com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um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score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4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correspondendo a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93 533 tCO</a:t>
            </a:r>
            <a:r>
              <a:rPr lang="pt-PT" sz="1200" b="1" baseline="-25000" noProof="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num total de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101 494 </a:t>
            </a:r>
            <a:r>
              <a:rPr lang="pt-PT" sz="1200" b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tCO</a:t>
            </a:r>
            <a:r>
              <a:rPr lang="pt-PT" sz="1200" b="1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de emissões financiadas.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DF4EC3-9615-1C34-B008-987E3ED6883B}"/>
              </a:ext>
            </a:extLst>
          </p:cNvPr>
          <p:cNvSpPr/>
          <p:nvPr/>
        </p:nvSpPr>
        <p:spPr>
          <a:xfrm>
            <a:off x="549490" y="1162800"/>
            <a:ext cx="11461601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De acordo com a metodologia PCAF, ao cálculo das emissões financiadas é atribuído um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score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que depende da abrangência e da qualidade da informação disponível sobre o imóvel e que pode variar entre 1 (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score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melhor qualidade/ associado a maior certeza sobre o cálculo) e 5 (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score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pior qualidade/ associado a menor certeza sobre o cálculo).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B38F3AB-9257-C8C3-D91C-671996F02BA0}"/>
              </a:ext>
            </a:extLst>
          </p:cNvPr>
          <p:cNvGrpSpPr/>
          <p:nvPr/>
        </p:nvGrpSpPr>
        <p:grpSpPr>
          <a:xfrm>
            <a:off x="6070714" y="3607144"/>
            <a:ext cx="5340007" cy="2640197"/>
            <a:chOff x="542686" y="3585033"/>
            <a:chExt cx="5340007" cy="264019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CAE13D1-B1F0-B460-CDD0-282EEDF53284}"/>
                </a:ext>
              </a:extLst>
            </p:cNvPr>
            <p:cNvGrpSpPr/>
            <p:nvPr/>
          </p:nvGrpSpPr>
          <p:grpSpPr>
            <a:xfrm>
              <a:off x="542686" y="3585033"/>
              <a:ext cx="1583794" cy="2640195"/>
              <a:chOff x="803742" y="1666327"/>
              <a:chExt cx="1584000" cy="2640539"/>
            </a:xfrm>
          </p:grpSpPr>
          <p:graphicFrame>
            <p:nvGraphicFramePr>
              <p:cNvPr id="44" name="Chart 43">
                <a:extLst>
                  <a:ext uri="{FF2B5EF4-FFF2-40B4-BE49-F238E27FC236}">
                    <a16:creationId xmlns:a16="http://schemas.microsoft.com/office/drawing/2014/main" id="{65EC1DB2-114A-866B-FC6D-B0D88D10317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61386303"/>
                  </p:ext>
                </p:extLst>
              </p:nvPr>
            </p:nvGraphicFramePr>
            <p:xfrm>
              <a:off x="803742" y="1666327"/>
              <a:ext cx="1584000" cy="264053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7"/>
              </a:graphicData>
            </a:graphic>
          </p:graphicFrame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57D5F67-924E-E006-7834-F30FD7025E6B}"/>
                  </a:ext>
                </a:extLst>
              </p:cNvPr>
              <p:cNvSpPr txBox="1"/>
              <p:nvPr/>
            </p:nvSpPr>
            <p:spPr>
              <a:xfrm>
                <a:off x="1357129" y="2863465"/>
                <a:ext cx="478090" cy="24625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21</a:t>
                </a: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%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A193402-DB23-0769-386A-BC737F5F0783}"/>
                  </a:ext>
                </a:extLst>
              </p:cNvPr>
              <p:cNvSpPr txBox="1"/>
              <p:nvPr/>
            </p:nvSpPr>
            <p:spPr>
              <a:xfrm>
                <a:off x="1319024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DQS3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E06578F-0240-66D7-B4FF-F2D5F84C3B9B}"/>
                </a:ext>
              </a:extLst>
            </p:cNvPr>
            <p:cNvGrpSpPr/>
            <p:nvPr/>
          </p:nvGrpSpPr>
          <p:grpSpPr>
            <a:xfrm>
              <a:off x="2420792" y="3585033"/>
              <a:ext cx="1583794" cy="2640197"/>
              <a:chOff x="3512753" y="1666330"/>
              <a:chExt cx="1584000" cy="2640541"/>
            </a:xfrm>
          </p:grpSpPr>
          <p:graphicFrame>
            <p:nvGraphicFramePr>
              <p:cNvPr id="41" name="Chart 40">
                <a:extLst>
                  <a:ext uri="{FF2B5EF4-FFF2-40B4-BE49-F238E27FC236}">
                    <a16:creationId xmlns:a16="http://schemas.microsoft.com/office/drawing/2014/main" id="{45AA199B-2E18-BA78-9DAD-05060CE65C1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4530127"/>
                  </p:ext>
                </p:extLst>
              </p:nvPr>
            </p:nvGraphicFramePr>
            <p:xfrm>
              <a:off x="3512753" y="1666330"/>
              <a:ext cx="1584000" cy="264054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8"/>
              </a:graphicData>
            </a:graphic>
          </p:graphicFrame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98FCDF9-E751-2AFF-CBF7-13339FA09D89}"/>
                  </a:ext>
                </a:extLst>
              </p:cNvPr>
              <p:cNvSpPr txBox="1"/>
              <p:nvPr/>
            </p:nvSpPr>
            <p:spPr>
              <a:xfrm>
                <a:off x="4033891" y="2853547"/>
                <a:ext cx="482003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75%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AFECA9C-173E-BC50-5D79-0ED28ABC1E76}"/>
                  </a:ext>
                </a:extLst>
              </p:cNvPr>
              <p:cNvSpPr txBox="1"/>
              <p:nvPr/>
            </p:nvSpPr>
            <p:spPr>
              <a:xfrm>
                <a:off x="4029354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DQS4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8DA6DB1-492A-171A-330E-D7976C7BEB7E}"/>
                </a:ext>
              </a:extLst>
            </p:cNvPr>
            <p:cNvGrpSpPr/>
            <p:nvPr/>
          </p:nvGrpSpPr>
          <p:grpSpPr>
            <a:xfrm>
              <a:off x="4298899" y="3585033"/>
              <a:ext cx="1583794" cy="2640195"/>
              <a:chOff x="6189283" y="1664019"/>
              <a:chExt cx="1584000" cy="2640539"/>
            </a:xfrm>
          </p:grpSpPr>
          <p:graphicFrame>
            <p:nvGraphicFramePr>
              <p:cNvPr id="38" name="Chart 37">
                <a:extLst>
                  <a:ext uri="{FF2B5EF4-FFF2-40B4-BE49-F238E27FC236}">
                    <a16:creationId xmlns:a16="http://schemas.microsoft.com/office/drawing/2014/main" id="{03CB7D0A-885E-6050-3E08-FE6028A75C6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31546330"/>
                  </p:ext>
                </p:extLst>
              </p:nvPr>
            </p:nvGraphicFramePr>
            <p:xfrm>
              <a:off x="6189283" y="1664019"/>
              <a:ext cx="1584000" cy="264053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9"/>
              </a:graphicData>
            </a:graphic>
          </p:graphicFrame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22C4575-FC38-C199-BFE4-CF2D6BE91E22}"/>
                  </a:ext>
                </a:extLst>
              </p:cNvPr>
              <p:cNvSpPr txBox="1"/>
              <p:nvPr/>
            </p:nvSpPr>
            <p:spPr>
              <a:xfrm>
                <a:off x="6789672" y="2861177"/>
                <a:ext cx="383222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4%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F021DF2-DA70-1D9A-5F66-7782A204E4FC}"/>
                  </a:ext>
                </a:extLst>
              </p:cNvPr>
              <p:cNvSpPr txBox="1"/>
              <p:nvPr/>
            </p:nvSpPr>
            <p:spPr>
              <a:xfrm>
                <a:off x="6727826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DQS5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3EE53EC-B33F-A65A-C508-D50B7327FBC0}"/>
                </a:ext>
              </a:extLst>
            </p:cNvPr>
            <p:cNvSpPr/>
            <p:nvPr/>
          </p:nvSpPr>
          <p:spPr>
            <a:xfrm>
              <a:off x="542686" y="4001219"/>
              <a:ext cx="5334182" cy="2114275"/>
            </a:xfrm>
            <a:prstGeom prst="rect">
              <a:avLst/>
            </a:prstGeom>
            <a:noFill/>
            <a:ln w="12700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BE1D4D58-4688-4D38-4CD7-BC24295D5C22}"/>
              </a:ext>
            </a:extLst>
          </p:cNvPr>
          <p:cNvSpPr/>
          <p:nvPr/>
        </p:nvSpPr>
        <p:spPr>
          <a:xfrm>
            <a:off x="9525" y="4032779"/>
            <a:ext cx="5728056" cy="21142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92484F3-3E9D-A1A1-16DE-6DA51FFCD13D}"/>
              </a:ext>
            </a:extLst>
          </p:cNvPr>
          <p:cNvGrpSpPr/>
          <p:nvPr/>
        </p:nvGrpSpPr>
        <p:grpSpPr>
          <a:xfrm>
            <a:off x="83804" y="2203097"/>
            <a:ext cx="1370734" cy="1296888"/>
            <a:chOff x="2296460" y="1720529"/>
            <a:chExt cx="1183341" cy="1155143"/>
          </a:xfrm>
        </p:grpSpPr>
        <p:sp>
          <p:nvSpPr>
            <p:cNvPr id="60" name="Block Arc 59">
              <a:extLst>
                <a:ext uri="{FF2B5EF4-FFF2-40B4-BE49-F238E27FC236}">
                  <a16:creationId xmlns:a16="http://schemas.microsoft.com/office/drawing/2014/main" id="{03CC28FA-5B64-6D67-B508-32C0AD2C7A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99773" y="1793870"/>
              <a:ext cx="1006364" cy="1005990"/>
            </a:xfrm>
            <a:prstGeom prst="blockArc">
              <a:avLst>
                <a:gd name="adj1" fmla="val 10800000"/>
                <a:gd name="adj2" fmla="val 10799997"/>
                <a:gd name="adj3" fmla="val 1800"/>
              </a:avLst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666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61" name="Freeform 65">
              <a:extLst>
                <a:ext uri="{FF2B5EF4-FFF2-40B4-BE49-F238E27FC236}">
                  <a16:creationId xmlns:a16="http://schemas.microsoft.com/office/drawing/2014/main" id="{B1E3DC0D-E6CC-8E2D-2262-8759C1EB4D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02826" y="1897835"/>
              <a:ext cx="797414" cy="798060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0" vert="horz" wrap="square" lIns="243808" tIns="243808" rIns="210650" bIns="210650" numCol="1" spcCol="1270" anchor="ctr" anchorCtr="0">
              <a:noAutofit/>
            </a:bodyPr>
            <a:lstStyle/>
            <a:p>
              <a:pPr marL="0" marR="0" lvl="0" indent="0" defTabSz="118521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4800" b="0" i="0" u="none" strike="noStrike" kern="1200" cap="none" spc="0" normalizeH="0" baseline="0" noProof="0">
                <a:ln>
                  <a:noFill/>
                </a:ln>
                <a:solidFill>
                  <a:srgbClr val="3BC7E2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43755746-0D09-DB22-F0E1-611F5474BDFB}"/>
                </a:ext>
              </a:extLst>
            </p:cNvPr>
            <p:cNvSpPr/>
            <p:nvPr/>
          </p:nvSpPr>
          <p:spPr>
            <a:xfrm rot="21314125">
              <a:off x="2296460" y="1720529"/>
              <a:ext cx="1183341" cy="1155143"/>
            </a:xfrm>
            <a:prstGeom prst="arc">
              <a:avLst>
                <a:gd name="adj1" fmla="val 15864008"/>
                <a:gd name="adj2" fmla="val 6331070"/>
              </a:avLst>
            </a:prstGeom>
            <a:noFill/>
            <a:ln w="57150" cap="flat" cmpd="sng" algn="ctr">
              <a:solidFill>
                <a:srgbClr val="003E5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53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endParaRPr>
            </a:p>
          </p:txBody>
        </p:sp>
        <p:pic>
          <p:nvPicPr>
            <p:cNvPr id="63" name="Graphic 62" descr="City with solid fill">
              <a:extLst>
                <a:ext uri="{FF2B5EF4-FFF2-40B4-BE49-F238E27FC236}">
                  <a16:creationId xmlns:a16="http://schemas.microsoft.com/office/drawing/2014/main" id="{73607A29-CBD8-88B5-BA4E-2004CD118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595533" y="1990865"/>
              <a:ext cx="612000" cy="612000"/>
            </a:xfrm>
            <a:prstGeom prst="rect">
              <a:avLst/>
            </a:prstGeom>
          </p:spPr>
        </p:pic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FC05216-CDB7-A500-B2DC-ABE4F1A51A8B}"/>
              </a:ext>
            </a:extLst>
          </p:cNvPr>
          <p:cNvGrpSpPr/>
          <p:nvPr/>
        </p:nvGrpSpPr>
        <p:grpSpPr>
          <a:xfrm>
            <a:off x="83804" y="4441549"/>
            <a:ext cx="1370478" cy="1296734"/>
            <a:chOff x="7546897" y="1673379"/>
            <a:chExt cx="1183341" cy="1155143"/>
          </a:xfrm>
        </p:grpSpPr>
        <p:sp>
          <p:nvSpPr>
            <p:cNvPr id="129" name="Block Arc 128">
              <a:extLst>
                <a:ext uri="{FF2B5EF4-FFF2-40B4-BE49-F238E27FC236}">
                  <a16:creationId xmlns:a16="http://schemas.microsoft.com/office/drawing/2014/main" id="{1C13AE60-180B-2B52-29FA-66E919239A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50210" y="1746720"/>
              <a:ext cx="1006364" cy="1005990"/>
            </a:xfrm>
            <a:prstGeom prst="blockArc">
              <a:avLst>
                <a:gd name="adj1" fmla="val 10800000"/>
                <a:gd name="adj2" fmla="val 10799997"/>
                <a:gd name="adj3" fmla="val 1800"/>
              </a:avLst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666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130" name="Freeform 65">
              <a:extLst>
                <a:ext uri="{FF2B5EF4-FFF2-40B4-BE49-F238E27FC236}">
                  <a16:creationId xmlns:a16="http://schemas.microsoft.com/office/drawing/2014/main" id="{F46C6F64-5CEA-DFB1-68EA-EB956B871D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53263" y="1850685"/>
              <a:ext cx="797414" cy="798060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0" vert="horz" wrap="square" lIns="243808" tIns="243808" rIns="210650" bIns="210650" numCol="1" spcCol="1270" anchor="ctr" anchorCtr="0">
              <a:noAutofit/>
            </a:bodyPr>
            <a:lstStyle/>
            <a:p>
              <a:pPr marL="0" marR="0" lvl="0" indent="0" defTabSz="118521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4800" b="0" i="0" u="none" strike="noStrike" kern="1200" cap="none" spc="0" normalizeH="0" baseline="0" noProof="0">
                <a:ln>
                  <a:noFill/>
                </a:ln>
                <a:solidFill>
                  <a:srgbClr val="3BC7E2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131" name="Arc 130">
              <a:extLst>
                <a:ext uri="{FF2B5EF4-FFF2-40B4-BE49-F238E27FC236}">
                  <a16:creationId xmlns:a16="http://schemas.microsoft.com/office/drawing/2014/main" id="{00799BAC-3289-5271-2890-08C2A8ECEEAC}"/>
                </a:ext>
              </a:extLst>
            </p:cNvPr>
            <p:cNvSpPr/>
            <p:nvPr/>
          </p:nvSpPr>
          <p:spPr>
            <a:xfrm rot="21314125">
              <a:off x="7546897" y="1673379"/>
              <a:ext cx="1183341" cy="1155143"/>
            </a:xfrm>
            <a:prstGeom prst="arc">
              <a:avLst>
                <a:gd name="adj1" fmla="val 15864008"/>
                <a:gd name="adj2" fmla="val 6331070"/>
              </a:avLst>
            </a:prstGeom>
            <a:noFill/>
            <a:ln w="57150" cap="flat" cmpd="sng" algn="ctr">
              <a:solidFill>
                <a:srgbClr val="003E5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53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endParaRPr>
            </a:p>
          </p:txBody>
        </p:sp>
        <p:pic>
          <p:nvPicPr>
            <p:cNvPr id="132" name="Graphic 131" descr="Home with solid fill">
              <a:extLst>
                <a:ext uri="{FF2B5EF4-FFF2-40B4-BE49-F238E27FC236}">
                  <a16:creationId xmlns:a16="http://schemas.microsoft.com/office/drawing/2014/main" id="{7048E1B3-A334-BFAA-1D6A-D3D9B8105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844170" y="1941915"/>
              <a:ext cx="615600" cy="615600"/>
            </a:xfrm>
            <a:prstGeom prst="rect">
              <a:avLst/>
            </a:prstGeom>
          </p:spPr>
        </p:pic>
      </p:grp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752B53C-24B8-AE62-D0F8-AE8CBE3F3B6E}"/>
              </a:ext>
            </a:extLst>
          </p:cNvPr>
          <p:cNvSpPr/>
          <p:nvPr/>
        </p:nvSpPr>
        <p:spPr>
          <a:xfrm>
            <a:off x="1876425" y="4628251"/>
            <a:ext cx="3535834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No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verificou-se também uma maior concentração de emissões financiadas calculadas com um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score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4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correspondendo a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317 323 </a:t>
            </a:r>
            <a:r>
              <a:rPr lang="pt-PT" sz="1200" b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tCO</a:t>
            </a:r>
            <a:r>
              <a:rPr lang="pt-PT" sz="1200" b="1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num total de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422 389 </a:t>
            </a:r>
            <a:r>
              <a:rPr lang="pt-PT" sz="1200" b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tCO</a:t>
            </a:r>
            <a:r>
              <a:rPr lang="pt-PT" sz="1200" b="1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de emissões financiadas. </a:t>
            </a:r>
          </a:p>
        </p:txBody>
      </p:sp>
      <p:sp>
        <p:nvSpPr>
          <p:cNvPr id="140" name="Text Placeholder 1">
            <a:extLst>
              <a:ext uri="{FF2B5EF4-FFF2-40B4-BE49-F238E27FC236}">
                <a16:creationId xmlns:a16="http://schemas.microsoft.com/office/drawing/2014/main" id="{DC535E96-10BD-C3E0-FE75-A1E5592D04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1" y="327542"/>
            <a:ext cx="6836966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141" name="Text Placeholder 2">
            <a:extLst>
              <a:ext uri="{FF2B5EF4-FFF2-40B4-BE49-F238E27FC236}">
                <a16:creationId xmlns:a16="http://schemas.microsoft.com/office/drawing/2014/main" id="{F1FC8CB3-FCEE-177B-17A4-8E83D9EEA6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/>
              <a:t>Distribuição das Emissões - </a:t>
            </a:r>
            <a:r>
              <a:rPr lang="pt-PT" sz="1300" noProof="0"/>
              <a:t>Data Quality Score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B724B4C-3DEB-4CAB-B412-981357D3F3E3}"/>
              </a:ext>
            </a:extLst>
          </p:cNvPr>
          <p:cNvSpPr/>
          <p:nvPr/>
        </p:nvSpPr>
        <p:spPr>
          <a:xfrm>
            <a:off x="549490" y="6124274"/>
            <a:ext cx="1055539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Na definição da metodologia para o presente exercício, e tendo por base as fontes de dados disponíveis, foram considerados os scores de qualidade 3, 4 e 5.</a:t>
            </a:r>
          </a:p>
          <a:p>
            <a:pPr algn="l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156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3700A-1948-0A60-F0EB-C6244662D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F1440E0-6101-9816-83D1-6321508F22B5}"/>
              </a:ext>
            </a:extLst>
          </p:cNvPr>
          <p:cNvSpPr/>
          <p:nvPr/>
        </p:nvSpPr>
        <p:spPr>
          <a:xfrm>
            <a:off x="598876" y="2219325"/>
            <a:ext cx="10992661" cy="3733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10FB9BF8-0FFA-4B3F-91FD-78351D92B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13B8AAE3-3E03-01DF-DB1E-30B5ADBA728E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5DA29A-B8CF-79FC-E59D-B00C16A29941}"/>
              </a:ext>
            </a:extLst>
          </p:cNvPr>
          <p:cNvSpPr/>
          <p:nvPr/>
        </p:nvSpPr>
        <p:spPr>
          <a:xfrm>
            <a:off x="549491" y="1162799"/>
            <a:ext cx="11022750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Os imóveis financiados com certificados energéticos reais disponíveis representam 15% da carteira CRE e 53% da carteira de </a:t>
            </a:r>
            <a:r>
              <a:rPr lang="pt-PT" sz="14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. 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Neste universo, 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observa-se que a maioria da exposição da carteira se encontra concentrada em imóveis com certificados de classe C ou D – 62% e 52% de exposição nos </a:t>
            </a:r>
            <a:r>
              <a:rPr lang="pt-PT" sz="14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 CRE e </a:t>
            </a:r>
            <a:r>
              <a:rPr lang="pt-PT" sz="14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, respetivamente.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7D700C98-6125-1FDB-F8F5-1D85594867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6728759"/>
              </p:ext>
            </p:extLst>
          </p:nvPr>
        </p:nvGraphicFramePr>
        <p:xfrm>
          <a:off x="723852" y="2649393"/>
          <a:ext cx="5009428" cy="320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1E610AAF-1336-F446-FD4F-71A428ECD7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1136791"/>
              </p:ext>
            </p:extLst>
          </p:nvPr>
        </p:nvGraphicFramePr>
        <p:xfrm>
          <a:off x="6457132" y="2639233"/>
          <a:ext cx="5009428" cy="320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C49CB4CD-4B23-F1F8-B0FD-D8DCEC56DE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78FC8D87-A604-06E4-9EE0-3F8AF6B3F8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Certificado Energético (1|3)</a:t>
            </a: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725D4369-5089-19B2-3DC5-1922BD1AD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96" y="2050774"/>
            <a:ext cx="2541600" cy="3582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6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Data </a:t>
            </a:r>
            <a:r>
              <a:rPr lang="pt-PT" sz="16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Quality</a:t>
            </a:r>
            <a:r>
              <a:rPr lang="pt-PT" sz="16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Score</a:t>
            </a:r>
            <a:r>
              <a:rPr lang="pt-PT" sz="1600" b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3</a:t>
            </a:r>
            <a:r>
              <a:rPr lang="pt-PT" sz="1600" b="1" baseline="3000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1</a:t>
            </a:r>
            <a:endParaRPr lang="pt-PT" sz="1600" b="1" baseline="30000" noProof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4C6E9A-4DF2-FFD1-0A47-042D5457BD60}"/>
              </a:ext>
            </a:extLst>
          </p:cNvPr>
          <p:cNvSpPr/>
          <p:nvPr/>
        </p:nvSpPr>
        <p:spPr>
          <a:xfrm>
            <a:off x="549490" y="6124274"/>
            <a:ext cx="11042047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De acordo com a metodologia PCAF, para o data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quality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score 3, a letra real do certificado energético é utilizada no processo de obtenção da estimativa do fator de emissão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, conjuntamente com a finalidade do imóvel. Na estimativa das emissões é ainda usada a área do imóvel.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584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E8C57-1206-3CD9-59FA-8D98F5CE3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FFD4A25-2882-06AC-9365-F48FA20C96C4}"/>
              </a:ext>
            </a:extLst>
          </p:cNvPr>
          <p:cNvSpPr/>
          <p:nvPr/>
        </p:nvSpPr>
        <p:spPr>
          <a:xfrm>
            <a:off x="598876" y="2219325"/>
            <a:ext cx="10992661" cy="3733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2B947C59-462E-F259-EE69-F471CC41C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74C41E36-C4A8-C034-828F-665C33A3FC42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F9ECB2C9-575B-E371-4690-5BCFDB129F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0031754"/>
              </p:ext>
            </p:extLst>
          </p:nvPr>
        </p:nvGraphicFramePr>
        <p:xfrm>
          <a:off x="723852" y="2648858"/>
          <a:ext cx="5009428" cy="320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B5A769F2-14F1-6C8B-4544-0C61DDB410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5293062"/>
              </p:ext>
            </p:extLst>
          </p:nvPr>
        </p:nvGraphicFramePr>
        <p:xfrm>
          <a:off x="6457132" y="2639233"/>
          <a:ext cx="5009428" cy="320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4F1D6A56-2CBA-BD90-5970-4F03BB3A4A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5D6CB2AE-CBAC-9B10-A76E-ED299BC605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Certificado Energético (2|3)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D87827-BD5E-C8B3-ADE5-DEBB576C9904}"/>
              </a:ext>
            </a:extLst>
          </p:cNvPr>
          <p:cNvSpPr/>
          <p:nvPr/>
        </p:nvSpPr>
        <p:spPr>
          <a:xfrm>
            <a:off x="549490" y="1162799"/>
            <a:ext cx="11042047" cy="1404882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Para o universo de imóveis cuja estimativa foi classificada com um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400" i="1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 score 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igual a 5</a:t>
            </a:r>
            <a:r>
              <a:rPr lang="pt-PT" sz="1400" baseline="3000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, verificamos uma distribuição semelhante à anterior, sendo que no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CRE cerca de 64% do montante de exposição está associado a imóveis com certificado energético de classe C ou D. No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400" i="1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, o peso das classes C ou D é de cerca de 56% da exposição.</a:t>
            </a:r>
            <a:endParaRPr lang="pt-PT" sz="14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B218B0-0F85-E9C5-BA41-F0E60DC8C369}"/>
              </a:ext>
            </a:extLst>
          </p:cNvPr>
          <p:cNvSpPr/>
          <p:nvPr/>
        </p:nvSpPr>
        <p:spPr>
          <a:xfrm>
            <a:off x="549490" y="6124274"/>
            <a:ext cx="11042047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De acordo com a metodologia PCAF, para o 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data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quality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score 5, a letra real do certificado energético não é utilizada no processo de obtenção da estimativa do fator de emissão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, 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dado faltar dados sobre outros elementos necessários ao cálculo, como a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área ou a finalidade do imóvel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8ADBA4F7-E160-342A-DCCA-0135FC905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96" y="2050774"/>
            <a:ext cx="2541600" cy="3582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16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Data Quality Score </a:t>
            </a:r>
            <a:r>
              <a:rPr lang="pt-PT" sz="1600" b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5</a:t>
            </a:r>
            <a:r>
              <a:rPr lang="pt-PT" sz="1600" b="1" baseline="3000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92321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B87B0-03DA-8682-0D62-34D288C7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lowchart: Delay 50">
            <a:extLst>
              <a:ext uri="{FF2B5EF4-FFF2-40B4-BE49-F238E27FC236}">
                <a16:creationId xmlns:a16="http://schemas.microsoft.com/office/drawing/2014/main" id="{2613F991-D576-BAB5-3BD1-FB599093BD1E}"/>
              </a:ext>
            </a:extLst>
          </p:cNvPr>
          <p:cNvSpPr/>
          <p:nvPr/>
        </p:nvSpPr>
        <p:spPr>
          <a:xfrm>
            <a:off x="-41341" y="1"/>
            <a:ext cx="5907987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0EDC4BFE-F551-164D-24D5-3A1ACEDC8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260D79F5-CF62-2935-2F4A-37E7215A5FD1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309E4509-FF3F-F345-EA86-53A1524827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6948161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736973D2-6D51-5150-C3DC-26F54AF212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Certificado Energético (3|3)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FC3C03-B6E6-F481-CBFB-81B3689EC1CC}"/>
              </a:ext>
            </a:extLst>
          </p:cNvPr>
          <p:cNvSpPr/>
          <p:nvPr/>
        </p:nvSpPr>
        <p:spPr>
          <a:xfrm>
            <a:off x="608400" y="1162798"/>
            <a:ext cx="10984159" cy="2289204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Não obstante a distribuição observada anteriormente, a existência de informação sobre certificados reais permite um cálculo com maior nível de certeza e, por isso, com fatores de emissão mais específicos, o que traduz-se num </a:t>
            </a:r>
            <a:r>
              <a:rPr lang="pt-PT" sz="1400" noProof="0" err="1">
                <a:solidFill>
                  <a:srgbClr val="005F7C"/>
                </a:solidFill>
                <a:latin typeface="Muli Light" panose="00000400000000000000" pitchFamily="2" charset="0"/>
              </a:rPr>
              <a:t>meno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r peso relativo no total de emissões financiadas – em CRE existem certificados reais para 15% da exposição da carteira a esta classe de ativos, mas cuja especificidade dos fatores de emissão se traduz num contributo de apenas 2% do total de emissões calculadas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. Em </a:t>
            </a:r>
            <a:r>
              <a:rPr lang="pt-PT" sz="14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, 53% de exposição para a qual existem elementos sobre os certificados reais apenas contribui com 21% do total de emissões calculadas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  <a:endParaRPr lang="pt-PT" sz="14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76D0E47A-CE48-F07C-C6AF-BF43F952E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784253"/>
              </p:ext>
            </p:extLst>
          </p:nvPr>
        </p:nvGraphicFramePr>
        <p:xfrm>
          <a:off x="894150" y="2789226"/>
          <a:ext cx="103824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8475">
                  <a:extLst>
                    <a:ext uri="{9D8B030D-6E8A-4147-A177-3AD203B41FA5}">
                      <a16:colId xmlns:a16="http://schemas.microsoft.com/office/drawing/2014/main" val="1400055713"/>
                    </a:ext>
                  </a:extLst>
                </a:gridCol>
                <a:gridCol w="2939466">
                  <a:extLst>
                    <a:ext uri="{9D8B030D-6E8A-4147-A177-3AD203B41FA5}">
                      <a16:colId xmlns:a16="http://schemas.microsoft.com/office/drawing/2014/main" val="3287983518"/>
                    </a:ext>
                  </a:extLst>
                </a:gridCol>
                <a:gridCol w="2574459">
                  <a:extLst>
                    <a:ext uri="{9D8B030D-6E8A-4147-A177-3AD203B41FA5}">
                      <a16:colId xmlns:a16="http://schemas.microsoft.com/office/drawing/2014/main" val="931564629"/>
                    </a:ext>
                  </a:extLst>
                </a:gridCol>
              </a:tblGrid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Certificado Energético Real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baseline="30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Emissões Financiadas</a:t>
                      </a:r>
                      <a:r>
                        <a:rPr lang="pt-PT" sz="1200" b="1" baseline="30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906854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Utilizada na obtenção do fator de emissão (</a:t>
                      </a:r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data quality score 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3)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174 696 701 €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1 373 tCO</a:t>
                      </a:r>
                      <a:r>
                        <a:rPr lang="pt-PT" sz="1200" baseline="-25000" noProof="0"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44780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Não utilizado na obtenção do fator de emissão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14 504 687 €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230 tCO</a:t>
                      </a:r>
                      <a:r>
                        <a:rPr lang="pt-PT" sz="1200" baseline="-25000" noProof="0"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173912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noProof="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189 201 388 €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1 604 tCO</a:t>
                      </a:r>
                      <a:r>
                        <a:rPr lang="pt-PT" sz="1200" b="1" baseline="-25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</a:t>
                      </a:r>
                      <a:endParaRPr lang="pt-PT" sz="1200" b="1" baseline="30000" noProof="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064196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% no Total da Carteira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15 %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2 %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852882"/>
                  </a:ext>
                </a:extLst>
              </a:tr>
            </a:tbl>
          </a:graphicData>
        </a:graphic>
      </p:graphicFrame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90006166-6715-931A-7CDF-302D99518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543936"/>
              </p:ext>
            </p:extLst>
          </p:nvPr>
        </p:nvGraphicFramePr>
        <p:xfrm>
          <a:off x="894150" y="4518340"/>
          <a:ext cx="103824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8475">
                  <a:extLst>
                    <a:ext uri="{9D8B030D-6E8A-4147-A177-3AD203B41FA5}">
                      <a16:colId xmlns:a16="http://schemas.microsoft.com/office/drawing/2014/main" val="1400055713"/>
                    </a:ext>
                  </a:extLst>
                </a:gridCol>
                <a:gridCol w="2939466">
                  <a:extLst>
                    <a:ext uri="{9D8B030D-6E8A-4147-A177-3AD203B41FA5}">
                      <a16:colId xmlns:a16="http://schemas.microsoft.com/office/drawing/2014/main" val="3287983518"/>
                    </a:ext>
                  </a:extLst>
                </a:gridCol>
                <a:gridCol w="2574459">
                  <a:extLst>
                    <a:ext uri="{9D8B030D-6E8A-4147-A177-3AD203B41FA5}">
                      <a16:colId xmlns:a16="http://schemas.microsoft.com/office/drawing/2014/main" val="931564629"/>
                    </a:ext>
                  </a:extLst>
                </a:gridCol>
              </a:tblGrid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Certificado Energético Real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baseline="30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Emissões Financiadas</a:t>
                      </a:r>
                      <a:r>
                        <a:rPr lang="pt-PT" sz="1200" b="1" baseline="30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906854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Utilizada na obtenção do fator de emissão (</a:t>
                      </a:r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data quality score 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3)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12 314 289 343 €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87 351 tCO</a:t>
                      </a:r>
                      <a:r>
                        <a:rPr lang="pt-PT" sz="1200" baseline="-25000" noProof="0"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44780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Não utilizado na obtenção do fator de emissão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21 652 058 €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565 tCO</a:t>
                      </a:r>
                      <a:r>
                        <a:rPr lang="pt-PT" sz="1200" baseline="-25000" noProof="0"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173912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noProof="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12 335 941 401 €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87 915 tCO</a:t>
                      </a:r>
                      <a:r>
                        <a:rPr lang="pt-PT" sz="1200" b="1" baseline="-25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064196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% no Total da Carteira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53 %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21 %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852882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6A92599D-0D66-0E6F-915C-BF9338E477ED}"/>
              </a:ext>
            </a:extLst>
          </p:cNvPr>
          <p:cNvSpPr txBox="1"/>
          <p:nvPr/>
        </p:nvSpPr>
        <p:spPr>
          <a:xfrm>
            <a:off x="843318" y="2441314"/>
            <a:ext cx="3246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600" b="1" i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Commercial Real Estate (CRE)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ACFEEE-1E4B-CA0C-E5BA-EE7C809D0766}"/>
              </a:ext>
            </a:extLst>
          </p:cNvPr>
          <p:cNvSpPr txBox="1"/>
          <p:nvPr/>
        </p:nvSpPr>
        <p:spPr>
          <a:xfrm>
            <a:off x="878025" y="4175337"/>
            <a:ext cx="3246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600" b="1" i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Mortgages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3D3F221-0F60-EC44-DE5C-4CC0B97F4EC3}"/>
              </a:ext>
            </a:extLst>
          </p:cNvPr>
          <p:cNvSpPr/>
          <p:nvPr/>
        </p:nvSpPr>
        <p:spPr>
          <a:xfrm>
            <a:off x="549490" y="6124274"/>
            <a:ext cx="1072706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Montante de valor bruto do financiamento associado ao colateral imobiliário. (2) Devido a arredondamentos, a soma dos valores parciais poderá não coincidir exatamente com o total apresentado.</a:t>
            </a:r>
          </a:p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5523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631EA-7A94-9EEB-3A67-10632CBB0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FA0F2FC-FB76-42E7-1AB6-833658767FED}"/>
              </a:ext>
            </a:extLst>
          </p:cNvPr>
          <p:cNvSpPr/>
          <p:nvPr/>
        </p:nvSpPr>
        <p:spPr>
          <a:xfrm>
            <a:off x="598876" y="2228850"/>
            <a:ext cx="10992661" cy="3133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25" name="Rectangle 18">
            <a:extLst>
              <a:ext uri="{FF2B5EF4-FFF2-40B4-BE49-F238E27FC236}">
                <a16:creationId xmlns:a16="http://schemas.microsoft.com/office/drawing/2014/main" id="{B4ED9B59-A201-1294-06E6-F2AEC8DD0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0910" y="2069824"/>
            <a:ext cx="3289229" cy="3582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6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Commercial</a:t>
            </a:r>
            <a:r>
              <a:rPr lang="pt-PT" sz="16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Real </a:t>
            </a:r>
            <a:r>
              <a:rPr lang="pt-PT" sz="16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Estate</a:t>
            </a:r>
            <a:r>
              <a:rPr lang="pt-PT" sz="1600" b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(CRE)</a:t>
            </a:r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F5CC29B6-9F41-9A82-0168-E237EC938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B784011B-0FA3-3A71-DE76-49D5664206B1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A911E8D8-5D8A-8993-4441-8F8A6E22A9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93B481-E528-978B-EFA4-45286A16CE78}"/>
              </a:ext>
            </a:extLst>
          </p:cNvPr>
          <p:cNvSpPr/>
          <p:nvPr/>
        </p:nvSpPr>
        <p:spPr>
          <a:xfrm>
            <a:off x="549490" y="1162800"/>
            <a:ext cx="10994320" cy="6194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Em termos de disponibilidade de informação sobre área útil dos ativos financiados, observa-se que a maioria da exposição da carteira do perímetro de cálculo está associada a imóveis com este dado – 84% e 98% de exposição nos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CRE e </a:t>
            </a:r>
            <a:r>
              <a:rPr lang="pt-PT" sz="1400" i="1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, respetivamente.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DF04427-AB65-D64E-E253-DDA4D7A410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Disponibilidade de Dados sobre a Área do Colateral Imobiliário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80D6357-7960-2C9A-7C16-B9930BEB492E}"/>
              </a:ext>
            </a:extLst>
          </p:cNvPr>
          <p:cNvGrpSpPr/>
          <p:nvPr/>
        </p:nvGrpSpPr>
        <p:grpSpPr>
          <a:xfrm>
            <a:off x="911682" y="2253681"/>
            <a:ext cx="1908002" cy="2736000"/>
            <a:chOff x="957469" y="2462329"/>
            <a:chExt cx="1908002" cy="2736000"/>
          </a:xfrm>
        </p:grpSpPr>
        <p:graphicFrame>
          <p:nvGraphicFramePr>
            <p:cNvPr id="9" name="Chart 8">
              <a:extLst>
                <a:ext uri="{FF2B5EF4-FFF2-40B4-BE49-F238E27FC236}">
                  <a16:creationId xmlns:a16="http://schemas.microsoft.com/office/drawing/2014/main" id="{F8C08201-9165-F929-0DA1-9C5D55AF036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69785957"/>
                </p:ext>
              </p:extLst>
            </p:nvPr>
          </p:nvGraphicFramePr>
          <p:xfrm>
            <a:off x="957470" y="2462329"/>
            <a:ext cx="1908000" cy="2736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2AACB52-1442-A83A-6FDF-409D21679FDC}"/>
                </a:ext>
              </a:extLst>
            </p:cNvPr>
            <p:cNvSpPr txBox="1"/>
            <p:nvPr/>
          </p:nvSpPr>
          <p:spPr>
            <a:xfrm>
              <a:off x="1585204" y="3666138"/>
              <a:ext cx="580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84</a:t>
              </a: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%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15F5EF5-AE0E-BB38-6445-03A7F7D3DD93}"/>
                </a:ext>
              </a:extLst>
            </p:cNvPr>
            <p:cNvSpPr txBox="1"/>
            <p:nvPr/>
          </p:nvSpPr>
          <p:spPr>
            <a:xfrm>
              <a:off x="957469" y="4760839"/>
              <a:ext cx="1908002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Exposição</a:t>
              </a:r>
              <a:r>
                <a:rPr lang="pt-PT" sz="1400" b="1" kern="1200" baseline="300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1</a:t>
              </a:r>
            </a:p>
          </p:txBody>
        </p:sp>
      </p:grpSp>
      <p:sp>
        <p:nvSpPr>
          <p:cNvPr id="26" name="Rectangle 18">
            <a:extLst>
              <a:ext uri="{FF2B5EF4-FFF2-40B4-BE49-F238E27FC236}">
                <a16:creationId xmlns:a16="http://schemas.microsoft.com/office/drawing/2014/main" id="{7C52EBBE-2A85-D194-F12D-478C743CC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276" y="2069824"/>
            <a:ext cx="3289229" cy="3582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6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Mortgage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2C01B67-35F3-163A-4E88-ED33DA9523A5}"/>
              </a:ext>
            </a:extLst>
          </p:cNvPr>
          <p:cNvGrpSpPr/>
          <p:nvPr/>
        </p:nvGrpSpPr>
        <p:grpSpPr>
          <a:xfrm>
            <a:off x="3731366" y="2253681"/>
            <a:ext cx="1908000" cy="2736000"/>
            <a:chOff x="957470" y="2462329"/>
            <a:chExt cx="1908000" cy="2736000"/>
          </a:xfrm>
        </p:grpSpPr>
        <p:graphicFrame>
          <p:nvGraphicFramePr>
            <p:cNvPr id="30" name="Chart 29">
              <a:extLst>
                <a:ext uri="{FF2B5EF4-FFF2-40B4-BE49-F238E27FC236}">
                  <a16:creationId xmlns:a16="http://schemas.microsoft.com/office/drawing/2014/main" id="{689566D8-4651-F00D-4F50-AA1FDEABC33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36300878"/>
                </p:ext>
              </p:extLst>
            </p:nvPr>
          </p:nvGraphicFramePr>
          <p:xfrm>
            <a:off x="957470" y="2462329"/>
            <a:ext cx="1908000" cy="2736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ABCC06D-8B2A-A26E-C9EF-0561783FEE32}"/>
                </a:ext>
              </a:extLst>
            </p:cNvPr>
            <p:cNvSpPr txBox="1"/>
            <p:nvPr/>
          </p:nvSpPr>
          <p:spPr>
            <a:xfrm>
              <a:off x="1585204" y="3666138"/>
              <a:ext cx="580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94</a:t>
              </a: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%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3C29545-D4A7-31BB-A2F5-E57B24814639}"/>
                </a:ext>
              </a:extLst>
            </p:cNvPr>
            <p:cNvSpPr txBox="1"/>
            <p:nvPr/>
          </p:nvSpPr>
          <p:spPr>
            <a:xfrm>
              <a:off x="1396141" y="4760839"/>
              <a:ext cx="98105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Emissões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981284A-1811-2828-5E78-19D4E2756409}"/>
              </a:ext>
            </a:extLst>
          </p:cNvPr>
          <p:cNvGrpSpPr/>
          <p:nvPr/>
        </p:nvGrpSpPr>
        <p:grpSpPr>
          <a:xfrm>
            <a:off x="6551049" y="2253681"/>
            <a:ext cx="1908000" cy="2736000"/>
            <a:chOff x="957470" y="2462329"/>
            <a:chExt cx="1908000" cy="2736000"/>
          </a:xfrm>
        </p:grpSpPr>
        <p:graphicFrame>
          <p:nvGraphicFramePr>
            <p:cNvPr id="34" name="Chart 33">
              <a:extLst>
                <a:ext uri="{FF2B5EF4-FFF2-40B4-BE49-F238E27FC236}">
                  <a16:creationId xmlns:a16="http://schemas.microsoft.com/office/drawing/2014/main" id="{A36B20F0-CAD3-DC53-A397-BBC3C139E4A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01159632"/>
                </p:ext>
              </p:extLst>
            </p:nvPr>
          </p:nvGraphicFramePr>
          <p:xfrm>
            <a:off x="957470" y="2462329"/>
            <a:ext cx="1908000" cy="2736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235CFBC-181F-52D4-1958-793ACF6ABF1B}"/>
                </a:ext>
              </a:extLst>
            </p:cNvPr>
            <p:cNvSpPr txBox="1"/>
            <p:nvPr/>
          </p:nvSpPr>
          <p:spPr>
            <a:xfrm>
              <a:off x="1585204" y="3666138"/>
              <a:ext cx="580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98%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439FDE9-8473-BAE1-B6C5-5F5698C044EC}"/>
                </a:ext>
              </a:extLst>
            </p:cNvPr>
            <p:cNvSpPr txBox="1"/>
            <p:nvPr/>
          </p:nvSpPr>
          <p:spPr>
            <a:xfrm>
              <a:off x="1057478" y="4760839"/>
              <a:ext cx="169404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Exposição</a:t>
              </a:r>
              <a:r>
                <a:rPr lang="pt-PT" sz="1400" b="1" kern="1200" baseline="300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1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E0C9BDC-7930-71DE-A01E-960B8742171A}"/>
              </a:ext>
            </a:extLst>
          </p:cNvPr>
          <p:cNvGrpSpPr/>
          <p:nvPr/>
        </p:nvGrpSpPr>
        <p:grpSpPr>
          <a:xfrm>
            <a:off x="9370732" y="2253681"/>
            <a:ext cx="1908000" cy="2736000"/>
            <a:chOff x="957470" y="2462329"/>
            <a:chExt cx="1908000" cy="2736000"/>
          </a:xfrm>
        </p:grpSpPr>
        <p:graphicFrame>
          <p:nvGraphicFramePr>
            <p:cNvPr id="39" name="Chart 38">
              <a:extLst>
                <a:ext uri="{FF2B5EF4-FFF2-40B4-BE49-F238E27FC236}">
                  <a16:creationId xmlns:a16="http://schemas.microsoft.com/office/drawing/2014/main" id="{A1B8EDF5-90F6-C82A-F7C1-8C379180D5A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00141795"/>
                </p:ext>
              </p:extLst>
            </p:nvPr>
          </p:nvGraphicFramePr>
          <p:xfrm>
            <a:off x="957470" y="2462329"/>
            <a:ext cx="1908000" cy="2736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B2AC0C4-338D-973F-D40E-1930681CFF68}"/>
                </a:ext>
              </a:extLst>
            </p:cNvPr>
            <p:cNvSpPr txBox="1"/>
            <p:nvPr/>
          </p:nvSpPr>
          <p:spPr>
            <a:xfrm>
              <a:off x="1585204" y="3666138"/>
              <a:ext cx="580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96%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A8FC349-5AD8-595C-A44F-0FEE9C4A9AC6}"/>
                </a:ext>
              </a:extLst>
            </p:cNvPr>
            <p:cNvSpPr txBox="1"/>
            <p:nvPr/>
          </p:nvSpPr>
          <p:spPr>
            <a:xfrm>
              <a:off x="1396141" y="4760839"/>
              <a:ext cx="98105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Emissões</a:t>
              </a: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FC9B2482-D5D3-2E63-1C2A-8A7E98DC8245}"/>
              </a:ext>
            </a:extLst>
          </p:cNvPr>
          <p:cNvSpPr/>
          <p:nvPr/>
        </p:nvSpPr>
        <p:spPr>
          <a:xfrm>
            <a:off x="549490" y="6124274"/>
            <a:ext cx="1072706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Montante de valor bruto do financiamento associado ao colateral imobiliário. </a:t>
            </a:r>
          </a:p>
          <a:p>
            <a:pPr algn="l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723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2869A-A24F-F40C-49AB-3105D3E34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5_01.png">
            <a:extLst>
              <a:ext uri="{FF2B5EF4-FFF2-40B4-BE49-F238E27FC236}">
                <a16:creationId xmlns:a16="http://schemas.microsoft.com/office/drawing/2014/main" id="{9AA35F9B-DFF2-5B40-8F2B-FAE2AFEE4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BBF0DFFA-55E3-8D86-9013-CBACE8954B24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19B6C98C-74EE-CBA8-BDEE-09760B32A2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1" y="327542"/>
            <a:ext cx="6962002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E9F3D48D-5E10-BFA1-2ACB-AB35EEEA46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Finalidade </a:t>
            </a:r>
            <a:r>
              <a:rPr lang="pt-PT" sz="1300"/>
              <a:t>do Colateral Imobiliário – CRE</a:t>
            </a:r>
            <a:endParaRPr lang="pt-PT" sz="1300" noProof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C9E04A-7128-4397-B667-6A93B40EE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997907"/>
              </p:ext>
            </p:extLst>
          </p:nvPr>
        </p:nvGraphicFramePr>
        <p:xfrm>
          <a:off x="828040" y="2165622"/>
          <a:ext cx="10529570" cy="401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3058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355504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355504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355504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1.223.336.326 €</a:t>
                      </a: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96%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101.345   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270.519.776 €</a:t>
                      </a:r>
                    </a:p>
                  </a:txBody>
                  <a:tcPr marL="90000" marR="900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22%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1.973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768.419.656 €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63%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74.086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Escritório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51.259.021 €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4%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1.872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Armazém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72.170.592 €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6%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5.047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378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Indústria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11.356.426 €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2.000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41797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Estacionamento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449.395 €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3607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Garagem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713.371 €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980686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4.653.703 €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15.714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465266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Hotel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33.574.396 €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391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298687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Educação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195 €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 0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2394348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Saúde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9.810.906 €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261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69160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Lazer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-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- 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 -  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26985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Agricultura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408.890 €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 0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92343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Centro Comercial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-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- 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 -  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81771078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18.148.278 €</a:t>
                      </a: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149   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186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5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</a:t>
                      </a:r>
                      <a:endParaRPr lang="pt-PT" sz="105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28.111.362 €</a:t>
                      </a: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1.269.595.966 €</a:t>
                      </a:r>
                    </a:p>
                  </a:txBody>
                  <a:tcPr marL="90000" marR="900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90000" marR="900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101.494</a:t>
                      </a:r>
                    </a:p>
                  </a:txBody>
                  <a:tcPr marL="90000" marR="900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4A3FB04-A5DF-EF57-7141-108F7455035F}"/>
              </a:ext>
            </a:extLst>
          </p:cNvPr>
          <p:cNvSpPr/>
          <p:nvPr/>
        </p:nvSpPr>
        <p:spPr>
          <a:xfrm>
            <a:off x="549490" y="1162799"/>
            <a:ext cx="10940548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No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CRE, cerca de 74% das emissões concentram-se em imóveis com finalidade de Comércio, finalidade onde a exposição dos contratos tem também um maior peso relativo – 63%. Por outro lado, aproximadamente 15% das emissões financiadas estão associadas à finalidade “Outras”, que corresponde a apenas 0,4% da exposição deste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, indicando a necessidade de continuar a melhorar a abrangência da informação sobre os imóveis, de modo a garantir maior precisão na aplicação dos fatores de emissão.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99BACE-61C1-1260-6253-1DE17ED6511F}"/>
              </a:ext>
            </a:extLst>
          </p:cNvPr>
          <p:cNvSpPr/>
          <p:nvPr/>
        </p:nvSpPr>
        <p:spPr>
          <a:xfrm>
            <a:off x="549490" y="6124274"/>
            <a:ext cx="1074843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(1) Montante de valor bruto do financiamento associado ao colateral imobiliário. (2) Devido a arredondamentos, a soma dos valores parciais poderá não coincidir exatamente com o total apresentado. (3) Exposição utilizada no cálculo das emissões financiadas, mas não </a:t>
            </a:r>
            <a:r>
              <a:rPr lang="pt-PT" sz="800" err="1">
                <a:solidFill>
                  <a:schemeClr val="tx1"/>
                </a:solidFill>
                <a:latin typeface="Muli Light" panose="00000400000000000000" pitchFamily="2" charset="0"/>
              </a:rPr>
              <a:t>colaterizada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pelos colaterais imobiliários associados ao financiamento.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312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87AF1-0D2D-43A5-C2DE-B30B6B90F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5_01.png">
            <a:extLst>
              <a:ext uri="{FF2B5EF4-FFF2-40B4-BE49-F238E27FC236}">
                <a16:creationId xmlns:a16="http://schemas.microsoft.com/office/drawing/2014/main" id="{9D3C94B5-C102-7C34-FCCC-9746CE3CE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0365561C-132F-CD9F-1A7E-C5991C43CC1F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A031DEAE-C772-BF1F-0640-A29BF34E58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1" y="327542"/>
            <a:ext cx="6948160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3635D7C3-53F3-DEBE-2497-9A86B00490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Finalidade </a:t>
            </a:r>
            <a:r>
              <a:rPr lang="pt-PT" sz="1300"/>
              <a:t>do Colateral Imobiliário – </a:t>
            </a:r>
            <a:r>
              <a:rPr lang="pt-PT" sz="1300" i="1" err="1"/>
              <a:t>Mortgage</a:t>
            </a:r>
            <a:endParaRPr lang="pt-PT" sz="1300" i="1" noProof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036FC3-11AD-C1C6-964F-275BE09C2F4E}"/>
              </a:ext>
            </a:extLst>
          </p:cNvPr>
          <p:cNvSpPr/>
          <p:nvPr/>
        </p:nvSpPr>
        <p:spPr>
          <a:xfrm>
            <a:off x="549490" y="1162799"/>
            <a:ext cx="11048343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No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400" i="1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, cerca de 94% das emissões financiadas concentram-se em imóveis com finalidade de Habitação – como seria expectável –, enquanto existem ainda 5% de emissões associadas a imóveis com finalidade de Comércio</a:t>
            </a:r>
            <a:r>
              <a:rPr lang="pt-PT" sz="1400" baseline="3000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  <a:endParaRPr lang="pt-PT" sz="14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2F58962-80A4-3B60-DEF1-ADD54B7FF1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086432"/>
              </p:ext>
            </p:extLst>
          </p:nvPr>
        </p:nvGraphicFramePr>
        <p:xfrm>
          <a:off x="828040" y="2165622"/>
          <a:ext cx="10530000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3200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355600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355600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355600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23.269.636.736 €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422.160  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23.225.311.625 €</a:t>
                      </a: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396.766   </a:t>
                      </a: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30.591.558 €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19.067   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13.733.553 € 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6.328   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35.637 €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229   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5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</a:t>
                      </a:r>
                      <a:endParaRPr lang="pt-PT" sz="105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36.314.207 €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23.305.986.580 €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422.389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C0A24DA-3921-A4A5-0BAE-EEB504E78D43}"/>
              </a:ext>
            </a:extLst>
          </p:cNvPr>
          <p:cNvSpPr/>
          <p:nvPr/>
        </p:nvSpPr>
        <p:spPr>
          <a:xfrm>
            <a:off x="549490" y="6124274"/>
            <a:ext cx="10727059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Financiamentos a particulares no âmbito de crédito de habitação cuja finalidade dos colaterais não são exclusivamente habitação. (2)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Montante de valor bruto do financiamento associado ao colateral imobiliário. 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(3) Exposição utilizada no cálculo das emissões financiadas, mas não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colaterizada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pelos colaterais imobiliários associados ao financiamento.  </a:t>
            </a:r>
          </a:p>
        </p:txBody>
      </p:sp>
    </p:spTree>
    <p:extLst>
      <p:ext uri="{BB962C8B-B14F-4D97-AF65-F5344CB8AC3E}">
        <p14:creationId xmlns:p14="http://schemas.microsoft.com/office/powerpoint/2010/main" val="3211028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E950E-10D2-27F5-3E35-7E0116B1B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64DA2F-3365-BE96-953C-66F6C90FB64B}"/>
              </a:ext>
            </a:extLst>
          </p:cNvPr>
          <p:cNvSpPr/>
          <p:nvPr/>
        </p:nvSpPr>
        <p:spPr>
          <a:xfrm>
            <a:off x="19850" y="3247317"/>
            <a:ext cx="11461600" cy="15377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C22D0E72-F5BE-BA41-02A2-9153A4C77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4A093-4A4C-CADD-2A02-561486401C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/>
              <a:t>Resultados</a:t>
            </a:r>
            <a:endParaRPr lang="pt-PT" sz="2000" i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33C11-57C4-6D5D-D043-CC7DDA6F44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i="1"/>
              <a:t>Drivers</a:t>
            </a:r>
            <a:r>
              <a:rPr lang="pt-PT" sz="1300"/>
              <a:t> de emissões 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44D1BB48-7717-89C8-379A-08DB8A077E90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D549A6D-8588-AE98-92A4-B9C3DF2B9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89" y="5190347"/>
            <a:ext cx="4822417" cy="890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dirty="0">
                <a:solidFill>
                  <a:srgbClr val="005F7C"/>
                </a:solidFill>
                <a:latin typeface="Muli Light" panose="00000400000000000000" pitchFamily="2" charset="0"/>
              </a:rPr>
              <a:t>Finalidade do Bem</a:t>
            </a:r>
            <a:endParaRPr lang="pt-PT" sz="1200" dirty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 dirty="0">
                <a:solidFill>
                  <a:srgbClr val="005F7C"/>
                </a:solidFill>
                <a:latin typeface="Muli Light" panose="00000400000000000000" pitchFamily="2" charset="0"/>
              </a:rPr>
              <a:t>Finalidade do bem imóvel e a tipologia da garantia permitem igualmente aplicar fatores de emissão mais precisos.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2F76C41-C91B-AABC-32B2-416FC0FF6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91" y="1924440"/>
            <a:ext cx="4822416" cy="1167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Fator de Atribuição</a:t>
            </a: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Determinado pelo montante em dívida do contrato Vs. o valor do imóvel; O truncamento a 100% impede que as emissões financiadas excedam as emissões associadas ao próprio imóvel.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81CCCA09-89A1-5712-93A6-09413F245159}"/>
              </a:ext>
            </a:extLst>
          </p:cNvPr>
          <p:cNvSpPr txBox="1"/>
          <p:nvPr/>
        </p:nvSpPr>
        <p:spPr>
          <a:xfrm>
            <a:off x="8946642" y="2014080"/>
            <a:ext cx="2437200" cy="988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pt-PT" sz="1000" b="1">
                <a:solidFill>
                  <a:srgbClr val="005F7C"/>
                </a:solidFill>
                <a:latin typeface="Muli Light" panose="00000400000000000000" pitchFamily="2" charset="0"/>
              </a:rPr>
              <a:t>Recomendação estratégica: </a:t>
            </a:r>
            <a:r>
              <a:rPr lang="pt-PT" sz="1000">
                <a:solidFill>
                  <a:srgbClr val="005F7C"/>
                </a:solidFill>
                <a:latin typeface="Muli Light" panose="00000400000000000000" pitchFamily="2" charset="0"/>
              </a:rPr>
              <a:t>Utilizar o montante de avaliação para calcular o LTV e reforçar a qualidade dos dados junto dos </a:t>
            </a:r>
            <a:r>
              <a:rPr lang="pt-PT" sz="1000" i="1" err="1">
                <a:solidFill>
                  <a:srgbClr val="005F7C"/>
                </a:solidFill>
                <a:latin typeface="Muli Light" panose="00000400000000000000" pitchFamily="2" charset="0"/>
              </a:rPr>
              <a:t>stakeholders</a:t>
            </a:r>
            <a:r>
              <a:rPr lang="pt-PT" sz="1000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1F298B3-A3EE-EF77-3E89-3742315BC8E6}"/>
              </a:ext>
            </a:extLst>
          </p:cNvPr>
          <p:cNvGrpSpPr/>
          <p:nvPr/>
        </p:nvGrpSpPr>
        <p:grpSpPr>
          <a:xfrm>
            <a:off x="8953842" y="1838547"/>
            <a:ext cx="2430000" cy="1339670"/>
            <a:chOff x="8953842" y="1838547"/>
            <a:chExt cx="2430000" cy="1339670"/>
          </a:xfrm>
        </p:grpSpPr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F30721A8-2565-004B-898E-E87A9F22C27B}"/>
                </a:ext>
              </a:extLst>
            </p:cNvPr>
            <p:cNvSpPr/>
            <p:nvPr/>
          </p:nvSpPr>
          <p:spPr>
            <a:xfrm>
              <a:off x="8953842" y="1957817"/>
              <a:ext cx="2430000" cy="1220400"/>
            </a:xfrm>
            <a:prstGeom prst="rect">
              <a:avLst/>
            </a:prstGeom>
            <a:noFill/>
            <a:ln w="19050" cap="flat" cmpd="sng" algn="ctr">
              <a:solidFill>
                <a:schemeClr val="accent6">
                  <a:lumMod val="50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800">
                <a:solidFill>
                  <a:schemeClr val="tx1"/>
                </a:solidFill>
                <a:latin typeface="Muli Light" panose="00000400000000000000" pitchFamily="2" charset="0"/>
              </a:endParaRPr>
            </a:p>
            <a:p>
              <a:pPr marL="190481" lvl="5" indent="0" algn="just">
                <a:spcBef>
                  <a:spcPts val="300"/>
                </a:spcBef>
              </a:pPr>
              <a:endParaRPr lang="pt-PT" sz="2000" b="1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15D32C7-7CD4-870D-C838-5F486A249A02}"/>
                </a:ext>
              </a:extLst>
            </p:cNvPr>
            <p:cNvGrpSpPr/>
            <p:nvPr/>
          </p:nvGrpSpPr>
          <p:grpSpPr>
            <a:xfrm>
              <a:off x="9064332" y="1838547"/>
              <a:ext cx="206007" cy="206008"/>
              <a:chOff x="8992998" y="1796699"/>
              <a:chExt cx="206007" cy="206008"/>
            </a:xfrm>
          </p:grpSpPr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9EBF72E2-CF95-B017-915A-BE9F46661DB3}"/>
                  </a:ext>
                </a:extLst>
              </p:cNvPr>
              <p:cNvSpPr/>
              <p:nvPr/>
            </p:nvSpPr>
            <p:spPr>
              <a:xfrm>
                <a:off x="8992998" y="1796699"/>
                <a:ext cx="206007" cy="2060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718C9428-8053-F9DF-6B3F-DB63DB0860DB}"/>
                  </a:ext>
                </a:extLst>
              </p:cNvPr>
              <p:cNvGrpSpPr/>
              <p:nvPr/>
            </p:nvGrpSpPr>
            <p:grpSpPr>
              <a:xfrm>
                <a:off x="9012691" y="1817168"/>
                <a:ext cx="166622" cy="166623"/>
                <a:chOff x="9020678" y="2144772"/>
                <a:chExt cx="166622" cy="166623"/>
              </a:xfrm>
            </p:grpSpPr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674D27F4-AB98-02C6-76BF-C6AF87273C9A}"/>
                    </a:ext>
                  </a:extLst>
                </p:cNvPr>
                <p:cNvSpPr/>
                <p:nvPr/>
              </p:nvSpPr>
              <p:spPr>
                <a:xfrm>
                  <a:off x="9020678" y="2144772"/>
                  <a:ext cx="166622" cy="1666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pic>
              <p:nvPicPr>
                <p:cNvPr id="189" name="Graphic 188" descr="Sustainability with solid fill">
                  <a:extLst>
                    <a:ext uri="{FF2B5EF4-FFF2-40B4-BE49-F238E27FC236}">
                      <a16:creationId xmlns:a16="http://schemas.microsoft.com/office/drawing/2014/main" id="{0F096E35-8018-3D2B-6550-F0B068E731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25905" y="2149223"/>
                  <a:ext cx="156167" cy="156169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45D7C1-FE81-05A9-F237-C03593F3C034}"/>
              </a:ext>
            </a:extLst>
          </p:cNvPr>
          <p:cNvGrpSpPr/>
          <p:nvPr/>
        </p:nvGrpSpPr>
        <p:grpSpPr>
          <a:xfrm>
            <a:off x="6350884" y="1838547"/>
            <a:ext cx="2435654" cy="1339670"/>
            <a:chOff x="6350884" y="1838547"/>
            <a:chExt cx="2435654" cy="133967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0595D9-48C9-DB59-B2BA-C938068A969A}"/>
                </a:ext>
              </a:extLst>
            </p:cNvPr>
            <p:cNvGrpSpPr/>
            <p:nvPr/>
          </p:nvGrpSpPr>
          <p:grpSpPr>
            <a:xfrm>
              <a:off x="6350884" y="1957817"/>
              <a:ext cx="2435654" cy="1220400"/>
              <a:chOff x="6358871" y="2224874"/>
              <a:chExt cx="2435654" cy="1220400"/>
            </a:xfrm>
          </p:grpSpPr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F06B7AA5-7A40-C5E8-DE45-68E369C004F8}"/>
                  </a:ext>
                </a:extLst>
              </p:cNvPr>
              <p:cNvSpPr txBox="1"/>
              <p:nvPr/>
            </p:nvSpPr>
            <p:spPr>
              <a:xfrm>
                <a:off x="6358871" y="2253214"/>
                <a:ext cx="2435653" cy="988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pt-PT" sz="1000" b="1">
                    <a:solidFill>
                      <a:srgbClr val="005F7C"/>
                    </a:solidFill>
                    <a:latin typeface="Muli Light" panose="00000400000000000000" pitchFamily="2" charset="0"/>
                  </a:rPr>
                  <a:t>Impacto:</a:t>
                </a:r>
                <a:r>
                  <a:rPr lang="pt-PT" sz="1000">
                    <a:solidFill>
                      <a:srgbClr val="005F7C"/>
                    </a:solidFill>
                    <a:latin typeface="Muli Light" panose="00000400000000000000" pitchFamily="2" charset="0"/>
                  </a:rPr>
                  <a:t> Garante a coerência metodológica PCAF e evita o crescimento artificial das emissões por comportamento inesperado nos dados.</a:t>
                </a: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CC2536E2-EEB4-EFC7-DA6A-0A358AC0192C}"/>
                  </a:ext>
                </a:extLst>
              </p:cNvPr>
              <p:cNvSpPr/>
              <p:nvPr/>
            </p:nvSpPr>
            <p:spPr>
              <a:xfrm>
                <a:off x="6364099" y="2224874"/>
                <a:ext cx="2430426" cy="12204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6">
                    <a:lumMod val="50000"/>
                  </a:schemeClr>
                </a:solidFill>
                <a:prstDash val="sysDot"/>
              </a:ln>
              <a:effectLst/>
            </p:spPr>
            <p:txBody>
              <a:bodyPr rtlCol="0" anchor="t">
                <a:noAutofit/>
              </a:bodyPr>
              <a:lstStyle/>
              <a:p>
                <a:pPr algn="just"/>
                <a:endParaRPr lang="pt-PT" sz="800">
                  <a:solidFill>
                    <a:schemeClr val="tx1"/>
                  </a:solidFill>
                  <a:latin typeface="Muli Light" panose="00000400000000000000" pitchFamily="2" charset="0"/>
                </a:endParaRPr>
              </a:p>
              <a:p>
                <a:pPr marL="190481" lvl="5" indent="0" algn="just">
                  <a:spcBef>
                    <a:spcPts val="300"/>
                  </a:spcBef>
                </a:pPr>
                <a:endParaRPr lang="pt-PT" sz="2000" b="1">
                  <a:solidFill>
                    <a:schemeClr val="tx1"/>
                  </a:solidFill>
                  <a:latin typeface="Muli" panose="00000500000000000000" pitchFamily="2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12CA554-6449-2726-6D97-D570824B6244}"/>
                </a:ext>
              </a:extLst>
            </p:cNvPr>
            <p:cNvGrpSpPr/>
            <p:nvPr/>
          </p:nvGrpSpPr>
          <p:grpSpPr>
            <a:xfrm>
              <a:off x="6467089" y="1838547"/>
              <a:ext cx="206007" cy="206007"/>
              <a:chOff x="6528599" y="1766643"/>
              <a:chExt cx="206007" cy="206007"/>
            </a:xfrm>
          </p:grpSpPr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7108D6DC-6BB4-C1DB-071F-8E6A893D0247}"/>
                  </a:ext>
                </a:extLst>
              </p:cNvPr>
              <p:cNvGrpSpPr/>
              <p:nvPr/>
            </p:nvGrpSpPr>
            <p:grpSpPr>
              <a:xfrm>
                <a:off x="6528599" y="1766643"/>
                <a:ext cx="206007" cy="206007"/>
                <a:chOff x="3239409" y="908574"/>
                <a:chExt cx="642472" cy="642471"/>
              </a:xfrm>
            </p:grpSpPr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2CFDDAF9-4127-9F27-EDB3-712BE77DB83C}"/>
                    </a:ext>
                  </a:extLst>
                </p:cNvPr>
                <p:cNvSpPr/>
                <p:nvPr/>
              </p:nvSpPr>
              <p:spPr>
                <a:xfrm>
                  <a:off x="3239409" y="908574"/>
                  <a:ext cx="642472" cy="642471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4D07744F-DC8C-ACB3-EB76-4388F6ADE882}"/>
                    </a:ext>
                  </a:extLst>
                </p:cNvPr>
                <p:cNvSpPr/>
                <p:nvPr/>
              </p:nvSpPr>
              <p:spPr>
                <a:xfrm>
                  <a:off x="3300824" y="969991"/>
                  <a:ext cx="519643" cy="519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pic>
            <p:nvPicPr>
              <p:cNvPr id="184" name="Graphic 183" descr="Renewable Energy with solid fill">
                <a:extLst>
                  <a:ext uri="{FF2B5EF4-FFF2-40B4-BE49-F238E27FC236}">
                    <a16:creationId xmlns:a16="http://schemas.microsoft.com/office/drawing/2014/main" id="{0BCFCDAC-4766-7BD9-310F-B7AFC6DBEE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541602" y="1779646"/>
                <a:ext cx="180000" cy="180000"/>
              </a:xfrm>
              <a:prstGeom prst="rect">
                <a:avLst/>
              </a:prstGeom>
            </p:spPr>
          </p:pic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27C19C9D-1AB2-9D61-FF4C-1C80F324E6F5}"/>
              </a:ext>
            </a:extLst>
          </p:cNvPr>
          <p:cNvSpPr/>
          <p:nvPr/>
        </p:nvSpPr>
        <p:spPr>
          <a:xfrm>
            <a:off x="549490" y="1162800"/>
            <a:ext cx="10977858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De forma sintética, identificam-se os principais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drivers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do cálculo das emissões financiadas, evidenciando as variáveis-chave, o seu impacto e as recomendações estratégicas para otimização do exercício.</a:t>
            </a:r>
            <a:endParaRPr lang="pt-PT" sz="14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F5ECB6B-6338-BF1D-A82A-8705AD4AC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91" y="3293740"/>
            <a:ext cx="4822416" cy="1444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Certificados Energéticos (EPC)</a:t>
            </a: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Os EPC permitem refletir diferenças entre os imóveis através das suas classes energéticas, tornando as estimativas de emissões mais precisas do que o uso de valores genéricos e tipicamente mais conservadores.</a:t>
            </a:r>
            <a:endParaRPr lang="pt-PT" sz="1200" b="1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C7BFFD1D-BE49-C3A0-AD02-47F52F6B1CD4}"/>
              </a:ext>
            </a:extLst>
          </p:cNvPr>
          <p:cNvGrpSpPr/>
          <p:nvPr/>
        </p:nvGrpSpPr>
        <p:grpSpPr>
          <a:xfrm>
            <a:off x="6350884" y="3338373"/>
            <a:ext cx="5032958" cy="1355616"/>
            <a:chOff x="6350884" y="3230920"/>
            <a:chExt cx="5032958" cy="1355616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C0003E4-5A39-4168-5295-70B109BE459F}"/>
                </a:ext>
              </a:extLst>
            </p:cNvPr>
            <p:cNvSpPr txBox="1"/>
            <p:nvPr/>
          </p:nvSpPr>
          <p:spPr>
            <a:xfrm>
              <a:off x="8946642" y="3367100"/>
              <a:ext cx="2437200" cy="12194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pt-PT" sz="1000" b="1">
                  <a:solidFill>
                    <a:srgbClr val="005F7C"/>
                  </a:solidFill>
                  <a:latin typeface="Muli Light" panose="00000400000000000000" pitchFamily="2" charset="0"/>
                </a:rPr>
                <a:t>Recomendação estratégica: </a:t>
              </a:r>
              <a:r>
                <a:rPr lang="pt-PT" sz="1000">
                  <a:solidFill>
                    <a:srgbClr val="005F7C"/>
                  </a:solidFill>
                  <a:latin typeface="Muli Light" panose="00000400000000000000" pitchFamily="2" charset="0"/>
                </a:rPr>
                <a:t>Priorizar a recolha e atualização dos EPC para aumentar a cobertura de dados reais e melhorar a qualidade das estimativas de emissões no </a:t>
              </a:r>
              <a:r>
                <a:rPr lang="pt-PT" sz="1000" i="1">
                  <a:solidFill>
                    <a:srgbClr val="005F7C"/>
                  </a:solidFill>
                  <a:latin typeface="Muli Light" panose="00000400000000000000" pitchFamily="2" charset="0"/>
                </a:rPr>
                <a:t>portfolio</a:t>
              </a:r>
              <a:r>
                <a:rPr lang="pt-PT" sz="1000">
                  <a:solidFill>
                    <a:srgbClr val="005F7C"/>
                  </a:solidFill>
                  <a:latin typeface="Muli Light" panose="00000400000000000000" pitchFamily="2" charset="0"/>
                </a:rPr>
                <a:t>.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8D9B72B-25D2-06D0-6019-65FC5F217327}"/>
                </a:ext>
              </a:extLst>
            </p:cNvPr>
            <p:cNvSpPr txBox="1"/>
            <p:nvPr/>
          </p:nvSpPr>
          <p:spPr>
            <a:xfrm>
              <a:off x="6350884" y="3367100"/>
              <a:ext cx="2435653" cy="9886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pt-PT" sz="1000" b="1">
                  <a:solidFill>
                    <a:srgbClr val="005F7C"/>
                  </a:solidFill>
                  <a:latin typeface="Muli Light" panose="00000400000000000000" pitchFamily="2" charset="0"/>
                </a:rPr>
                <a:t>Impacto:</a:t>
              </a:r>
              <a:r>
                <a:rPr lang="pt-PT" sz="1000">
                  <a:solidFill>
                    <a:srgbClr val="005F7C"/>
                  </a:solidFill>
                  <a:latin typeface="Muli Light" panose="00000400000000000000" pitchFamily="2" charset="0"/>
                </a:rPr>
                <a:t> Reduz incerteza e melhora a comparabilidade com padrões/ trajetórias de referência nacionais e internacionais.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F3B75AD-82C0-7125-7A58-7EA43C2F556E}"/>
                </a:ext>
              </a:extLst>
            </p:cNvPr>
            <p:cNvGrpSpPr/>
            <p:nvPr/>
          </p:nvGrpSpPr>
          <p:grpSpPr>
            <a:xfrm>
              <a:off x="8953842" y="3230920"/>
              <a:ext cx="2430000" cy="1339670"/>
              <a:chOff x="8953842" y="1838547"/>
              <a:chExt cx="2430000" cy="133967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D7D62E8-758F-C992-B43E-63635A21483A}"/>
                  </a:ext>
                </a:extLst>
              </p:cNvPr>
              <p:cNvSpPr/>
              <p:nvPr/>
            </p:nvSpPr>
            <p:spPr>
              <a:xfrm>
                <a:off x="8953842" y="1957817"/>
                <a:ext cx="2430000" cy="12204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6">
                    <a:lumMod val="50000"/>
                  </a:schemeClr>
                </a:solidFill>
                <a:prstDash val="sysDot"/>
              </a:ln>
              <a:effectLst/>
            </p:spPr>
            <p:txBody>
              <a:bodyPr rtlCol="0" anchor="t">
                <a:noAutofit/>
              </a:bodyPr>
              <a:lstStyle/>
              <a:p>
                <a:pPr algn="just"/>
                <a:endParaRPr lang="pt-PT" sz="800">
                  <a:solidFill>
                    <a:schemeClr val="tx1"/>
                  </a:solidFill>
                  <a:latin typeface="Muli Light" panose="00000400000000000000" pitchFamily="2" charset="0"/>
                </a:endParaRPr>
              </a:p>
              <a:p>
                <a:pPr marL="190481" lvl="5" indent="0" algn="just">
                  <a:spcBef>
                    <a:spcPts val="300"/>
                  </a:spcBef>
                </a:pPr>
                <a:endParaRPr lang="pt-PT" sz="2000" b="1">
                  <a:solidFill>
                    <a:schemeClr val="tx1"/>
                  </a:solidFill>
                  <a:latin typeface="Muli" panose="00000500000000000000" pitchFamily="2" charset="0"/>
                </a:endParaRP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5CB58A7-8D26-9369-24D2-14BA914677CE}"/>
                  </a:ext>
                </a:extLst>
              </p:cNvPr>
              <p:cNvGrpSpPr/>
              <p:nvPr/>
            </p:nvGrpSpPr>
            <p:grpSpPr>
              <a:xfrm>
                <a:off x="9064332" y="1838547"/>
                <a:ext cx="206007" cy="206008"/>
                <a:chOff x="8992998" y="1796699"/>
                <a:chExt cx="206007" cy="206008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A1AA004D-A2D9-6509-200B-3ECFE2F03B6A}"/>
                    </a:ext>
                  </a:extLst>
                </p:cNvPr>
                <p:cNvSpPr/>
                <p:nvPr/>
              </p:nvSpPr>
              <p:spPr>
                <a:xfrm>
                  <a:off x="8992998" y="1796699"/>
                  <a:ext cx="206007" cy="206008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98F678CA-3CCF-CDC2-939B-3695A3846BB8}"/>
                    </a:ext>
                  </a:extLst>
                </p:cNvPr>
                <p:cNvGrpSpPr/>
                <p:nvPr/>
              </p:nvGrpSpPr>
              <p:grpSpPr>
                <a:xfrm>
                  <a:off x="9012691" y="1817168"/>
                  <a:ext cx="166622" cy="166623"/>
                  <a:chOff x="9020678" y="2144772"/>
                  <a:chExt cx="166622" cy="166623"/>
                </a:xfrm>
              </p:grpSpPr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81451381-E7D5-0EA0-9318-02B04C05AE4B}"/>
                      </a:ext>
                    </a:extLst>
                  </p:cNvPr>
                  <p:cNvSpPr/>
                  <p:nvPr/>
                </p:nvSpPr>
                <p:spPr>
                  <a:xfrm>
                    <a:off x="9020678" y="2144772"/>
                    <a:ext cx="166622" cy="166623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pic>
                <p:nvPicPr>
                  <p:cNvPr id="24" name="Graphic 23" descr="Sustainability with solid fill">
                    <a:extLst>
                      <a:ext uri="{FF2B5EF4-FFF2-40B4-BE49-F238E27FC236}">
                        <a16:creationId xmlns:a16="http://schemas.microsoft.com/office/drawing/2014/main" id="{DAFC3775-4532-43DD-4B09-42880404639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025905" y="2149223"/>
                    <a:ext cx="156167" cy="156169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5957E367-89E0-81A7-E9A1-FA03DACBCE6F}"/>
                </a:ext>
              </a:extLst>
            </p:cNvPr>
            <p:cNvGrpSpPr/>
            <p:nvPr/>
          </p:nvGrpSpPr>
          <p:grpSpPr>
            <a:xfrm>
              <a:off x="6350884" y="3230920"/>
              <a:ext cx="2430426" cy="1339670"/>
              <a:chOff x="6439763" y="3044179"/>
              <a:chExt cx="2430426" cy="1339670"/>
            </a:xfrm>
          </p:grpSpPr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5867F3B7-A0DC-ED0B-8643-A41D6F208C4A}"/>
                  </a:ext>
                </a:extLst>
              </p:cNvPr>
              <p:cNvSpPr/>
              <p:nvPr/>
            </p:nvSpPr>
            <p:spPr>
              <a:xfrm>
                <a:off x="6550740" y="3044179"/>
                <a:ext cx="206007" cy="206007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989015BA-8E78-3EBD-B236-FDA622B00E33}"/>
                  </a:ext>
                </a:extLst>
              </p:cNvPr>
              <p:cNvGrpSpPr/>
              <p:nvPr/>
            </p:nvGrpSpPr>
            <p:grpSpPr>
              <a:xfrm>
                <a:off x="6439763" y="3057182"/>
                <a:ext cx="2430426" cy="1326667"/>
                <a:chOff x="6439763" y="3057182"/>
                <a:chExt cx="2430426" cy="1326667"/>
              </a:xfrm>
            </p:grpSpPr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C2926E12-F8C2-50AD-85D6-A5202BAEBA92}"/>
                    </a:ext>
                  </a:extLst>
                </p:cNvPr>
                <p:cNvSpPr/>
                <p:nvPr/>
              </p:nvSpPr>
              <p:spPr>
                <a:xfrm>
                  <a:off x="6439763" y="3163449"/>
                  <a:ext cx="2430426" cy="1220400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chemeClr val="accent6">
                      <a:lumMod val="50000"/>
                    </a:schemeClr>
                  </a:solidFill>
                  <a:prstDash val="sysDot"/>
                </a:ln>
                <a:effectLst/>
              </p:spPr>
              <p:txBody>
                <a:bodyPr rtlCol="0" anchor="t">
                  <a:noAutofit/>
                </a:bodyPr>
                <a:lstStyle/>
                <a:p>
                  <a:pPr algn="just"/>
                  <a:endParaRPr lang="pt-PT" sz="800">
                    <a:solidFill>
                      <a:schemeClr val="tx1"/>
                    </a:solidFill>
                    <a:latin typeface="Muli Light" panose="00000400000000000000" pitchFamily="2" charset="0"/>
                  </a:endParaRPr>
                </a:p>
                <a:p>
                  <a:pPr marL="190481" lvl="5" indent="0" algn="just">
                    <a:spcBef>
                      <a:spcPts val="300"/>
                    </a:spcBef>
                  </a:pPr>
                  <a:endParaRPr lang="pt-PT" sz="2000" b="1">
                    <a:solidFill>
                      <a:schemeClr val="tx1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004210C5-04FB-519C-68D9-95CF09787FF6}"/>
                    </a:ext>
                  </a:extLst>
                </p:cNvPr>
                <p:cNvSpPr/>
                <p:nvPr/>
              </p:nvSpPr>
              <p:spPr>
                <a:xfrm>
                  <a:off x="6570433" y="3063872"/>
                  <a:ext cx="166622" cy="1666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pic>
              <p:nvPicPr>
                <p:cNvPr id="131" name="Graphic 130" descr="Renewable Energy with solid fill">
                  <a:extLst>
                    <a:ext uri="{FF2B5EF4-FFF2-40B4-BE49-F238E27FC236}">
                      <a16:creationId xmlns:a16="http://schemas.microsoft.com/office/drawing/2014/main" id="{7DEAEDEC-F3B7-F664-E305-DA7B1F7F82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63743" y="3057182"/>
                  <a:ext cx="180000" cy="18000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E9DFF714-D99A-9673-5ADD-1C47C971EDF4}"/>
              </a:ext>
            </a:extLst>
          </p:cNvPr>
          <p:cNvGrpSpPr/>
          <p:nvPr/>
        </p:nvGrpSpPr>
        <p:grpSpPr>
          <a:xfrm>
            <a:off x="6350884" y="4839213"/>
            <a:ext cx="5032958" cy="1593152"/>
            <a:chOff x="6350884" y="4804488"/>
            <a:chExt cx="5032958" cy="1593152"/>
          </a:xfrm>
        </p:grpSpPr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DB780C18-5EBA-8887-0F3F-3BB145BC785F}"/>
                </a:ext>
              </a:extLst>
            </p:cNvPr>
            <p:cNvGrpSpPr/>
            <p:nvPr/>
          </p:nvGrpSpPr>
          <p:grpSpPr>
            <a:xfrm>
              <a:off x="6350884" y="4944165"/>
              <a:ext cx="5032958" cy="1453475"/>
              <a:chOff x="6046558" y="2113901"/>
              <a:chExt cx="5032958" cy="1453475"/>
            </a:xfrm>
          </p:grpSpPr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1D480DDF-5F99-FBCE-78D1-0EC7BC5948B5}"/>
                  </a:ext>
                </a:extLst>
              </p:cNvPr>
              <p:cNvSpPr txBox="1"/>
              <p:nvPr/>
            </p:nvSpPr>
            <p:spPr>
              <a:xfrm>
                <a:off x="6046558" y="2113901"/>
                <a:ext cx="2435653" cy="145347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prstDash val="sysDot"/>
              </a:ln>
            </p:spPr>
            <p:txBody>
              <a:bodyPr wrap="square">
                <a:noAutofit/>
              </a:bodyPr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>
                  <a:lnSpc>
                    <a:spcPct val="150000"/>
                  </a:lnSpc>
                  <a:defRPr sz="1000" b="1">
                    <a:solidFill>
                      <a:srgbClr val="005F7C"/>
                    </a:solidFill>
                    <a:latin typeface="Muli Light" panose="00000400000000000000" pitchFamily="2" charset="0"/>
                  </a:defRPr>
                </a:lvl1pPr>
              </a:lstStyle>
              <a:p>
                <a:r>
                  <a:rPr lang="pt-PT" dirty="0"/>
                  <a:t>Impacto: </a:t>
                </a:r>
                <a:r>
                  <a:rPr lang="pt-PT" b="0" dirty="0"/>
                  <a:t>Reduz incerteza nas estimativas globais da carteira e permite uma classificação menos ge	nérica dos bens. Impacta também a comparabilidade.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E84C4356-04DF-585C-F9B9-3379265945FC}"/>
                  </a:ext>
                </a:extLst>
              </p:cNvPr>
              <p:cNvSpPr txBox="1"/>
              <p:nvPr/>
            </p:nvSpPr>
            <p:spPr>
              <a:xfrm>
                <a:off x="8642316" y="2113901"/>
                <a:ext cx="2437200" cy="145347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prstDash val="sysDot"/>
              </a:ln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pt-PT" sz="1000" b="1" dirty="0">
                    <a:solidFill>
                      <a:srgbClr val="005F7C"/>
                    </a:solidFill>
                    <a:latin typeface="Muli Light" panose="00000400000000000000" pitchFamily="2" charset="0"/>
                  </a:rPr>
                  <a:t>Recomendação estratégica: </a:t>
                </a:r>
                <a:r>
                  <a:rPr lang="pt-PT" sz="1000" dirty="0">
                    <a:solidFill>
                      <a:srgbClr val="005F7C"/>
                    </a:solidFill>
                    <a:latin typeface="Muli Light" panose="00000400000000000000" pitchFamily="2" charset="0"/>
                  </a:rPr>
                  <a:t>Evoluir na qualidade e granularidade da aplicação da finalidade de forma a permitir uma definição mais precisa do perímetro de cálculo e uma aplicação mais fina dos fatores de emissão.</a:t>
                </a:r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1D24D43F-C53B-04D0-49D0-6CBA4F6B3413}"/>
                </a:ext>
              </a:extLst>
            </p:cNvPr>
            <p:cNvGrpSpPr/>
            <p:nvPr/>
          </p:nvGrpSpPr>
          <p:grpSpPr>
            <a:xfrm>
              <a:off x="6461861" y="4804488"/>
              <a:ext cx="206007" cy="206007"/>
              <a:chOff x="6619489" y="1990947"/>
              <a:chExt cx="206007" cy="206007"/>
            </a:xfrm>
          </p:grpSpPr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537F0034-B3F4-97F5-B372-0D834BA839C8}"/>
                  </a:ext>
                </a:extLst>
              </p:cNvPr>
              <p:cNvGrpSpPr/>
              <p:nvPr/>
            </p:nvGrpSpPr>
            <p:grpSpPr>
              <a:xfrm>
                <a:off x="6619489" y="1990947"/>
                <a:ext cx="206007" cy="206007"/>
                <a:chOff x="6619489" y="1990947"/>
                <a:chExt cx="206007" cy="206007"/>
              </a:xfrm>
            </p:grpSpPr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96BF89EB-5C3E-D6FB-E97E-FFFF27084C7D}"/>
                    </a:ext>
                  </a:extLst>
                </p:cNvPr>
                <p:cNvSpPr/>
                <p:nvPr/>
              </p:nvSpPr>
              <p:spPr>
                <a:xfrm>
                  <a:off x="6619489" y="1990947"/>
                  <a:ext cx="206007" cy="206007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E13319A8-895A-C235-1B8F-2B7ABA6DB26F}"/>
                    </a:ext>
                  </a:extLst>
                </p:cNvPr>
                <p:cNvSpPr/>
                <p:nvPr/>
              </p:nvSpPr>
              <p:spPr>
                <a:xfrm>
                  <a:off x="6639182" y="2010640"/>
                  <a:ext cx="166622" cy="1666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pic>
            <p:nvPicPr>
              <p:cNvPr id="138" name="Graphic 137" descr="Renewable Energy with solid fill">
                <a:extLst>
                  <a:ext uri="{FF2B5EF4-FFF2-40B4-BE49-F238E27FC236}">
                    <a16:creationId xmlns:a16="http://schemas.microsoft.com/office/drawing/2014/main" id="{72DBE1D9-C433-3C06-5EF0-83C62A40D2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632492" y="2003950"/>
                <a:ext cx="180000" cy="180000"/>
              </a:xfrm>
              <a:prstGeom prst="rect">
                <a:avLst/>
              </a:prstGeom>
            </p:spPr>
          </p:pic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F5D76C62-4150-977C-0D45-BC68D4BE3E46}"/>
                </a:ext>
              </a:extLst>
            </p:cNvPr>
            <p:cNvGrpSpPr/>
            <p:nvPr/>
          </p:nvGrpSpPr>
          <p:grpSpPr>
            <a:xfrm>
              <a:off x="9057132" y="4804488"/>
              <a:ext cx="206007" cy="206008"/>
              <a:chOff x="9216732" y="3383320"/>
              <a:chExt cx="206007" cy="206008"/>
            </a:xfrm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66512152-D67C-9670-B3F9-4D0999010A0B}"/>
                  </a:ext>
                </a:extLst>
              </p:cNvPr>
              <p:cNvSpPr/>
              <p:nvPr/>
            </p:nvSpPr>
            <p:spPr>
              <a:xfrm>
                <a:off x="9216732" y="3383320"/>
                <a:ext cx="206007" cy="2060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4F76BAB3-F453-69F3-5021-322153735850}"/>
                  </a:ext>
                </a:extLst>
              </p:cNvPr>
              <p:cNvSpPr/>
              <p:nvPr/>
            </p:nvSpPr>
            <p:spPr>
              <a:xfrm>
                <a:off x="9236425" y="3403789"/>
                <a:ext cx="166622" cy="1666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pic>
            <p:nvPicPr>
              <p:cNvPr id="150" name="Graphic 149" descr="Sustainability with solid fill">
                <a:extLst>
                  <a:ext uri="{FF2B5EF4-FFF2-40B4-BE49-F238E27FC236}">
                    <a16:creationId xmlns:a16="http://schemas.microsoft.com/office/drawing/2014/main" id="{BDA82C1E-2DCA-B391-3908-D83EB39B70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241652" y="3408240"/>
                <a:ext cx="156167" cy="15616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4517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B8869-197A-B46C-5F9F-B1768EC8C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5_01.png">
            <a:extLst>
              <a:ext uri="{FF2B5EF4-FFF2-40B4-BE49-F238E27FC236}">
                <a16:creationId xmlns:a16="http://schemas.microsoft.com/office/drawing/2014/main" id="{57342806-9320-B487-3E95-9FA018C0E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CA1229-4C1D-A009-2860-CE21F3E763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/>
              <a:t>Resultados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15C2E-9816-2259-E678-09578B994D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Riscos e Oportunidades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EAE732E9-D2B1-B20C-53AE-AE067FEDD054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11" name="Block Arc 210">
            <a:extLst>
              <a:ext uri="{FF2B5EF4-FFF2-40B4-BE49-F238E27FC236}">
                <a16:creationId xmlns:a16="http://schemas.microsoft.com/office/drawing/2014/main" id="{530F9B08-F153-3E58-0267-DDA694473530}"/>
              </a:ext>
            </a:extLst>
          </p:cNvPr>
          <p:cNvSpPr/>
          <p:nvPr/>
        </p:nvSpPr>
        <p:spPr>
          <a:xfrm rot="16429591">
            <a:off x="10648648" y="3531153"/>
            <a:ext cx="3529322" cy="2119531"/>
          </a:xfrm>
          <a:prstGeom prst="blockArc">
            <a:avLst>
              <a:gd name="adj1" fmla="val 11486096"/>
              <a:gd name="adj2" fmla="val 19462196"/>
              <a:gd name="adj3" fmla="val 2623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1271750-BAE4-9180-1359-7B9FEFA69665}"/>
              </a:ext>
            </a:extLst>
          </p:cNvPr>
          <p:cNvGrpSpPr/>
          <p:nvPr/>
        </p:nvGrpSpPr>
        <p:grpSpPr>
          <a:xfrm>
            <a:off x="549490" y="1747634"/>
            <a:ext cx="4911632" cy="4674736"/>
            <a:chOff x="346176" y="1071994"/>
            <a:chExt cx="4911632" cy="478708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3214AC8-B36F-D960-4127-3C030E4FF80A}"/>
                </a:ext>
              </a:extLst>
            </p:cNvPr>
            <p:cNvSpPr/>
            <p:nvPr/>
          </p:nvSpPr>
          <p:spPr>
            <a:xfrm>
              <a:off x="665204" y="1420008"/>
              <a:ext cx="4592604" cy="4439075"/>
            </a:xfrm>
            <a:prstGeom prst="rect">
              <a:avLst/>
            </a:prstGeom>
            <a:noFill/>
            <a:ln w="19050" cap="flat" cmpd="sng" algn="ctr">
              <a:solidFill>
                <a:schemeClr val="accent6">
                  <a:lumMod val="50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800" noProof="0">
                <a:solidFill>
                  <a:schemeClr val="tx1"/>
                </a:solidFill>
                <a:latin typeface="Muli Light" panose="00000400000000000000" pitchFamily="2" charset="0"/>
              </a:endParaRPr>
            </a:p>
            <a:p>
              <a:pPr marL="190481" lvl="5" indent="0" algn="just">
                <a:spcBef>
                  <a:spcPts val="300"/>
                </a:spcBef>
              </a:pPr>
              <a:endParaRPr lang="pt-PT" sz="2000" b="1" noProof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33" name="Rectangle 18">
              <a:extLst>
                <a:ext uri="{FF2B5EF4-FFF2-40B4-BE49-F238E27FC236}">
                  <a16:creationId xmlns:a16="http://schemas.microsoft.com/office/drawing/2014/main" id="{D90F0683-7DD8-1E27-9F40-71DB8DBC0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011" y="1273417"/>
              <a:ext cx="1800000" cy="2396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i="1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 </a:t>
              </a:r>
              <a:r>
                <a:rPr lang="pt-PT" sz="1200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Riscos</a:t>
              </a:r>
              <a:endParaRPr lang="pt-PT" sz="1200" i="1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BD4C2CA-3985-BB29-DAB3-4C3AAE0C2DA7}"/>
                </a:ext>
              </a:extLst>
            </p:cNvPr>
            <p:cNvGrpSpPr/>
            <p:nvPr/>
          </p:nvGrpSpPr>
          <p:grpSpPr>
            <a:xfrm>
              <a:off x="346176" y="1071994"/>
              <a:ext cx="642472" cy="642472"/>
              <a:chOff x="3557968" y="908576"/>
              <a:chExt cx="642472" cy="642472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5D39E3F-833E-3FE9-F3D3-CE0C5998ADDB}"/>
                  </a:ext>
                </a:extLst>
              </p:cNvPr>
              <p:cNvGrpSpPr/>
              <p:nvPr/>
            </p:nvGrpSpPr>
            <p:grpSpPr>
              <a:xfrm>
                <a:off x="3557968" y="908576"/>
                <a:ext cx="642472" cy="642472"/>
                <a:chOff x="3239409" y="908576"/>
                <a:chExt cx="642472" cy="642472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E8C3C1E5-0BB2-9BC7-9067-3D903B6ECFFA}"/>
                    </a:ext>
                  </a:extLst>
                </p:cNvPr>
                <p:cNvSpPr/>
                <p:nvPr/>
              </p:nvSpPr>
              <p:spPr>
                <a:xfrm>
                  <a:off x="3239409" y="908576"/>
                  <a:ext cx="642472" cy="642472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noProof="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108CF8AA-B2CD-98AA-34A8-373C5147B4C1}"/>
                    </a:ext>
                  </a:extLst>
                </p:cNvPr>
                <p:cNvSpPr/>
                <p:nvPr/>
              </p:nvSpPr>
              <p:spPr>
                <a:xfrm>
                  <a:off x="3300824" y="969991"/>
                  <a:ext cx="519643" cy="519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noProof="0"/>
                </a:p>
              </p:txBody>
            </p:sp>
          </p:grpSp>
          <p:pic>
            <p:nvPicPr>
              <p:cNvPr id="6" name="Graphic 5" descr="Radioactive with solid fill">
                <a:extLst>
                  <a:ext uri="{FF2B5EF4-FFF2-40B4-BE49-F238E27FC236}">
                    <a16:creationId xmlns:a16="http://schemas.microsoft.com/office/drawing/2014/main" id="{23F8D800-6EDE-78FF-5489-2F1602D02B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634068" y="984676"/>
                <a:ext cx="490272" cy="490272"/>
              </a:xfrm>
              <a:prstGeom prst="rect">
                <a:avLst/>
              </a:prstGeom>
            </p:spPr>
          </p:pic>
        </p:grpSp>
      </p:grpSp>
      <p:sp>
        <p:nvSpPr>
          <p:cNvPr id="28" name="Rectangle 2">
            <a:extLst>
              <a:ext uri="{FF2B5EF4-FFF2-40B4-BE49-F238E27FC236}">
                <a16:creationId xmlns:a16="http://schemas.microsoft.com/office/drawing/2014/main" id="{790D88D3-38EA-B643-CC98-1AB41B6F1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609" y="2195051"/>
            <a:ext cx="4437341" cy="4214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Calculadora única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Convergência com o modelo verde no âmbito do reporte do Pilar III (ESG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Risks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), garantindo uma única fonte de informação para a tomada de decisão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nas mais diferentes dimensões – risco, relato objetivos estratégicos, etc.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Melhoria da qualidade de dados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Reforço e enriquecimento das bases de dados internas, incluindo a qualidade e completude dos campos já existentes, reforçando a precisão e robustez das estimativas.</a:t>
            </a:r>
          </a:p>
          <a:p>
            <a:pPr algn="just">
              <a:lnSpc>
                <a:spcPct val="150000"/>
              </a:lnSpc>
            </a:pP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Benefícios estratégicos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Apoio a decisões de crédito, estratégias comerciais, metas de descarbonização,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benchmarking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internacional e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compliance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regulatório.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5BB3997-26FF-3CB9-302D-40E229C6C2F3}"/>
              </a:ext>
            </a:extLst>
          </p:cNvPr>
          <p:cNvGrpSpPr/>
          <p:nvPr/>
        </p:nvGrpSpPr>
        <p:grpSpPr>
          <a:xfrm>
            <a:off x="6339347" y="1747634"/>
            <a:ext cx="4911866" cy="4674736"/>
            <a:chOff x="6339347" y="1071513"/>
            <a:chExt cx="4911866" cy="477753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96FF16A-F435-0E68-7857-25B224846E9E}"/>
                </a:ext>
              </a:extLst>
            </p:cNvPr>
            <p:cNvSpPr/>
            <p:nvPr/>
          </p:nvSpPr>
          <p:spPr>
            <a:xfrm>
              <a:off x="6658609" y="1420008"/>
              <a:ext cx="4592604" cy="4429037"/>
            </a:xfrm>
            <a:prstGeom prst="rect">
              <a:avLst/>
            </a:prstGeom>
            <a:noFill/>
            <a:ln w="19050" cap="flat" cmpd="sng" algn="ctr">
              <a:solidFill>
                <a:schemeClr val="accent6">
                  <a:lumMod val="50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800" noProof="0">
                <a:solidFill>
                  <a:schemeClr val="tx1"/>
                </a:solidFill>
                <a:latin typeface="Muli Light" panose="00000400000000000000" pitchFamily="2" charset="0"/>
              </a:endParaRPr>
            </a:p>
          </p:txBody>
        </p:sp>
        <p:sp>
          <p:nvSpPr>
            <p:cNvPr id="36" name="Rectangle 18">
              <a:extLst>
                <a:ext uri="{FF2B5EF4-FFF2-40B4-BE49-F238E27FC236}">
                  <a16:creationId xmlns:a16="http://schemas.microsoft.com/office/drawing/2014/main" id="{083039B4-4AAC-B440-46FB-672A2619C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0415" y="1273177"/>
              <a:ext cx="1800000" cy="23914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i="1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 </a:t>
              </a:r>
              <a:r>
                <a:rPr lang="pt-PT" sz="1200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Oportunidades</a:t>
              </a:r>
              <a:endParaRPr lang="pt-PT" sz="1200" i="1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D92E8B7-8278-8B7A-DB7C-6D56D01EF015}"/>
                </a:ext>
              </a:extLst>
            </p:cNvPr>
            <p:cNvGrpSpPr/>
            <p:nvPr/>
          </p:nvGrpSpPr>
          <p:grpSpPr>
            <a:xfrm>
              <a:off x="6339347" y="1071513"/>
              <a:ext cx="642472" cy="642472"/>
              <a:chOff x="6223600" y="689549"/>
              <a:chExt cx="642472" cy="642472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735C9901-B676-B971-0E77-A74044786E6C}"/>
                  </a:ext>
                </a:extLst>
              </p:cNvPr>
              <p:cNvGrpSpPr/>
              <p:nvPr/>
            </p:nvGrpSpPr>
            <p:grpSpPr>
              <a:xfrm>
                <a:off x="6223600" y="689549"/>
                <a:ext cx="642472" cy="642472"/>
                <a:chOff x="3239409" y="908576"/>
                <a:chExt cx="642472" cy="642472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81B37965-5667-6108-3B49-24AEC0D2F624}"/>
                    </a:ext>
                  </a:extLst>
                </p:cNvPr>
                <p:cNvSpPr/>
                <p:nvPr/>
              </p:nvSpPr>
              <p:spPr>
                <a:xfrm>
                  <a:off x="3239409" y="908576"/>
                  <a:ext cx="642472" cy="642472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noProof="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D5CA088A-2B7A-8090-F0AE-5941424B6DFF}"/>
                    </a:ext>
                  </a:extLst>
                </p:cNvPr>
                <p:cNvSpPr/>
                <p:nvPr/>
              </p:nvSpPr>
              <p:spPr>
                <a:xfrm>
                  <a:off x="3300824" y="969991"/>
                  <a:ext cx="519643" cy="519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noProof="0"/>
                </a:p>
              </p:txBody>
            </p:sp>
          </p:grpSp>
          <p:pic>
            <p:nvPicPr>
              <p:cNvPr id="11" name="Graphic 10" descr="Open hand with plant with solid fill">
                <a:extLst>
                  <a:ext uri="{FF2B5EF4-FFF2-40B4-BE49-F238E27FC236}">
                    <a16:creationId xmlns:a16="http://schemas.microsoft.com/office/drawing/2014/main" id="{DBA174CD-6BF3-6661-F811-62F5DDF010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300036" y="765985"/>
                <a:ext cx="489600" cy="489600"/>
              </a:xfrm>
              <a:prstGeom prst="rect">
                <a:avLst/>
              </a:prstGeom>
            </p:spPr>
          </p:pic>
        </p:grp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1985773-A2DE-8014-C75C-F6AC5EEE9E1E}"/>
              </a:ext>
            </a:extLst>
          </p:cNvPr>
          <p:cNvSpPr/>
          <p:nvPr/>
        </p:nvSpPr>
        <p:spPr>
          <a:xfrm>
            <a:off x="549490" y="1162800"/>
            <a:ext cx="11001007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Apresentam-se os riscos e as oportunidades associadas ao processo de cálculo das emissões, destacando os fatores que impactam a precisão das estimativas e o alinhamento estratégico do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portfolio.</a:t>
            </a:r>
            <a:endParaRPr lang="pt-PT" sz="14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A24E79A7-A78A-1D72-0A55-EB4129F90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518" y="2195051"/>
            <a:ext cx="4437341" cy="4214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Dependência de </a:t>
            </a:r>
            <a:r>
              <a:rPr lang="pt-PT" sz="1200" b="1" i="1" err="1">
                <a:solidFill>
                  <a:srgbClr val="005F7C"/>
                </a:solidFill>
                <a:latin typeface="Muli Light" panose="00000400000000000000" pitchFamily="2" charset="0"/>
              </a:rPr>
              <a:t>proxies</a:t>
            </a:r>
            <a:endParaRPr lang="pt-PT" sz="1200" i="1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Dependência de estatísticas e parâmetros médios devido à indisponibilidade de dados reais e oficiais de certificados energéticos ou de dados reais de consumo. </a:t>
            </a:r>
          </a:p>
          <a:p>
            <a:pPr algn="just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Estimativas conservadoras</a:t>
            </a: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Adoção de metodologias mais conservadoras (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Score 4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-5), resultando em emissões superiores às reais, ou estimadas de forma mais detalhada por usar elementos reais e oficiais.</a:t>
            </a:r>
          </a:p>
          <a:p>
            <a:pPr algn="just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Limitações de qualidade de dados </a:t>
            </a: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Incompletude ou desatualização de informação chave que afeta a precisão e robustez do cálculo das emissões e as tomadas de ação.</a:t>
            </a:r>
          </a:p>
        </p:txBody>
      </p:sp>
    </p:spTree>
    <p:extLst>
      <p:ext uri="{BB962C8B-B14F-4D97-AF65-F5344CB8AC3E}">
        <p14:creationId xmlns:p14="http://schemas.microsoft.com/office/powerpoint/2010/main" val="1847974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48021-55B8-DC37-065A-160013355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5_01.png">
            <a:extLst>
              <a:ext uri="{FF2B5EF4-FFF2-40B4-BE49-F238E27FC236}">
                <a16:creationId xmlns:a16="http://schemas.microsoft.com/office/drawing/2014/main" id="{086537F0-904D-9609-810D-566DD68B9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7833E3-7438-8F18-843B-760BDFC77D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/>
              <a:t>Resultados</a:t>
            </a:r>
            <a:endParaRPr lang="pt-PT" sz="2000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827A8-E02C-EFD8-FE59-8260921C46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i="1" noProof="0"/>
              <a:t>Portfolio</a:t>
            </a:r>
            <a:r>
              <a:rPr lang="pt-PT" sz="1300" i="1"/>
              <a:t>s</a:t>
            </a:r>
            <a:r>
              <a:rPr lang="pt-PT" sz="1300" noProof="0"/>
              <a:t> Santander </a:t>
            </a:r>
            <a:r>
              <a:rPr lang="pt-PT" sz="1300" noProof="0" err="1"/>
              <a:t>vs</a:t>
            </a:r>
            <a:r>
              <a:rPr lang="pt-PT" sz="1300" noProof="0"/>
              <a:t> Cenários de Descarbonização IEA e CRREM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53EC1DD0-6966-5B4A-515E-C15B413A206E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EE4B1-F916-064E-0D8C-B3B4779C410E}"/>
              </a:ext>
            </a:extLst>
          </p:cNvPr>
          <p:cNvSpPr/>
          <p:nvPr/>
        </p:nvSpPr>
        <p:spPr>
          <a:xfrm>
            <a:off x="549491" y="1162800"/>
            <a:ext cx="10588234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A utilização de cenários globais (IEA Net Zero </a:t>
            </a:r>
            <a:r>
              <a:rPr lang="pt-PT" sz="1400" noProof="0" err="1">
                <a:solidFill>
                  <a:srgbClr val="005F7C"/>
                </a:solidFill>
                <a:latin typeface="Muli Light" panose="00000400000000000000" pitchFamily="2" charset="0"/>
              </a:rPr>
              <a:t>by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 2050) e setoriais/ regionais (CRREM) permite comparar o ponto de partida do portefólio imobiliário do Santander com o previsto em diferentes trajetórias compatíveis com o objetivo de 1,5 </a:t>
            </a:r>
            <a:r>
              <a:rPr lang="pt-PT" sz="1400" noProof="0" err="1">
                <a:solidFill>
                  <a:srgbClr val="005F7C"/>
                </a:solidFill>
                <a:latin typeface="Muli Light" panose="00000400000000000000" pitchFamily="2" charset="0"/>
              </a:rPr>
              <a:t>ºC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 e que se caracterizam por: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0B75D5-AB87-B09C-5279-17CAFFD130D6}"/>
              </a:ext>
            </a:extLst>
          </p:cNvPr>
          <p:cNvSpPr/>
          <p:nvPr/>
        </p:nvSpPr>
        <p:spPr>
          <a:xfrm>
            <a:off x="996132" y="2002973"/>
            <a:ext cx="2061469" cy="4394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1200" b="1" noProof="0">
                <a:solidFill>
                  <a:schemeClr val="bg1"/>
                </a:solidFill>
                <a:latin typeface="Muli Light" panose="00000400000000000000" pitchFamily="2" charset="0"/>
              </a:rPr>
              <a:t>Alinhamento com ciência e Paris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A2C37C-55C3-1346-3771-680A4D274AFB}"/>
              </a:ext>
            </a:extLst>
          </p:cNvPr>
          <p:cNvSpPr/>
          <p:nvPr/>
        </p:nvSpPr>
        <p:spPr>
          <a:xfrm>
            <a:off x="5100497" y="2011051"/>
            <a:ext cx="2061469" cy="4394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1200" b="1" noProof="0">
                <a:solidFill>
                  <a:schemeClr val="bg1"/>
                </a:solidFill>
                <a:latin typeface="Muli Light" panose="00000400000000000000" pitchFamily="2" charset="0"/>
              </a:rPr>
              <a:t>Expectativas de investidores e reguladores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96AC0A-D081-913B-C6A5-E13106695501}"/>
              </a:ext>
            </a:extLst>
          </p:cNvPr>
          <p:cNvSpPr/>
          <p:nvPr/>
        </p:nvSpPr>
        <p:spPr>
          <a:xfrm>
            <a:off x="9146586" y="2007012"/>
            <a:ext cx="2061469" cy="4394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1200" b="1" noProof="0">
                <a:solidFill>
                  <a:schemeClr val="bg1"/>
                </a:solidFill>
                <a:latin typeface="Muli Light" panose="00000400000000000000" pitchFamily="2" charset="0"/>
              </a:rPr>
              <a:t>Definição de metas e comparabilidade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D7CDCC1-B729-3D09-701A-E5DC99056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363296"/>
              </p:ext>
            </p:extLst>
          </p:nvPr>
        </p:nvGraphicFramePr>
        <p:xfrm>
          <a:off x="894150" y="3216354"/>
          <a:ext cx="10402116" cy="268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3686">
                  <a:extLst>
                    <a:ext uri="{9D8B030D-6E8A-4147-A177-3AD203B41FA5}">
                      <a16:colId xmlns:a16="http://schemas.microsoft.com/office/drawing/2014/main" val="3923825179"/>
                    </a:ext>
                  </a:extLst>
                </a:gridCol>
                <a:gridCol w="1733686">
                  <a:extLst>
                    <a:ext uri="{9D8B030D-6E8A-4147-A177-3AD203B41FA5}">
                      <a16:colId xmlns:a16="http://schemas.microsoft.com/office/drawing/2014/main" val="824781884"/>
                    </a:ext>
                  </a:extLst>
                </a:gridCol>
                <a:gridCol w="1733686">
                  <a:extLst>
                    <a:ext uri="{9D8B030D-6E8A-4147-A177-3AD203B41FA5}">
                      <a16:colId xmlns:a16="http://schemas.microsoft.com/office/drawing/2014/main" val="2483964457"/>
                    </a:ext>
                  </a:extLst>
                </a:gridCol>
                <a:gridCol w="1733686">
                  <a:extLst>
                    <a:ext uri="{9D8B030D-6E8A-4147-A177-3AD203B41FA5}">
                      <a16:colId xmlns:a16="http://schemas.microsoft.com/office/drawing/2014/main" val="2670907368"/>
                    </a:ext>
                  </a:extLst>
                </a:gridCol>
                <a:gridCol w="1733686">
                  <a:extLst>
                    <a:ext uri="{9D8B030D-6E8A-4147-A177-3AD203B41FA5}">
                      <a16:colId xmlns:a16="http://schemas.microsoft.com/office/drawing/2014/main" val="3670750263"/>
                    </a:ext>
                  </a:extLst>
                </a:gridCol>
                <a:gridCol w="1733686">
                  <a:extLst>
                    <a:ext uri="{9D8B030D-6E8A-4147-A177-3AD203B41FA5}">
                      <a16:colId xmlns:a16="http://schemas.microsoft.com/office/drawing/2014/main" val="25438349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Cenário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Objetivo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Fonte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Geografia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i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Portfolio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Intensidade 2024</a:t>
                      </a:r>
                    </a:p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(Kg CO</a:t>
                      </a:r>
                      <a:r>
                        <a:rPr lang="pt-PT" sz="1200" b="1" baseline="-25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200" b="1" baseline="30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16671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IEA NZE</a:t>
                      </a:r>
                      <a:r>
                        <a:rPr lang="pt-PT" sz="1200" baseline="30000" noProof="0"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Net-Zero emissions by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 2050 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International Energy Agency – A roadmap for the global energy sector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Global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Residencial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8,2</a:t>
                      </a:r>
                      <a:endParaRPr lang="pt-PT" sz="1200" baseline="300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176102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/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/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Services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12,5</a:t>
                      </a:r>
                      <a:endParaRPr lang="pt-PT" sz="1200" baseline="300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535589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CRREM </a:t>
                      </a:r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Decarbornisation Targets</a:t>
                      </a:r>
                      <a:r>
                        <a:rPr lang="pt-PT" sz="1200" baseline="30000" noProof="0">
                          <a:latin typeface="Muli Light" panose="00000400000000000000" pitchFamily="2" charset="0"/>
                        </a:rPr>
                        <a:t>2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Limit Global Warming to 1,5º C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CRREM Risk Assessment Tool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Portugal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Residential Multi-Family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9,6</a:t>
                      </a:r>
                      <a:endParaRPr lang="pt-PT" sz="1200" baseline="300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61243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/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 anchor="ctr"/>
                </a:tc>
                <a:tc vMerge="1">
                  <a:txBody>
                    <a:bodyPr/>
                    <a:lstStyle/>
                    <a:p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/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Office, Retail and Hotel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27,8-32,9</a:t>
                      </a:r>
                      <a:r>
                        <a:rPr lang="pt-PT" sz="1200" baseline="30000" noProof="0">
                          <a:latin typeface="Muli Light" panose="00000400000000000000" pitchFamily="2" charset="0"/>
                        </a:rPr>
                        <a:t>3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0870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PT" sz="12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12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Santander, PCAF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Portugal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Mortgages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9,5</a:t>
                      </a:r>
                      <a:r>
                        <a:rPr lang="pt-PT" sz="1200" baseline="30000" noProof="0">
                          <a:latin typeface="Muli Light" panose="00000400000000000000" pitchFamily="2" charset="0"/>
                        </a:rPr>
                        <a:t>4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0148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PT" sz="12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12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/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CRE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19,5</a:t>
                      </a:r>
                      <a:r>
                        <a:rPr lang="pt-PT" sz="1200" baseline="30000" noProof="0">
                          <a:latin typeface="Muli Light" panose="00000400000000000000" pitchFamily="2" charset="0"/>
                        </a:rPr>
                        <a:t>4</a:t>
                      </a:r>
                      <a:endParaRPr lang="pt-PT" sz="12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518824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1B8BB258-426D-C037-038F-B5BB061230C3}"/>
              </a:ext>
            </a:extLst>
          </p:cNvPr>
          <p:cNvSpPr/>
          <p:nvPr/>
        </p:nvSpPr>
        <p:spPr>
          <a:xfrm>
            <a:off x="549491" y="2644331"/>
            <a:ext cx="10994321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Considerando os imóveis financiados para os quais o Banco detém informação sobre os certificados energéticos reais (EPC), à data de 2024, observa-se uma comparação favorável com o cenário previsto pelo CRREM para Portugal.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AF86C0-A9AC-0863-49BC-27328AC4B1E9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Estimativa para ano de referência apurada com os dados base disponibilizados pela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International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Energy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Agency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e portfolios com características mais próximas das classes de ativos consideradas na calculadora Portfolio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Alignment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. (2) Estimativa para o ano de referência tal como apurada pelo próprio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Carbon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Risk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Real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Estate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Monitor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. (3) Intensidade apresentada como intervalo de forma a considerar o detalhe dos cenários de cada um dos três 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portfolios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identificados pelo CRREM e que melhor comparam com a classe de ativos classificada como CRE na calculadora 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Portfolio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Alignment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. (4) Valores de intensidade física apurados pela calculadora 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Portfolio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Alignment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considerando apenas os imóveis financiadas para os quais existe informação sobre a respetiva área e os certificados energéticos reais.</a:t>
            </a:r>
          </a:p>
        </p:txBody>
      </p:sp>
    </p:spTree>
    <p:extLst>
      <p:ext uri="{BB962C8B-B14F-4D97-AF65-F5344CB8AC3E}">
        <p14:creationId xmlns:p14="http://schemas.microsoft.com/office/powerpoint/2010/main" val="930941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hand touching a green screen&#10;&#10;AI-generated content may be incorrect.">
            <a:extLst>
              <a:ext uri="{FF2B5EF4-FFF2-40B4-BE49-F238E27FC236}">
                <a16:creationId xmlns:a16="http://schemas.microsoft.com/office/drawing/2014/main" id="{5B58B742-DA5E-A312-4078-62FF5B363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411" cy="73247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9DBD9E6-29B3-E55E-20A9-861085EA1670}"/>
              </a:ext>
            </a:extLst>
          </p:cNvPr>
          <p:cNvSpPr/>
          <p:nvPr/>
        </p:nvSpPr>
        <p:spPr>
          <a:xfrm>
            <a:off x="-2325" y="0"/>
            <a:ext cx="12190413" cy="7324725"/>
          </a:xfrm>
          <a:prstGeom prst="rect">
            <a:avLst/>
          </a:prstGeom>
          <a:solidFill>
            <a:schemeClr val="bg2">
              <a:lumMod val="1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pic>
        <p:nvPicPr>
          <p:cNvPr id="9" name="07.png">
            <a:extLst>
              <a:ext uri="{FF2B5EF4-FFF2-40B4-BE49-F238E27FC236}">
                <a16:creationId xmlns:a16="http://schemas.microsoft.com/office/drawing/2014/main" id="{4548546F-395E-C459-996D-44F083D3F1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768827"/>
            <a:ext cx="12192734" cy="17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1926D0B-B258-4959-169D-8F042B96AEA2}"/>
              </a:ext>
            </a:extLst>
          </p:cNvPr>
          <p:cNvSpPr txBox="1">
            <a:spLocks/>
          </p:cNvSpPr>
          <p:nvPr/>
        </p:nvSpPr>
        <p:spPr>
          <a:xfrm>
            <a:off x="809521" y="2933764"/>
            <a:ext cx="10767129" cy="495236"/>
          </a:xfrm>
          <a:prstGeom prst="rect">
            <a:avLst/>
          </a:prstGeom>
        </p:spPr>
        <p:txBody>
          <a:bodyPr/>
          <a:lstStyle>
            <a:lvl1pPr marL="111352" indent="-111352" algn="l" defTabSz="445407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05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759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46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16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486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57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27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297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noProof="0">
                <a:solidFill>
                  <a:schemeClr val="bg1"/>
                </a:solidFill>
                <a:latin typeface="Muli" panose="00000500000000000000" pitchFamily="2" charset="0"/>
              </a:rPr>
              <a:t>3. Metodologia e Robustez</a:t>
            </a:r>
          </a:p>
        </p:txBody>
      </p:sp>
    </p:spTree>
    <p:extLst>
      <p:ext uri="{BB962C8B-B14F-4D97-AF65-F5344CB8AC3E}">
        <p14:creationId xmlns:p14="http://schemas.microsoft.com/office/powerpoint/2010/main" val="131821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C95AA-929F-1DD1-9643-B74A12954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9C7E62-24F1-3C3B-6DA8-36B4F09B5C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 b="1"/>
              <a:t>Metodologia e Robustez</a:t>
            </a:r>
            <a:endParaRPr lang="pt-PT" sz="2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32E43-7821-8D52-1689-88D72F9713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 noProof="0"/>
              <a:t>Pressupostos e Metodologia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96FF3A-4DF4-2F32-C9BF-22845BF04DD6}"/>
              </a:ext>
            </a:extLst>
          </p:cNvPr>
          <p:cNvSpPr>
            <a:spLocks/>
          </p:cNvSpPr>
          <p:nvPr/>
        </p:nvSpPr>
        <p:spPr>
          <a:xfrm>
            <a:off x="609522" y="1343025"/>
            <a:ext cx="10454744" cy="20625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71991" tIns="107986" rIns="71991" bIns="287963" rtlCol="0" anchor="t"/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Fator de atribuição calculado não pode tomar valores superiores a 1;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Valor do imóvel na </a:t>
            </a:r>
            <a:r>
              <a:rPr lang="pt-PT" sz="1200" noProof="0" err="1">
                <a:solidFill>
                  <a:srgbClr val="005F7C"/>
                </a:solidFill>
                <a:latin typeface="Muli Light" panose="00000400000000000000" pitchFamily="2" charset="0"/>
              </a:rPr>
              <a:t>originação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pressupõe a utilização do preço de aquisição ou, se indisponível, do montante de avaliação;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Para classificação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do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, considera-se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a finalidade do bem, ou a tipologia de garantia como alternativa quando a finalidade é ‘outras’;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Consideram-se apenas classificações de EPC reais que estejam também presentes no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input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corporativo. Para os demais aplica-se a metodologia mais conservadora;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Utilizado o fator de emissão do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input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PCAF com data de referência mais recente;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Com a ausência de dados que permita a aplicação consistente de uma dada opção de cálculo, foi aplicada a metodologia mais conservadora.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AAA23C-1AAD-D0B9-62B2-45BD1880A33E}"/>
              </a:ext>
            </a:extLst>
          </p:cNvPr>
          <p:cNvSpPr>
            <a:spLocks/>
          </p:cNvSpPr>
          <p:nvPr/>
        </p:nvSpPr>
        <p:spPr>
          <a:xfrm>
            <a:off x="8732186" y="1898609"/>
            <a:ext cx="2548711" cy="8158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71991" tIns="107986" rIns="71991" bIns="287963" rtlCol="0" anchor="t"/>
          <a:lstStyle/>
          <a:p>
            <a:pPr algn="r" defTabSz="914309" hangingPunct="1">
              <a:defRPr/>
            </a:pPr>
            <a:r>
              <a:rPr lang="pt-PT" sz="1100" noProof="0">
                <a:solidFill>
                  <a:srgbClr val="024062"/>
                </a:solidFill>
                <a:latin typeface="Muli" panose="00000500000000000000" pitchFamily="2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3573B-41E5-889C-8051-AA1AE34BAE2E}"/>
              </a:ext>
            </a:extLst>
          </p:cNvPr>
          <p:cNvSpPr/>
          <p:nvPr/>
        </p:nvSpPr>
        <p:spPr>
          <a:xfrm>
            <a:off x="8672017" y="3620034"/>
            <a:ext cx="2739736" cy="2611433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tIns="215972" rtlCol="0" anchor="t">
            <a:noAutofit/>
          </a:bodyPr>
          <a:lstStyle/>
          <a:p>
            <a:pPr algn="r" defTabSz="914309" hangingPunct="1">
              <a:defRPr/>
            </a:pPr>
            <a:r>
              <a:rPr lang="pt-PT" sz="3200" b="1" noProof="0">
                <a:solidFill>
                  <a:schemeClr val="accent6"/>
                </a:solidFill>
                <a:latin typeface="Muli ExtraBold" panose="00000900000000000000" pitchFamily="2" charset="0"/>
              </a:rPr>
              <a:t>#1</a:t>
            </a:r>
            <a:endParaRPr lang="pt-PT" sz="1050" noProof="0">
              <a:solidFill>
                <a:schemeClr val="accent6"/>
              </a:solidFill>
              <a:latin typeface="Muli ExtraBold" panose="00000900000000000000" pitchFamily="2" charset="0"/>
            </a:endParaRPr>
          </a:p>
          <a:p>
            <a:pPr algn="r" defTabSz="914309" hangingPunct="1">
              <a:defRPr/>
            </a:pPr>
            <a:r>
              <a:rPr lang="pt-PT" sz="1200" b="1" noProof="0">
                <a:solidFill>
                  <a:srgbClr val="53CEFF"/>
                </a:solidFill>
                <a:latin typeface="Muli Light" panose="00000400000000000000" pitchFamily="2" charset="0"/>
              </a:rPr>
              <a:t>Maior cobertura de EPC reais</a:t>
            </a:r>
            <a:r>
              <a:rPr lang="pt-PT" sz="1200" b="1" noProof="0">
                <a:solidFill>
                  <a:srgbClr val="ABE7FF"/>
                </a:solidFill>
                <a:latin typeface="Muli Light" panose="00000400000000000000" pitchFamily="2" charset="0"/>
              </a:rPr>
              <a:t>,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permitirá melhorar a precisão do cálculo</a:t>
            </a:r>
            <a:r>
              <a:rPr lang="pt-PT" sz="1200" i="1" noProof="0">
                <a:solidFill>
                  <a:srgbClr val="024062"/>
                </a:solidFill>
                <a:latin typeface="Muli" panose="00000500000000000000" pitchFamily="2" charset="0"/>
              </a:rPr>
              <a:t>.</a:t>
            </a:r>
            <a:endParaRPr lang="pt-PT" sz="1200" noProof="0">
              <a:solidFill>
                <a:schemeClr val="accent4">
                  <a:lumMod val="50000"/>
                  <a:lumOff val="50000"/>
                </a:schemeClr>
              </a:solidFill>
              <a:latin typeface="Muli" panose="00000500000000000000" pitchFamily="2" charset="0"/>
            </a:endParaRPr>
          </a:p>
          <a:p>
            <a:pPr algn="r" defTabSz="914309" hangingPunct="1">
              <a:defRPr/>
            </a:pPr>
            <a:endParaRPr lang="pt-PT" sz="1050" noProof="0">
              <a:solidFill>
                <a:schemeClr val="accent4">
                  <a:lumMod val="50000"/>
                  <a:lumOff val="50000"/>
                </a:schemeClr>
              </a:solidFill>
              <a:latin typeface="Muli" panose="00000500000000000000" pitchFamily="2" charset="0"/>
            </a:endParaRPr>
          </a:p>
          <a:p>
            <a:pPr algn="r">
              <a:defRPr/>
            </a:pPr>
            <a:endParaRPr lang="pt-PT" sz="800" b="1" noProof="0">
              <a:solidFill>
                <a:schemeClr val="accent4">
                  <a:lumMod val="50000"/>
                  <a:lumOff val="50000"/>
                </a:schemeClr>
              </a:solidFill>
              <a:latin typeface="Muli" panose="00000500000000000000" pitchFamily="2" charset="0"/>
            </a:endParaRPr>
          </a:p>
          <a:p>
            <a:pPr algn="r">
              <a:defRPr/>
            </a:pPr>
            <a:r>
              <a:rPr lang="pt-PT" sz="3200" b="1" noProof="0">
                <a:solidFill>
                  <a:schemeClr val="accent6"/>
                </a:solidFill>
                <a:latin typeface="Muli ExtraBold" panose="00000900000000000000" pitchFamily="2" charset="0"/>
              </a:rPr>
              <a:t>#2</a:t>
            </a:r>
            <a:endParaRPr lang="pt-PT" sz="1050" noProof="0">
              <a:solidFill>
                <a:schemeClr val="accent6"/>
              </a:solidFill>
              <a:latin typeface="Muli ExtraBold" panose="00000900000000000000" pitchFamily="2" charset="0"/>
            </a:endParaRPr>
          </a:p>
          <a:p>
            <a:pPr algn="r"/>
            <a:r>
              <a:rPr lang="pt-PT" sz="1200" b="1" noProof="0">
                <a:solidFill>
                  <a:srgbClr val="53CEFF"/>
                </a:solidFill>
                <a:latin typeface="Muli Light" panose="00000400000000000000" pitchFamily="2" charset="0"/>
              </a:rPr>
              <a:t>Qualidade e completude dos dados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de forma a garantir resultados mais robustos e maior nível de certeza.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E8C2CF-66DA-5347-F73C-B572636E57A5}"/>
              </a:ext>
            </a:extLst>
          </p:cNvPr>
          <p:cNvSpPr/>
          <p:nvPr/>
        </p:nvSpPr>
        <p:spPr>
          <a:xfrm>
            <a:off x="609522" y="1297690"/>
            <a:ext cx="10802232" cy="2132104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11" name="Rectangle 18">
            <a:extLst>
              <a:ext uri="{FF2B5EF4-FFF2-40B4-BE49-F238E27FC236}">
                <a16:creationId xmlns:a16="http://schemas.microsoft.com/office/drawing/2014/main" id="{2A366511-EAD8-711B-12DB-2A1A2D541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00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bg1">
                    <a:lumMod val="50000"/>
                  </a:schemeClr>
                </a:solidFill>
                <a:latin typeface="Muli Bold" panose="00000800000000000000" pitchFamily="2" charset="0"/>
              </a:rPr>
              <a:t>Pressupostos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7B475A-2BA7-08A0-E1EE-1230964FF03B}"/>
              </a:ext>
            </a:extLst>
          </p:cNvPr>
          <p:cNvSpPr/>
          <p:nvPr/>
        </p:nvSpPr>
        <p:spPr>
          <a:xfrm>
            <a:off x="609522" y="3620034"/>
            <a:ext cx="7625464" cy="2611433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D9C06EC-DB69-0D7B-F354-C202012E5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673825"/>
              </p:ext>
            </p:extLst>
          </p:nvPr>
        </p:nvGraphicFramePr>
        <p:xfrm>
          <a:off x="696229" y="3772683"/>
          <a:ext cx="7488000" cy="2392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7501">
                  <a:extLst>
                    <a:ext uri="{9D8B030D-6E8A-4147-A177-3AD203B41FA5}">
                      <a16:colId xmlns:a16="http://schemas.microsoft.com/office/drawing/2014/main" val="2204192616"/>
                    </a:ext>
                  </a:extLst>
                </a:gridCol>
                <a:gridCol w="6660499">
                  <a:extLst>
                    <a:ext uri="{9D8B030D-6E8A-4147-A177-3AD203B41FA5}">
                      <a16:colId xmlns:a16="http://schemas.microsoft.com/office/drawing/2014/main" val="541378808"/>
                    </a:ext>
                  </a:extLst>
                </a:gridCol>
              </a:tblGrid>
              <a:tr h="126333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chemeClr val="tx1"/>
                          </a:solidFill>
                          <a:latin typeface="Muli Light" panose="00000400000000000000" pitchFamily="2" charset="0"/>
                        </a:rPr>
                        <a:t>     DQS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b="1" noProof="0">
                          <a:solidFill>
                            <a:schemeClr val="tx1"/>
                          </a:solidFill>
                          <a:latin typeface="Muli Light" panose="00000400000000000000" pitchFamily="2" charset="0"/>
                        </a:rPr>
                        <a:t>      Quando Utilizar?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469324"/>
                  </a:ext>
                </a:extLst>
              </a:tr>
              <a:tr h="416864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Score </a:t>
                      </a:r>
                      <a:r>
                        <a:rPr lang="pt-PT" sz="1100" b="1" i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100" b="1" i="0" baseline="30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Utilização de dados reais de consumo energético do imóvel e de fatores de emissão específicos.</a:t>
                      </a:r>
                    </a:p>
                    <a:p>
                      <a:pPr>
                        <a:buNone/>
                      </a:pPr>
                      <a:r>
                        <a:rPr lang="pt-PT" sz="11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Cálculo com base nos fatores de emissão reais específicas do fornecedor.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611370"/>
                  </a:ext>
                </a:extLst>
              </a:tr>
              <a:tr h="416864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Score </a:t>
                      </a:r>
                      <a:r>
                        <a:rPr lang="pt-PT" sz="1100" b="1" i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i="1" baseline="30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Utilização de informação relativa ao consumo real do imóvel.</a:t>
                      </a:r>
                    </a:p>
                    <a:p>
                      <a:pPr>
                        <a:buNone/>
                      </a:pPr>
                      <a:r>
                        <a:rPr lang="pt-PT" sz="11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Cálculo com base em valores médios de emissões da tipologia de energia.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477930"/>
                  </a:ext>
                </a:extLst>
              </a:tr>
              <a:tr h="416864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Score </a:t>
                      </a:r>
                      <a:r>
                        <a:rPr lang="pt-PT" sz="1100" b="1" i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Estimativa do consumo por m² baseada em EPC real, tipologia e área útil.</a:t>
                      </a:r>
                    </a:p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Cálculo com base em valores médios de emissões da fonte de energia e classe energética.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9465432"/>
                  </a:ext>
                </a:extLst>
              </a:tr>
              <a:tr h="416864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Score </a:t>
                      </a:r>
                      <a:r>
                        <a:rPr lang="pt-PT" sz="1100" b="1" i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1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Estimativa do consumo por m², considerando tipologia, localização e área útil.</a:t>
                      </a:r>
                    </a:p>
                    <a:p>
                      <a:r>
                        <a:rPr lang="pt-PT" sz="11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Cálculo com base em valores médios de emissões.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054797"/>
                  </a:ext>
                </a:extLst>
              </a:tr>
              <a:tr h="416864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Score </a:t>
                      </a:r>
                      <a:r>
                        <a:rPr lang="pt-PT" sz="1100" b="1" i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1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Estimativa do consumo energético do imóvel, considerando tipologia, localização e número de imóveis.</a:t>
                      </a:r>
                    </a:p>
                    <a:p>
                      <a:r>
                        <a:rPr lang="pt-PT" sz="11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Cálculo com base em valores médios de emissões do imóvel.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5293941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97B663AA-3A0E-1C72-DEC3-E59E0DD468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2537" y1="36386" x2="42537" y2="36386"/>
                        <a14:foregroundMark x1="53234" y1="40482" x2="53234" y2="40482"/>
                        <a14:foregroundMark x1="62189" y1="65542" x2="62189" y2="65542"/>
                        <a14:foregroundMark x1="32587" y1="63133" x2="32587" y2="63133"/>
                      </a14:backgroundRemoval>
                    </a14:imgEffect>
                    <a14:imgEffect>
                      <a14:artisticCrisscrossEtching/>
                    </a14:imgEffect>
                  </a14:imgLayer>
                </a14:imgProps>
              </a:ext>
            </a:extLst>
          </a:blip>
          <a:srcRect l="15247" t="11799" r="15546" b="22847"/>
          <a:stretch>
            <a:fillRect/>
          </a:stretch>
        </p:blipFill>
        <p:spPr>
          <a:xfrm>
            <a:off x="721625" y="3800756"/>
            <a:ext cx="228956" cy="223200"/>
          </a:xfrm>
          <a:prstGeom prst="rect">
            <a:avLst/>
          </a:prstGeom>
        </p:spPr>
      </p:pic>
      <p:pic>
        <p:nvPicPr>
          <p:cNvPr id="17" name="Graphic 16" descr="Information with solid fill">
            <a:extLst>
              <a:ext uri="{FF2B5EF4-FFF2-40B4-BE49-F238E27FC236}">
                <a16:creationId xmlns:a16="http://schemas.microsoft.com/office/drawing/2014/main" id="{24FC12F1-1F56-D4AB-D644-B8A2811378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0111" y="3798055"/>
            <a:ext cx="223200" cy="2232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0935FB4-DD00-0DFB-2FE1-2E21CE676E08}"/>
              </a:ext>
            </a:extLst>
          </p:cNvPr>
          <p:cNvSpPr/>
          <p:nvPr/>
        </p:nvSpPr>
        <p:spPr>
          <a:xfrm>
            <a:off x="609522" y="6124274"/>
            <a:ext cx="1066683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rgbClr val="005F7C"/>
                </a:solidFill>
                <a:latin typeface="Muli Light" panose="00000400000000000000" pitchFamily="2" charset="0"/>
              </a:rPr>
              <a:t>Nota: (1) </a:t>
            </a:r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A aplicação dos </a:t>
            </a:r>
            <a:r>
              <a:rPr lang="pt-PT" sz="800" i="1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800" i="1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800" i="1">
                <a:solidFill>
                  <a:srgbClr val="005F7C"/>
                </a:solidFill>
                <a:latin typeface="Muli Light" panose="00000400000000000000" pitchFamily="2" charset="0"/>
              </a:rPr>
              <a:t> Scores </a:t>
            </a:r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1 e 2 depende de dados oficiais e reais de consumo energético, que não estão disponíveis na base de dados do Banco. Por este motivo, não foram aplicados como metodologia ao presente exercício. </a:t>
            </a:r>
            <a:endParaRPr lang="pt-PT" sz="8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4EED95AA-6A92-6D59-9CF7-7BEC288EC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494121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Metodologia</a:t>
            </a: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14F3297B-0AD8-57C4-7710-CEE839625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9732" y="3494120"/>
            <a:ext cx="216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Oportunidades de Melhoria</a:t>
            </a:r>
          </a:p>
        </p:txBody>
      </p:sp>
    </p:spTree>
    <p:extLst>
      <p:ext uri="{BB962C8B-B14F-4D97-AF65-F5344CB8AC3E}">
        <p14:creationId xmlns:p14="http://schemas.microsoft.com/office/powerpoint/2010/main" val="3897460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5D680-B542-AB21-3FB3-31BA98434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0467F1-F6EE-32A8-B6F5-4E51191C8B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 b="1"/>
              <a:t>Metodologia e Robustez</a:t>
            </a:r>
            <a:endParaRPr lang="pt-PT" sz="2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59941-D454-E27D-F498-3F75BB6AE2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 noProof="0"/>
              <a:t>Análise de Sensibilidade - Utilização de EPC estimados como reais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130913-A8EF-536F-0598-3F2CDE5E89F5}"/>
              </a:ext>
            </a:extLst>
          </p:cNvPr>
          <p:cNvSpPr/>
          <p:nvPr/>
        </p:nvSpPr>
        <p:spPr>
          <a:xfrm>
            <a:off x="7132183" y="1849027"/>
            <a:ext cx="4592604" cy="4264888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23E6A0-8914-FFFE-C223-C774990BEC21}"/>
              </a:ext>
            </a:extLst>
          </p:cNvPr>
          <p:cNvSpPr/>
          <p:nvPr/>
        </p:nvSpPr>
        <p:spPr>
          <a:xfrm>
            <a:off x="8027080" y="2321206"/>
            <a:ext cx="3320536" cy="8463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Variação significativa das emissões, nos dois 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 CRE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 (-</a:t>
            </a:r>
            <a:r>
              <a:rPr lang="pt-PT" sz="1100" b="1">
                <a:solidFill>
                  <a:srgbClr val="005F7C"/>
                </a:solidFill>
                <a:latin typeface="Muli Light" panose="00000400000000000000" pitchFamily="2" charset="0"/>
              </a:rPr>
              <a:t>41%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)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 e </a:t>
            </a:r>
            <a:r>
              <a:rPr lang="pt-PT" sz="11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 (-</a:t>
            </a:r>
            <a:r>
              <a:rPr lang="pt-PT" sz="1100" b="1" noProof="0">
                <a:solidFill>
                  <a:srgbClr val="005F7C"/>
                </a:solidFill>
                <a:latin typeface="Muli Light" panose="00000400000000000000" pitchFamily="2" charset="0"/>
              </a:rPr>
              <a:t>24%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), devido à utilização de dados mais precisos sobre os fatores de emissão (resultante do pressuposto da utilização dos EPC estimados como reais).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0D12B27-789D-F04A-DBEC-606324C47B1B}"/>
              </a:ext>
            </a:extLst>
          </p:cNvPr>
          <p:cNvSpPr txBox="1">
            <a:spLocks/>
          </p:cNvSpPr>
          <p:nvPr/>
        </p:nvSpPr>
        <p:spPr>
          <a:xfrm>
            <a:off x="7934880" y="2035050"/>
            <a:ext cx="3615445" cy="3153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pt-PT" sz="1400" b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rPr>
              <a:t>Emissões Financiadas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FEBCC18-E541-3FD3-39D2-0E5479165B93}"/>
              </a:ext>
            </a:extLst>
          </p:cNvPr>
          <p:cNvGrpSpPr/>
          <p:nvPr/>
        </p:nvGrpSpPr>
        <p:grpSpPr>
          <a:xfrm>
            <a:off x="7308419" y="2035050"/>
            <a:ext cx="625935" cy="1302175"/>
            <a:chOff x="7503150" y="1416510"/>
            <a:chExt cx="625935" cy="1260702"/>
          </a:xfrm>
        </p:grpSpPr>
        <p:sp>
          <p:nvSpPr>
            <p:cNvPr id="27" name="Arrow: Chevron 26">
              <a:extLst>
                <a:ext uri="{FF2B5EF4-FFF2-40B4-BE49-F238E27FC236}">
                  <a16:creationId xmlns:a16="http://schemas.microsoft.com/office/drawing/2014/main" id="{88F0D706-22F5-6D43-B668-7EE1BA91E90C}"/>
                </a:ext>
              </a:extLst>
            </p:cNvPr>
            <p:cNvSpPr/>
            <p:nvPr/>
          </p:nvSpPr>
          <p:spPr>
            <a:xfrm rot="5400000">
              <a:off x="7185767" y="1733893"/>
              <a:ext cx="1260702" cy="625935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>
                <a:solidFill>
                  <a:schemeClr val="tx1"/>
                </a:solidFill>
              </a:endParaRPr>
            </a:p>
          </p:txBody>
        </p:sp>
        <p:pic>
          <p:nvPicPr>
            <p:cNvPr id="37" name="Picture 3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98C35BD-427B-9F6F-856B-97B82FCA9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CrisscrossEtching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3518" y="1854260"/>
              <a:ext cx="385200" cy="385200"/>
            </a:xfrm>
            <a:prstGeom prst="rect">
              <a:avLst/>
            </a:prstGeom>
          </p:spPr>
        </p:pic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B1D7E752-DDE2-5ABF-9606-B158627FAAAD}"/>
              </a:ext>
            </a:extLst>
          </p:cNvPr>
          <p:cNvSpPr/>
          <p:nvPr/>
        </p:nvSpPr>
        <p:spPr>
          <a:xfrm>
            <a:off x="8027080" y="4805897"/>
            <a:ext cx="3320536" cy="5245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Diminuição PCAF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</a:rPr>
              <a:t>score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 nos dois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, evidenciando a sensibilidade do alinhamento da carteira às metodologias adotadas. 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A325C398-D4E8-A542-75B6-609D831DA32A}"/>
              </a:ext>
            </a:extLst>
          </p:cNvPr>
          <p:cNvSpPr txBox="1">
            <a:spLocks/>
          </p:cNvSpPr>
          <p:nvPr/>
        </p:nvSpPr>
        <p:spPr>
          <a:xfrm>
            <a:off x="7935642" y="4527775"/>
            <a:ext cx="3615445" cy="3153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pt-PT" sz="1400" b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rPr>
              <a:t>PCAF </a:t>
            </a:r>
            <a:r>
              <a: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rPr>
              <a:t>Score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BF6F4A3-B4AC-18BF-7FF4-60B8472BAD5F}"/>
              </a:ext>
            </a:extLst>
          </p:cNvPr>
          <p:cNvGrpSpPr/>
          <p:nvPr/>
        </p:nvGrpSpPr>
        <p:grpSpPr>
          <a:xfrm>
            <a:off x="7308416" y="4527775"/>
            <a:ext cx="625935" cy="1302175"/>
            <a:chOff x="7503147" y="3829844"/>
            <a:chExt cx="625935" cy="1260702"/>
          </a:xfrm>
        </p:grpSpPr>
        <p:sp>
          <p:nvSpPr>
            <p:cNvPr id="29" name="Arrow: Chevron 28">
              <a:extLst>
                <a:ext uri="{FF2B5EF4-FFF2-40B4-BE49-F238E27FC236}">
                  <a16:creationId xmlns:a16="http://schemas.microsoft.com/office/drawing/2014/main" id="{FC9B9CFA-8DFF-225A-BD3D-B0ACF81CD37B}"/>
                </a:ext>
              </a:extLst>
            </p:cNvPr>
            <p:cNvSpPr/>
            <p:nvPr/>
          </p:nvSpPr>
          <p:spPr>
            <a:xfrm rot="5400000">
              <a:off x="7185764" y="4147227"/>
              <a:ext cx="1260702" cy="625935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>
                <a:solidFill>
                  <a:schemeClr val="tx1"/>
                </a:solidFill>
              </a:endParaRP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5E675490-6190-CB5F-562E-91B605C10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37" y1="36386" x2="42537" y2="36386"/>
                          <a14:foregroundMark x1="53234" y1="40482" x2="53234" y2="40482"/>
                          <a14:foregroundMark x1="62189" y1="65542" x2="62189" y2="65542"/>
                          <a14:foregroundMark x1="32587" y1="63133" x2="32587" y2="63133"/>
                        </a14:backgroundRemoval>
                      </a14:imgEffect>
                      <a14:imgEffect>
                        <a14:artisticCrisscrossEtching/>
                      </a14:imgEffect>
                    </a14:imgLayer>
                  </a14:imgProps>
                </a:ext>
              </a:extLst>
            </a:blip>
            <a:srcRect l="15247" t="11799" r="15546" b="22847"/>
            <a:stretch>
              <a:fillRect/>
            </a:stretch>
          </p:blipFill>
          <p:spPr>
            <a:xfrm>
              <a:off x="7619209" y="4268238"/>
              <a:ext cx="393813" cy="383912"/>
            </a:xfrm>
            <a:prstGeom prst="rect">
              <a:avLst/>
            </a:prstGeom>
          </p:spPr>
        </p:pic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3782EA6F-EDB6-8773-54E9-30EC08CE033E}"/>
              </a:ext>
            </a:extLst>
          </p:cNvPr>
          <p:cNvSpPr/>
          <p:nvPr/>
        </p:nvSpPr>
        <p:spPr>
          <a:xfrm>
            <a:off x="8027080" y="3552329"/>
            <a:ext cx="3320536" cy="5245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Redução proporcional da intensidade física e económica nos dois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, refletindo o impacto direto da metodologia adotada.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75018BE1-8556-D928-E950-610D57EB64AD}"/>
              </a:ext>
            </a:extLst>
          </p:cNvPr>
          <p:cNvSpPr txBox="1">
            <a:spLocks/>
          </p:cNvSpPr>
          <p:nvPr/>
        </p:nvSpPr>
        <p:spPr>
          <a:xfrm>
            <a:off x="7933737" y="3281413"/>
            <a:ext cx="3615445" cy="3153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pt-PT" sz="1400" b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rPr>
              <a:t>Intensidade de Emissões</a:t>
            </a:r>
            <a:endParaRPr lang="pt-PT" sz="1400" b="1" i="1" noProof="0">
              <a:latin typeface="Muli" panose="00000500000000000000" pitchFamily="2" charset="0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D1CC870-7961-AD4F-EA5F-D0C32FF54DCD}"/>
              </a:ext>
            </a:extLst>
          </p:cNvPr>
          <p:cNvGrpSpPr/>
          <p:nvPr/>
        </p:nvGrpSpPr>
        <p:grpSpPr>
          <a:xfrm>
            <a:off x="7308418" y="3281413"/>
            <a:ext cx="625935" cy="1302175"/>
            <a:chOff x="7503149" y="2636022"/>
            <a:chExt cx="625935" cy="1260702"/>
          </a:xfrm>
        </p:grpSpPr>
        <p:sp>
          <p:nvSpPr>
            <p:cNvPr id="28" name="Arrow: Chevron 27">
              <a:extLst>
                <a:ext uri="{FF2B5EF4-FFF2-40B4-BE49-F238E27FC236}">
                  <a16:creationId xmlns:a16="http://schemas.microsoft.com/office/drawing/2014/main" id="{998517B9-4F25-5AA4-490D-D0EF6CE46465}"/>
                </a:ext>
              </a:extLst>
            </p:cNvPr>
            <p:cNvSpPr/>
            <p:nvPr/>
          </p:nvSpPr>
          <p:spPr>
            <a:xfrm rot="5400000">
              <a:off x="7185766" y="2953405"/>
              <a:ext cx="1260702" cy="625935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>
                <a:solidFill>
                  <a:schemeClr val="tx1"/>
                </a:solidFill>
              </a:endParaRPr>
            </a:p>
          </p:txBody>
        </p:sp>
        <p:pic>
          <p:nvPicPr>
            <p:cNvPr id="54" name="Graphic 53" descr="Home with solid fill">
              <a:extLst>
                <a:ext uri="{FF2B5EF4-FFF2-40B4-BE49-F238E27FC236}">
                  <a16:creationId xmlns:a16="http://schemas.microsoft.com/office/drawing/2014/main" id="{70CFEF79-EA28-E09D-5C41-0017F4447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23530" y="3073772"/>
              <a:ext cx="385174" cy="385200"/>
            </a:xfrm>
            <a:prstGeom prst="rect">
              <a:avLst/>
            </a:prstGeom>
          </p:spPr>
        </p:pic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C313AA72-71D4-85E0-5291-BF8FA43D5659}"/>
              </a:ext>
            </a:extLst>
          </p:cNvPr>
          <p:cNvSpPr/>
          <p:nvPr/>
        </p:nvSpPr>
        <p:spPr>
          <a:xfrm>
            <a:off x="608401" y="116280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Para uma melhor compreensão sobre o cálculo efetuado, nomeadamente a relevância de algumas das variáveis no valor de emissões apurado, foram conduzidas análises de sensibilidade em variáveis-chave, avaliando o seu impacto em diferentes cenários: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CBD0080-C24A-C2D1-46B9-FB0BEDA51365}"/>
              </a:ext>
            </a:extLst>
          </p:cNvPr>
          <p:cNvGrpSpPr/>
          <p:nvPr/>
        </p:nvGrpSpPr>
        <p:grpSpPr>
          <a:xfrm>
            <a:off x="608401" y="1849027"/>
            <a:ext cx="6161961" cy="1990145"/>
            <a:chOff x="401334" y="1846783"/>
            <a:chExt cx="6216477" cy="199014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A810354-1F40-ECD1-B2E6-82E86EC4B566}"/>
                </a:ext>
              </a:extLst>
            </p:cNvPr>
            <p:cNvSpPr/>
            <p:nvPr/>
          </p:nvSpPr>
          <p:spPr>
            <a:xfrm>
              <a:off x="401334" y="1862202"/>
              <a:ext cx="6216477" cy="1567592"/>
            </a:xfrm>
            <a:prstGeom prst="rect">
              <a:avLst/>
            </a:prstGeom>
            <a:noFill/>
            <a:ln w="19050" cap="flat" cmpd="sng" algn="ctr"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1000" noProof="0">
                <a:solidFill>
                  <a:schemeClr val="tx1"/>
                </a:solidFill>
                <a:latin typeface="Muli Light" panose="00000400000000000000" pitchFamily="2" charset="0"/>
              </a:endParaRPr>
            </a:p>
            <a:p>
              <a:pPr marL="190481" lvl="5" indent="0" algn="just">
                <a:spcBef>
                  <a:spcPts val="300"/>
                </a:spcBef>
              </a:pPr>
              <a:endParaRPr lang="pt-PT" sz="2800" b="1" noProof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1647BA7-A47C-6A30-B19C-41719D207D30}"/>
                </a:ext>
              </a:extLst>
            </p:cNvPr>
            <p:cNvSpPr>
              <a:spLocks/>
            </p:cNvSpPr>
            <p:nvPr/>
          </p:nvSpPr>
          <p:spPr>
            <a:xfrm>
              <a:off x="549490" y="1846783"/>
              <a:ext cx="5919404" cy="199014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71991" tIns="107986" rIns="71991" bIns="287963" rtlCol="0" anchor="t"/>
            <a:lstStyle/>
            <a:p>
              <a:pPr algn="just">
                <a:lnSpc>
                  <a:spcPct val="150000"/>
                </a:lnSpc>
              </a:pPr>
              <a:r>
                <a:rPr lang="pt-PT" sz="1200" noProof="0">
                  <a:solidFill>
                    <a:srgbClr val="005F7C"/>
                  </a:solidFill>
                  <a:latin typeface="Muli Light" panose="00000400000000000000" pitchFamily="2" charset="0"/>
                </a:rPr>
                <a:t>No Cenário 1, o cálculo das emissões financiadas passou a </a:t>
              </a:r>
              <a:r>
                <a:rPr lang="pt-PT" sz="1200" b="1" noProof="0">
                  <a:solidFill>
                    <a:srgbClr val="005F7C"/>
                  </a:solidFill>
                  <a:latin typeface="Muli Light" panose="00000400000000000000" pitchFamily="2" charset="0"/>
                </a:rPr>
                <a:t>considerar as estimativas disponíveis sobre os </a:t>
              </a:r>
              <a:r>
                <a:rPr lang="pt-PT" sz="1200" b="1">
                  <a:solidFill>
                    <a:srgbClr val="005F7C"/>
                  </a:solidFill>
                  <a:latin typeface="Muli Light" panose="00000400000000000000" pitchFamily="2" charset="0"/>
                </a:rPr>
                <a:t>certificados energéticos (EPC) </a:t>
              </a: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como se as mesmas fossem reais. </a:t>
              </a:r>
              <a:r>
                <a:rPr lang="pt-PT" sz="1200" noProof="0">
                  <a:solidFill>
                    <a:srgbClr val="005F7C"/>
                  </a:solidFill>
                  <a:latin typeface="Muli Light" panose="00000400000000000000" pitchFamily="2" charset="0"/>
                </a:rPr>
                <a:t>A metodologia de cálculo foi ajustada em conformidade, permitindo a utilização de fatores de emissão </a:t>
              </a:r>
              <a:r>
                <a:rPr lang="pt-PT" sz="1200" noProof="0" err="1">
                  <a:solidFill>
                    <a:srgbClr val="005F7C"/>
                  </a:solidFill>
                  <a:latin typeface="Muli Light" panose="00000400000000000000" pitchFamily="2" charset="0"/>
                </a:rPr>
                <a:t>mai</a:t>
              </a: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s precisos, suportados nas referidas estimativas de classe energética</a:t>
              </a:r>
              <a:r>
                <a:rPr lang="pt-PT" sz="1200" noProof="0">
                  <a:solidFill>
                    <a:srgbClr val="005F7C"/>
                  </a:solidFill>
                  <a:latin typeface="Muli Light" panose="00000400000000000000" pitchFamily="2" charset="0"/>
                </a:rPr>
                <a:t>.</a:t>
              </a:r>
              <a:endParaRPr lang="pt-PT" sz="1200" i="1" baseline="30000" noProof="0">
                <a:solidFill>
                  <a:srgbClr val="005F7C"/>
                </a:solidFill>
                <a:latin typeface="Muli Light" panose="00000400000000000000" pitchFamily="2" charset="0"/>
              </a:endParaRPr>
            </a:p>
          </p:txBody>
        </p:sp>
      </p:grp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31F5A3A-474D-969A-DC31-5D918782B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141148"/>
              </p:ext>
            </p:extLst>
          </p:nvPr>
        </p:nvGraphicFramePr>
        <p:xfrm>
          <a:off x="639326" y="3856311"/>
          <a:ext cx="6130250" cy="22576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5750">
                  <a:extLst>
                    <a:ext uri="{9D8B030D-6E8A-4147-A177-3AD203B41FA5}">
                      <a16:colId xmlns:a16="http://schemas.microsoft.com/office/drawing/2014/main" val="1198862161"/>
                    </a:ext>
                  </a:extLst>
                </a:gridCol>
                <a:gridCol w="875750">
                  <a:extLst>
                    <a:ext uri="{9D8B030D-6E8A-4147-A177-3AD203B41FA5}">
                      <a16:colId xmlns:a16="http://schemas.microsoft.com/office/drawing/2014/main" val="2066231882"/>
                    </a:ext>
                  </a:extLst>
                </a:gridCol>
                <a:gridCol w="875750">
                  <a:extLst>
                    <a:ext uri="{9D8B030D-6E8A-4147-A177-3AD203B41FA5}">
                      <a16:colId xmlns:a16="http://schemas.microsoft.com/office/drawing/2014/main" val="1504100504"/>
                    </a:ext>
                  </a:extLst>
                </a:gridCol>
                <a:gridCol w="875750">
                  <a:extLst>
                    <a:ext uri="{9D8B030D-6E8A-4147-A177-3AD203B41FA5}">
                      <a16:colId xmlns:a16="http://schemas.microsoft.com/office/drawing/2014/main" val="1710190185"/>
                    </a:ext>
                  </a:extLst>
                </a:gridCol>
                <a:gridCol w="875750">
                  <a:extLst>
                    <a:ext uri="{9D8B030D-6E8A-4147-A177-3AD203B41FA5}">
                      <a16:colId xmlns:a16="http://schemas.microsoft.com/office/drawing/2014/main" val="3820715977"/>
                    </a:ext>
                  </a:extLst>
                </a:gridCol>
                <a:gridCol w="875750">
                  <a:extLst>
                    <a:ext uri="{9D8B030D-6E8A-4147-A177-3AD203B41FA5}">
                      <a16:colId xmlns:a16="http://schemas.microsoft.com/office/drawing/2014/main" val="2886080415"/>
                    </a:ext>
                  </a:extLst>
                </a:gridCol>
                <a:gridCol w="875750">
                  <a:extLst>
                    <a:ext uri="{9D8B030D-6E8A-4147-A177-3AD203B41FA5}">
                      <a16:colId xmlns:a16="http://schemas.microsoft.com/office/drawing/2014/main" val="2129759339"/>
                    </a:ext>
                  </a:extLst>
                </a:gridCol>
              </a:tblGrid>
              <a:tr h="418325">
                <a:tc>
                  <a:txBody>
                    <a:bodyPr/>
                    <a:lstStyle/>
                    <a:p>
                      <a:endParaRPr lang="pt-PT" sz="900" dirty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Cálculo Oficial 2024</a:t>
                      </a:r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Cenário 1</a:t>
                      </a:r>
                    </a:p>
                  </a:txBody>
                  <a:tcPr marL="68974" marR="68974" marT="34487" marB="34487"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654083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pPr algn="ctr"/>
                      <a:r>
                        <a:rPr lang="pt-PT" sz="1100" b="1" i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Portfolio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100" b="1" baseline="-25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e)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Intensidade Física (kgCO</a:t>
                      </a:r>
                      <a:r>
                        <a:rPr lang="pt-PT" sz="1100" b="1" baseline="-25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100" b="1" baseline="30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)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Intensidade Económica (tCO</a:t>
                      </a:r>
                      <a:r>
                        <a:rPr lang="pt-PT" sz="1100" b="1" baseline="-25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e/€M)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100" b="1" baseline="-25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e)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Intensidade Física (kgCO</a:t>
                      </a:r>
                      <a:r>
                        <a:rPr lang="pt-PT" sz="1100" b="1" baseline="-25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100" b="1" baseline="30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)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Intensidade Económica (tCO</a:t>
                      </a:r>
                      <a:r>
                        <a:rPr lang="pt-PT" sz="1100" b="1" baseline="-25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e/€M)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112916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 Real Estate (CRE)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101 494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48,87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79,94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59 464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27,25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46,94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910279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 Loans 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422 389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13,70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18,12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320 595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10,25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13,76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23191699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Total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523 883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PT" sz="1100" b="1" dirty="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PT" sz="1100" b="1" dirty="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 dirty="0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380 059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PT" sz="1100" b="1" dirty="0">
                        <a:solidFill>
                          <a:schemeClr val="bg1">
                            <a:alpha val="60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PT" sz="1100" b="1" dirty="0">
                        <a:solidFill>
                          <a:schemeClr val="bg1">
                            <a:alpha val="60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351575"/>
                  </a:ext>
                </a:extLst>
              </a:tr>
            </a:tbl>
          </a:graphicData>
        </a:graphic>
      </p:graphicFrame>
      <p:sp>
        <p:nvSpPr>
          <p:cNvPr id="5" name="Rectangle 18">
            <a:extLst>
              <a:ext uri="{FF2B5EF4-FFF2-40B4-BE49-F238E27FC236}">
                <a16:creationId xmlns:a16="http://schemas.microsoft.com/office/drawing/2014/main" id="{CC4BA5E4-4961-FE6F-DF13-CAED56A7B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00" y="1747867"/>
            <a:ext cx="1800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bg1">
                    <a:lumMod val="50000"/>
                  </a:schemeClr>
                </a:solidFill>
                <a:latin typeface="Muli Bold" panose="00000800000000000000" pitchFamily="2" charset="0"/>
              </a:rPr>
              <a:t>Cenário 1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C117FF44-93FA-850F-F750-22DCF99ED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9435" y="1731444"/>
            <a:ext cx="216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Análise de Sensibilidade</a:t>
            </a:r>
            <a:r>
              <a:rPr lang="pt-PT" sz="1200" baseline="300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34BEA1-18E1-2BB3-73B1-829C252EE78C}"/>
              </a:ext>
            </a:extLst>
          </p:cNvPr>
          <p:cNvSpPr/>
          <p:nvPr/>
        </p:nvSpPr>
        <p:spPr>
          <a:xfrm>
            <a:off x="7828280" y="5738824"/>
            <a:ext cx="3842822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b="1" noProof="0">
                <a:solidFill>
                  <a:srgbClr val="005F7C"/>
                </a:solidFill>
                <a:latin typeface="Muli Light" panose="00000400000000000000" pitchFamily="2" charset="0"/>
              </a:rPr>
              <a:t>Melhorar a qualidade de informação dos EPC permite obter resultados mais robustos e eliminar sobrestimações.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08000F-7FC3-AF56-C44C-BEFF433E458C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O detalhe associado a outras métricas e valores apurados encontra-se apresentado nos anexos.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388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50C5A-22ED-70A8-9094-7A505564B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419A7EA-1E34-EA65-A0FB-5E932E9B2888}"/>
              </a:ext>
            </a:extLst>
          </p:cNvPr>
          <p:cNvSpPr/>
          <p:nvPr/>
        </p:nvSpPr>
        <p:spPr>
          <a:xfrm>
            <a:off x="7828280" y="5738824"/>
            <a:ext cx="3842822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b="1">
                <a:solidFill>
                  <a:srgbClr val="005F7C"/>
                </a:solidFill>
                <a:latin typeface="Muli Light" panose="00000400000000000000" pitchFamily="2" charset="0"/>
              </a:rPr>
              <a:t>Utilização do montante de avaliação proporciona um cálculo mais robusto e realista das emissões financiadas.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152390-1172-2BAA-D5C5-C0B05F8679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 b="1"/>
              <a:t>Metodologia e Robustez</a:t>
            </a:r>
            <a:endParaRPr lang="pt-PT" sz="2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C6856-2AE2-2360-E4A4-134E6304CD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7581498" cy="238180"/>
          </a:xfrm>
        </p:spPr>
        <p:txBody>
          <a:bodyPr/>
          <a:lstStyle/>
          <a:p>
            <a:r>
              <a:rPr lang="pt-PT" sz="1300"/>
              <a:t>Análise de Sensibilidade - Utilização do montante de avaliação no cálculo do fator de atribuição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ABE5F24-6CE9-00BA-B1ED-2E45FDCCED17}"/>
              </a:ext>
            </a:extLst>
          </p:cNvPr>
          <p:cNvSpPr/>
          <p:nvPr/>
        </p:nvSpPr>
        <p:spPr>
          <a:xfrm>
            <a:off x="7132183" y="1849027"/>
            <a:ext cx="4592604" cy="4264888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FD76BAC-3C8A-9B5D-E7AD-D5C7862E0DF5}"/>
              </a:ext>
            </a:extLst>
          </p:cNvPr>
          <p:cNvGrpSpPr/>
          <p:nvPr/>
        </p:nvGrpSpPr>
        <p:grpSpPr>
          <a:xfrm>
            <a:off x="7308419" y="2035049"/>
            <a:ext cx="4241906" cy="1302175"/>
            <a:chOff x="7503150" y="1416510"/>
            <a:chExt cx="4241906" cy="126070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747387D-8AF0-120A-6D16-EC0F7E85466D}"/>
                </a:ext>
              </a:extLst>
            </p:cNvPr>
            <p:cNvSpPr/>
            <p:nvPr/>
          </p:nvSpPr>
          <p:spPr>
            <a:xfrm>
              <a:off x="8237161" y="1688634"/>
              <a:ext cx="3320536" cy="6555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Redução das emissões, nos dois  portfolios CRE (~</a:t>
              </a:r>
              <a:r>
                <a:rPr lang="pt-PT" sz="1100" b="1">
                  <a:solidFill>
                    <a:srgbClr val="005F7C"/>
                  </a:solidFill>
                  <a:latin typeface="Muli Light" panose="00000400000000000000" pitchFamily="2" charset="0"/>
                </a:rPr>
                <a:t>9,3%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) e </a:t>
              </a:r>
              <a:r>
                <a:rPr lang="pt-PT" sz="1100" i="1" err="1">
                  <a:solidFill>
                    <a:srgbClr val="005F7C"/>
                  </a:solidFill>
                  <a:latin typeface="Muli Light" panose="00000400000000000000" pitchFamily="2" charset="0"/>
                </a:rPr>
                <a:t>Mortgage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 (~</a:t>
              </a:r>
              <a:r>
                <a:rPr lang="pt-PT" sz="1100" b="1">
                  <a:solidFill>
                    <a:srgbClr val="005F7C"/>
                  </a:solidFill>
                  <a:latin typeface="Muli Light" panose="00000400000000000000" pitchFamily="2" charset="0"/>
                </a:rPr>
                <a:t>28%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), refletindo o impacto direto da alteração da variável-chave para cálculo do fator de atribuição. </a:t>
              </a:r>
            </a:p>
          </p:txBody>
        </p:sp>
        <p:sp>
          <p:nvSpPr>
            <p:cNvPr id="30" name="Text Placeholder 2">
              <a:extLst>
                <a:ext uri="{FF2B5EF4-FFF2-40B4-BE49-F238E27FC236}">
                  <a16:creationId xmlns:a16="http://schemas.microsoft.com/office/drawing/2014/main" id="{01B77DB1-BFA5-073D-D6FA-4653D480BD99}"/>
                </a:ext>
              </a:extLst>
            </p:cNvPr>
            <p:cNvSpPr txBox="1">
              <a:spLocks/>
            </p:cNvSpPr>
            <p:nvPr/>
          </p:nvSpPr>
          <p:spPr>
            <a:xfrm>
              <a:off x="8129611" y="1416510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Emissões Financiadas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79281658-BBBE-95E0-2F69-D23E3F9A8831}"/>
                </a:ext>
              </a:extLst>
            </p:cNvPr>
            <p:cNvGrpSpPr/>
            <p:nvPr/>
          </p:nvGrpSpPr>
          <p:grpSpPr>
            <a:xfrm>
              <a:off x="7503150" y="1416510"/>
              <a:ext cx="625935" cy="1260702"/>
              <a:chOff x="7503150" y="1416510"/>
              <a:chExt cx="625935" cy="1260702"/>
            </a:xfrm>
          </p:grpSpPr>
          <p:sp>
            <p:nvSpPr>
              <p:cNvPr id="27" name="Arrow: Chevron 26">
                <a:extLst>
                  <a:ext uri="{FF2B5EF4-FFF2-40B4-BE49-F238E27FC236}">
                    <a16:creationId xmlns:a16="http://schemas.microsoft.com/office/drawing/2014/main" id="{20D7B44F-631F-BF42-FAE4-5BFE48B6E99C}"/>
                  </a:ext>
                </a:extLst>
              </p:cNvPr>
              <p:cNvSpPr/>
              <p:nvPr/>
            </p:nvSpPr>
            <p:spPr>
              <a:xfrm rot="5400000">
                <a:off x="7185767" y="1733893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37" name="Picture 36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426B959A-4BC6-9AC5-5D74-230625F37D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3518" y="1854260"/>
                <a:ext cx="385200" cy="385200"/>
              </a:xfrm>
              <a:prstGeom prst="rect">
                <a:avLst/>
              </a:prstGeom>
            </p:spPr>
          </p:pic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CE0CA5E-58FB-F189-9E57-7144F9AB9319}"/>
              </a:ext>
            </a:extLst>
          </p:cNvPr>
          <p:cNvGrpSpPr/>
          <p:nvPr/>
        </p:nvGrpSpPr>
        <p:grpSpPr>
          <a:xfrm>
            <a:off x="7308416" y="4527775"/>
            <a:ext cx="4242671" cy="1302175"/>
            <a:chOff x="7503147" y="3829844"/>
            <a:chExt cx="4242671" cy="126070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CB87D4A-42A5-EC0B-A46B-4913572F0D26}"/>
                </a:ext>
              </a:extLst>
            </p:cNvPr>
            <p:cNvSpPr/>
            <p:nvPr/>
          </p:nvSpPr>
          <p:spPr>
            <a:xfrm>
              <a:off x="8221811" y="4099110"/>
              <a:ext cx="3320536" cy="5078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PCAF 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score 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estável, indicando que a alteração metodológica não compromete significativamente a avaliação de alinhamento do 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portfolio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. </a:t>
              </a:r>
            </a:p>
          </p:txBody>
        </p:sp>
        <p:sp>
          <p:nvSpPr>
            <p:cNvPr id="32" name="Text Placeholder 2">
              <a:extLst>
                <a:ext uri="{FF2B5EF4-FFF2-40B4-BE49-F238E27FC236}">
                  <a16:creationId xmlns:a16="http://schemas.microsoft.com/office/drawing/2014/main" id="{9BBB19F4-9E33-DCD9-70C3-4B7241AC00CC}"/>
                </a:ext>
              </a:extLst>
            </p:cNvPr>
            <p:cNvSpPr txBox="1">
              <a:spLocks/>
            </p:cNvSpPr>
            <p:nvPr/>
          </p:nvSpPr>
          <p:spPr>
            <a:xfrm>
              <a:off x="8130373" y="3829844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PCAF </a:t>
              </a:r>
              <a:r>
                <a:rPr lang="pt-PT" sz="1400" b="1" i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Score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5508A27D-A7D1-D224-0811-56484EB9E860}"/>
                </a:ext>
              </a:extLst>
            </p:cNvPr>
            <p:cNvGrpSpPr/>
            <p:nvPr/>
          </p:nvGrpSpPr>
          <p:grpSpPr>
            <a:xfrm>
              <a:off x="7503147" y="3829844"/>
              <a:ext cx="625935" cy="1260702"/>
              <a:chOff x="7503147" y="3829844"/>
              <a:chExt cx="625935" cy="1260702"/>
            </a:xfrm>
          </p:grpSpPr>
          <p:sp>
            <p:nvSpPr>
              <p:cNvPr id="29" name="Arrow: Chevron 28">
                <a:extLst>
                  <a:ext uri="{FF2B5EF4-FFF2-40B4-BE49-F238E27FC236}">
                    <a16:creationId xmlns:a16="http://schemas.microsoft.com/office/drawing/2014/main" id="{D86A9798-9645-8876-90A2-70275F80F1D6}"/>
                  </a:ext>
                </a:extLst>
              </p:cNvPr>
              <p:cNvSpPr/>
              <p:nvPr/>
            </p:nvSpPr>
            <p:spPr>
              <a:xfrm rot="5400000">
                <a:off x="7185764" y="4147227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F5819685-68A6-4C68-1577-ADAA250F11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42537" y1="36386" x2="42537" y2="36386"/>
                            <a14:foregroundMark x1="53234" y1="40482" x2="53234" y2="40482"/>
                            <a14:foregroundMark x1="62189" y1="65542" x2="62189" y2="65542"/>
                            <a14:foregroundMark x1="32587" y1="63133" x2="32587" y2="63133"/>
                          </a14:backgroundRemoval>
                        </a14:imgEffect>
                        <a14:imgEffect>
                          <a14:artisticCrisscrossEtching/>
                        </a14:imgEffect>
                      </a14:imgLayer>
                    </a14:imgProps>
                  </a:ext>
                </a:extLst>
              </a:blip>
              <a:srcRect l="15247" t="11799" r="15546" b="22847"/>
              <a:stretch>
                <a:fillRect/>
              </a:stretch>
            </p:blipFill>
            <p:spPr>
              <a:xfrm>
                <a:off x="7619209" y="4268238"/>
                <a:ext cx="393813" cy="383912"/>
              </a:xfrm>
              <a:prstGeom prst="rect">
                <a:avLst/>
              </a:prstGeom>
            </p:spPr>
          </p:pic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089268F-6A82-0AA1-FAD7-AEA06D65D07A}"/>
              </a:ext>
            </a:extLst>
          </p:cNvPr>
          <p:cNvGrpSpPr/>
          <p:nvPr/>
        </p:nvGrpSpPr>
        <p:grpSpPr>
          <a:xfrm>
            <a:off x="7308418" y="3281416"/>
            <a:ext cx="4240764" cy="1302176"/>
            <a:chOff x="7503149" y="2623177"/>
            <a:chExt cx="4240764" cy="1260702"/>
          </a:xfrm>
        </p:grpSpPr>
        <p:sp>
          <p:nvSpPr>
            <p:cNvPr id="31" name="Text Placeholder 2">
              <a:extLst>
                <a:ext uri="{FF2B5EF4-FFF2-40B4-BE49-F238E27FC236}">
                  <a16:creationId xmlns:a16="http://schemas.microsoft.com/office/drawing/2014/main" id="{9E6C9EEE-E5E8-58DD-96EB-85DF1128F48F}"/>
                </a:ext>
              </a:extLst>
            </p:cNvPr>
            <p:cNvSpPr txBox="1">
              <a:spLocks/>
            </p:cNvSpPr>
            <p:nvPr/>
          </p:nvSpPr>
          <p:spPr>
            <a:xfrm>
              <a:off x="8128468" y="2623177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Intensidade de Emissões</a:t>
              </a:r>
              <a:endPara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3EA0F9F-6DCE-03C2-C964-825992D073E3}"/>
                </a:ext>
              </a:extLst>
            </p:cNvPr>
            <p:cNvGrpSpPr/>
            <p:nvPr/>
          </p:nvGrpSpPr>
          <p:grpSpPr>
            <a:xfrm>
              <a:off x="7503149" y="2623177"/>
              <a:ext cx="625935" cy="1260702"/>
              <a:chOff x="7503149" y="2636022"/>
              <a:chExt cx="625935" cy="1260702"/>
            </a:xfrm>
          </p:grpSpPr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6D4B822D-7DD8-749E-AB4F-7F7B2D8396EE}"/>
                  </a:ext>
                </a:extLst>
              </p:cNvPr>
              <p:cNvSpPr/>
              <p:nvPr/>
            </p:nvSpPr>
            <p:spPr>
              <a:xfrm rot="5400000">
                <a:off x="7185766" y="2953405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4" name="Graphic 53" descr="Home with solid fill">
                <a:extLst>
                  <a:ext uri="{FF2B5EF4-FFF2-40B4-BE49-F238E27FC236}">
                    <a16:creationId xmlns:a16="http://schemas.microsoft.com/office/drawing/2014/main" id="{BDF4C754-DADE-A5EE-2442-6E63EE5CF1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623530" y="3073772"/>
                <a:ext cx="385174" cy="385200"/>
              </a:xfrm>
              <a:prstGeom prst="rect">
                <a:avLst/>
              </a:prstGeom>
            </p:spPr>
          </p:pic>
        </p:grp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E3B98CA-8EBF-06B9-7D7B-1D23D95F1751}"/>
              </a:ext>
            </a:extLst>
          </p:cNvPr>
          <p:cNvSpPr/>
          <p:nvPr/>
        </p:nvSpPr>
        <p:spPr>
          <a:xfrm>
            <a:off x="608401" y="116280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(continuação slide anterior)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8702824-865B-0299-1232-EAFC02540945}"/>
              </a:ext>
            </a:extLst>
          </p:cNvPr>
          <p:cNvGrpSpPr/>
          <p:nvPr/>
        </p:nvGrpSpPr>
        <p:grpSpPr>
          <a:xfrm>
            <a:off x="608401" y="1849027"/>
            <a:ext cx="6161961" cy="1990145"/>
            <a:chOff x="401334" y="1846783"/>
            <a:chExt cx="6216477" cy="199014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FDE6073-7E31-E1F0-B65C-10FFE981140E}"/>
                </a:ext>
              </a:extLst>
            </p:cNvPr>
            <p:cNvSpPr/>
            <p:nvPr/>
          </p:nvSpPr>
          <p:spPr>
            <a:xfrm>
              <a:off x="401334" y="1862202"/>
              <a:ext cx="6216477" cy="1567592"/>
            </a:xfrm>
            <a:prstGeom prst="rect">
              <a:avLst/>
            </a:prstGeom>
            <a:noFill/>
            <a:ln w="19050" cap="flat" cmpd="sng" algn="ctr"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1000" noProof="0">
                <a:solidFill>
                  <a:schemeClr val="tx1"/>
                </a:solidFill>
                <a:latin typeface="Muli Light" panose="00000400000000000000" pitchFamily="2" charset="0"/>
              </a:endParaRPr>
            </a:p>
            <a:p>
              <a:pPr marL="190481" lvl="5" indent="0" algn="just">
                <a:spcBef>
                  <a:spcPts val="300"/>
                </a:spcBef>
              </a:pPr>
              <a:endParaRPr lang="pt-PT" sz="2800" b="1" noProof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284981B-320D-1498-4005-65D91E011661}"/>
                </a:ext>
              </a:extLst>
            </p:cNvPr>
            <p:cNvSpPr>
              <a:spLocks/>
            </p:cNvSpPr>
            <p:nvPr/>
          </p:nvSpPr>
          <p:spPr>
            <a:xfrm>
              <a:off x="549490" y="1846783"/>
              <a:ext cx="5919404" cy="199014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71991" tIns="107986" rIns="71991" bIns="287963" rtlCol="0" anchor="t"/>
            <a:lstStyle/>
            <a:p>
              <a:pPr algn="just">
                <a:lnSpc>
                  <a:spcPct val="150000"/>
                </a:lnSpc>
              </a:pP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No Cenário 2, o valor do imóvel na </a:t>
              </a:r>
              <a:r>
                <a:rPr lang="pt-PT" sz="1200" err="1">
                  <a:solidFill>
                    <a:srgbClr val="005F7C"/>
                  </a:solidFill>
                  <a:latin typeface="Muli Light" panose="00000400000000000000" pitchFamily="2" charset="0"/>
                </a:rPr>
                <a:t>originação</a:t>
              </a: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 passa a </a:t>
              </a:r>
              <a:r>
                <a:rPr lang="pt-PT" sz="1200" b="1">
                  <a:solidFill>
                    <a:srgbClr val="005F7C"/>
                  </a:solidFill>
                  <a:latin typeface="Muli Light" panose="00000400000000000000" pitchFamily="2" charset="0"/>
                </a:rPr>
                <a:t>considerar o montante de avaliação do imóvel,</a:t>
              </a: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 em vez do preço de aquisição. A alteração impacta diretamente o fator de atribuição e, consequentemente, o cálculo das emissões financiadas do imóvel.</a:t>
              </a:r>
            </a:p>
          </p:txBody>
        </p:sp>
      </p:grpSp>
      <p:sp>
        <p:nvSpPr>
          <p:cNvPr id="5" name="Rectangle 18">
            <a:extLst>
              <a:ext uri="{FF2B5EF4-FFF2-40B4-BE49-F238E27FC236}">
                <a16:creationId xmlns:a16="http://schemas.microsoft.com/office/drawing/2014/main" id="{EECF4656-5B2A-BEF1-6F31-19A1BB561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00" y="1747867"/>
            <a:ext cx="1800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bg1">
                    <a:lumMod val="50000"/>
                  </a:schemeClr>
                </a:solidFill>
                <a:latin typeface="Muli Bold" panose="00000800000000000000" pitchFamily="2" charset="0"/>
              </a:rPr>
              <a:t>Cenário 2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0E655D36-3F6F-5DE7-9CB3-275367816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9435" y="1731444"/>
            <a:ext cx="216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Análise de Sensibilidade</a:t>
            </a:r>
            <a:r>
              <a:rPr lang="pt-PT" sz="1200" baseline="300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D6D43C-755C-FF2B-F433-689C9D869E58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 dirty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 dirty="0">
                <a:solidFill>
                  <a:schemeClr val="tx1"/>
                </a:solidFill>
                <a:latin typeface="Muli Light" panose="00000400000000000000" pitchFamily="2" charset="0"/>
              </a:rPr>
              <a:t>O detalhe associado a outras métricas e valores apurados encontra-se apresentado nos anexos.</a:t>
            </a:r>
            <a:endParaRPr lang="pt-PT" sz="800" noProof="0" dirty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F4D628-2F0F-E552-FFBD-4D82CF3A2036}"/>
              </a:ext>
            </a:extLst>
          </p:cNvPr>
          <p:cNvSpPr/>
          <p:nvPr/>
        </p:nvSpPr>
        <p:spPr>
          <a:xfrm>
            <a:off x="8042430" y="3560056"/>
            <a:ext cx="3320536" cy="8463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/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Redução da intensidade económica, enquanto a intensidade física se mantém-se quase inalterada, nos dois </a:t>
            </a:r>
            <a:r>
              <a:rPr lang="pt-PT" sz="1100" i="1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, dado que o fator de atribuição impacta os dois parâmetros utilizados no cálculo (total de emissões e área).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205C77-C3A1-6DBA-51B2-B0FB6D5B6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899713"/>
              </p:ext>
            </p:extLst>
          </p:nvPr>
        </p:nvGraphicFramePr>
        <p:xfrm>
          <a:off x="639326" y="3856311"/>
          <a:ext cx="6130250" cy="22576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5750">
                  <a:extLst>
                    <a:ext uri="{9D8B030D-6E8A-4147-A177-3AD203B41FA5}">
                      <a16:colId xmlns:a16="http://schemas.microsoft.com/office/drawing/2014/main" val="1198862161"/>
                    </a:ext>
                  </a:extLst>
                </a:gridCol>
                <a:gridCol w="875750">
                  <a:extLst>
                    <a:ext uri="{9D8B030D-6E8A-4147-A177-3AD203B41FA5}">
                      <a16:colId xmlns:a16="http://schemas.microsoft.com/office/drawing/2014/main" val="2066231882"/>
                    </a:ext>
                  </a:extLst>
                </a:gridCol>
                <a:gridCol w="875750">
                  <a:extLst>
                    <a:ext uri="{9D8B030D-6E8A-4147-A177-3AD203B41FA5}">
                      <a16:colId xmlns:a16="http://schemas.microsoft.com/office/drawing/2014/main" val="1504100504"/>
                    </a:ext>
                  </a:extLst>
                </a:gridCol>
                <a:gridCol w="875750">
                  <a:extLst>
                    <a:ext uri="{9D8B030D-6E8A-4147-A177-3AD203B41FA5}">
                      <a16:colId xmlns:a16="http://schemas.microsoft.com/office/drawing/2014/main" val="1710190185"/>
                    </a:ext>
                  </a:extLst>
                </a:gridCol>
                <a:gridCol w="875750">
                  <a:extLst>
                    <a:ext uri="{9D8B030D-6E8A-4147-A177-3AD203B41FA5}">
                      <a16:colId xmlns:a16="http://schemas.microsoft.com/office/drawing/2014/main" val="3820715977"/>
                    </a:ext>
                  </a:extLst>
                </a:gridCol>
                <a:gridCol w="875750">
                  <a:extLst>
                    <a:ext uri="{9D8B030D-6E8A-4147-A177-3AD203B41FA5}">
                      <a16:colId xmlns:a16="http://schemas.microsoft.com/office/drawing/2014/main" val="2886080415"/>
                    </a:ext>
                  </a:extLst>
                </a:gridCol>
                <a:gridCol w="875750">
                  <a:extLst>
                    <a:ext uri="{9D8B030D-6E8A-4147-A177-3AD203B41FA5}">
                      <a16:colId xmlns:a16="http://schemas.microsoft.com/office/drawing/2014/main" val="2129759339"/>
                    </a:ext>
                  </a:extLst>
                </a:gridCol>
              </a:tblGrid>
              <a:tr h="418325">
                <a:tc>
                  <a:txBody>
                    <a:bodyPr/>
                    <a:lstStyle/>
                    <a:p>
                      <a:endParaRPr lang="pt-PT" sz="900" dirty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Cálculo Oficial 2024</a:t>
                      </a:r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Cenário 2</a:t>
                      </a:r>
                    </a:p>
                  </a:txBody>
                  <a:tcPr marL="68974" marR="68974" marT="34487" marB="34487"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654083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pPr algn="ctr"/>
                      <a:r>
                        <a:rPr lang="pt-PT" sz="1100" b="1" i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Portfolio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100" b="1" baseline="-25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e)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Intensidade Física (kgCO</a:t>
                      </a:r>
                      <a:r>
                        <a:rPr lang="pt-PT" sz="1100" b="1" baseline="-25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100" b="1" baseline="30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)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Intensidade Económica (tCO</a:t>
                      </a:r>
                      <a:r>
                        <a:rPr lang="pt-PT" sz="1100" b="1" baseline="-25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e/€M)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100" b="1" baseline="-25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e)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Intensidade Física (kgCO</a:t>
                      </a:r>
                      <a:r>
                        <a:rPr lang="pt-PT" sz="1100" b="1" baseline="-25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100" b="1" baseline="30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)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Intensidade Económica (tCO</a:t>
                      </a:r>
                      <a:r>
                        <a:rPr lang="pt-PT" sz="1100" b="1" baseline="-25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e/€M)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112916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 Real Estate (CRE)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101 494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48,87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79,94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91 654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48,81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72,19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910279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 Loans 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422 389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13,70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18,12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304 862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13,63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13,08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23191699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Total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523 883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PT" sz="1100" b="1" dirty="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PT" sz="1100" b="1" dirty="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 dirty="0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396 516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PT" sz="1100" b="1" dirty="0">
                        <a:solidFill>
                          <a:schemeClr val="bg1">
                            <a:alpha val="60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PT" sz="1100" b="1" dirty="0">
                        <a:solidFill>
                          <a:schemeClr val="bg1">
                            <a:alpha val="60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351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07036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E2413-3252-3C6B-F47C-6843063C6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AAF96-3047-40EC-0BBC-A12CE69FDD53}"/>
              </a:ext>
            </a:extLst>
          </p:cNvPr>
          <p:cNvSpPr/>
          <p:nvPr/>
        </p:nvSpPr>
        <p:spPr>
          <a:xfrm>
            <a:off x="8042430" y="3566459"/>
            <a:ext cx="3320536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Diminuição da intensidade física e económica, no </a:t>
            </a:r>
            <a:r>
              <a:rPr lang="pt-PT" sz="11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 de CRE e aumento significativo no </a:t>
            </a:r>
            <a:r>
              <a:rPr lang="pt-PT" sz="11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 de </a:t>
            </a:r>
            <a:r>
              <a:rPr lang="pt-PT" sz="1100" i="1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100" i="1">
                <a:solidFill>
                  <a:srgbClr val="005F7C"/>
                </a:solidFill>
                <a:latin typeface="Muli Light" panose="00000400000000000000" pitchFamily="2" charset="0"/>
              </a:rPr>
              <a:t>. </a:t>
            </a:r>
            <a:endParaRPr lang="pt-PT" sz="110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2B046E-35C5-9160-DE4B-AB00596B87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 b="1"/>
              <a:t>Metodologia e Robustez</a:t>
            </a:r>
            <a:endParaRPr lang="pt-PT" sz="2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DEACE-68C2-A179-C986-59323C060D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Análise de Sensibilidade - Utilização dos fatores de emissão dos imóveis de Espanha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D127FE-DCB3-465E-1D82-021B061C5A04}"/>
              </a:ext>
            </a:extLst>
          </p:cNvPr>
          <p:cNvSpPr/>
          <p:nvPr/>
        </p:nvSpPr>
        <p:spPr>
          <a:xfrm>
            <a:off x="7132183" y="1849027"/>
            <a:ext cx="4592604" cy="4264888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7C71719-D8FC-9E2F-6AE8-CE56C47661DA}"/>
              </a:ext>
            </a:extLst>
          </p:cNvPr>
          <p:cNvGrpSpPr/>
          <p:nvPr/>
        </p:nvGrpSpPr>
        <p:grpSpPr>
          <a:xfrm>
            <a:off x="7308419" y="2035050"/>
            <a:ext cx="4241906" cy="1302175"/>
            <a:chOff x="7503150" y="1416510"/>
            <a:chExt cx="4241906" cy="126070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57F1C79-13A0-5F3F-A8F0-1D9EA7609A94}"/>
                </a:ext>
              </a:extLst>
            </p:cNvPr>
            <p:cNvSpPr/>
            <p:nvPr/>
          </p:nvSpPr>
          <p:spPr>
            <a:xfrm>
              <a:off x="8237161" y="1688634"/>
              <a:ext cx="3320536" cy="4916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Redução significativa das emissões no 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portfolio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 de CRE (~</a:t>
              </a:r>
              <a:r>
                <a:rPr lang="pt-PT" sz="1100" b="1">
                  <a:solidFill>
                    <a:srgbClr val="005F7C"/>
                  </a:solidFill>
                  <a:latin typeface="Muli Light" panose="00000400000000000000" pitchFamily="2" charset="0"/>
                </a:rPr>
                <a:t>38%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) e aumento significativo no 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portfolio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 de </a:t>
              </a:r>
              <a:r>
                <a:rPr lang="pt-PT" sz="1100" i="1" err="1">
                  <a:solidFill>
                    <a:srgbClr val="005F7C"/>
                  </a:solidFill>
                  <a:latin typeface="Muli Light" panose="00000400000000000000" pitchFamily="2" charset="0"/>
                </a:rPr>
                <a:t>Mortgage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 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(~</a:t>
              </a:r>
              <a:r>
                <a:rPr lang="pt-PT" sz="1100" b="1">
                  <a:solidFill>
                    <a:srgbClr val="005F7C"/>
                  </a:solidFill>
                  <a:latin typeface="Muli Light" panose="00000400000000000000" pitchFamily="2" charset="0"/>
                </a:rPr>
                <a:t>44%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). </a:t>
              </a:r>
            </a:p>
          </p:txBody>
        </p:sp>
        <p:sp>
          <p:nvSpPr>
            <p:cNvPr id="30" name="Text Placeholder 2">
              <a:extLst>
                <a:ext uri="{FF2B5EF4-FFF2-40B4-BE49-F238E27FC236}">
                  <a16:creationId xmlns:a16="http://schemas.microsoft.com/office/drawing/2014/main" id="{0D17EB17-FCFD-EA6F-2138-E8103BDE31C3}"/>
                </a:ext>
              </a:extLst>
            </p:cNvPr>
            <p:cNvSpPr txBox="1">
              <a:spLocks/>
            </p:cNvSpPr>
            <p:nvPr/>
          </p:nvSpPr>
          <p:spPr>
            <a:xfrm>
              <a:off x="8129611" y="1416510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Emissões Financiadas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43961C5B-5F95-1CA5-8428-A82D875BE658}"/>
                </a:ext>
              </a:extLst>
            </p:cNvPr>
            <p:cNvGrpSpPr/>
            <p:nvPr/>
          </p:nvGrpSpPr>
          <p:grpSpPr>
            <a:xfrm>
              <a:off x="7503150" y="1416510"/>
              <a:ext cx="625935" cy="1260702"/>
              <a:chOff x="7503150" y="1416510"/>
              <a:chExt cx="625935" cy="1260702"/>
            </a:xfrm>
          </p:grpSpPr>
          <p:sp>
            <p:nvSpPr>
              <p:cNvPr id="27" name="Arrow: Chevron 26">
                <a:extLst>
                  <a:ext uri="{FF2B5EF4-FFF2-40B4-BE49-F238E27FC236}">
                    <a16:creationId xmlns:a16="http://schemas.microsoft.com/office/drawing/2014/main" id="{9F059702-F3E4-1A87-5C36-475BF0184FE3}"/>
                  </a:ext>
                </a:extLst>
              </p:cNvPr>
              <p:cNvSpPr/>
              <p:nvPr/>
            </p:nvSpPr>
            <p:spPr>
              <a:xfrm rot="5400000">
                <a:off x="7185767" y="1733893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37" name="Picture 36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2663CC9C-0E67-B5C8-71ED-CE968115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3518" y="1854260"/>
                <a:ext cx="385200" cy="385200"/>
              </a:xfrm>
              <a:prstGeom prst="rect">
                <a:avLst/>
              </a:prstGeom>
            </p:spPr>
          </p:pic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5DFCE54-78AD-2EB9-E99F-9A06ED930093}"/>
              </a:ext>
            </a:extLst>
          </p:cNvPr>
          <p:cNvGrpSpPr/>
          <p:nvPr/>
        </p:nvGrpSpPr>
        <p:grpSpPr>
          <a:xfrm>
            <a:off x="7308416" y="4527775"/>
            <a:ext cx="4242671" cy="1302175"/>
            <a:chOff x="7503147" y="3829844"/>
            <a:chExt cx="4242671" cy="126070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054BAD4-8F29-120B-FC3B-A7B7F492A848}"/>
                </a:ext>
              </a:extLst>
            </p:cNvPr>
            <p:cNvSpPr/>
            <p:nvPr/>
          </p:nvSpPr>
          <p:spPr>
            <a:xfrm>
              <a:off x="8221811" y="4099109"/>
              <a:ext cx="3320536" cy="6555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PCAF 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score 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estável, indicando que apesar das variações verificadas, o nível de robustez dos dados e o alinhamento metodológico permanecem consistente. </a:t>
              </a:r>
            </a:p>
          </p:txBody>
        </p:sp>
        <p:sp>
          <p:nvSpPr>
            <p:cNvPr id="32" name="Text Placeholder 2">
              <a:extLst>
                <a:ext uri="{FF2B5EF4-FFF2-40B4-BE49-F238E27FC236}">
                  <a16:creationId xmlns:a16="http://schemas.microsoft.com/office/drawing/2014/main" id="{79D04378-147B-4D1A-DD13-02E303F5E1AE}"/>
                </a:ext>
              </a:extLst>
            </p:cNvPr>
            <p:cNvSpPr txBox="1">
              <a:spLocks/>
            </p:cNvSpPr>
            <p:nvPr/>
          </p:nvSpPr>
          <p:spPr>
            <a:xfrm>
              <a:off x="8130373" y="3829844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PCAF </a:t>
              </a:r>
              <a:r>
                <a:rPr lang="pt-PT" sz="1400" b="1" i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Score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C1693D05-0142-5F68-A12F-8563A3ABDAD9}"/>
                </a:ext>
              </a:extLst>
            </p:cNvPr>
            <p:cNvGrpSpPr/>
            <p:nvPr/>
          </p:nvGrpSpPr>
          <p:grpSpPr>
            <a:xfrm>
              <a:off x="7503147" y="3829844"/>
              <a:ext cx="625935" cy="1260702"/>
              <a:chOff x="7503147" y="3829844"/>
              <a:chExt cx="625935" cy="1260702"/>
            </a:xfrm>
          </p:grpSpPr>
          <p:sp>
            <p:nvSpPr>
              <p:cNvPr id="29" name="Arrow: Chevron 28">
                <a:extLst>
                  <a:ext uri="{FF2B5EF4-FFF2-40B4-BE49-F238E27FC236}">
                    <a16:creationId xmlns:a16="http://schemas.microsoft.com/office/drawing/2014/main" id="{903927F2-0496-FF54-3A8D-0B9001FB917E}"/>
                  </a:ext>
                </a:extLst>
              </p:cNvPr>
              <p:cNvSpPr/>
              <p:nvPr/>
            </p:nvSpPr>
            <p:spPr>
              <a:xfrm rot="5400000">
                <a:off x="7185764" y="4147227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1A4BD96E-9456-F5B0-792E-8FF1559ECB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42537" y1="36386" x2="42537" y2="36386"/>
                            <a14:foregroundMark x1="53234" y1="40482" x2="53234" y2="40482"/>
                            <a14:foregroundMark x1="62189" y1="65542" x2="62189" y2="65542"/>
                            <a14:foregroundMark x1="32587" y1="63133" x2="32587" y2="63133"/>
                          </a14:backgroundRemoval>
                        </a14:imgEffect>
                        <a14:imgEffect>
                          <a14:artisticCrisscrossEtching/>
                        </a14:imgEffect>
                      </a14:imgLayer>
                    </a14:imgProps>
                  </a:ext>
                </a:extLst>
              </a:blip>
              <a:srcRect l="15247" t="11799" r="15546" b="22847"/>
              <a:stretch>
                <a:fillRect/>
              </a:stretch>
            </p:blipFill>
            <p:spPr>
              <a:xfrm>
                <a:off x="7619209" y="4268238"/>
                <a:ext cx="393813" cy="383912"/>
              </a:xfrm>
              <a:prstGeom prst="rect">
                <a:avLst/>
              </a:prstGeom>
            </p:spPr>
          </p:pic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0A7437C-01C7-EC3E-FEA2-93AE8D98331E}"/>
              </a:ext>
            </a:extLst>
          </p:cNvPr>
          <p:cNvGrpSpPr/>
          <p:nvPr/>
        </p:nvGrpSpPr>
        <p:grpSpPr>
          <a:xfrm>
            <a:off x="7308418" y="3281413"/>
            <a:ext cx="4240764" cy="1302175"/>
            <a:chOff x="7503149" y="2623177"/>
            <a:chExt cx="4240764" cy="1260702"/>
          </a:xfrm>
        </p:grpSpPr>
        <p:sp>
          <p:nvSpPr>
            <p:cNvPr id="31" name="Text Placeholder 2">
              <a:extLst>
                <a:ext uri="{FF2B5EF4-FFF2-40B4-BE49-F238E27FC236}">
                  <a16:creationId xmlns:a16="http://schemas.microsoft.com/office/drawing/2014/main" id="{18F7877E-3B31-32FD-EF3C-3617321C8A89}"/>
                </a:ext>
              </a:extLst>
            </p:cNvPr>
            <p:cNvSpPr txBox="1">
              <a:spLocks/>
            </p:cNvSpPr>
            <p:nvPr/>
          </p:nvSpPr>
          <p:spPr>
            <a:xfrm>
              <a:off x="8128468" y="2623177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Intensidade de Emissões</a:t>
              </a:r>
              <a:endPara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F1A54B1E-26C2-2931-699D-098B52CF5A9B}"/>
                </a:ext>
              </a:extLst>
            </p:cNvPr>
            <p:cNvGrpSpPr/>
            <p:nvPr/>
          </p:nvGrpSpPr>
          <p:grpSpPr>
            <a:xfrm>
              <a:off x="7503149" y="2623177"/>
              <a:ext cx="625935" cy="1260702"/>
              <a:chOff x="7503149" y="2636022"/>
              <a:chExt cx="625935" cy="1260702"/>
            </a:xfrm>
          </p:grpSpPr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8D2CFEED-0490-0130-55EE-0E80104D59E4}"/>
                  </a:ext>
                </a:extLst>
              </p:cNvPr>
              <p:cNvSpPr/>
              <p:nvPr/>
            </p:nvSpPr>
            <p:spPr>
              <a:xfrm rot="5400000">
                <a:off x="7185766" y="2953405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4" name="Graphic 53" descr="Home with solid fill">
                <a:extLst>
                  <a:ext uri="{FF2B5EF4-FFF2-40B4-BE49-F238E27FC236}">
                    <a16:creationId xmlns:a16="http://schemas.microsoft.com/office/drawing/2014/main" id="{F2340A38-D1B3-3217-1E24-104BED14E1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623530" y="3073772"/>
                <a:ext cx="385174" cy="385200"/>
              </a:xfrm>
              <a:prstGeom prst="rect">
                <a:avLst/>
              </a:prstGeom>
            </p:spPr>
          </p:pic>
        </p:grp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714E3FF1-06AD-CA18-3CBE-9E9088B16549}"/>
              </a:ext>
            </a:extLst>
          </p:cNvPr>
          <p:cNvSpPr/>
          <p:nvPr/>
        </p:nvSpPr>
        <p:spPr>
          <a:xfrm>
            <a:off x="608401" y="116280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(continuação slide anterior)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2249FBB-3057-9911-3D41-4F58AB0A80A4}"/>
              </a:ext>
            </a:extLst>
          </p:cNvPr>
          <p:cNvGrpSpPr/>
          <p:nvPr/>
        </p:nvGrpSpPr>
        <p:grpSpPr>
          <a:xfrm>
            <a:off x="608401" y="1849027"/>
            <a:ext cx="6161961" cy="1990145"/>
            <a:chOff x="401334" y="1846783"/>
            <a:chExt cx="6216477" cy="199014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8BB8532-721C-9693-83D0-985C90323B3D}"/>
                </a:ext>
              </a:extLst>
            </p:cNvPr>
            <p:cNvSpPr/>
            <p:nvPr/>
          </p:nvSpPr>
          <p:spPr>
            <a:xfrm>
              <a:off x="401334" y="1862202"/>
              <a:ext cx="6216477" cy="1567592"/>
            </a:xfrm>
            <a:prstGeom prst="rect">
              <a:avLst/>
            </a:prstGeom>
            <a:noFill/>
            <a:ln w="19050" cap="flat" cmpd="sng" algn="ctr"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1000" noProof="0">
                <a:solidFill>
                  <a:schemeClr val="tx1"/>
                </a:solidFill>
                <a:latin typeface="Muli Light" panose="00000400000000000000" pitchFamily="2" charset="0"/>
              </a:endParaRPr>
            </a:p>
            <a:p>
              <a:pPr marL="190481" lvl="5" indent="0" algn="just">
                <a:spcBef>
                  <a:spcPts val="300"/>
                </a:spcBef>
              </a:pPr>
              <a:endParaRPr lang="pt-PT" sz="2800" b="1" noProof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63077A9-B1C5-DDB7-37CC-7CF0F9FFCEE1}"/>
                </a:ext>
              </a:extLst>
            </p:cNvPr>
            <p:cNvSpPr>
              <a:spLocks/>
            </p:cNvSpPr>
            <p:nvPr/>
          </p:nvSpPr>
          <p:spPr>
            <a:xfrm>
              <a:off x="549490" y="1846783"/>
              <a:ext cx="5919404" cy="199014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71991" tIns="107986" rIns="71991" bIns="287963" rtlCol="0" anchor="t"/>
            <a:lstStyle/>
            <a:p>
              <a:pPr algn="just">
                <a:lnSpc>
                  <a:spcPct val="150000"/>
                </a:lnSpc>
              </a:pP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No Cenário 3, a análise incide na substituição dos fatores de emissão dos imóveis localizado em Portugal pelos </a:t>
              </a:r>
              <a:r>
                <a:rPr lang="pt-PT" sz="1200" b="1">
                  <a:solidFill>
                    <a:srgbClr val="005F7C"/>
                  </a:solidFill>
                  <a:latin typeface="Muli Light" panose="00000400000000000000" pitchFamily="2" charset="0"/>
                </a:rPr>
                <a:t>fatores de emissão dos imóveis localizados em Espanha</a:t>
              </a: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, mantendo a mesma metodologia e pressupostos de cálculo das emissões financiadas do cenário oficial.</a:t>
              </a:r>
            </a:p>
          </p:txBody>
        </p:sp>
      </p:grpSp>
      <p:sp>
        <p:nvSpPr>
          <p:cNvPr id="5" name="Rectangle 18">
            <a:extLst>
              <a:ext uri="{FF2B5EF4-FFF2-40B4-BE49-F238E27FC236}">
                <a16:creationId xmlns:a16="http://schemas.microsoft.com/office/drawing/2014/main" id="{7838D209-082E-FCA3-D74D-AF4A215C2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00" y="1747867"/>
            <a:ext cx="1800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bg1">
                    <a:lumMod val="50000"/>
                  </a:schemeClr>
                </a:solidFill>
                <a:latin typeface="Muli Bold" panose="00000800000000000000" pitchFamily="2" charset="0"/>
              </a:rPr>
              <a:t>Cenário 3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1A2D2549-99E8-80F3-DE4F-D5A42C5B4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9435" y="1731444"/>
            <a:ext cx="216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Análise de Sensibilidade</a:t>
            </a:r>
            <a:r>
              <a:rPr lang="pt-PT" sz="1200" baseline="300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A1CB82-BB90-B831-9C06-219F6D27AF20}"/>
              </a:ext>
            </a:extLst>
          </p:cNvPr>
          <p:cNvSpPr/>
          <p:nvPr/>
        </p:nvSpPr>
        <p:spPr>
          <a:xfrm>
            <a:off x="7828280" y="5738824"/>
            <a:ext cx="3842822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b="1">
                <a:solidFill>
                  <a:srgbClr val="005F7C"/>
                </a:solidFill>
                <a:latin typeface="Muli Light" panose="00000400000000000000" pitchFamily="2" charset="0"/>
              </a:rPr>
              <a:t>As emissões financiadas refletem a variação observada entre os fatores de emissão de Portugal e Espanha.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D2FB64-009D-8C7E-AD98-9E1DB3C770A9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 dirty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 dirty="0">
                <a:solidFill>
                  <a:schemeClr val="tx1"/>
                </a:solidFill>
                <a:latin typeface="Muli Light" panose="00000400000000000000" pitchFamily="2" charset="0"/>
              </a:rPr>
              <a:t>O detalhe associado a outras métricas e valores apurados encontra-se apresentado nos anexos.</a:t>
            </a:r>
            <a:endParaRPr lang="pt-PT" sz="800" noProof="0" dirty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FBD6769-00D3-946E-27AE-F87A05DB2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286475"/>
              </p:ext>
            </p:extLst>
          </p:nvPr>
        </p:nvGraphicFramePr>
        <p:xfrm>
          <a:off x="639326" y="3856311"/>
          <a:ext cx="6130250" cy="22576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5750">
                  <a:extLst>
                    <a:ext uri="{9D8B030D-6E8A-4147-A177-3AD203B41FA5}">
                      <a16:colId xmlns:a16="http://schemas.microsoft.com/office/drawing/2014/main" val="1198862161"/>
                    </a:ext>
                  </a:extLst>
                </a:gridCol>
                <a:gridCol w="875750">
                  <a:extLst>
                    <a:ext uri="{9D8B030D-6E8A-4147-A177-3AD203B41FA5}">
                      <a16:colId xmlns:a16="http://schemas.microsoft.com/office/drawing/2014/main" val="2066231882"/>
                    </a:ext>
                  </a:extLst>
                </a:gridCol>
                <a:gridCol w="875750">
                  <a:extLst>
                    <a:ext uri="{9D8B030D-6E8A-4147-A177-3AD203B41FA5}">
                      <a16:colId xmlns:a16="http://schemas.microsoft.com/office/drawing/2014/main" val="1504100504"/>
                    </a:ext>
                  </a:extLst>
                </a:gridCol>
                <a:gridCol w="875750">
                  <a:extLst>
                    <a:ext uri="{9D8B030D-6E8A-4147-A177-3AD203B41FA5}">
                      <a16:colId xmlns:a16="http://schemas.microsoft.com/office/drawing/2014/main" val="1710190185"/>
                    </a:ext>
                  </a:extLst>
                </a:gridCol>
                <a:gridCol w="875750">
                  <a:extLst>
                    <a:ext uri="{9D8B030D-6E8A-4147-A177-3AD203B41FA5}">
                      <a16:colId xmlns:a16="http://schemas.microsoft.com/office/drawing/2014/main" val="3820715977"/>
                    </a:ext>
                  </a:extLst>
                </a:gridCol>
                <a:gridCol w="875750">
                  <a:extLst>
                    <a:ext uri="{9D8B030D-6E8A-4147-A177-3AD203B41FA5}">
                      <a16:colId xmlns:a16="http://schemas.microsoft.com/office/drawing/2014/main" val="2886080415"/>
                    </a:ext>
                  </a:extLst>
                </a:gridCol>
                <a:gridCol w="875750">
                  <a:extLst>
                    <a:ext uri="{9D8B030D-6E8A-4147-A177-3AD203B41FA5}">
                      <a16:colId xmlns:a16="http://schemas.microsoft.com/office/drawing/2014/main" val="2129759339"/>
                    </a:ext>
                  </a:extLst>
                </a:gridCol>
              </a:tblGrid>
              <a:tr h="418325">
                <a:tc>
                  <a:txBody>
                    <a:bodyPr/>
                    <a:lstStyle/>
                    <a:p>
                      <a:endParaRPr lang="pt-PT" sz="900" dirty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Cálculo Oficial 2024</a:t>
                      </a:r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Cenário 3</a:t>
                      </a:r>
                    </a:p>
                  </a:txBody>
                  <a:tcPr marL="68974" marR="68974" marT="34487" marB="34487"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654083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pPr algn="ctr"/>
                      <a:r>
                        <a:rPr lang="pt-PT" sz="1100" b="1" i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Portfolio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100" b="1" baseline="-25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e)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Intensidade Física (kgCO</a:t>
                      </a:r>
                      <a:r>
                        <a:rPr lang="pt-PT" sz="1100" b="1" baseline="-25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100" b="1" baseline="30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)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Intensidade Económica (tCO</a:t>
                      </a:r>
                      <a:r>
                        <a:rPr lang="pt-PT" sz="1100" b="1" baseline="-25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e/€M)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100" b="1" baseline="-25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e)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Intensidade Física (kgCO</a:t>
                      </a:r>
                      <a:r>
                        <a:rPr lang="pt-PT" sz="1100" b="1" baseline="-25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100" b="1" baseline="30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)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Intensidade Económica (tCO</a:t>
                      </a:r>
                      <a:r>
                        <a:rPr lang="pt-PT" sz="1100" b="1" baseline="-25000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e/€M)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112916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 Real Estate (CRE)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101 494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48,87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79,94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63 065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30,79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50,61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910279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 Loans 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422 389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13,70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18,12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606 396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19,74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26,02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23191699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Total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523 883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PT" sz="1100" b="1" dirty="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PT" sz="1100" b="1" dirty="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 dirty="0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669 462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PT" sz="1100" b="1" dirty="0">
                        <a:solidFill>
                          <a:schemeClr val="bg1">
                            <a:alpha val="60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PT" sz="1100" b="1" dirty="0">
                        <a:solidFill>
                          <a:schemeClr val="bg1">
                            <a:alpha val="60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351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6533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0D3ED-6CF6-1ADF-5A30-037530FE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D8DAAA0-B36F-B609-351F-3805B2D51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3" y="0"/>
            <a:ext cx="12192734" cy="685879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AC95815-76C5-FEE3-294B-D53AA370928C}"/>
              </a:ext>
            </a:extLst>
          </p:cNvPr>
          <p:cNvSpPr/>
          <p:nvPr/>
        </p:nvSpPr>
        <p:spPr>
          <a:xfrm>
            <a:off x="-1" y="-9872"/>
            <a:ext cx="12190413" cy="6858695"/>
          </a:xfrm>
          <a:prstGeom prst="rect">
            <a:avLst/>
          </a:prstGeom>
          <a:solidFill>
            <a:srgbClr val="00206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pic>
        <p:nvPicPr>
          <p:cNvPr id="9" name="07.png">
            <a:extLst>
              <a:ext uri="{FF2B5EF4-FFF2-40B4-BE49-F238E27FC236}">
                <a16:creationId xmlns:a16="http://schemas.microsoft.com/office/drawing/2014/main" id="{8CFCBFD7-E3E3-B458-FE10-427E76D379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768827"/>
            <a:ext cx="12192734" cy="17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81767D1-B4CD-5225-E10A-5E7477781EF2}"/>
              </a:ext>
            </a:extLst>
          </p:cNvPr>
          <p:cNvSpPr txBox="1">
            <a:spLocks/>
          </p:cNvSpPr>
          <p:nvPr/>
        </p:nvSpPr>
        <p:spPr>
          <a:xfrm>
            <a:off x="809521" y="2933764"/>
            <a:ext cx="10767129" cy="495236"/>
          </a:xfrm>
          <a:prstGeom prst="rect">
            <a:avLst/>
          </a:prstGeom>
        </p:spPr>
        <p:txBody>
          <a:bodyPr/>
          <a:lstStyle>
            <a:lvl1pPr marL="111352" indent="-111352" algn="l" defTabSz="445407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05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759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46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16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486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57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27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297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noProof="0">
                <a:solidFill>
                  <a:schemeClr val="bg1"/>
                </a:solidFill>
                <a:latin typeface="Muli" panose="00000500000000000000" pitchFamily="2" charset="0"/>
              </a:rPr>
              <a:t>4. Implicações e 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41477071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48A48-384A-C459-FA2A-DA72D9ECA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owchart: Delay 33">
            <a:extLst>
              <a:ext uri="{FF2B5EF4-FFF2-40B4-BE49-F238E27FC236}">
                <a16:creationId xmlns:a16="http://schemas.microsoft.com/office/drawing/2014/main" id="{35DAC8EC-5175-2514-63C7-042BF1E33015}"/>
              </a:ext>
            </a:extLst>
          </p:cNvPr>
          <p:cNvSpPr/>
          <p:nvPr/>
        </p:nvSpPr>
        <p:spPr>
          <a:xfrm>
            <a:off x="0" y="0"/>
            <a:ext cx="4725049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310FFA6-D3BA-9A2B-9B43-0E3851A6A5D9}"/>
              </a:ext>
            </a:extLst>
          </p:cNvPr>
          <p:cNvGrpSpPr/>
          <p:nvPr/>
        </p:nvGrpSpPr>
        <p:grpSpPr>
          <a:xfrm>
            <a:off x="-202130" y="4482821"/>
            <a:ext cx="3526156" cy="770400"/>
            <a:chOff x="-202130" y="4482821"/>
            <a:chExt cx="3526156" cy="77040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737ABC8-7A25-93CD-3783-21BD06B602E5}"/>
                </a:ext>
              </a:extLst>
            </p:cNvPr>
            <p:cNvSpPr/>
            <p:nvPr/>
          </p:nvSpPr>
          <p:spPr>
            <a:xfrm>
              <a:off x="-202130" y="4482821"/>
              <a:ext cx="3526156" cy="7704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8"/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Alargamento a outras classes de ativos</a:t>
              </a:r>
              <a:endParaRPr lang="pt-PT" sz="1200" b="1" i="1" noProof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7B4879D8-2B28-761C-1D1A-25656C9D0274}"/>
                </a:ext>
              </a:extLst>
            </p:cNvPr>
            <p:cNvGrpSpPr/>
            <p:nvPr/>
          </p:nvGrpSpPr>
          <p:grpSpPr>
            <a:xfrm>
              <a:off x="268356" y="4652021"/>
              <a:ext cx="424146" cy="432000"/>
              <a:chOff x="6087407" y="4848671"/>
              <a:chExt cx="424146" cy="432000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FC7F0ED-B284-1DD7-9374-0F5C51A04F93}"/>
                  </a:ext>
                </a:extLst>
              </p:cNvPr>
              <p:cNvSpPr/>
              <p:nvPr/>
            </p:nvSpPr>
            <p:spPr>
              <a:xfrm>
                <a:off x="6087407" y="4848671"/>
                <a:ext cx="424146" cy="43200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37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9A590ECA-9AE4-1080-7F68-7CF2D5CD5091}"/>
                  </a:ext>
                </a:extLst>
              </p:cNvPr>
              <p:cNvGrpSpPr/>
              <p:nvPr/>
            </p:nvGrpSpPr>
            <p:grpSpPr>
              <a:xfrm>
                <a:off x="6188372" y="4868021"/>
                <a:ext cx="250435" cy="393301"/>
                <a:chOff x="6678050" y="4893490"/>
                <a:chExt cx="250435" cy="393301"/>
              </a:xfrm>
            </p:grpSpPr>
            <p:pic>
              <p:nvPicPr>
                <p:cNvPr id="14" name="Graphic 13" descr="City with solid fill">
                  <a:extLst>
                    <a:ext uri="{FF2B5EF4-FFF2-40B4-BE49-F238E27FC236}">
                      <a16:creationId xmlns:a16="http://schemas.microsoft.com/office/drawing/2014/main" id="{230F75F3-88EC-4A88-D4AA-E8B299E4FF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63050"/>
                <a:stretch>
                  <a:fillRect/>
                </a:stretch>
              </p:blipFill>
              <p:spPr>
                <a:xfrm>
                  <a:off x="6678050" y="4893490"/>
                  <a:ext cx="145326" cy="393301"/>
                </a:xfrm>
                <a:prstGeom prst="rect">
                  <a:avLst/>
                </a:prstGeom>
              </p:spPr>
            </p:pic>
            <p:pic>
              <p:nvPicPr>
                <p:cNvPr id="23" name="Graphic 22" descr="Home with solid fill">
                  <a:extLst>
                    <a:ext uri="{FF2B5EF4-FFF2-40B4-BE49-F238E27FC236}">
                      <a16:creationId xmlns:a16="http://schemas.microsoft.com/office/drawing/2014/main" id="{70DF94C4-DB7A-3EAD-3400-BB0BA00A90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85069" y="5004090"/>
                  <a:ext cx="243416" cy="24341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DE5952A-564A-5F6D-EFB6-13060AF266EA}"/>
              </a:ext>
            </a:extLst>
          </p:cNvPr>
          <p:cNvGrpSpPr/>
          <p:nvPr/>
        </p:nvGrpSpPr>
        <p:grpSpPr>
          <a:xfrm>
            <a:off x="-202130" y="3379403"/>
            <a:ext cx="3526156" cy="770400"/>
            <a:chOff x="-202130" y="3379403"/>
            <a:chExt cx="3526156" cy="7704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7D93769-DBDA-AA4F-2543-397418F2932D}"/>
                </a:ext>
              </a:extLst>
            </p:cNvPr>
            <p:cNvSpPr/>
            <p:nvPr/>
          </p:nvSpPr>
          <p:spPr>
            <a:xfrm>
              <a:off x="-202130" y="3379403"/>
              <a:ext cx="3526156" cy="7704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8"/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Processo de Cálculo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EF3783B-5659-A944-0AD6-4FDA3C116C77}"/>
                </a:ext>
              </a:extLst>
            </p:cNvPr>
            <p:cNvGrpSpPr/>
            <p:nvPr/>
          </p:nvGrpSpPr>
          <p:grpSpPr>
            <a:xfrm>
              <a:off x="268356" y="3548602"/>
              <a:ext cx="424146" cy="432000"/>
              <a:chOff x="4763420" y="5542863"/>
              <a:chExt cx="424146" cy="432000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589E0F0-2102-2E18-13BA-0E3AE2793065}"/>
                  </a:ext>
                </a:extLst>
              </p:cNvPr>
              <p:cNvSpPr/>
              <p:nvPr/>
            </p:nvSpPr>
            <p:spPr>
              <a:xfrm>
                <a:off x="4763420" y="5542863"/>
                <a:ext cx="424146" cy="43200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37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</a:endParaRPr>
              </a:p>
            </p:txBody>
          </p:sp>
          <p:pic>
            <p:nvPicPr>
              <p:cNvPr id="25" name="Graphic 24" descr="Mathematics with solid fill">
                <a:extLst>
                  <a:ext uri="{FF2B5EF4-FFF2-40B4-BE49-F238E27FC236}">
                    <a16:creationId xmlns:a16="http://schemas.microsoft.com/office/drawing/2014/main" id="{60158B51-14DF-A581-AAB9-1A890086A8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836360" y="5619730"/>
                <a:ext cx="295200" cy="295200"/>
              </a:xfrm>
              <a:prstGeom prst="rect">
                <a:avLst/>
              </a:prstGeom>
            </p:spPr>
          </p:pic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F8703C6-445F-F53F-3F5D-28D891E4FC8C}"/>
              </a:ext>
            </a:extLst>
          </p:cNvPr>
          <p:cNvGrpSpPr/>
          <p:nvPr/>
        </p:nvGrpSpPr>
        <p:grpSpPr>
          <a:xfrm>
            <a:off x="-202131" y="2275208"/>
            <a:ext cx="3526156" cy="771177"/>
            <a:chOff x="-202131" y="2275208"/>
            <a:chExt cx="3526156" cy="771177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613ADEC-65F4-5F60-D61A-12B153223F1E}"/>
                </a:ext>
              </a:extLst>
            </p:cNvPr>
            <p:cNvSpPr/>
            <p:nvPr/>
          </p:nvSpPr>
          <p:spPr>
            <a:xfrm>
              <a:off x="-202131" y="2275208"/>
              <a:ext cx="3526156" cy="771177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8"/>
              <a:r>
                <a:rPr lang="pt-PT" sz="12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Dados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FDDD17B-108D-C789-2AA4-B6F63BC75FE3}"/>
                </a:ext>
              </a:extLst>
            </p:cNvPr>
            <p:cNvGrpSpPr/>
            <p:nvPr/>
          </p:nvGrpSpPr>
          <p:grpSpPr>
            <a:xfrm>
              <a:off x="272783" y="2471573"/>
              <a:ext cx="423530" cy="432000"/>
              <a:chOff x="272783" y="2471573"/>
              <a:chExt cx="423530" cy="4320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F05756DA-F79E-F7AF-995B-872A239EC143}"/>
                  </a:ext>
                </a:extLst>
              </p:cNvPr>
              <p:cNvSpPr/>
              <p:nvPr/>
            </p:nvSpPr>
            <p:spPr>
              <a:xfrm>
                <a:off x="272783" y="2471573"/>
                <a:ext cx="423530" cy="43200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37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</a:endParaRPr>
              </a:p>
            </p:txBody>
          </p:sp>
          <p:pic>
            <p:nvPicPr>
              <p:cNvPr id="27" name="Graphic 26" descr="Earth globe: Africa and Europe with solid fill">
                <a:extLst>
                  <a:ext uri="{FF2B5EF4-FFF2-40B4-BE49-F238E27FC236}">
                    <a16:creationId xmlns:a16="http://schemas.microsoft.com/office/drawing/2014/main" id="{C27E924D-7D7A-CB0C-D759-AFD9CA8A6A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6948" y="2539973"/>
                <a:ext cx="295200" cy="295200"/>
              </a:xfrm>
              <a:prstGeom prst="rect">
                <a:avLst/>
              </a:prstGeom>
            </p:spPr>
          </p:pic>
        </p:grpSp>
      </p:grp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3F331C78-EF54-25CC-EF49-A4214045CA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Implicações e Próximos Passos</a:t>
            </a:r>
          </a:p>
        </p:txBody>
      </p:sp>
      <p:sp>
        <p:nvSpPr>
          <p:cNvPr id="31" name="Text Placeholder 190">
            <a:extLst>
              <a:ext uri="{FF2B5EF4-FFF2-40B4-BE49-F238E27FC236}">
                <a16:creationId xmlns:a16="http://schemas.microsoft.com/office/drawing/2014/main" id="{1CEE1AC3-2982-698D-4254-28D7FF5514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Oportunidades de melhoria identificadas (1|2)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EE14D0EE-77F2-8BC3-51E5-C7B756F0BF71}"/>
              </a:ext>
            </a:extLst>
          </p:cNvPr>
          <p:cNvSpPr txBox="1">
            <a:spLocks/>
          </p:cNvSpPr>
          <p:nvPr/>
        </p:nvSpPr>
        <p:spPr>
          <a:xfrm>
            <a:off x="3648173" y="1206555"/>
            <a:ext cx="6372520" cy="400936"/>
          </a:xfrm>
          <a:prstGeom prst="rect">
            <a:avLst/>
          </a:prstGeom>
        </p:spPr>
        <p:txBody>
          <a:bodyPr/>
          <a:lstStyle>
            <a:lvl1pPr algn="l" defTabSz="457066" eaLnBrk="1" hangingPunct="1">
              <a:spcBef>
                <a:spcPts val="500"/>
              </a:spcBef>
              <a:buFont typeface="Arial" panose="020B0604020202020204" pitchFamily="34" charset="0"/>
              <a:defRPr sz="1200" kern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  <a:lvl2pPr marL="34280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</a:defRPr>
            </a:lvl2pPr>
            <a:lvl3pPr marL="57133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</a:defRPr>
            </a:lvl3pPr>
            <a:lvl4pPr marL="799865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4pPr>
            <a:lvl5pPr marL="1028398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5pPr>
            <a:lvl6pPr marL="12569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6pPr>
            <a:lvl7pPr marL="148546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7pPr>
            <a:lvl8pPr marL="1713996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8pPr>
            <a:lvl9pPr marL="19425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noProof="0">
                <a:solidFill>
                  <a:srgbClr val="005F7C"/>
                </a:solidFill>
              </a:rPr>
              <a:t>Este exercício contribui para a unificação do processo de cálculo de emissões no Banco, dando coerência à narrativa externa para a generalidade das partes interessadas, entre as quais reguladores a investidores.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noProof="0">
                <a:solidFill>
                  <a:srgbClr val="005F7C"/>
                </a:solidFill>
              </a:rPr>
              <a:t>Contudo, o cálculo de emissões financiadas é ainda relativamente recente e assenta em várias camadas de dados, pressupostos e escolhas metodológicas que procuram incorporar as melhores práticas. Assim, é importante que continue a ser avaliada a oportunidade de melhorar a qualidade dos dados, designadamente:</a:t>
            </a:r>
          </a:p>
          <a:p>
            <a:pPr marL="228600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pt-PT" noProof="0">
                <a:solidFill>
                  <a:srgbClr val="005F7C"/>
                </a:solidFill>
              </a:rPr>
              <a:t>Aumentar a cobertura de dados referentes a cada um dos ativos, concretamente: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Área dos imóveis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reduzindo a dependência de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proxies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genéricos, mesmo para aqueles em que existe informação real sobre o certificado energético;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Certificados energéticos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aumentando a cobertura dos certificados energéticos dos imóveis  e/ ou trabalhando na qualidade das estimativas de forma a que exista conforto na utilização destas estimativas para efeitos de cálculo;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Consumo de energia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recolha de informação sobre o consumo de energia dos imóveis permitira passar de um processo de cálculo baseados em dados estimados de consumo – recorrendo a certificados energéticos e áreas dos imóveis – para a utilização de elementos factuais no que diz respeito a esta variável;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Fatores de emissão da energia consumida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que conjuntamente com os dados reais sobre o consumo de energia do edifício permitiram o cálculo de emissões com maior fiabilidade.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751B3B-239C-14E6-80CF-E0C4F4DFBFE7}"/>
              </a:ext>
            </a:extLst>
          </p:cNvPr>
          <p:cNvSpPr/>
          <p:nvPr/>
        </p:nvSpPr>
        <p:spPr>
          <a:xfrm>
            <a:off x="4785861" y="1791975"/>
            <a:ext cx="6176891" cy="4715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t"/>
          <a:lstStyle/>
          <a:p>
            <a:pPr marL="359410" lvl="3" indent="-171450" algn="just" defTabSz="405487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pt-PT" sz="1200" b="1" noProof="0">
              <a:solidFill>
                <a:srgbClr val="003E51"/>
              </a:solidFill>
              <a:latin typeface="Muli Ligh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A5EBC1-CBFF-2F02-6729-FDB3DC7E9CBF}"/>
              </a:ext>
            </a:extLst>
          </p:cNvPr>
          <p:cNvSpPr/>
          <p:nvPr/>
        </p:nvSpPr>
        <p:spPr>
          <a:xfrm>
            <a:off x="10146871" y="3054952"/>
            <a:ext cx="876693" cy="46420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i="1" noProof="0">
                <a:solidFill>
                  <a:schemeClr val="bg1"/>
                </a:solidFill>
                <a:latin typeface="Muli Light" panose="00000400000000000000" pitchFamily="2" charset="0"/>
              </a:rPr>
              <a:t>Score</a:t>
            </a:r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 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8D78E5-A6B3-8DD9-0DB9-168C91056C32}"/>
              </a:ext>
            </a:extLst>
          </p:cNvPr>
          <p:cNvSpPr/>
          <p:nvPr/>
        </p:nvSpPr>
        <p:spPr>
          <a:xfrm>
            <a:off x="10146871" y="3818382"/>
            <a:ext cx="876693" cy="4642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i="1" noProof="0">
                <a:solidFill>
                  <a:schemeClr val="bg1"/>
                </a:solidFill>
                <a:latin typeface="Muli Light" panose="00000400000000000000" pitchFamily="2" charset="0"/>
              </a:rPr>
              <a:t>Score</a:t>
            </a:r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01E32E2-78C8-E649-5734-22C3F7EF7C1B}"/>
              </a:ext>
            </a:extLst>
          </p:cNvPr>
          <p:cNvSpPr/>
          <p:nvPr/>
        </p:nvSpPr>
        <p:spPr>
          <a:xfrm>
            <a:off x="10146871" y="4581812"/>
            <a:ext cx="876693" cy="46420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i="1" noProof="0">
                <a:solidFill>
                  <a:schemeClr val="bg1"/>
                </a:solidFill>
                <a:latin typeface="Muli Light" panose="00000400000000000000" pitchFamily="2" charset="0"/>
              </a:rPr>
              <a:t>Score</a:t>
            </a:r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 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9A51E7-88EA-F1F8-D104-D86BBF8B2D7E}"/>
              </a:ext>
            </a:extLst>
          </p:cNvPr>
          <p:cNvSpPr/>
          <p:nvPr/>
        </p:nvSpPr>
        <p:spPr>
          <a:xfrm>
            <a:off x="10146871" y="5345243"/>
            <a:ext cx="876693" cy="46420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i="1" noProof="0">
                <a:solidFill>
                  <a:schemeClr val="bg1"/>
                </a:solidFill>
                <a:latin typeface="Muli Light" panose="00000400000000000000" pitchFamily="2" charset="0"/>
              </a:rPr>
              <a:t>Score</a:t>
            </a:r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 1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00E9D0E-C1D9-1D38-ECC5-2F434F7E239E}"/>
              </a:ext>
            </a:extLst>
          </p:cNvPr>
          <p:cNvSpPr/>
          <p:nvPr/>
        </p:nvSpPr>
        <p:spPr>
          <a:xfrm rot="5400000">
            <a:off x="9903743" y="3979458"/>
            <a:ext cx="3096000" cy="26199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922D34-5B88-DCB4-055C-AAC7DE1EE850}"/>
              </a:ext>
            </a:extLst>
          </p:cNvPr>
          <p:cNvSpPr txBox="1"/>
          <p:nvPr/>
        </p:nvSpPr>
        <p:spPr>
          <a:xfrm>
            <a:off x="11004710" y="2291522"/>
            <a:ext cx="894066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400" noProof="0">
                <a:latin typeface="Muli Light" panose="00000400000000000000" pitchFamily="2" charset="0"/>
              </a:rPr>
              <a:t>Incerteza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AB42E0-7D04-5916-9CC2-96A165AD495B}"/>
              </a:ext>
            </a:extLst>
          </p:cNvPr>
          <p:cNvSpPr txBox="1"/>
          <p:nvPr/>
        </p:nvSpPr>
        <p:spPr>
          <a:xfrm>
            <a:off x="11004710" y="5631465"/>
            <a:ext cx="894066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400" noProof="0">
                <a:latin typeface="Muli Light" panose="00000400000000000000" pitchFamily="2" charset="0"/>
              </a:rPr>
              <a:t>Certeza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A08CE1-B762-83C4-117A-AD0BBC8A94D1}"/>
              </a:ext>
            </a:extLst>
          </p:cNvPr>
          <p:cNvSpPr txBox="1"/>
          <p:nvPr/>
        </p:nvSpPr>
        <p:spPr>
          <a:xfrm>
            <a:off x="10146871" y="1381056"/>
            <a:ext cx="1706594" cy="73866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pt-PT" sz="1400" i="1" noProof="0">
                <a:latin typeface="Muli Light" panose="00000400000000000000" pitchFamily="2" charset="0"/>
              </a:rPr>
              <a:t>Score</a:t>
            </a:r>
            <a:r>
              <a:rPr lang="pt-PT" sz="1400" noProof="0">
                <a:latin typeface="Muli Light" panose="00000400000000000000" pitchFamily="2" charset="0"/>
              </a:rPr>
              <a:t> de qualidade dos dados</a:t>
            </a:r>
            <a:r>
              <a:rPr lang="pt-PT" sz="1400" baseline="30000" noProof="0">
                <a:latin typeface="Muli Light" panose="00000400000000000000" pitchFamily="2" charset="0"/>
              </a:rPr>
              <a:t>1</a:t>
            </a:r>
          </a:p>
        </p:txBody>
      </p:sp>
      <p:pic>
        <p:nvPicPr>
          <p:cNvPr id="2" name="05_01.png">
            <a:extLst>
              <a:ext uri="{FF2B5EF4-FFF2-40B4-BE49-F238E27FC236}">
                <a16:creationId xmlns:a16="http://schemas.microsoft.com/office/drawing/2014/main" id="{594431D8-FCAD-157C-8177-37E3A6244A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6A09436-BD52-A3C4-448E-6D972E7A9CCB}"/>
              </a:ext>
            </a:extLst>
          </p:cNvPr>
          <p:cNvSpPr/>
          <p:nvPr/>
        </p:nvSpPr>
        <p:spPr>
          <a:xfrm>
            <a:off x="485840" y="6189626"/>
            <a:ext cx="11218734" cy="483403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EA8AB6-F92D-1363-418D-607DED78A819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Notas: (1) PCAF,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Financed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emissions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– For financial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institutions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measuring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and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reporting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scope 3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category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emissions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(dezembro de 2025)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  <a:endParaRPr lang="pt-PT" sz="80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2F0327-002D-88BC-1484-8B387315F659}"/>
              </a:ext>
            </a:extLst>
          </p:cNvPr>
          <p:cNvSpPr/>
          <p:nvPr/>
        </p:nvSpPr>
        <p:spPr>
          <a:xfrm>
            <a:off x="10138406" y="2291522"/>
            <a:ext cx="876693" cy="4642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i="1" noProof="0">
                <a:solidFill>
                  <a:schemeClr val="bg1"/>
                </a:solidFill>
                <a:latin typeface="Muli Light" panose="00000400000000000000" pitchFamily="2" charset="0"/>
              </a:rPr>
              <a:t>Score</a:t>
            </a:r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 5</a:t>
            </a:r>
          </a:p>
        </p:txBody>
      </p:sp>
    </p:spTree>
    <p:extLst>
      <p:ext uri="{BB962C8B-B14F-4D97-AF65-F5344CB8AC3E}">
        <p14:creationId xmlns:p14="http://schemas.microsoft.com/office/powerpoint/2010/main" val="3634733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68E45-4EDC-4CCF-4307-6DE58FFB5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owchart: Delay 33">
            <a:extLst>
              <a:ext uri="{FF2B5EF4-FFF2-40B4-BE49-F238E27FC236}">
                <a16:creationId xmlns:a16="http://schemas.microsoft.com/office/drawing/2014/main" id="{8ACA05FD-5A02-D376-C6BA-FFCFA5E149BD}"/>
              </a:ext>
            </a:extLst>
          </p:cNvPr>
          <p:cNvSpPr/>
          <p:nvPr/>
        </p:nvSpPr>
        <p:spPr>
          <a:xfrm>
            <a:off x="0" y="0"/>
            <a:ext cx="4725049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ABDE45E-48AE-83C6-695A-C955326FC467}"/>
              </a:ext>
            </a:extLst>
          </p:cNvPr>
          <p:cNvSpPr/>
          <p:nvPr/>
        </p:nvSpPr>
        <p:spPr>
          <a:xfrm>
            <a:off x="-202130" y="4482821"/>
            <a:ext cx="3526156" cy="770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bg1"/>
                </a:solidFill>
                <a:latin typeface="Muli" panose="00000500000000000000" pitchFamily="2" charset="0"/>
              </a:rPr>
              <a:t>Alargamento a outras classes de ativos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C76CBB8-1CF2-5C81-FC4B-33263616B75F}"/>
              </a:ext>
            </a:extLst>
          </p:cNvPr>
          <p:cNvGrpSpPr/>
          <p:nvPr/>
        </p:nvGrpSpPr>
        <p:grpSpPr>
          <a:xfrm>
            <a:off x="268356" y="4652021"/>
            <a:ext cx="424146" cy="432000"/>
            <a:chOff x="6087407" y="4848671"/>
            <a:chExt cx="424146" cy="43200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420EEF1-FC6D-5791-C6F5-FCA22A575C66}"/>
                </a:ext>
              </a:extLst>
            </p:cNvPr>
            <p:cNvSpPr/>
            <p:nvPr/>
          </p:nvSpPr>
          <p:spPr>
            <a:xfrm>
              <a:off x="6087407" y="4848671"/>
              <a:ext cx="424146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21332F5-6A2C-7FF4-BE92-502362CE215B}"/>
                </a:ext>
              </a:extLst>
            </p:cNvPr>
            <p:cNvGrpSpPr/>
            <p:nvPr/>
          </p:nvGrpSpPr>
          <p:grpSpPr>
            <a:xfrm>
              <a:off x="6188372" y="4868021"/>
              <a:ext cx="250435" cy="393301"/>
              <a:chOff x="6678050" y="4893490"/>
              <a:chExt cx="250435" cy="393301"/>
            </a:xfrm>
          </p:grpSpPr>
          <p:pic>
            <p:nvPicPr>
              <p:cNvPr id="14" name="Graphic 13" descr="City with solid fill">
                <a:extLst>
                  <a:ext uri="{FF2B5EF4-FFF2-40B4-BE49-F238E27FC236}">
                    <a16:creationId xmlns:a16="http://schemas.microsoft.com/office/drawing/2014/main" id="{A3E4F337-25B2-A0E4-17A0-057DB5499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63050"/>
              <a:stretch>
                <a:fillRect/>
              </a:stretch>
            </p:blipFill>
            <p:spPr>
              <a:xfrm>
                <a:off x="6678050" y="4893490"/>
                <a:ext cx="145326" cy="393301"/>
              </a:xfrm>
              <a:prstGeom prst="rect">
                <a:avLst/>
              </a:prstGeom>
            </p:spPr>
          </p:pic>
          <p:pic>
            <p:nvPicPr>
              <p:cNvPr id="23" name="Graphic 22" descr="Home with solid fill">
                <a:extLst>
                  <a:ext uri="{FF2B5EF4-FFF2-40B4-BE49-F238E27FC236}">
                    <a16:creationId xmlns:a16="http://schemas.microsoft.com/office/drawing/2014/main" id="{C968EC52-BC7C-35E4-B1AC-27ED494F3C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685069" y="5004090"/>
                <a:ext cx="243416" cy="243416"/>
              </a:xfrm>
              <a:prstGeom prst="rect">
                <a:avLst/>
              </a:prstGeom>
            </p:spPr>
          </p:pic>
        </p:grp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32165A-AD60-DFF4-0E0D-6030B32A9ADD}"/>
              </a:ext>
            </a:extLst>
          </p:cNvPr>
          <p:cNvSpPr/>
          <p:nvPr/>
        </p:nvSpPr>
        <p:spPr>
          <a:xfrm>
            <a:off x="-202130" y="3379403"/>
            <a:ext cx="3526156" cy="770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bg1"/>
                </a:solidFill>
                <a:latin typeface="Muli" panose="00000500000000000000" pitchFamily="2" charset="0"/>
              </a:rPr>
              <a:t>Processo de Cálculo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C4A421E-3B88-E8DC-9DA0-D75C40FFB042}"/>
              </a:ext>
            </a:extLst>
          </p:cNvPr>
          <p:cNvGrpSpPr/>
          <p:nvPr/>
        </p:nvGrpSpPr>
        <p:grpSpPr>
          <a:xfrm>
            <a:off x="268356" y="3548602"/>
            <a:ext cx="424146" cy="432000"/>
            <a:chOff x="4763420" y="5542863"/>
            <a:chExt cx="424146" cy="4320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73FCE37-4384-1FE2-CD08-7031F7B205BB}"/>
                </a:ext>
              </a:extLst>
            </p:cNvPr>
            <p:cNvSpPr/>
            <p:nvPr/>
          </p:nvSpPr>
          <p:spPr>
            <a:xfrm>
              <a:off x="4763420" y="5542863"/>
              <a:ext cx="424146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pic>
          <p:nvPicPr>
            <p:cNvPr id="25" name="Graphic 24" descr="Mathematics with solid fill">
              <a:extLst>
                <a:ext uri="{FF2B5EF4-FFF2-40B4-BE49-F238E27FC236}">
                  <a16:creationId xmlns:a16="http://schemas.microsoft.com/office/drawing/2014/main" id="{7458558D-2D5D-E032-CD0B-D204DA0AC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36360" y="5619730"/>
              <a:ext cx="295200" cy="295200"/>
            </a:xfrm>
            <a:prstGeom prst="rect">
              <a:avLst/>
            </a:prstGeom>
          </p:spPr>
        </p:pic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CEDFE5-1799-A446-02F3-8F5AEE341022}"/>
              </a:ext>
            </a:extLst>
          </p:cNvPr>
          <p:cNvSpPr/>
          <p:nvPr/>
        </p:nvSpPr>
        <p:spPr>
          <a:xfrm>
            <a:off x="-202131" y="2275208"/>
            <a:ext cx="3526156" cy="7711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tx1"/>
                </a:solidFill>
                <a:latin typeface="Muli" panose="00000500000000000000" pitchFamily="2" charset="0"/>
              </a:rPr>
              <a:t>Dados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F4C2764-F8F0-263A-97D3-AA1C4A964692}"/>
              </a:ext>
            </a:extLst>
          </p:cNvPr>
          <p:cNvGrpSpPr/>
          <p:nvPr/>
        </p:nvGrpSpPr>
        <p:grpSpPr>
          <a:xfrm>
            <a:off x="272783" y="2471573"/>
            <a:ext cx="423530" cy="432000"/>
            <a:chOff x="272783" y="2471573"/>
            <a:chExt cx="423530" cy="432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1B5266D-BF83-5ABB-C94E-F2AFAFD58F36}"/>
                </a:ext>
              </a:extLst>
            </p:cNvPr>
            <p:cNvSpPr/>
            <p:nvPr/>
          </p:nvSpPr>
          <p:spPr>
            <a:xfrm>
              <a:off x="272783" y="2471573"/>
              <a:ext cx="423530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pic>
          <p:nvPicPr>
            <p:cNvPr id="27" name="Graphic 26" descr="Earth globe: Africa and Europe with solid fill">
              <a:extLst>
                <a:ext uri="{FF2B5EF4-FFF2-40B4-BE49-F238E27FC236}">
                  <a16:creationId xmlns:a16="http://schemas.microsoft.com/office/drawing/2014/main" id="{E44BB787-2049-FD6D-F109-B87664628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36948" y="2539973"/>
              <a:ext cx="295200" cy="295200"/>
            </a:xfrm>
            <a:prstGeom prst="rect">
              <a:avLst/>
            </a:prstGeom>
          </p:spPr>
        </p:pic>
      </p:grp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1D55CE80-EAE7-08C3-2BE9-E7B342B7D5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Implicações e Próximos Passos</a:t>
            </a:r>
          </a:p>
        </p:txBody>
      </p:sp>
      <p:sp>
        <p:nvSpPr>
          <p:cNvPr id="31" name="Text Placeholder 190">
            <a:extLst>
              <a:ext uri="{FF2B5EF4-FFF2-40B4-BE49-F238E27FC236}">
                <a16:creationId xmlns:a16="http://schemas.microsoft.com/office/drawing/2014/main" id="{4F31AED6-269F-7767-46F2-C7472649FE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Oportunidades de melhoria identificadas</a:t>
            </a:r>
            <a:r>
              <a:rPr lang="pt-PT" sz="1300"/>
              <a:t> (2|2)</a:t>
            </a:r>
            <a:endParaRPr lang="pt-PT" sz="1300" noProof="0"/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D21FBE13-66D8-F251-D346-0BF71E9FB9F7}"/>
              </a:ext>
            </a:extLst>
          </p:cNvPr>
          <p:cNvSpPr txBox="1">
            <a:spLocks/>
          </p:cNvSpPr>
          <p:nvPr/>
        </p:nvSpPr>
        <p:spPr>
          <a:xfrm>
            <a:off x="3648173" y="1206555"/>
            <a:ext cx="6372520" cy="400936"/>
          </a:xfrm>
          <a:prstGeom prst="rect">
            <a:avLst/>
          </a:prstGeom>
        </p:spPr>
        <p:txBody>
          <a:bodyPr/>
          <a:lstStyle>
            <a:lvl1pPr algn="l" defTabSz="457066" eaLnBrk="1" hangingPunct="1">
              <a:spcBef>
                <a:spcPts val="500"/>
              </a:spcBef>
              <a:buFont typeface="Arial" panose="020B0604020202020204" pitchFamily="34" charset="0"/>
              <a:defRPr sz="1200" kern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  <a:lvl2pPr marL="34280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</a:defRPr>
            </a:lvl2pPr>
            <a:lvl3pPr marL="57133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</a:defRPr>
            </a:lvl3pPr>
            <a:lvl4pPr marL="799865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4pPr>
            <a:lvl5pPr marL="1028398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5pPr>
            <a:lvl6pPr marL="12569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6pPr>
            <a:lvl7pPr marL="148546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7pPr>
            <a:lvl8pPr marL="1713996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8pPr>
            <a:lvl9pPr marL="19425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noProof="0">
                <a:solidFill>
                  <a:srgbClr val="005F7C"/>
                </a:solidFill>
              </a:rPr>
              <a:t>Com a unificação do processo de cálculo de emissões de ESG </a:t>
            </a:r>
            <a:r>
              <a:rPr lang="pt-PT" i="1" noProof="0" err="1">
                <a:solidFill>
                  <a:srgbClr val="005F7C"/>
                </a:solidFill>
              </a:rPr>
              <a:t>Risks</a:t>
            </a:r>
            <a:r>
              <a:rPr lang="pt-PT" noProof="0">
                <a:solidFill>
                  <a:srgbClr val="005F7C"/>
                </a:solidFill>
              </a:rPr>
              <a:t> e de </a:t>
            </a:r>
            <a:r>
              <a:rPr lang="pt-PT" i="1" noProof="0">
                <a:solidFill>
                  <a:srgbClr val="005F7C"/>
                </a:solidFill>
              </a:rPr>
              <a:t>Portfolio </a:t>
            </a:r>
            <a:r>
              <a:rPr lang="pt-PT" i="1" noProof="0" err="1">
                <a:solidFill>
                  <a:srgbClr val="005F7C"/>
                </a:solidFill>
              </a:rPr>
              <a:t>Alignment</a:t>
            </a:r>
            <a:r>
              <a:rPr lang="pt-PT" noProof="0">
                <a:solidFill>
                  <a:srgbClr val="005F7C"/>
                </a:solidFill>
              </a:rPr>
              <a:t>, o processo de cálculo passou a utilizar os mesmos dados e pressupostos e a aplicar as mesmas fórmulas de cálculo. Assim, a incorporação de novas melhorias será refletida de forma consistente sobre o nível de risco e o grau de alinhamento.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noProof="0">
              <a:solidFill>
                <a:srgbClr val="005F7C"/>
              </a:solidFill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2.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Fórmula de cálculo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Avaliar a oportunidade da utilização do valor de avaliação dos imóveis como “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Property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i="1" noProof="0" err="1">
                <a:solidFill>
                  <a:srgbClr val="005F7C"/>
                </a:solidFill>
              </a:rPr>
              <a:t>v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alue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at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origination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”, ficando a utilização do preço de aquisição do imóvel como opção na aus</a:t>
            </a:r>
            <a:r>
              <a:rPr lang="pt-PT" noProof="0">
                <a:solidFill>
                  <a:srgbClr val="005F7C"/>
                </a:solidFill>
              </a:rPr>
              <a:t>ência de informação sobre o valor de avaliação.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noProof="0">
              <a:solidFill>
                <a:srgbClr val="005F7C"/>
              </a:solidFill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noProof="0">
              <a:solidFill>
                <a:srgbClr val="005F7C"/>
              </a:solidFill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3.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Mobilidade </a:t>
            </a:r>
            <a:r>
              <a:rPr lang="pt-PT" b="1" noProof="0">
                <a:solidFill>
                  <a:srgbClr val="005F7C"/>
                </a:solidFill>
              </a:rPr>
              <a:t>e transportes</a:t>
            </a:r>
            <a:r>
              <a:rPr lang="pt-PT" noProof="0">
                <a:solidFill>
                  <a:srgbClr val="005F7C"/>
                </a:solidFill>
              </a:rPr>
              <a:t> – De acordo com o RNC2050, o setor dos transportes representa 25% do total de emissões, sendo o setor com maior crescimento de emissões nas décadas recentes. Dentro deste setor, 96% das emissões têm origem na utilização das estradas e a utilização do automóvel representa 41%</a:t>
            </a:r>
            <a:r>
              <a:rPr lang="pt-PT" baseline="30000" noProof="0">
                <a:solidFill>
                  <a:srgbClr val="005F7C"/>
                </a:solidFill>
              </a:rPr>
              <a:t>1</a:t>
            </a:r>
            <a:r>
              <a:rPr lang="pt-PT" noProof="0">
                <a:solidFill>
                  <a:srgbClr val="005F7C"/>
                </a:solidFill>
              </a:rPr>
              <a:t>. Assim, o alargamento gradual do cálculo a outras classes de ativos, como a mobilidade e transportes, permitirá uma visão mais completa da pegada financiada e reforça a credibilidade externa. A definição de um </a:t>
            </a:r>
            <a:r>
              <a:rPr lang="pt-PT" i="1" noProof="0" err="1">
                <a:solidFill>
                  <a:srgbClr val="005F7C"/>
                </a:solidFill>
              </a:rPr>
              <a:t>roadmap</a:t>
            </a:r>
            <a:r>
              <a:rPr lang="pt-PT" noProof="0">
                <a:solidFill>
                  <a:srgbClr val="005F7C"/>
                </a:solidFill>
              </a:rPr>
              <a:t> de cobertura deverá ser articulada com prioridades de risco e disponibilidade de dados e beneficiar do processo de unificação de cálculo já referido.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D424AB-DE9C-D99A-B411-22118524EA94}"/>
              </a:ext>
            </a:extLst>
          </p:cNvPr>
          <p:cNvSpPr/>
          <p:nvPr/>
        </p:nvSpPr>
        <p:spPr>
          <a:xfrm>
            <a:off x="4785861" y="1791975"/>
            <a:ext cx="6176891" cy="4715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t"/>
          <a:lstStyle/>
          <a:p>
            <a:pPr marL="359410" lvl="3" indent="-171450" algn="just" defTabSz="405487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pt-PT" sz="1200" b="1" noProof="0">
              <a:solidFill>
                <a:srgbClr val="003E51"/>
              </a:solidFill>
              <a:latin typeface="Muli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C135E4-0902-689A-6C68-213E090B2B1F}"/>
                  </a:ext>
                </a:extLst>
              </p:cNvPr>
              <p:cNvSpPr txBox="1"/>
              <p:nvPr/>
            </p:nvSpPr>
            <p:spPr>
              <a:xfrm>
                <a:off x="4049472" y="3300911"/>
                <a:ext cx="4977388" cy="5107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600" b="0" i="1" noProof="0" smtClean="0">
                          <a:latin typeface="Cambria Math" panose="02040503050406030204" pitchFamily="18" charset="0"/>
                        </a:rPr>
                        <m:t>𝐴𝑡𝑡𝑟𝑖𝑏𝑢𝑡𝑖𝑜𝑛</m:t>
                      </m:r>
                      <m:r>
                        <a:rPr lang="pt-PT" sz="16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PT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1600" b="0" i="1" noProof="0" smtClean="0">
                              <a:latin typeface="Cambria Math" panose="02040503050406030204" pitchFamily="18" charset="0"/>
                            </a:rPr>
                            <m:t>𝑓𝑎𝑐𝑡𝑜𝑟</m:t>
                          </m:r>
                        </m:e>
                        <m:sub>
                          <m:r>
                            <a:rPr lang="pt-PT" sz="1600" b="0" i="1" noProof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pt-PT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PT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1600" i="1" noProof="0">
                                  <a:latin typeface="Cambria Math" panose="02040503050406030204" pitchFamily="18" charset="0"/>
                                </a:rPr>
                                <m:t>𝑂𝑢𝑡𝑠𝑡𝑎𝑛𝑑𝑖𝑛𝑔</m:t>
                              </m:r>
                              <m:r>
                                <a:rPr lang="pt-PT" sz="1600" i="1" noProof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PT" sz="1600" i="1" noProof="0">
                                  <a:latin typeface="Cambria Math" panose="02040503050406030204" pitchFamily="18" charset="0"/>
                                </a:rPr>
                                <m:t>𝑎𝑚𝑜𝑢𝑛𝑡</m:t>
                              </m:r>
                            </m:e>
                            <m:sub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𝑃𝑟𝑜𝑝𝑒𝑟𝑡𝑦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𝑣𝑎𝑙𝑢𝑒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𝑜𝑟𝑖𝑔𝑖𝑛𝑎𝑡𝑖𝑜𝑛</m:t>
                              </m:r>
                            </m:e>
                            <m:sub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PT" sz="1600" noProof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C135E4-0902-689A-6C68-213E090B2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472" y="3300911"/>
                <a:ext cx="4977388" cy="51071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F18E5D-7BD3-7323-5A7B-C7DA6ED2FA98}"/>
                  </a:ext>
                </a:extLst>
              </p:cNvPr>
              <p:cNvSpPr txBox="1"/>
              <p:nvPr/>
            </p:nvSpPr>
            <p:spPr>
              <a:xfrm>
                <a:off x="5291311" y="3959751"/>
                <a:ext cx="149900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400" b="0" i="1" noProof="0" smtClean="0">
                          <a:latin typeface="Cambria Math" panose="02040503050406030204" pitchFamily="18" charset="0"/>
                        </a:rPr>
                        <m:t>𝑜𝑛𝑑𝑒</m:t>
                      </m:r>
                      <m:r>
                        <a:rPr lang="pt-PT" sz="14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400" b="0" i="1" noProof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PT" sz="1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PT" sz="1400" b="0" i="1" noProof="0" smtClean="0">
                          <a:latin typeface="Cambria Math" panose="02040503050406030204" pitchFamily="18" charset="0"/>
                        </a:rPr>
                        <m:t>𝑏𝑢𝑖𝑙𝑑𝑖𝑛𝑔</m:t>
                      </m:r>
                    </m:oMath>
                  </m:oMathPara>
                </a14:m>
                <a:endParaRPr lang="pt-PT" sz="1400" noProof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F18E5D-7BD3-7323-5A7B-C7DA6ED2F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311" y="3959751"/>
                <a:ext cx="1499000" cy="215444"/>
              </a:xfrm>
              <a:prstGeom prst="rect">
                <a:avLst/>
              </a:prstGeom>
              <a:blipFill>
                <a:blip r:embed="rId12"/>
                <a:stretch>
                  <a:fillRect l="-4065" r="-2439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A8E9A5A-CB7A-43B3-67AC-61D406136D93}"/>
              </a:ext>
            </a:extLst>
          </p:cNvPr>
          <p:cNvSpPr txBox="1"/>
          <p:nvPr/>
        </p:nvSpPr>
        <p:spPr>
          <a:xfrm>
            <a:off x="3701491" y="3055666"/>
            <a:ext cx="5673349" cy="128066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noAutofit/>
          </a:bodyPr>
          <a:lstStyle/>
          <a:p>
            <a:endParaRPr lang="pt-PT" sz="1400" noProof="0">
              <a:latin typeface="Muli Light" panose="000004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F31B82-8D50-961F-88D5-87E89E0D4912}"/>
              </a:ext>
            </a:extLst>
          </p:cNvPr>
          <p:cNvSpPr/>
          <p:nvPr/>
        </p:nvSpPr>
        <p:spPr>
          <a:xfrm>
            <a:off x="485840" y="6189626"/>
            <a:ext cx="11218734" cy="483403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pic>
        <p:nvPicPr>
          <p:cNvPr id="19" name="Graphic 18" descr="Motorcycle with solid fill">
            <a:extLst>
              <a:ext uri="{FF2B5EF4-FFF2-40B4-BE49-F238E27FC236}">
                <a16:creationId xmlns:a16="http://schemas.microsoft.com/office/drawing/2014/main" id="{10CEA551-BF2F-1DF7-E46D-D81F7A1193D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927955" y="4423684"/>
            <a:ext cx="914400" cy="914400"/>
          </a:xfrm>
          <a:prstGeom prst="rect">
            <a:avLst/>
          </a:prstGeom>
        </p:spPr>
      </p:pic>
      <p:pic>
        <p:nvPicPr>
          <p:cNvPr id="22" name="Graphic 21" descr="Car with solid fill">
            <a:extLst>
              <a:ext uri="{FF2B5EF4-FFF2-40B4-BE49-F238E27FC236}">
                <a16:creationId xmlns:a16="http://schemas.microsoft.com/office/drawing/2014/main" id="{1F376010-61A2-0B23-D82D-DE8B3DE497B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394582" y="5252428"/>
            <a:ext cx="914400" cy="914400"/>
          </a:xfrm>
          <a:prstGeom prst="rect">
            <a:avLst/>
          </a:prstGeom>
        </p:spPr>
      </p:pic>
      <p:pic>
        <p:nvPicPr>
          <p:cNvPr id="26" name="Graphic 25" descr="Truck with solid fill">
            <a:extLst>
              <a:ext uri="{FF2B5EF4-FFF2-40B4-BE49-F238E27FC236}">
                <a16:creationId xmlns:a16="http://schemas.microsoft.com/office/drawing/2014/main" id="{24F8EDDB-32BF-4BD5-96C5-48455E56F03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906692" y="4423684"/>
            <a:ext cx="914400" cy="914400"/>
          </a:xfrm>
          <a:prstGeom prst="rect">
            <a:avLst/>
          </a:prstGeom>
        </p:spPr>
      </p:pic>
      <p:pic>
        <p:nvPicPr>
          <p:cNvPr id="4" name="05_01.png">
            <a:extLst>
              <a:ext uri="{FF2B5EF4-FFF2-40B4-BE49-F238E27FC236}">
                <a16:creationId xmlns:a16="http://schemas.microsoft.com/office/drawing/2014/main" id="{069E61E4-8192-DDCB-693A-078CBCD66CE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Graphic 5" descr="House with solid fill">
            <a:extLst>
              <a:ext uri="{FF2B5EF4-FFF2-40B4-BE49-F238E27FC236}">
                <a16:creationId xmlns:a16="http://schemas.microsoft.com/office/drawing/2014/main" id="{BE2FDA48-7B2A-5035-3D80-5F32D89E65B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992292" y="3172883"/>
            <a:ext cx="914400" cy="914400"/>
          </a:xfrm>
          <a:prstGeom prst="rect">
            <a:avLst/>
          </a:prstGeom>
        </p:spPr>
      </p:pic>
      <p:pic>
        <p:nvPicPr>
          <p:cNvPr id="11" name="Graphic 10" descr="City with solid fill">
            <a:extLst>
              <a:ext uri="{FF2B5EF4-FFF2-40B4-BE49-F238E27FC236}">
                <a16:creationId xmlns:a16="http://schemas.microsoft.com/office/drawing/2014/main" id="{056C5526-5E06-C83D-2277-763CE753954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906692" y="3215711"/>
            <a:ext cx="914400" cy="914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76F226-C698-AA4F-88C9-FFF38146C944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Roadmap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for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Carbon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Neutrality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2050 – Long-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Term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Strategy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for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Carbon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Neutrality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of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the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Portuguese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Economy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by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2050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0546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58DCB-9326-92CA-EB1F-4D893E584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owchart: Delay 33">
            <a:extLst>
              <a:ext uri="{FF2B5EF4-FFF2-40B4-BE49-F238E27FC236}">
                <a16:creationId xmlns:a16="http://schemas.microsoft.com/office/drawing/2014/main" id="{C5B66573-0C93-C04D-2C66-B7782E9DC4C5}"/>
              </a:ext>
            </a:extLst>
          </p:cNvPr>
          <p:cNvSpPr/>
          <p:nvPr/>
        </p:nvSpPr>
        <p:spPr>
          <a:xfrm>
            <a:off x="0" y="0"/>
            <a:ext cx="4725049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9D6240A-59E7-9C46-27DA-C964295BFE8C}"/>
              </a:ext>
            </a:extLst>
          </p:cNvPr>
          <p:cNvGrpSpPr/>
          <p:nvPr/>
        </p:nvGrpSpPr>
        <p:grpSpPr>
          <a:xfrm>
            <a:off x="-202130" y="3596692"/>
            <a:ext cx="3526156" cy="770400"/>
            <a:chOff x="-202130" y="3379403"/>
            <a:chExt cx="3526156" cy="7704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B541D96-7A81-614B-8A4F-02C3CD0B0597}"/>
                </a:ext>
              </a:extLst>
            </p:cNvPr>
            <p:cNvSpPr/>
            <p:nvPr/>
          </p:nvSpPr>
          <p:spPr>
            <a:xfrm>
              <a:off x="-202130" y="3379403"/>
              <a:ext cx="3526156" cy="7704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8"/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Gestão de risco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CAFEE2B-20A7-8626-DF24-ED45801F44DA}"/>
                </a:ext>
              </a:extLst>
            </p:cNvPr>
            <p:cNvGrpSpPr/>
            <p:nvPr/>
          </p:nvGrpSpPr>
          <p:grpSpPr>
            <a:xfrm>
              <a:off x="268356" y="3548602"/>
              <a:ext cx="424146" cy="432000"/>
              <a:chOff x="4763420" y="5542863"/>
              <a:chExt cx="424146" cy="432000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EB2B2ED5-6976-7E52-E4B0-6717F047BF43}"/>
                  </a:ext>
                </a:extLst>
              </p:cNvPr>
              <p:cNvSpPr/>
              <p:nvPr/>
            </p:nvSpPr>
            <p:spPr>
              <a:xfrm>
                <a:off x="4763420" y="5542863"/>
                <a:ext cx="424146" cy="43200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37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</a:endParaRPr>
              </a:p>
            </p:txBody>
          </p:sp>
          <p:pic>
            <p:nvPicPr>
              <p:cNvPr id="25" name="Graphic 24" descr="Downward trend graph with solid fill">
                <a:extLst>
                  <a:ext uri="{FF2B5EF4-FFF2-40B4-BE49-F238E27FC236}">
                    <a16:creationId xmlns:a16="http://schemas.microsoft.com/office/drawing/2014/main" id="{99699585-7F6D-1D0B-325B-1C43B1B74A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4836360" y="5619730"/>
                <a:ext cx="295200" cy="295200"/>
              </a:xfrm>
              <a:prstGeom prst="rect">
                <a:avLst/>
              </a:prstGeom>
            </p:spPr>
          </p:pic>
        </p:grp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1DA6B7E-16C3-E9FE-DA56-C83976494219}"/>
              </a:ext>
            </a:extLst>
          </p:cNvPr>
          <p:cNvSpPr/>
          <p:nvPr/>
        </p:nvSpPr>
        <p:spPr>
          <a:xfrm>
            <a:off x="-202131" y="2492497"/>
            <a:ext cx="3526156" cy="77117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bg1"/>
                </a:solidFill>
                <a:latin typeface="Muli" panose="00000500000000000000" pitchFamily="2" charset="0"/>
              </a:rPr>
              <a:t>Comerciais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5048163-55E2-B639-7221-A725E55BA818}"/>
              </a:ext>
            </a:extLst>
          </p:cNvPr>
          <p:cNvGrpSpPr/>
          <p:nvPr/>
        </p:nvGrpSpPr>
        <p:grpSpPr>
          <a:xfrm>
            <a:off x="272783" y="2688862"/>
            <a:ext cx="423530" cy="432000"/>
            <a:chOff x="272783" y="2471573"/>
            <a:chExt cx="423530" cy="432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6E5F7EC-3C22-0689-F248-3904D149DF65}"/>
                </a:ext>
              </a:extLst>
            </p:cNvPr>
            <p:cNvSpPr/>
            <p:nvPr/>
          </p:nvSpPr>
          <p:spPr>
            <a:xfrm>
              <a:off x="272783" y="2471573"/>
              <a:ext cx="423530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pic>
          <p:nvPicPr>
            <p:cNvPr id="27" name="Graphic 26" descr="Internet Banking with solid fill">
              <a:extLst>
                <a:ext uri="{FF2B5EF4-FFF2-40B4-BE49-F238E27FC236}">
                  <a16:creationId xmlns:a16="http://schemas.microsoft.com/office/drawing/2014/main" id="{4732131A-C0E3-8604-062E-90362A5FC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336948" y="2539973"/>
              <a:ext cx="295200" cy="295200"/>
            </a:xfrm>
            <a:prstGeom prst="rect">
              <a:avLst/>
            </a:prstGeom>
          </p:spPr>
        </p:pic>
      </p:grp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171C0C25-E50B-F21E-1E04-E382F60665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Implicações e Próximos Passos</a:t>
            </a:r>
          </a:p>
        </p:txBody>
      </p:sp>
      <p:sp>
        <p:nvSpPr>
          <p:cNvPr id="31" name="Text Placeholder 190">
            <a:extLst>
              <a:ext uri="{FF2B5EF4-FFF2-40B4-BE49-F238E27FC236}">
                <a16:creationId xmlns:a16="http://schemas.microsoft.com/office/drawing/2014/main" id="{5BBA37E3-491C-82F6-A138-FA7D522FAD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Alavancas para descarbonização da carteira (1|2)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98278C4A-25DB-8ACB-1D6B-3A6D5D7CC51B}"/>
              </a:ext>
            </a:extLst>
          </p:cNvPr>
          <p:cNvSpPr txBox="1">
            <a:spLocks/>
          </p:cNvSpPr>
          <p:nvPr/>
        </p:nvSpPr>
        <p:spPr>
          <a:xfrm>
            <a:off x="3648173" y="1206555"/>
            <a:ext cx="7587094" cy="6068888"/>
          </a:xfrm>
          <a:prstGeom prst="rect">
            <a:avLst/>
          </a:prstGeom>
        </p:spPr>
        <p:txBody>
          <a:bodyPr/>
          <a:lstStyle>
            <a:lvl1pPr algn="l" defTabSz="457066" eaLnBrk="1" hangingPunct="1">
              <a:spcBef>
                <a:spcPts val="500"/>
              </a:spcBef>
              <a:buFont typeface="Arial" panose="020B0604020202020204" pitchFamily="34" charset="0"/>
              <a:defRPr sz="1200" kern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  <a:lvl2pPr marL="34280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</a:defRPr>
            </a:lvl2pPr>
            <a:lvl3pPr marL="57133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</a:defRPr>
            </a:lvl3pPr>
            <a:lvl4pPr marL="799865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4pPr>
            <a:lvl5pPr marL="1028398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5pPr>
            <a:lvl6pPr marL="12569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6pPr>
            <a:lvl7pPr marL="148546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7pPr>
            <a:lvl8pPr marL="1713996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8pPr>
            <a:lvl9pPr marL="19425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noProof="0">
                <a:solidFill>
                  <a:srgbClr val="005F7C"/>
                </a:solidFill>
              </a:rPr>
              <a:t>Como evidenciado nas análises de sensibilidade realizadas durante o processo de cálculo, é expectável que a melhoria da qualidade dos dados e da sua cobertura tenha um contributo positivo para a redução das emissões relatadas. Contudo, dado a aceleração da redução de emissões prevista nos diferentes cenários de descarbonização comumente aceites como referência, será necessária a implementação de outras iniciativas, seja de índole comercial, como da própria gestão de </a:t>
            </a:r>
            <a:r>
              <a:rPr lang="pt-PT" i="1" noProof="0">
                <a:solidFill>
                  <a:srgbClr val="005F7C"/>
                </a:solidFill>
              </a:rPr>
              <a:t>portfolio</a:t>
            </a:r>
            <a:r>
              <a:rPr lang="pt-PT" noProof="0">
                <a:solidFill>
                  <a:srgbClr val="005F7C"/>
                </a:solidFill>
              </a:rPr>
              <a:t>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>
                <a:solidFill>
                  <a:srgbClr val="005F7C"/>
                </a:solidFill>
              </a:rPr>
              <a:t>Importa salientar que a transição energética não depende exclusivamente das instituições bancárias, é necessário ocorrer de forma transversal, envolvendo os vários setores e agentes económicos. Para que seja efetiva são essenciais políticas públicas coerentes, enquadramento regulatório adequado e compromisso das empresas e da sociedade. O financiamento, por si só, não garante a mudança, tornando a colaboração com os diferentes </a:t>
            </a:r>
            <a:r>
              <a:rPr lang="pt-PT" i="1" err="1">
                <a:solidFill>
                  <a:srgbClr val="005F7C"/>
                </a:solidFill>
              </a:rPr>
              <a:t>stakeholders</a:t>
            </a:r>
            <a:r>
              <a:rPr lang="pt-PT">
                <a:solidFill>
                  <a:srgbClr val="005F7C"/>
                </a:solidFill>
              </a:rPr>
              <a:t> fundamental.</a:t>
            </a:r>
          </a:p>
          <a:p>
            <a:pPr marL="228600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pt-PT" noProof="0">
                <a:solidFill>
                  <a:srgbClr val="005F7C"/>
                </a:solidFill>
              </a:rPr>
              <a:t>Oferta comercial e processo de concessão: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Produtos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Desenvolver e escalar a oferta de produtos específicos para o setor imobiliário, designadamente hipotecas “verdes”, produtos de crédito para melhoria de desempenho e eficiência energética, quer para CRE como para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Concessão de crédito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Integrar requisitos mínimos de desempenho energético ou plano de melhoria associado a novos financiamentos/ renovações e limitar novas exposições a ativos claramente desalinhados sem plano de transição devidamente suportado;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Pricing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&amp; incentivos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Diferenciação de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spreads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em função do alinhamento da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performance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do bem a financiar com a trajetória necessária para o cumprimento dos objetivos do Banco e criação de mecanismos de redução de margem “pós intervenção” para o cliente em função da comprovação do desempenho energético;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Parcerias para viabilização de intervenções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– estabelecer parcerias para obra/ instalação de soluções eficientes de forma a oferecer pacote integrado – obra + financiamento – e/ ou identificação de apoio técnico para planeamento de intervenções de reabilitação.</a:t>
            </a:r>
          </a:p>
        </p:txBody>
      </p:sp>
      <p:pic>
        <p:nvPicPr>
          <p:cNvPr id="9" name="05_01.png">
            <a:extLst>
              <a:ext uri="{FF2B5EF4-FFF2-40B4-BE49-F238E27FC236}">
                <a16:creationId xmlns:a16="http://schemas.microsoft.com/office/drawing/2014/main" id="{3BFF9289-6807-5402-E5F9-57B012A697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870390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F186E-5273-A74D-BB65-D33D04D7C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owchart: Delay 33">
            <a:extLst>
              <a:ext uri="{FF2B5EF4-FFF2-40B4-BE49-F238E27FC236}">
                <a16:creationId xmlns:a16="http://schemas.microsoft.com/office/drawing/2014/main" id="{E8EB41CC-C684-841F-9848-AF7E486496EB}"/>
              </a:ext>
            </a:extLst>
          </p:cNvPr>
          <p:cNvSpPr/>
          <p:nvPr/>
        </p:nvSpPr>
        <p:spPr>
          <a:xfrm>
            <a:off x="0" y="0"/>
            <a:ext cx="4725049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C4EAA6A4-599B-C343-32EF-B28F61FAB6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Implicações e Próximos Passos</a:t>
            </a:r>
          </a:p>
        </p:txBody>
      </p:sp>
      <p:sp>
        <p:nvSpPr>
          <p:cNvPr id="31" name="Text Placeholder 190">
            <a:extLst>
              <a:ext uri="{FF2B5EF4-FFF2-40B4-BE49-F238E27FC236}">
                <a16:creationId xmlns:a16="http://schemas.microsoft.com/office/drawing/2014/main" id="{77731EF8-0E94-72EB-1DDD-41E9B5CE1D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Alavancas para descarbonização da carteira (1|2)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B8916FDB-8D86-5C2C-7F84-DAB04C9BD84B}"/>
              </a:ext>
            </a:extLst>
          </p:cNvPr>
          <p:cNvSpPr txBox="1">
            <a:spLocks/>
          </p:cNvSpPr>
          <p:nvPr/>
        </p:nvSpPr>
        <p:spPr>
          <a:xfrm>
            <a:off x="3648173" y="1206555"/>
            <a:ext cx="6762652" cy="400936"/>
          </a:xfrm>
          <a:prstGeom prst="rect">
            <a:avLst/>
          </a:prstGeom>
        </p:spPr>
        <p:txBody>
          <a:bodyPr/>
          <a:lstStyle>
            <a:lvl1pPr algn="l" defTabSz="457066" eaLnBrk="1" hangingPunct="1">
              <a:spcBef>
                <a:spcPts val="500"/>
              </a:spcBef>
              <a:buFont typeface="Arial" panose="020B0604020202020204" pitchFamily="34" charset="0"/>
              <a:defRPr sz="1200" kern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  <a:lvl2pPr marL="34280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</a:defRPr>
            </a:lvl2pPr>
            <a:lvl3pPr marL="57133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</a:defRPr>
            </a:lvl3pPr>
            <a:lvl4pPr marL="799865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4pPr>
            <a:lvl5pPr marL="1028398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5pPr>
            <a:lvl6pPr marL="12569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6pPr>
            <a:lvl7pPr marL="148546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7pPr>
            <a:lvl8pPr marL="1713996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8pPr>
            <a:lvl9pPr marL="19425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9pPr>
          </a:lstStyle>
          <a:p>
            <a:pPr marL="228600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pt-PT" noProof="0">
                <a:solidFill>
                  <a:srgbClr val="005F7C"/>
                </a:solidFill>
              </a:rPr>
              <a:t>Gestão de risco &amp; portefólio alinhada com a descarbonização: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KPIs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e metas de carteira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Definir metas de redução de intensidade em linha com a trajetória definida e que impactem igualmente a política comercial, fazendo o acompanhamento destes indicadores (e.g. percentagem de exposição alinhada com o cenário, percentagem de exposição com EPC A ou A+, etc.);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Análise de risco de crédito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Desafiar a incorporação de indicadores de eficiência energética nos modelos de risco/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scorecards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e usar avaliações sobre risco físico e risco de transição como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input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para limites sectoriais,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ratings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/ notações internas e apetência ao risco;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Gestão ativa do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Identificar segmentos/ clientes prioritários para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engagement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e apoio à transição (e.g., maior intensidade, exposição, etc.) e/ ou definir políticas de rotação gradual de exposições que se revelem mais difíceis de alinhar – por serem estruturalmente ineficientes, incentivos ou capacidade para proceder à sua reabilitação;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Governance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e planeamento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– Relacionar estas ações com o plano de transição do Banco, com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milestones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claros e calendarizados, devidamente reconhecidos e aprovados pelos órgãos de governo próprios. Utilizar a calculadora para assegurar o acompanhamento e reporte conjunto entre as dimensões risco, emissões financiadas e progresso comercial.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C9F113-C742-B9F1-1A2D-F2A263EC7399}"/>
              </a:ext>
            </a:extLst>
          </p:cNvPr>
          <p:cNvSpPr/>
          <p:nvPr/>
        </p:nvSpPr>
        <p:spPr>
          <a:xfrm>
            <a:off x="4785861" y="1791975"/>
            <a:ext cx="6176891" cy="4715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t"/>
          <a:lstStyle/>
          <a:p>
            <a:pPr marL="359410" lvl="3" indent="-171450" algn="just" defTabSz="405487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pt-PT" sz="1200" b="1" noProof="0">
              <a:solidFill>
                <a:srgbClr val="003E51"/>
              </a:solidFill>
              <a:latin typeface="Muli Light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692005-1445-6578-C543-359921FC5AC2}"/>
              </a:ext>
            </a:extLst>
          </p:cNvPr>
          <p:cNvSpPr/>
          <p:nvPr/>
        </p:nvSpPr>
        <p:spPr>
          <a:xfrm>
            <a:off x="-202130" y="3596692"/>
            <a:ext cx="3526156" cy="770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bg1"/>
                </a:solidFill>
                <a:latin typeface="Muli" panose="00000500000000000000" pitchFamily="2" charset="0"/>
              </a:rPr>
              <a:t>Gestão de risco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878009-0F9E-564D-7B22-BAF370927457}"/>
              </a:ext>
            </a:extLst>
          </p:cNvPr>
          <p:cNvGrpSpPr/>
          <p:nvPr/>
        </p:nvGrpSpPr>
        <p:grpSpPr>
          <a:xfrm>
            <a:off x="268356" y="3765891"/>
            <a:ext cx="424146" cy="432000"/>
            <a:chOff x="4763420" y="5542863"/>
            <a:chExt cx="424146" cy="432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47920DE-C7DC-2C88-4E10-EDB1B9294998}"/>
                </a:ext>
              </a:extLst>
            </p:cNvPr>
            <p:cNvSpPr/>
            <p:nvPr/>
          </p:nvSpPr>
          <p:spPr>
            <a:xfrm>
              <a:off x="4763420" y="5542863"/>
              <a:ext cx="424146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pic>
          <p:nvPicPr>
            <p:cNvPr id="6" name="Graphic 5" descr="Downward trend graph with solid fill">
              <a:extLst>
                <a:ext uri="{FF2B5EF4-FFF2-40B4-BE49-F238E27FC236}">
                  <a16:creationId xmlns:a16="http://schemas.microsoft.com/office/drawing/2014/main" id="{9F37AB85-96E7-0C83-41F7-DE2C287DF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836360" y="5619730"/>
              <a:ext cx="295200" cy="295200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96EFBF-958F-C54D-7042-3F507D0BD2C3}"/>
              </a:ext>
            </a:extLst>
          </p:cNvPr>
          <p:cNvSpPr/>
          <p:nvPr/>
        </p:nvSpPr>
        <p:spPr>
          <a:xfrm>
            <a:off x="-202131" y="2492497"/>
            <a:ext cx="3526156" cy="7711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tx1"/>
                </a:solidFill>
                <a:latin typeface="Muli" panose="00000500000000000000" pitchFamily="2" charset="0"/>
              </a:rPr>
              <a:t>Comerciais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B0791A-C2D5-55C3-ACB3-599A3A5322AC}"/>
              </a:ext>
            </a:extLst>
          </p:cNvPr>
          <p:cNvGrpSpPr/>
          <p:nvPr/>
        </p:nvGrpSpPr>
        <p:grpSpPr>
          <a:xfrm>
            <a:off x="272783" y="2688862"/>
            <a:ext cx="423530" cy="432000"/>
            <a:chOff x="272783" y="2471573"/>
            <a:chExt cx="423530" cy="4320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5864C09-BE35-D567-0042-29B753D987D6}"/>
                </a:ext>
              </a:extLst>
            </p:cNvPr>
            <p:cNvSpPr/>
            <p:nvPr/>
          </p:nvSpPr>
          <p:spPr>
            <a:xfrm>
              <a:off x="272783" y="2471573"/>
              <a:ext cx="423530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pic>
          <p:nvPicPr>
            <p:cNvPr id="11" name="Graphic 10" descr="Internet Banking with solid fill">
              <a:extLst>
                <a:ext uri="{FF2B5EF4-FFF2-40B4-BE49-F238E27FC236}">
                  <a16:creationId xmlns:a16="http://schemas.microsoft.com/office/drawing/2014/main" id="{507A5B43-F8D5-74B0-5865-155BADD8E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336948" y="2539973"/>
              <a:ext cx="295200" cy="295200"/>
            </a:xfrm>
            <a:prstGeom prst="rect">
              <a:avLst/>
            </a:prstGeom>
          </p:spPr>
        </p:pic>
      </p:grpSp>
      <p:pic>
        <p:nvPicPr>
          <p:cNvPr id="12" name="05_01.png">
            <a:extLst>
              <a:ext uri="{FF2B5EF4-FFF2-40B4-BE49-F238E27FC236}">
                <a16:creationId xmlns:a16="http://schemas.microsoft.com/office/drawing/2014/main" id="{883244E7-A3C9-E8DF-A3BB-D4365A2FCF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809B376-4E39-3566-CA6E-BC01D9FF0BDF}"/>
              </a:ext>
            </a:extLst>
          </p:cNvPr>
          <p:cNvSpPr/>
          <p:nvPr/>
        </p:nvSpPr>
        <p:spPr>
          <a:xfrm>
            <a:off x="9331921" y="5454693"/>
            <a:ext cx="1708427" cy="109457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Monitorização dos objetivos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7E2B8FC-8C29-B371-6D81-10A890E7712E}"/>
              </a:ext>
            </a:extLst>
          </p:cNvPr>
          <p:cNvSpPr/>
          <p:nvPr/>
        </p:nvSpPr>
        <p:spPr>
          <a:xfrm>
            <a:off x="7462782" y="5454693"/>
            <a:ext cx="1708427" cy="109457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Desenvolvimento da oferta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31CBC10-31DB-A523-906F-11AD2AE71DAB}"/>
              </a:ext>
            </a:extLst>
          </p:cNvPr>
          <p:cNvSpPr/>
          <p:nvPr/>
        </p:nvSpPr>
        <p:spPr>
          <a:xfrm>
            <a:off x="5593643" y="5454693"/>
            <a:ext cx="1708427" cy="109457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Gestão </a:t>
            </a:r>
          </a:p>
          <a:p>
            <a:pPr algn="ctr"/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de risco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2D50BE0-9325-B6F5-1F4B-8BA7025CD28A}"/>
              </a:ext>
            </a:extLst>
          </p:cNvPr>
          <p:cNvSpPr/>
          <p:nvPr/>
        </p:nvSpPr>
        <p:spPr>
          <a:xfrm>
            <a:off x="3724504" y="5454693"/>
            <a:ext cx="1708427" cy="109457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Transparência para </a:t>
            </a:r>
            <a:r>
              <a:rPr lang="pt-PT" sz="1400" i="1" noProof="0" err="1">
                <a:solidFill>
                  <a:schemeClr val="bg1"/>
                </a:solidFill>
                <a:latin typeface="Muli Light" panose="00000400000000000000" pitchFamily="2" charset="0"/>
              </a:rPr>
              <a:t>stakeholders</a:t>
            </a:r>
            <a:endParaRPr lang="pt-PT" sz="1400" i="1" noProof="0">
              <a:solidFill>
                <a:schemeClr val="bg1"/>
              </a:solidFill>
              <a:latin typeface="Muli Light" panose="00000400000000000000" pitchFamily="2" charset="0"/>
            </a:endParaRPr>
          </a:p>
        </p:txBody>
      </p:sp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D34A1D89-A854-9822-DFF4-57601C029B49}"/>
              </a:ext>
            </a:extLst>
          </p:cNvPr>
          <p:cNvSpPr/>
          <p:nvPr/>
        </p:nvSpPr>
        <p:spPr>
          <a:xfrm>
            <a:off x="3724504" y="5946230"/>
            <a:ext cx="7315844" cy="55811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noProof="0">
                <a:solidFill>
                  <a:schemeClr val="tx1"/>
                </a:solidFill>
                <a:latin typeface="Muli Light" panose="00000400000000000000" pitchFamily="2" charset="0"/>
              </a:rPr>
              <a:t>Cálculo de emissões no cumprimento de diferentes objetivos de negócio</a:t>
            </a:r>
            <a:r>
              <a:rPr lang="pt-PT" sz="1400" baseline="30000" noProof="0">
                <a:solidFill>
                  <a:schemeClr val="tx1"/>
                </a:solidFill>
                <a:latin typeface="Muli Light" panose="00000400000000000000" pitchFamily="2" charset="0"/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FB6DA4-018D-3B9B-7563-768D49247CCD}"/>
              </a:ext>
            </a:extLst>
          </p:cNvPr>
          <p:cNvSpPr/>
          <p:nvPr/>
        </p:nvSpPr>
        <p:spPr>
          <a:xfrm>
            <a:off x="485840" y="6532942"/>
            <a:ext cx="11218734" cy="33017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7BE8DE-73BD-AD1C-072B-66B3F4DAFDE6}"/>
              </a:ext>
            </a:extLst>
          </p:cNvPr>
          <p:cNvSpPr/>
          <p:nvPr/>
        </p:nvSpPr>
        <p:spPr>
          <a:xfrm>
            <a:off x="485840" y="6189626"/>
            <a:ext cx="11218734" cy="483403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655532-6348-92AC-24ED-F913670E6CAB}"/>
              </a:ext>
            </a:extLst>
          </p:cNvPr>
          <p:cNvSpPr/>
          <p:nvPr/>
        </p:nvSpPr>
        <p:spPr>
          <a:xfrm>
            <a:off x="549491" y="633471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Notas: (1) PCAF,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Financed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emissions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– For financial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institutions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measuring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and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reporting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scope 3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category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emissions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(dezembro de 2025)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  <a:endParaRPr lang="pt-PT" sz="80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101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6AA4A-898C-D256-21AD-6E8AA0EA6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hand holding a plant with a light bulb">
            <a:extLst>
              <a:ext uri="{FF2B5EF4-FFF2-40B4-BE49-F238E27FC236}">
                <a16:creationId xmlns:a16="http://schemas.microsoft.com/office/drawing/2014/main" id="{310DC115-60E8-636B-7DEE-293F00DBB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530372"/>
            <a:ext cx="12190413" cy="83790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6F6257B-18CC-C19C-9F8F-5235564C028A}"/>
              </a:ext>
            </a:extLst>
          </p:cNvPr>
          <p:cNvSpPr/>
          <p:nvPr/>
        </p:nvSpPr>
        <p:spPr>
          <a:xfrm>
            <a:off x="-2327" y="-530372"/>
            <a:ext cx="12190413" cy="7848978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pic>
        <p:nvPicPr>
          <p:cNvPr id="9" name="07.png">
            <a:extLst>
              <a:ext uri="{FF2B5EF4-FFF2-40B4-BE49-F238E27FC236}">
                <a16:creationId xmlns:a16="http://schemas.microsoft.com/office/drawing/2014/main" id="{13123D8B-EBA1-0221-26BB-2354E902D1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768827"/>
            <a:ext cx="12192734" cy="17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3200AD2-D855-C0AA-1116-9D5AB20DEF73}"/>
              </a:ext>
            </a:extLst>
          </p:cNvPr>
          <p:cNvSpPr txBox="1">
            <a:spLocks/>
          </p:cNvSpPr>
          <p:nvPr/>
        </p:nvSpPr>
        <p:spPr>
          <a:xfrm>
            <a:off x="809521" y="2933764"/>
            <a:ext cx="10767129" cy="495236"/>
          </a:xfrm>
          <a:prstGeom prst="rect">
            <a:avLst/>
          </a:prstGeom>
        </p:spPr>
        <p:txBody>
          <a:bodyPr/>
          <a:lstStyle>
            <a:lvl1pPr marL="111352" indent="-111352" algn="l" defTabSz="445407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05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759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46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16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486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57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27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297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noProof="0">
                <a:solidFill>
                  <a:schemeClr val="bg1"/>
                </a:solidFill>
                <a:latin typeface="Muli" panose="00000500000000000000" pitchFamily="2" charset="0"/>
              </a:rPr>
              <a:t>Anexos</a:t>
            </a:r>
          </a:p>
        </p:txBody>
      </p:sp>
    </p:spTree>
    <p:extLst>
      <p:ext uri="{BB962C8B-B14F-4D97-AF65-F5344CB8AC3E}">
        <p14:creationId xmlns:p14="http://schemas.microsoft.com/office/powerpoint/2010/main" val="4097853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72AD-8136-B899-8C0A-901F704D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DF0450B-D886-9C57-404E-A0EEC586279F}"/>
              </a:ext>
            </a:extLst>
          </p:cNvPr>
          <p:cNvSpPr/>
          <p:nvPr/>
        </p:nvSpPr>
        <p:spPr>
          <a:xfrm>
            <a:off x="609522" y="1297690"/>
            <a:ext cx="7890810" cy="191665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AA57D10-FF12-B792-6EE1-BB1D7F14D758}"/>
              </a:ext>
            </a:extLst>
          </p:cNvPr>
          <p:cNvSpPr/>
          <p:nvPr/>
        </p:nvSpPr>
        <p:spPr>
          <a:xfrm>
            <a:off x="609522" y="3426994"/>
            <a:ext cx="7880014" cy="303476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F32EC-126E-CB42-184B-B425CCCC95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Fórmulas (1|5)</a:t>
            </a:r>
            <a:endParaRPr lang="pt-PT" sz="1300" noProof="0"/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A30B876F-1E7A-87B3-26FE-9563847BB6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731016F-CD66-5673-669A-5284A7C9FE11}"/>
              </a:ext>
            </a:extLst>
          </p:cNvPr>
          <p:cNvSpPr/>
          <p:nvPr/>
        </p:nvSpPr>
        <p:spPr>
          <a:xfrm>
            <a:off x="724806" y="3546282"/>
            <a:ext cx="6784346" cy="1336208"/>
          </a:xfrm>
          <a:prstGeom prst="roundRect">
            <a:avLst>
              <a:gd name="adj" fmla="val 14178"/>
            </a:avLst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square" lIns="0" tIns="0" rIns="0" rtlCol="0" anchor="ctr" anchorCtr="0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𝒊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cada imóvel do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; </a:t>
            </a: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𝒏: número total de imóveis considerados;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Emissões financiadas do Imóvel: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emissões financiadas calculadas para o imóvel expressas em toneladas de dióxido de carbono equivalente (tCO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e).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D66DFB-A217-C011-B970-68DAE3D32E9F}"/>
              </a:ext>
            </a:extLst>
          </p:cNvPr>
          <p:cNvSpPr/>
          <p:nvPr/>
        </p:nvSpPr>
        <p:spPr>
          <a:xfrm>
            <a:off x="2914066" y="170429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E257F2-CDA7-4A45-BA28-85796165926B}"/>
                  </a:ext>
                </a:extLst>
              </p:cNvPr>
              <p:cNvSpPr txBox="1"/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𝐸𝑚𝑖𝑠𝑠</m:t>
                      </m:r>
                      <m:r>
                        <a:rPr lang="pt-PT" noProof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õ</m:t>
                      </m:r>
                      <m:r>
                        <a:rPr lang="pt-PT" i="1" noProof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PT" noProof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𝐴𝑏𝑠𝑜𝑙𝑢𝑡𝑎𝑠</m:t>
                      </m:r>
                      <m:r>
                        <a:rPr lang="pt-P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PT" b="0" i="1" noProof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 noProof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 noProof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𝑃𝑜𝑟𝑡𝑓</m:t>
                      </m:r>
                      <m:r>
                        <a:rPr lang="pt-P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pt-P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𝑙𝑖𝑜</m:t>
                      </m:r>
                    </m:oMath>
                  </m:oMathPara>
                </a14:m>
                <a:endParaRPr lang="pt-PT" noProof="0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E257F2-CDA7-4A45-BA28-857961659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33C8B4-398C-F0E4-6E29-3EDD2449257B}"/>
                  </a:ext>
                </a:extLst>
              </p:cNvPr>
              <p:cNvSpPr txBox="1"/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PT" sz="12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sz="12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sz="12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PT" sz="12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𝐸𝑚𝑖𝑠𝑠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õ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𝐹𝑖𝑛𝑎𝑛𝑐𝑖𝑎𝑑𝑎𝑠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pt-PT" sz="1200" dirty="0">
                              <a:solidFill>
                                <a:schemeClr val="tx1"/>
                              </a:solidFill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𝑑𝑜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𝐼𝑚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𝑣𝑒𝑙</m:t>
                          </m:r>
                          <m:r>
                            <m:rPr>
                              <m:nor/>
                            </m:rPr>
                            <a:rPr lang="pt-PT" sz="1200" dirty="0">
                              <a:solidFill>
                                <a:schemeClr val="tx1"/>
                              </a:solidFill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pt-PT" sz="1200" noProof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33C8B4-398C-F0E4-6E29-3EDD24492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8">
            <a:extLst>
              <a:ext uri="{FF2B5EF4-FFF2-40B4-BE49-F238E27FC236}">
                <a16:creationId xmlns:a16="http://schemas.microsoft.com/office/drawing/2014/main" id="{1FFDDDFD-4F9C-C49E-B6C5-7FBD10F01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72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Emissões Absolutas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BB43F0CF-3B6A-DE5F-4C13-7FF559BFA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301080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Descrição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ECD91F0-F4A2-F890-D687-5AC4CF86271C}"/>
              </a:ext>
            </a:extLst>
          </p:cNvPr>
          <p:cNvGrpSpPr/>
          <p:nvPr/>
        </p:nvGrpSpPr>
        <p:grpSpPr>
          <a:xfrm rot="10800000">
            <a:off x="9135329" y="2026231"/>
            <a:ext cx="866408" cy="1442227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65C1A4CF-EC63-0181-187D-6E7FADFEC8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2A53F12C-F40A-7F6A-8AED-02FE8F7C63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AFC6A902-9D85-2335-EE12-B367A1C751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6EE3B271-E44C-086D-4DDA-7361005A23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7A53E4C-E9EA-4656-006F-DE58C7060730}"/>
              </a:ext>
            </a:extLst>
          </p:cNvPr>
          <p:cNvCxnSpPr>
            <a:cxnSpLocks/>
          </p:cNvCxnSpPr>
          <p:nvPr/>
        </p:nvCxnSpPr>
        <p:spPr>
          <a:xfrm flipV="1">
            <a:off x="9569009" y="-58723"/>
            <a:ext cx="0" cy="239047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2B364E7-A1E0-3DBE-017F-036C12A6F2BA}"/>
              </a:ext>
            </a:extLst>
          </p:cNvPr>
          <p:cNvCxnSpPr>
            <a:cxnSpLocks/>
          </p:cNvCxnSpPr>
          <p:nvPr/>
        </p:nvCxnSpPr>
        <p:spPr>
          <a:xfrm flipV="1">
            <a:off x="10558739" y="-58723"/>
            <a:ext cx="0" cy="3439801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grpSp>
        <p:nvGrpSpPr>
          <p:cNvPr id="41" name="Group 37">
            <a:extLst>
              <a:ext uri="{FF2B5EF4-FFF2-40B4-BE49-F238E27FC236}">
                <a16:creationId xmlns:a16="http://schemas.microsoft.com/office/drawing/2014/main" id="{1BC3FE0B-78B9-2636-7D92-235617C4E89B}"/>
              </a:ext>
            </a:extLst>
          </p:cNvPr>
          <p:cNvGrpSpPr/>
          <p:nvPr/>
        </p:nvGrpSpPr>
        <p:grpSpPr>
          <a:xfrm rot="10800000">
            <a:off x="10008818" y="2746523"/>
            <a:ext cx="1092506" cy="1818562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1144606D-89A5-7FDE-C596-1DC19ABC10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5" name="Freeform 6">
              <a:extLst>
                <a:ext uri="{FF2B5EF4-FFF2-40B4-BE49-F238E27FC236}">
                  <a16:creationId xmlns:a16="http://schemas.microsoft.com/office/drawing/2014/main" id="{688C262D-F95A-F70C-33FC-8C0375A5C0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2418B244-28C8-87C6-E9BD-F122690CD0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7" name="Freeform 5">
              <a:extLst>
                <a:ext uri="{FF2B5EF4-FFF2-40B4-BE49-F238E27FC236}">
                  <a16:creationId xmlns:a16="http://schemas.microsoft.com/office/drawing/2014/main" id="{969FCC9A-5830-15D1-49DB-3F6EF9DC3D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C260E8-F343-6302-3F20-E7D70EFB2E90}"/>
              </a:ext>
            </a:extLst>
          </p:cNvPr>
          <p:cNvCxnSpPr>
            <a:cxnSpLocks/>
          </p:cNvCxnSpPr>
          <p:nvPr/>
        </p:nvCxnSpPr>
        <p:spPr>
          <a:xfrm flipV="1">
            <a:off x="11404889" y="-58723"/>
            <a:ext cx="0" cy="4108853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sp>
        <p:nvSpPr>
          <p:cNvPr id="49" name="Freeform 5">
            <a:extLst>
              <a:ext uri="{FF2B5EF4-FFF2-40B4-BE49-F238E27FC236}">
                <a16:creationId xmlns:a16="http://schemas.microsoft.com/office/drawing/2014/main" id="{4B60488D-206C-4063-4228-83DC77BFC483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411979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50" name="Freeform 6">
            <a:extLst>
              <a:ext uri="{FF2B5EF4-FFF2-40B4-BE49-F238E27FC236}">
                <a16:creationId xmlns:a16="http://schemas.microsoft.com/office/drawing/2014/main" id="{3D174690-D16A-36EA-3967-6315084C2FAE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216334" y="4066482"/>
            <a:ext cx="363977" cy="186710"/>
          </a:xfrm>
          <a:custGeom>
            <a:avLst/>
            <a:gdLst/>
            <a:ahLst/>
            <a:cxnLst>
              <a:cxn ang="0">
                <a:pos x="60" y="64"/>
              </a:cxn>
              <a:cxn ang="0">
                <a:pos x="60" y="78"/>
              </a:cxn>
              <a:cxn ang="0">
                <a:pos x="89" y="108"/>
              </a:cxn>
              <a:cxn ang="0">
                <a:pos x="133" y="108"/>
              </a:cxn>
              <a:cxn ang="0">
                <a:pos x="163" y="78"/>
              </a:cxn>
              <a:cxn ang="0">
                <a:pos x="163" y="64"/>
              </a:cxn>
              <a:cxn ang="0">
                <a:pos x="223" y="0"/>
              </a:cxn>
              <a:cxn ang="0">
                <a:pos x="0" y="0"/>
              </a:cxn>
              <a:cxn ang="0">
                <a:pos x="60" y="64"/>
              </a:cxn>
              <a:cxn ang="0">
                <a:pos x="60" y="64"/>
              </a:cxn>
              <a:cxn ang="0">
                <a:pos x="60" y="64"/>
              </a:cxn>
            </a:cxnLst>
            <a:rect l="0" t="0" r="r" b="b"/>
            <a:pathLst>
              <a:path w="223" h="108">
                <a:moveTo>
                  <a:pt x="60" y="64"/>
                </a:moveTo>
                <a:cubicBezTo>
                  <a:pt x="60" y="78"/>
                  <a:pt x="60" y="78"/>
                  <a:pt x="60" y="78"/>
                </a:cubicBezTo>
                <a:cubicBezTo>
                  <a:pt x="60" y="95"/>
                  <a:pt x="73" y="108"/>
                  <a:pt x="89" y="108"/>
                </a:cubicBezTo>
                <a:cubicBezTo>
                  <a:pt x="133" y="108"/>
                  <a:pt x="133" y="108"/>
                  <a:pt x="133" y="108"/>
                </a:cubicBezTo>
                <a:cubicBezTo>
                  <a:pt x="150" y="108"/>
                  <a:pt x="163" y="95"/>
                  <a:pt x="163" y="78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96" y="61"/>
                  <a:pt x="223" y="34"/>
                  <a:pt x="2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27" y="61"/>
                  <a:pt x="60" y="64"/>
                </a:cubicBezTo>
                <a:close/>
                <a:moveTo>
                  <a:pt x="60" y="64"/>
                </a:moveTo>
                <a:cubicBezTo>
                  <a:pt x="60" y="64"/>
                  <a:pt x="60" y="64"/>
                  <a:pt x="60" y="64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51" name="Freeform 7">
            <a:extLst>
              <a:ext uri="{FF2B5EF4-FFF2-40B4-BE49-F238E27FC236}">
                <a16:creationId xmlns:a16="http://schemas.microsoft.com/office/drawing/2014/main" id="{8429625E-4206-E0C1-F362-B5A56442574F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0965119" y="4541769"/>
            <a:ext cx="866407" cy="966937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0" y="266"/>
              </a:cxn>
              <a:cxn ang="0">
                <a:pos x="57" y="429"/>
              </a:cxn>
              <a:cxn ang="0">
                <a:pos x="144" y="557"/>
              </a:cxn>
              <a:cxn ang="0">
                <a:pos x="387" y="557"/>
              </a:cxn>
              <a:cxn ang="0">
                <a:pos x="474" y="429"/>
              </a:cxn>
              <a:cxn ang="0">
                <a:pos x="531" y="266"/>
              </a:cxn>
              <a:cxn ang="0">
                <a:pos x="265" y="0"/>
              </a:cxn>
              <a:cxn ang="0">
                <a:pos x="266" y="92"/>
              </a:cxn>
              <a:cxn ang="0">
                <a:pos x="95" y="263"/>
              </a:cxn>
              <a:cxn ang="0">
                <a:pos x="69" y="290"/>
              </a:cxn>
              <a:cxn ang="0">
                <a:pos x="42" y="263"/>
              </a:cxn>
              <a:cxn ang="0">
                <a:pos x="266" y="39"/>
              </a:cxn>
              <a:cxn ang="0">
                <a:pos x="292" y="66"/>
              </a:cxn>
              <a:cxn ang="0">
                <a:pos x="266" y="92"/>
              </a:cxn>
              <a:cxn ang="0">
                <a:pos x="266" y="92"/>
              </a:cxn>
              <a:cxn ang="0">
                <a:pos x="266" y="92"/>
              </a:cxn>
            </a:cxnLst>
            <a:rect l="0" t="0" r="r" b="b"/>
            <a:pathLst>
              <a:path w="531" h="557">
                <a:moveTo>
                  <a:pt x="265" y="0"/>
                </a:moveTo>
                <a:cubicBezTo>
                  <a:pt x="119" y="0"/>
                  <a:pt x="0" y="119"/>
                  <a:pt x="0" y="266"/>
                </a:cubicBezTo>
                <a:cubicBezTo>
                  <a:pt x="0" y="327"/>
                  <a:pt x="21" y="384"/>
                  <a:pt x="57" y="429"/>
                </a:cubicBezTo>
                <a:cubicBezTo>
                  <a:pt x="88" y="469"/>
                  <a:pt x="118" y="513"/>
                  <a:pt x="144" y="557"/>
                </a:cubicBezTo>
                <a:cubicBezTo>
                  <a:pt x="387" y="557"/>
                  <a:pt x="387" y="557"/>
                  <a:pt x="387" y="557"/>
                </a:cubicBezTo>
                <a:cubicBezTo>
                  <a:pt x="413" y="512"/>
                  <a:pt x="442" y="470"/>
                  <a:pt x="474" y="429"/>
                </a:cubicBezTo>
                <a:cubicBezTo>
                  <a:pt x="510" y="384"/>
                  <a:pt x="531" y="327"/>
                  <a:pt x="531" y="266"/>
                </a:cubicBezTo>
                <a:cubicBezTo>
                  <a:pt x="531" y="119"/>
                  <a:pt x="412" y="0"/>
                  <a:pt x="265" y="0"/>
                </a:cubicBezTo>
                <a:close/>
                <a:moveTo>
                  <a:pt x="266" y="92"/>
                </a:moveTo>
                <a:cubicBezTo>
                  <a:pt x="172" y="92"/>
                  <a:pt x="95" y="169"/>
                  <a:pt x="95" y="263"/>
                </a:cubicBezTo>
                <a:cubicBezTo>
                  <a:pt x="95" y="278"/>
                  <a:pt x="83" y="290"/>
                  <a:pt x="69" y="290"/>
                </a:cubicBezTo>
                <a:cubicBezTo>
                  <a:pt x="54" y="290"/>
                  <a:pt x="42" y="278"/>
                  <a:pt x="42" y="263"/>
                </a:cubicBezTo>
                <a:cubicBezTo>
                  <a:pt x="42" y="140"/>
                  <a:pt x="142" y="39"/>
                  <a:pt x="266" y="39"/>
                </a:cubicBezTo>
                <a:cubicBezTo>
                  <a:pt x="281" y="39"/>
                  <a:pt x="292" y="51"/>
                  <a:pt x="292" y="66"/>
                </a:cubicBezTo>
                <a:cubicBezTo>
                  <a:pt x="292" y="80"/>
                  <a:pt x="281" y="92"/>
                  <a:pt x="266" y="92"/>
                </a:cubicBezTo>
                <a:close/>
                <a:moveTo>
                  <a:pt x="266" y="92"/>
                </a:moveTo>
                <a:cubicBezTo>
                  <a:pt x="266" y="92"/>
                  <a:pt x="266" y="92"/>
                  <a:pt x="266" y="92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D3694AF2-9321-A4EF-204C-50F2DB4518A0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284836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pic>
        <p:nvPicPr>
          <p:cNvPr id="53" name="Graphic 52" descr="Leaf with solid fill">
            <a:extLst>
              <a:ext uri="{FF2B5EF4-FFF2-40B4-BE49-F238E27FC236}">
                <a16:creationId xmlns:a16="http://schemas.microsoft.com/office/drawing/2014/main" id="{E7B679CF-5E57-DC93-DCB7-A86ECE66D4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6496" y="2825840"/>
            <a:ext cx="327752" cy="327752"/>
          </a:xfrm>
          <a:prstGeom prst="rect">
            <a:avLst/>
          </a:prstGeom>
        </p:spPr>
      </p:pic>
      <p:pic>
        <p:nvPicPr>
          <p:cNvPr id="54" name="Graphic 53" descr="Leaf with solid fill">
            <a:extLst>
              <a:ext uri="{FF2B5EF4-FFF2-40B4-BE49-F238E27FC236}">
                <a16:creationId xmlns:a16="http://schemas.microsoft.com/office/drawing/2014/main" id="{F278C275-9859-4A78-7AC5-09ECD8506D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8048" y="3758534"/>
            <a:ext cx="327752" cy="327752"/>
          </a:xfrm>
          <a:prstGeom prst="rect">
            <a:avLst/>
          </a:prstGeom>
        </p:spPr>
      </p:pic>
      <p:pic>
        <p:nvPicPr>
          <p:cNvPr id="55" name="Graphic 54" descr="Leaf with solid fill">
            <a:extLst>
              <a:ext uri="{FF2B5EF4-FFF2-40B4-BE49-F238E27FC236}">
                <a16:creationId xmlns:a16="http://schemas.microsoft.com/office/drawing/2014/main" id="{9BAAF712-46D5-C206-0A5D-F320800939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9172" y="4906213"/>
            <a:ext cx="327752" cy="32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3981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C879B-0319-707E-1207-351E382FD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A5A0A3CB-368F-BAF0-210D-0F5CA437C176}"/>
              </a:ext>
            </a:extLst>
          </p:cNvPr>
          <p:cNvSpPr/>
          <p:nvPr/>
        </p:nvSpPr>
        <p:spPr>
          <a:xfrm>
            <a:off x="609522" y="1297690"/>
            <a:ext cx="7890810" cy="191665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1098692-3B21-1EB3-6388-983E9BD40821}"/>
              </a:ext>
            </a:extLst>
          </p:cNvPr>
          <p:cNvSpPr/>
          <p:nvPr/>
        </p:nvSpPr>
        <p:spPr>
          <a:xfrm>
            <a:off x="609522" y="3426994"/>
            <a:ext cx="7880014" cy="303476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EB5D0-7EEC-7F37-B03B-569CB2394F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Fórmulas (2|5)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EF24FEF0-C0C9-499F-947A-3EB6CE9B6C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Anexos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5AD73BC-9578-CDBB-2902-204C0D60952C}"/>
              </a:ext>
            </a:extLst>
          </p:cNvPr>
          <p:cNvSpPr/>
          <p:nvPr/>
        </p:nvSpPr>
        <p:spPr>
          <a:xfrm>
            <a:off x="724806" y="3546281"/>
            <a:ext cx="6784346" cy="1962425"/>
          </a:xfrm>
          <a:prstGeom prst="roundRect">
            <a:avLst>
              <a:gd name="adj" fmla="val 14178"/>
            </a:avLst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square" lIns="0" tIns="0" rIns="0" rtlCol="0" anchor="ctr" anchorCtr="0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𝒊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cada imóvel do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𝒏: número total de imóveis considerados;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Emissões financiadas do Imóvel: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emissões financiadas calculadas para o imóvel expressas em toneladas de dióxido de carbono equivalente (tCO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e). Para este efeito apenas são considerados os imóveis que apresentem um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score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de 3 ou 4.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Área Ponderada do Imóvel: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área útil do imóvel atribuída ao financiamento, que corresponde ao produto entre a área útil do imóvel e o fator de atribuição utilizado no cálculo das emissões financiadas, expressa em m</a:t>
            </a:r>
            <a:r>
              <a:rPr lang="pt-PT" sz="1200" baseline="30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Fator 1000: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fator de conversão da métrica para KgCO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e, por metro quadrado (</a:t>
            </a:r>
            <a:r>
              <a:rPr lang="pt-PT" sz="1200" err="1">
                <a:solidFill>
                  <a:srgbClr val="005F7C"/>
                </a:solidFill>
                <a:latin typeface="Muli Light" panose="00000400000000000000" pitchFamily="2" charset="0"/>
              </a:rPr>
              <a:t>KgCO₂e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/€M).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B2813A-54E9-0042-ED7D-B5777E44C320}"/>
              </a:ext>
            </a:extLst>
          </p:cNvPr>
          <p:cNvSpPr/>
          <p:nvPr/>
        </p:nvSpPr>
        <p:spPr>
          <a:xfrm>
            <a:off x="2914066" y="170429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AF01AD-47A4-FE3F-7EE0-9E037B9CD2E1}"/>
                  </a:ext>
                </a:extLst>
              </p:cNvPr>
              <p:cNvSpPr txBox="1"/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Intensidade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í</m:t>
                      </m:r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sica</m:t>
                      </m:r>
                    </m:oMath>
                  </m:oMathPara>
                </a14:m>
                <a:endParaRPr lang="pt-PT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𝑃𝑜𝑟𝑡𝑓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𝑙𝑖𝑜</m:t>
                      </m:r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AF01AD-47A4-FE3F-7EE0-9E037B9CD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08ECC-9A2F-1ECF-FD5E-A10BB5EED720}"/>
                  </a:ext>
                </a:extLst>
              </p:cNvPr>
              <p:cNvSpPr txBox="1"/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𝐸𝑚𝑖𝑠𝑠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õ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𝐹𝑖𝑛𝑎𝑛𝑐𝑖𝑎𝑑𝑎𝑠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pt-PT" sz="1200" dirty="0">
                                      <a:solidFill>
                                        <a:schemeClr val="tx1"/>
                                      </a:solidFill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𝐼𝑚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ó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𝑣𝑒𝑙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1000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Á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𝑟𝑒𝑎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𝑃𝑜𝑛𝑑𝑒𝑟𝑎𝑑𝑎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08ECC-9A2F-1ECF-FD5E-A10BB5EED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8">
            <a:extLst>
              <a:ext uri="{FF2B5EF4-FFF2-40B4-BE49-F238E27FC236}">
                <a16:creationId xmlns:a16="http://schemas.microsoft.com/office/drawing/2014/main" id="{4DDCA759-C757-3FC2-936A-A305F8F93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72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Intensidade Física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47E5C930-7C4C-B770-458E-72B3DCE06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301080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Descrição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5A4693-AD31-079B-33C6-D973C906B101}"/>
              </a:ext>
            </a:extLst>
          </p:cNvPr>
          <p:cNvGrpSpPr/>
          <p:nvPr/>
        </p:nvGrpSpPr>
        <p:grpSpPr>
          <a:xfrm rot="10800000">
            <a:off x="9135329" y="2026231"/>
            <a:ext cx="866408" cy="1442227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F22D0969-F4D6-E77E-A72A-84DA4636C0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D2350E81-5681-52DB-C42E-86DAFAAE0F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B3992623-9100-D127-33F8-72BB85E5B5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F15715C5-DB48-9E81-9ED3-6048391401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E21E2B1-5E61-9577-7AD2-43849E50FB8A}"/>
              </a:ext>
            </a:extLst>
          </p:cNvPr>
          <p:cNvCxnSpPr>
            <a:cxnSpLocks/>
          </p:cNvCxnSpPr>
          <p:nvPr/>
        </p:nvCxnSpPr>
        <p:spPr>
          <a:xfrm flipV="1">
            <a:off x="9569009" y="-58723"/>
            <a:ext cx="0" cy="239047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9249900-28FB-399F-DA64-FAC72DA4FE49}"/>
              </a:ext>
            </a:extLst>
          </p:cNvPr>
          <p:cNvCxnSpPr>
            <a:cxnSpLocks/>
          </p:cNvCxnSpPr>
          <p:nvPr/>
        </p:nvCxnSpPr>
        <p:spPr>
          <a:xfrm flipV="1">
            <a:off x="10558739" y="-58723"/>
            <a:ext cx="0" cy="3439801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grpSp>
        <p:nvGrpSpPr>
          <p:cNvPr id="39" name="Group 37">
            <a:extLst>
              <a:ext uri="{FF2B5EF4-FFF2-40B4-BE49-F238E27FC236}">
                <a16:creationId xmlns:a16="http://schemas.microsoft.com/office/drawing/2014/main" id="{4CBC9CC3-2FB3-FB8E-D010-99A0A1E4B988}"/>
              </a:ext>
            </a:extLst>
          </p:cNvPr>
          <p:cNvGrpSpPr/>
          <p:nvPr/>
        </p:nvGrpSpPr>
        <p:grpSpPr>
          <a:xfrm rot="10800000">
            <a:off x="10008818" y="2746524"/>
            <a:ext cx="1092506" cy="1818562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0" name="Freeform 5">
              <a:extLst>
                <a:ext uri="{FF2B5EF4-FFF2-40B4-BE49-F238E27FC236}">
                  <a16:creationId xmlns:a16="http://schemas.microsoft.com/office/drawing/2014/main" id="{FF7EAD11-7E1E-5EE4-5D9D-D6547E636B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1" name="Freeform 6">
              <a:extLst>
                <a:ext uri="{FF2B5EF4-FFF2-40B4-BE49-F238E27FC236}">
                  <a16:creationId xmlns:a16="http://schemas.microsoft.com/office/drawing/2014/main" id="{F5C0DA8F-69CF-B873-4986-3535FEDB9F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D21A1C15-0E25-739B-9C31-331FBC0A6C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F5BE3EEE-7477-3BC2-A18F-E022197295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468635-67BB-35BD-7112-A144065A30FC}"/>
              </a:ext>
            </a:extLst>
          </p:cNvPr>
          <p:cNvCxnSpPr>
            <a:cxnSpLocks/>
          </p:cNvCxnSpPr>
          <p:nvPr/>
        </p:nvCxnSpPr>
        <p:spPr>
          <a:xfrm flipV="1">
            <a:off x="11404889" y="-58723"/>
            <a:ext cx="0" cy="4108853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sp>
        <p:nvSpPr>
          <p:cNvPr id="45" name="Freeform 5">
            <a:extLst>
              <a:ext uri="{FF2B5EF4-FFF2-40B4-BE49-F238E27FC236}">
                <a16:creationId xmlns:a16="http://schemas.microsoft.com/office/drawing/2014/main" id="{AA28ABDA-B3D1-322E-5B94-64DC070AEF4A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411979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6" name="Freeform 6">
            <a:extLst>
              <a:ext uri="{FF2B5EF4-FFF2-40B4-BE49-F238E27FC236}">
                <a16:creationId xmlns:a16="http://schemas.microsoft.com/office/drawing/2014/main" id="{BDD7CBF5-820D-11D9-2638-1DF3F100E68A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216334" y="4066482"/>
            <a:ext cx="363977" cy="186710"/>
          </a:xfrm>
          <a:custGeom>
            <a:avLst/>
            <a:gdLst/>
            <a:ahLst/>
            <a:cxnLst>
              <a:cxn ang="0">
                <a:pos x="60" y="64"/>
              </a:cxn>
              <a:cxn ang="0">
                <a:pos x="60" y="78"/>
              </a:cxn>
              <a:cxn ang="0">
                <a:pos x="89" y="108"/>
              </a:cxn>
              <a:cxn ang="0">
                <a:pos x="133" y="108"/>
              </a:cxn>
              <a:cxn ang="0">
                <a:pos x="163" y="78"/>
              </a:cxn>
              <a:cxn ang="0">
                <a:pos x="163" y="64"/>
              </a:cxn>
              <a:cxn ang="0">
                <a:pos x="223" y="0"/>
              </a:cxn>
              <a:cxn ang="0">
                <a:pos x="0" y="0"/>
              </a:cxn>
              <a:cxn ang="0">
                <a:pos x="60" y="64"/>
              </a:cxn>
              <a:cxn ang="0">
                <a:pos x="60" y="64"/>
              </a:cxn>
              <a:cxn ang="0">
                <a:pos x="60" y="64"/>
              </a:cxn>
            </a:cxnLst>
            <a:rect l="0" t="0" r="r" b="b"/>
            <a:pathLst>
              <a:path w="223" h="108">
                <a:moveTo>
                  <a:pt x="60" y="64"/>
                </a:moveTo>
                <a:cubicBezTo>
                  <a:pt x="60" y="78"/>
                  <a:pt x="60" y="78"/>
                  <a:pt x="60" y="78"/>
                </a:cubicBezTo>
                <a:cubicBezTo>
                  <a:pt x="60" y="95"/>
                  <a:pt x="73" y="108"/>
                  <a:pt x="89" y="108"/>
                </a:cubicBezTo>
                <a:cubicBezTo>
                  <a:pt x="133" y="108"/>
                  <a:pt x="133" y="108"/>
                  <a:pt x="133" y="108"/>
                </a:cubicBezTo>
                <a:cubicBezTo>
                  <a:pt x="150" y="108"/>
                  <a:pt x="163" y="95"/>
                  <a:pt x="163" y="78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96" y="61"/>
                  <a:pt x="223" y="34"/>
                  <a:pt x="2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27" y="61"/>
                  <a:pt x="60" y="64"/>
                </a:cubicBezTo>
                <a:close/>
                <a:moveTo>
                  <a:pt x="60" y="64"/>
                </a:moveTo>
                <a:cubicBezTo>
                  <a:pt x="60" y="64"/>
                  <a:pt x="60" y="64"/>
                  <a:pt x="60" y="64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7" name="Freeform 7">
            <a:extLst>
              <a:ext uri="{FF2B5EF4-FFF2-40B4-BE49-F238E27FC236}">
                <a16:creationId xmlns:a16="http://schemas.microsoft.com/office/drawing/2014/main" id="{91F7F16C-D2C3-FAA3-8BA8-4B9639B2076E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0965119" y="4541769"/>
            <a:ext cx="866407" cy="966937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0" y="266"/>
              </a:cxn>
              <a:cxn ang="0">
                <a:pos x="57" y="429"/>
              </a:cxn>
              <a:cxn ang="0">
                <a:pos x="144" y="557"/>
              </a:cxn>
              <a:cxn ang="0">
                <a:pos x="387" y="557"/>
              </a:cxn>
              <a:cxn ang="0">
                <a:pos x="474" y="429"/>
              </a:cxn>
              <a:cxn ang="0">
                <a:pos x="531" y="266"/>
              </a:cxn>
              <a:cxn ang="0">
                <a:pos x="265" y="0"/>
              </a:cxn>
              <a:cxn ang="0">
                <a:pos x="266" y="92"/>
              </a:cxn>
              <a:cxn ang="0">
                <a:pos x="95" y="263"/>
              </a:cxn>
              <a:cxn ang="0">
                <a:pos x="69" y="290"/>
              </a:cxn>
              <a:cxn ang="0">
                <a:pos x="42" y="263"/>
              </a:cxn>
              <a:cxn ang="0">
                <a:pos x="266" y="39"/>
              </a:cxn>
              <a:cxn ang="0">
                <a:pos x="292" y="66"/>
              </a:cxn>
              <a:cxn ang="0">
                <a:pos x="266" y="92"/>
              </a:cxn>
              <a:cxn ang="0">
                <a:pos x="266" y="92"/>
              </a:cxn>
              <a:cxn ang="0">
                <a:pos x="266" y="92"/>
              </a:cxn>
            </a:cxnLst>
            <a:rect l="0" t="0" r="r" b="b"/>
            <a:pathLst>
              <a:path w="531" h="557">
                <a:moveTo>
                  <a:pt x="265" y="0"/>
                </a:moveTo>
                <a:cubicBezTo>
                  <a:pt x="119" y="0"/>
                  <a:pt x="0" y="119"/>
                  <a:pt x="0" y="266"/>
                </a:cubicBezTo>
                <a:cubicBezTo>
                  <a:pt x="0" y="327"/>
                  <a:pt x="21" y="384"/>
                  <a:pt x="57" y="429"/>
                </a:cubicBezTo>
                <a:cubicBezTo>
                  <a:pt x="88" y="469"/>
                  <a:pt x="118" y="513"/>
                  <a:pt x="144" y="557"/>
                </a:cubicBezTo>
                <a:cubicBezTo>
                  <a:pt x="387" y="557"/>
                  <a:pt x="387" y="557"/>
                  <a:pt x="387" y="557"/>
                </a:cubicBezTo>
                <a:cubicBezTo>
                  <a:pt x="413" y="512"/>
                  <a:pt x="442" y="470"/>
                  <a:pt x="474" y="429"/>
                </a:cubicBezTo>
                <a:cubicBezTo>
                  <a:pt x="510" y="384"/>
                  <a:pt x="531" y="327"/>
                  <a:pt x="531" y="266"/>
                </a:cubicBezTo>
                <a:cubicBezTo>
                  <a:pt x="531" y="119"/>
                  <a:pt x="412" y="0"/>
                  <a:pt x="265" y="0"/>
                </a:cubicBezTo>
                <a:close/>
                <a:moveTo>
                  <a:pt x="266" y="92"/>
                </a:moveTo>
                <a:cubicBezTo>
                  <a:pt x="172" y="92"/>
                  <a:pt x="95" y="169"/>
                  <a:pt x="95" y="263"/>
                </a:cubicBezTo>
                <a:cubicBezTo>
                  <a:pt x="95" y="278"/>
                  <a:pt x="83" y="290"/>
                  <a:pt x="69" y="290"/>
                </a:cubicBezTo>
                <a:cubicBezTo>
                  <a:pt x="54" y="290"/>
                  <a:pt x="42" y="278"/>
                  <a:pt x="42" y="263"/>
                </a:cubicBezTo>
                <a:cubicBezTo>
                  <a:pt x="42" y="140"/>
                  <a:pt x="142" y="39"/>
                  <a:pt x="266" y="39"/>
                </a:cubicBezTo>
                <a:cubicBezTo>
                  <a:pt x="281" y="39"/>
                  <a:pt x="292" y="51"/>
                  <a:pt x="292" y="66"/>
                </a:cubicBezTo>
                <a:cubicBezTo>
                  <a:pt x="292" y="80"/>
                  <a:pt x="281" y="92"/>
                  <a:pt x="266" y="92"/>
                </a:cubicBezTo>
                <a:close/>
                <a:moveTo>
                  <a:pt x="266" y="92"/>
                </a:moveTo>
                <a:cubicBezTo>
                  <a:pt x="266" y="92"/>
                  <a:pt x="266" y="92"/>
                  <a:pt x="266" y="92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8" name="Freeform 5">
            <a:extLst>
              <a:ext uri="{FF2B5EF4-FFF2-40B4-BE49-F238E27FC236}">
                <a16:creationId xmlns:a16="http://schemas.microsoft.com/office/drawing/2014/main" id="{70FFFD54-E2AA-23E5-55C2-DFE9F4B02DC1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284836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pic>
        <p:nvPicPr>
          <p:cNvPr id="49" name="Graphic 48" descr="Leaf with solid fill">
            <a:extLst>
              <a:ext uri="{FF2B5EF4-FFF2-40B4-BE49-F238E27FC236}">
                <a16:creationId xmlns:a16="http://schemas.microsoft.com/office/drawing/2014/main" id="{AB95ADA7-5592-B710-FD95-7ABA56A30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6496" y="2825840"/>
            <a:ext cx="327752" cy="327752"/>
          </a:xfrm>
          <a:prstGeom prst="rect">
            <a:avLst/>
          </a:prstGeom>
        </p:spPr>
      </p:pic>
      <p:pic>
        <p:nvPicPr>
          <p:cNvPr id="50" name="Graphic 49" descr="Leaf with solid fill">
            <a:extLst>
              <a:ext uri="{FF2B5EF4-FFF2-40B4-BE49-F238E27FC236}">
                <a16:creationId xmlns:a16="http://schemas.microsoft.com/office/drawing/2014/main" id="{0645A6BB-E35B-97BE-ED08-C804026391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8048" y="3758534"/>
            <a:ext cx="327752" cy="327752"/>
          </a:xfrm>
          <a:prstGeom prst="rect">
            <a:avLst/>
          </a:prstGeom>
        </p:spPr>
      </p:pic>
      <p:pic>
        <p:nvPicPr>
          <p:cNvPr id="51" name="Graphic 50" descr="Leaf with solid fill">
            <a:extLst>
              <a:ext uri="{FF2B5EF4-FFF2-40B4-BE49-F238E27FC236}">
                <a16:creationId xmlns:a16="http://schemas.microsoft.com/office/drawing/2014/main" id="{9315500F-E1BA-4CDC-B995-3B645F6DDB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9172" y="4906213"/>
            <a:ext cx="327752" cy="32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6368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B69B1-1F54-E03C-C73F-2898200E7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A0EDA8FE-6DC6-C836-E006-4E6C91F27BA3}"/>
              </a:ext>
            </a:extLst>
          </p:cNvPr>
          <p:cNvSpPr/>
          <p:nvPr/>
        </p:nvSpPr>
        <p:spPr>
          <a:xfrm>
            <a:off x="609522" y="1297690"/>
            <a:ext cx="7890810" cy="191665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A284742-0E1C-7913-75FB-C1EBDC61A8EC}"/>
              </a:ext>
            </a:extLst>
          </p:cNvPr>
          <p:cNvSpPr/>
          <p:nvPr/>
        </p:nvSpPr>
        <p:spPr>
          <a:xfrm>
            <a:off x="609522" y="3426994"/>
            <a:ext cx="7880014" cy="303476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E0653-7E5D-D7D0-C732-5D7B1BF7A4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Fórmulas (3|5)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89236E00-1774-2273-D3D9-37E05309E9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Anexos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09CABC7-F11B-9700-02D6-45723A862D21}"/>
              </a:ext>
            </a:extLst>
          </p:cNvPr>
          <p:cNvSpPr/>
          <p:nvPr/>
        </p:nvSpPr>
        <p:spPr>
          <a:xfrm>
            <a:off x="724806" y="3546281"/>
            <a:ext cx="6784346" cy="1962425"/>
          </a:xfrm>
          <a:prstGeom prst="roundRect">
            <a:avLst>
              <a:gd name="adj" fmla="val 14178"/>
            </a:avLst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square" lIns="0" tIns="0" rIns="0" rtlCol="0" anchor="ctr" anchorCtr="0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𝒊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cada imóvel do portfolio;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𝒏: número total de imóveis considerados;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Emissões financiadas do Imóvel: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emissões financiadas calculadas para o imóvel expressas em toneladas de dióxido de carbono equivalente (tCO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e).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Montante em Dívida: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valor em dívida do empréstimo associado ao imóvel, em euros (€);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Fator 106: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o fator de conversão da métrica para </a:t>
            </a:r>
            <a:r>
              <a:rPr lang="pt-PT" sz="1200" err="1">
                <a:solidFill>
                  <a:srgbClr val="005F7C"/>
                </a:solidFill>
                <a:latin typeface="Muli Light" panose="00000400000000000000" pitchFamily="2" charset="0"/>
              </a:rPr>
              <a:t>tCO₂e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por milhão de euros financiados (</a:t>
            </a:r>
            <a:r>
              <a:rPr lang="pt-PT" sz="1200" err="1">
                <a:solidFill>
                  <a:srgbClr val="005F7C"/>
                </a:solidFill>
                <a:latin typeface="Muli Light" panose="00000400000000000000" pitchFamily="2" charset="0"/>
              </a:rPr>
              <a:t>tCO₂e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/€M).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DE81F44-D2FD-8277-0DA7-BBBFF549B8BA}"/>
              </a:ext>
            </a:extLst>
          </p:cNvPr>
          <p:cNvSpPr/>
          <p:nvPr/>
        </p:nvSpPr>
        <p:spPr>
          <a:xfrm>
            <a:off x="2914066" y="170429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F2FBF6-E2F5-AE44-DB05-9B82B63DB4D3}"/>
                  </a:ext>
                </a:extLst>
              </p:cNvPr>
              <p:cNvSpPr txBox="1"/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Intensidade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Econ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mica</m:t>
                      </m:r>
                    </m:oMath>
                  </m:oMathPara>
                </a14:m>
                <a:endParaRPr lang="pt-PT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𝑃𝑜𝑟𝑡𝑓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𝑙𝑖𝑜</m:t>
                      </m:r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F2FBF6-E2F5-AE44-DB05-9B82B63DB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DB6CD3-75D1-1991-E2EF-994F0B62F740}"/>
                  </a:ext>
                </a:extLst>
              </p:cNvPr>
              <p:cNvSpPr txBox="1"/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𝐸𝑚𝑖𝑠𝑠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õ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𝐹𝑖𝑛𝑎𝑛𝑐𝑖𝑎𝑑𝑎𝑠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pt-PT" sz="1200" dirty="0">
                                      <a:solidFill>
                                        <a:schemeClr val="tx1"/>
                                      </a:solidFill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𝐼𝑚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ó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𝑣𝑒𝑙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𝑀𝑜𝑛𝑡𝑎𝑛𝑡𝑒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𝑒𝑚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í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𝑣𝑖𝑑𝑎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pt-PT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DB6CD3-75D1-1991-E2EF-994F0B62F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8">
            <a:extLst>
              <a:ext uri="{FF2B5EF4-FFF2-40B4-BE49-F238E27FC236}">
                <a16:creationId xmlns:a16="http://schemas.microsoft.com/office/drawing/2014/main" id="{66DAA9DE-255D-CBB0-D465-6011BBAB8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72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Intensidade Económica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5B9F4D3E-94B7-2D05-D422-EC82F2F3B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301080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Descrição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6DF19F-DDC9-A53C-0DDB-A05C99553FAB}"/>
              </a:ext>
            </a:extLst>
          </p:cNvPr>
          <p:cNvGrpSpPr/>
          <p:nvPr/>
        </p:nvGrpSpPr>
        <p:grpSpPr>
          <a:xfrm rot="10800000">
            <a:off x="9135329" y="2026231"/>
            <a:ext cx="866408" cy="1442227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52E94F11-3AF9-C58A-8CAB-B773E3E775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CC35B5C4-EC8E-445E-A96E-65801816B7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EC6DFB33-D424-A1F2-ADAF-4F2F97E04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666F27FC-4CD7-F44A-1250-31CAD6CDF3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D9CE628-BB2E-CE1D-9722-F5BED46DD217}"/>
              </a:ext>
            </a:extLst>
          </p:cNvPr>
          <p:cNvCxnSpPr>
            <a:cxnSpLocks/>
          </p:cNvCxnSpPr>
          <p:nvPr/>
        </p:nvCxnSpPr>
        <p:spPr>
          <a:xfrm flipV="1">
            <a:off x="9569009" y="-58723"/>
            <a:ext cx="0" cy="239047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FBAAA70-3220-B07D-1A64-57DD206FE4CA}"/>
              </a:ext>
            </a:extLst>
          </p:cNvPr>
          <p:cNvCxnSpPr>
            <a:cxnSpLocks/>
          </p:cNvCxnSpPr>
          <p:nvPr/>
        </p:nvCxnSpPr>
        <p:spPr>
          <a:xfrm flipV="1">
            <a:off x="10558739" y="-58723"/>
            <a:ext cx="0" cy="3439801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grpSp>
        <p:nvGrpSpPr>
          <p:cNvPr id="39" name="Group 37">
            <a:extLst>
              <a:ext uri="{FF2B5EF4-FFF2-40B4-BE49-F238E27FC236}">
                <a16:creationId xmlns:a16="http://schemas.microsoft.com/office/drawing/2014/main" id="{C6289748-8E54-1537-1C39-02E1AFE06E99}"/>
              </a:ext>
            </a:extLst>
          </p:cNvPr>
          <p:cNvGrpSpPr/>
          <p:nvPr/>
        </p:nvGrpSpPr>
        <p:grpSpPr>
          <a:xfrm rot="10800000">
            <a:off x="10008818" y="2746524"/>
            <a:ext cx="1092506" cy="1818562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0" name="Freeform 5">
              <a:extLst>
                <a:ext uri="{FF2B5EF4-FFF2-40B4-BE49-F238E27FC236}">
                  <a16:creationId xmlns:a16="http://schemas.microsoft.com/office/drawing/2014/main" id="{2BD8E5C9-47AE-C2F0-9083-10C5855352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1" name="Freeform 6">
              <a:extLst>
                <a:ext uri="{FF2B5EF4-FFF2-40B4-BE49-F238E27FC236}">
                  <a16:creationId xmlns:a16="http://schemas.microsoft.com/office/drawing/2014/main" id="{3EF055B9-D761-BEB9-706F-2701712592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9E30862F-3D07-7C5F-074B-BF4EC0A7D1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B280EE11-6F7B-E79F-620D-7EB6B049F3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06E0C7A-C250-7665-D699-672A5BA0B16A}"/>
              </a:ext>
            </a:extLst>
          </p:cNvPr>
          <p:cNvCxnSpPr>
            <a:cxnSpLocks/>
          </p:cNvCxnSpPr>
          <p:nvPr/>
        </p:nvCxnSpPr>
        <p:spPr>
          <a:xfrm flipV="1">
            <a:off x="11404889" y="-58723"/>
            <a:ext cx="0" cy="4108853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sp>
        <p:nvSpPr>
          <p:cNvPr id="45" name="Freeform 5">
            <a:extLst>
              <a:ext uri="{FF2B5EF4-FFF2-40B4-BE49-F238E27FC236}">
                <a16:creationId xmlns:a16="http://schemas.microsoft.com/office/drawing/2014/main" id="{49FE6E2D-68AC-DD24-2AD2-1A8818CBCD7D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411979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6" name="Freeform 6">
            <a:extLst>
              <a:ext uri="{FF2B5EF4-FFF2-40B4-BE49-F238E27FC236}">
                <a16:creationId xmlns:a16="http://schemas.microsoft.com/office/drawing/2014/main" id="{BE348E2B-E547-B86B-3F75-DCB25E3480BA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216334" y="4066482"/>
            <a:ext cx="363977" cy="186710"/>
          </a:xfrm>
          <a:custGeom>
            <a:avLst/>
            <a:gdLst/>
            <a:ahLst/>
            <a:cxnLst>
              <a:cxn ang="0">
                <a:pos x="60" y="64"/>
              </a:cxn>
              <a:cxn ang="0">
                <a:pos x="60" y="78"/>
              </a:cxn>
              <a:cxn ang="0">
                <a:pos x="89" y="108"/>
              </a:cxn>
              <a:cxn ang="0">
                <a:pos x="133" y="108"/>
              </a:cxn>
              <a:cxn ang="0">
                <a:pos x="163" y="78"/>
              </a:cxn>
              <a:cxn ang="0">
                <a:pos x="163" y="64"/>
              </a:cxn>
              <a:cxn ang="0">
                <a:pos x="223" y="0"/>
              </a:cxn>
              <a:cxn ang="0">
                <a:pos x="0" y="0"/>
              </a:cxn>
              <a:cxn ang="0">
                <a:pos x="60" y="64"/>
              </a:cxn>
              <a:cxn ang="0">
                <a:pos x="60" y="64"/>
              </a:cxn>
              <a:cxn ang="0">
                <a:pos x="60" y="64"/>
              </a:cxn>
            </a:cxnLst>
            <a:rect l="0" t="0" r="r" b="b"/>
            <a:pathLst>
              <a:path w="223" h="108">
                <a:moveTo>
                  <a:pt x="60" y="64"/>
                </a:moveTo>
                <a:cubicBezTo>
                  <a:pt x="60" y="78"/>
                  <a:pt x="60" y="78"/>
                  <a:pt x="60" y="78"/>
                </a:cubicBezTo>
                <a:cubicBezTo>
                  <a:pt x="60" y="95"/>
                  <a:pt x="73" y="108"/>
                  <a:pt x="89" y="108"/>
                </a:cubicBezTo>
                <a:cubicBezTo>
                  <a:pt x="133" y="108"/>
                  <a:pt x="133" y="108"/>
                  <a:pt x="133" y="108"/>
                </a:cubicBezTo>
                <a:cubicBezTo>
                  <a:pt x="150" y="108"/>
                  <a:pt x="163" y="95"/>
                  <a:pt x="163" y="78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96" y="61"/>
                  <a:pt x="223" y="34"/>
                  <a:pt x="2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27" y="61"/>
                  <a:pt x="60" y="64"/>
                </a:cubicBezTo>
                <a:close/>
                <a:moveTo>
                  <a:pt x="60" y="64"/>
                </a:moveTo>
                <a:cubicBezTo>
                  <a:pt x="60" y="64"/>
                  <a:pt x="60" y="64"/>
                  <a:pt x="60" y="64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7" name="Freeform 7">
            <a:extLst>
              <a:ext uri="{FF2B5EF4-FFF2-40B4-BE49-F238E27FC236}">
                <a16:creationId xmlns:a16="http://schemas.microsoft.com/office/drawing/2014/main" id="{05EFBD17-587B-0713-4A06-C57F46BDE5A3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0965119" y="4541769"/>
            <a:ext cx="866407" cy="966937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0" y="266"/>
              </a:cxn>
              <a:cxn ang="0">
                <a:pos x="57" y="429"/>
              </a:cxn>
              <a:cxn ang="0">
                <a:pos x="144" y="557"/>
              </a:cxn>
              <a:cxn ang="0">
                <a:pos x="387" y="557"/>
              </a:cxn>
              <a:cxn ang="0">
                <a:pos x="474" y="429"/>
              </a:cxn>
              <a:cxn ang="0">
                <a:pos x="531" y="266"/>
              </a:cxn>
              <a:cxn ang="0">
                <a:pos x="265" y="0"/>
              </a:cxn>
              <a:cxn ang="0">
                <a:pos x="266" y="92"/>
              </a:cxn>
              <a:cxn ang="0">
                <a:pos x="95" y="263"/>
              </a:cxn>
              <a:cxn ang="0">
                <a:pos x="69" y="290"/>
              </a:cxn>
              <a:cxn ang="0">
                <a:pos x="42" y="263"/>
              </a:cxn>
              <a:cxn ang="0">
                <a:pos x="266" y="39"/>
              </a:cxn>
              <a:cxn ang="0">
                <a:pos x="292" y="66"/>
              </a:cxn>
              <a:cxn ang="0">
                <a:pos x="266" y="92"/>
              </a:cxn>
              <a:cxn ang="0">
                <a:pos x="266" y="92"/>
              </a:cxn>
              <a:cxn ang="0">
                <a:pos x="266" y="92"/>
              </a:cxn>
            </a:cxnLst>
            <a:rect l="0" t="0" r="r" b="b"/>
            <a:pathLst>
              <a:path w="531" h="557">
                <a:moveTo>
                  <a:pt x="265" y="0"/>
                </a:moveTo>
                <a:cubicBezTo>
                  <a:pt x="119" y="0"/>
                  <a:pt x="0" y="119"/>
                  <a:pt x="0" y="266"/>
                </a:cubicBezTo>
                <a:cubicBezTo>
                  <a:pt x="0" y="327"/>
                  <a:pt x="21" y="384"/>
                  <a:pt x="57" y="429"/>
                </a:cubicBezTo>
                <a:cubicBezTo>
                  <a:pt x="88" y="469"/>
                  <a:pt x="118" y="513"/>
                  <a:pt x="144" y="557"/>
                </a:cubicBezTo>
                <a:cubicBezTo>
                  <a:pt x="387" y="557"/>
                  <a:pt x="387" y="557"/>
                  <a:pt x="387" y="557"/>
                </a:cubicBezTo>
                <a:cubicBezTo>
                  <a:pt x="413" y="512"/>
                  <a:pt x="442" y="470"/>
                  <a:pt x="474" y="429"/>
                </a:cubicBezTo>
                <a:cubicBezTo>
                  <a:pt x="510" y="384"/>
                  <a:pt x="531" y="327"/>
                  <a:pt x="531" y="266"/>
                </a:cubicBezTo>
                <a:cubicBezTo>
                  <a:pt x="531" y="119"/>
                  <a:pt x="412" y="0"/>
                  <a:pt x="265" y="0"/>
                </a:cubicBezTo>
                <a:close/>
                <a:moveTo>
                  <a:pt x="266" y="92"/>
                </a:moveTo>
                <a:cubicBezTo>
                  <a:pt x="172" y="92"/>
                  <a:pt x="95" y="169"/>
                  <a:pt x="95" y="263"/>
                </a:cubicBezTo>
                <a:cubicBezTo>
                  <a:pt x="95" y="278"/>
                  <a:pt x="83" y="290"/>
                  <a:pt x="69" y="290"/>
                </a:cubicBezTo>
                <a:cubicBezTo>
                  <a:pt x="54" y="290"/>
                  <a:pt x="42" y="278"/>
                  <a:pt x="42" y="263"/>
                </a:cubicBezTo>
                <a:cubicBezTo>
                  <a:pt x="42" y="140"/>
                  <a:pt x="142" y="39"/>
                  <a:pt x="266" y="39"/>
                </a:cubicBezTo>
                <a:cubicBezTo>
                  <a:pt x="281" y="39"/>
                  <a:pt x="292" y="51"/>
                  <a:pt x="292" y="66"/>
                </a:cubicBezTo>
                <a:cubicBezTo>
                  <a:pt x="292" y="80"/>
                  <a:pt x="281" y="92"/>
                  <a:pt x="266" y="92"/>
                </a:cubicBezTo>
                <a:close/>
                <a:moveTo>
                  <a:pt x="266" y="92"/>
                </a:moveTo>
                <a:cubicBezTo>
                  <a:pt x="266" y="92"/>
                  <a:pt x="266" y="92"/>
                  <a:pt x="266" y="92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8" name="Freeform 5">
            <a:extLst>
              <a:ext uri="{FF2B5EF4-FFF2-40B4-BE49-F238E27FC236}">
                <a16:creationId xmlns:a16="http://schemas.microsoft.com/office/drawing/2014/main" id="{3A8642AB-B07C-C165-9F21-CCB2B73661F8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284836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pic>
        <p:nvPicPr>
          <p:cNvPr id="49" name="Graphic 48" descr="Leaf with solid fill">
            <a:extLst>
              <a:ext uri="{FF2B5EF4-FFF2-40B4-BE49-F238E27FC236}">
                <a16:creationId xmlns:a16="http://schemas.microsoft.com/office/drawing/2014/main" id="{FAFEECB4-B094-8F25-3BD9-959CDA0732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6496" y="2825840"/>
            <a:ext cx="327752" cy="327752"/>
          </a:xfrm>
          <a:prstGeom prst="rect">
            <a:avLst/>
          </a:prstGeom>
        </p:spPr>
      </p:pic>
      <p:pic>
        <p:nvPicPr>
          <p:cNvPr id="50" name="Graphic 49" descr="Leaf with solid fill">
            <a:extLst>
              <a:ext uri="{FF2B5EF4-FFF2-40B4-BE49-F238E27FC236}">
                <a16:creationId xmlns:a16="http://schemas.microsoft.com/office/drawing/2014/main" id="{AFC2BB1E-88F0-F475-FAE1-67F673191B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8048" y="3758534"/>
            <a:ext cx="327752" cy="327752"/>
          </a:xfrm>
          <a:prstGeom prst="rect">
            <a:avLst/>
          </a:prstGeom>
        </p:spPr>
      </p:pic>
      <p:pic>
        <p:nvPicPr>
          <p:cNvPr id="51" name="Graphic 50" descr="Leaf with solid fill">
            <a:extLst>
              <a:ext uri="{FF2B5EF4-FFF2-40B4-BE49-F238E27FC236}">
                <a16:creationId xmlns:a16="http://schemas.microsoft.com/office/drawing/2014/main" id="{D0C0823B-2B25-09CF-C112-5C21FE8E98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9172" y="4906213"/>
            <a:ext cx="327752" cy="32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621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0D40E-F5CF-E7D4-2323-9D7C55ED0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AA515A0-FDA2-8507-68E9-8B3C000FE0E3}"/>
              </a:ext>
            </a:extLst>
          </p:cNvPr>
          <p:cNvSpPr/>
          <p:nvPr/>
        </p:nvSpPr>
        <p:spPr>
          <a:xfrm>
            <a:off x="609522" y="1297690"/>
            <a:ext cx="7890810" cy="191665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D6A7D2-5940-9CF7-DFF0-E54E7C14C554}"/>
              </a:ext>
            </a:extLst>
          </p:cNvPr>
          <p:cNvSpPr/>
          <p:nvPr/>
        </p:nvSpPr>
        <p:spPr>
          <a:xfrm>
            <a:off x="609522" y="3426994"/>
            <a:ext cx="7880014" cy="303476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2A939-5159-36B4-C8F9-CEBA15BAE1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Fórmulas (4|5)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322D76CF-7C89-B1EC-4CF6-C30E7E7CBF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Anexos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5BD42BB-0BEE-60BA-6892-E8BC7AC889E7}"/>
              </a:ext>
            </a:extLst>
          </p:cNvPr>
          <p:cNvSpPr/>
          <p:nvPr/>
        </p:nvSpPr>
        <p:spPr>
          <a:xfrm>
            <a:off x="724806" y="3546281"/>
            <a:ext cx="6784346" cy="1962425"/>
          </a:xfrm>
          <a:prstGeom prst="roundRect">
            <a:avLst>
              <a:gd name="adj" fmla="val 14178"/>
            </a:avLst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square" lIns="0" tIns="0" rIns="0" rtlCol="0" anchor="ctr" anchorCtr="0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𝒊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cada imóvel do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𝒏: número total de imóveis considerados;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Emissões financiadas do Imóvel: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emissões financiadas calculadas para o imóvel expressas em toneladas de dióxido de carbono equivalente (tCO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e);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i="1">
                <a:solidFill>
                  <a:srgbClr val="005F7C"/>
                </a:solidFill>
                <a:latin typeface="Muli Light" panose="00000400000000000000" pitchFamily="2" charset="0"/>
              </a:rPr>
              <a:t>Score 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PCAF: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score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de qualidade atribuído para o cálculo das emissões do imóvel.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1BA694-8165-5F5F-0D86-AA58751CA36D}"/>
              </a:ext>
            </a:extLst>
          </p:cNvPr>
          <p:cNvSpPr/>
          <p:nvPr/>
        </p:nvSpPr>
        <p:spPr>
          <a:xfrm>
            <a:off x="2914066" y="170429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06DA3B-4BDB-2E01-B7B0-B0D244DF6EC3}"/>
                  </a:ext>
                </a:extLst>
              </p:cNvPr>
              <p:cNvSpPr txBox="1"/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𝑄𝑢𝑎𝑙𝑖𝑑𝑎𝑑𝑒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PT" b="0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𝑃𝑜𝑛𝑑𝑒𝑟𝑎𝑑𝑎</m:t>
                      </m:r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06DA3B-4BDB-2E01-B7B0-B0D244DF6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A56F06-6D51-971B-E13D-E8B0AF12F6D6}"/>
                  </a:ext>
                </a:extLst>
              </p:cNvPr>
              <p:cNvSpPr txBox="1"/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𝐸𝑚𝑖𝑠𝑠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õ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𝐹𝑖𝑛𝑎𝑛𝑐𝑖𝑎𝑑𝑎𝑠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pt-PT" sz="1200" dirty="0">
                                      <a:solidFill>
                                        <a:schemeClr val="tx1"/>
                                      </a:solidFill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𝐼𝑚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ó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𝑣𝑒𝑙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𝑆𝑐𝑜𝑟𝑒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𝑃𝐶𝐴𝐹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𝐸𝑚𝑖𝑠𝑠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õ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𝐹𝑖𝑛𝑎𝑛𝑐𝑖𝑎𝑑𝑎𝑠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A56F06-6D51-971B-E13D-E8B0AF12F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8">
            <a:extLst>
              <a:ext uri="{FF2B5EF4-FFF2-40B4-BE49-F238E27FC236}">
                <a16:creationId xmlns:a16="http://schemas.microsoft.com/office/drawing/2014/main" id="{E5D249B1-89F4-163D-2C2C-0DB7E91B4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72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i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Score </a:t>
            </a:r>
            <a:r>
              <a:rPr lang="pt-PT" sz="1200" b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de Qualidade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96DB3638-D729-EE90-0358-FBC5F030B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301080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Descrição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8A3BD0E-EA24-FFAE-D82B-3F66978754F7}"/>
              </a:ext>
            </a:extLst>
          </p:cNvPr>
          <p:cNvGrpSpPr/>
          <p:nvPr/>
        </p:nvGrpSpPr>
        <p:grpSpPr>
          <a:xfrm rot="10800000">
            <a:off x="9135329" y="2026231"/>
            <a:ext cx="866408" cy="1442227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588897A3-AECD-C1DD-4195-9D67D4EC0B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A025753B-CAC9-D9C0-A4BC-EF6472EE97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37BE1A1E-A1D8-469B-D91A-2C2057FD01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3556F677-B1F4-A89E-B410-F3A706673B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6D28F3D-5409-62D5-4BBC-9680A8504935}"/>
              </a:ext>
            </a:extLst>
          </p:cNvPr>
          <p:cNvCxnSpPr>
            <a:cxnSpLocks/>
          </p:cNvCxnSpPr>
          <p:nvPr/>
        </p:nvCxnSpPr>
        <p:spPr>
          <a:xfrm flipV="1">
            <a:off x="9569009" y="-58723"/>
            <a:ext cx="0" cy="239047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8C0B344-6F95-BDD7-E3B8-DF06D8BB0391}"/>
              </a:ext>
            </a:extLst>
          </p:cNvPr>
          <p:cNvCxnSpPr>
            <a:cxnSpLocks/>
          </p:cNvCxnSpPr>
          <p:nvPr/>
        </p:nvCxnSpPr>
        <p:spPr>
          <a:xfrm flipV="1">
            <a:off x="10558739" y="-58723"/>
            <a:ext cx="0" cy="3439801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grpSp>
        <p:nvGrpSpPr>
          <p:cNvPr id="41" name="Group 37">
            <a:extLst>
              <a:ext uri="{FF2B5EF4-FFF2-40B4-BE49-F238E27FC236}">
                <a16:creationId xmlns:a16="http://schemas.microsoft.com/office/drawing/2014/main" id="{97849FB9-AE59-9ADC-777B-F057102948AB}"/>
              </a:ext>
            </a:extLst>
          </p:cNvPr>
          <p:cNvGrpSpPr/>
          <p:nvPr/>
        </p:nvGrpSpPr>
        <p:grpSpPr>
          <a:xfrm rot="10800000">
            <a:off x="10008818" y="2746523"/>
            <a:ext cx="1092506" cy="1818562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2" name="Freeform 5">
              <a:extLst>
                <a:ext uri="{FF2B5EF4-FFF2-40B4-BE49-F238E27FC236}">
                  <a16:creationId xmlns:a16="http://schemas.microsoft.com/office/drawing/2014/main" id="{75D2FD36-BA97-B3A1-8F8B-91A0ACC996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D7477028-FB94-03A3-D7B6-5317E28CBF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4" name="Freeform 7">
              <a:extLst>
                <a:ext uri="{FF2B5EF4-FFF2-40B4-BE49-F238E27FC236}">
                  <a16:creationId xmlns:a16="http://schemas.microsoft.com/office/drawing/2014/main" id="{D679C393-5F4D-5670-AE42-DE7D66E12C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B9581F83-44B0-3224-10CE-5BE803BF7D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258E60D-AED9-A23D-5DEE-F76D8C0832D1}"/>
              </a:ext>
            </a:extLst>
          </p:cNvPr>
          <p:cNvCxnSpPr>
            <a:cxnSpLocks/>
          </p:cNvCxnSpPr>
          <p:nvPr/>
        </p:nvCxnSpPr>
        <p:spPr>
          <a:xfrm flipV="1">
            <a:off x="11404889" y="-58723"/>
            <a:ext cx="0" cy="4108853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sp>
        <p:nvSpPr>
          <p:cNvPr id="47" name="Freeform 5">
            <a:extLst>
              <a:ext uri="{FF2B5EF4-FFF2-40B4-BE49-F238E27FC236}">
                <a16:creationId xmlns:a16="http://schemas.microsoft.com/office/drawing/2014/main" id="{8C4308F9-1C43-FDCE-38D6-6BF714F6E709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411979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8" name="Freeform 6">
            <a:extLst>
              <a:ext uri="{FF2B5EF4-FFF2-40B4-BE49-F238E27FC236}">
                <a16:creationId xmlns:a16="http://schemas.microsoft.com/office/drawing/2014/main" id="{31FCEA3C-A74B-1A2A-DD07-C40654D025DA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216334" y="4066482"/>
            <a:ext cx="363977" cy="186710"/>
          </a:xfrm>
          <a:custGeom>
            <a:avLst/>
            <a:gdLst/>
            <a:ahLst/>
            <a:cxnLst>
              <a:cxn ang="0">
                <a:pos x="60" y="64"/>
              </a:cxn>
              <a:cxn ang="0">
                <a:pos x="60" y="78"/>
              </a:cxn>
              <a:cxn ang="0">
                <a:pos x="89" y="108"/>
              </a:cxn>
              <a:cxn ang="0">
                <a:pos x="133" y="108"/>
              </a:cxn>
              <a:cxn ang="0">
                <a:pos x="163" y="78"/>
              </a:cxn>
              <a:cxn ang="0">
                <a:pos x="163" y="64"/>
              </a:cxn>
              <a:cxn ang="0">
                <a:pos x="223" y="0"/>
              </a:cxn>
              <a:cxn ang="0">
                <a:pos x="0" y="0"/>
              </a:cxn>
              <a:cxn ang="0">
                <a:pos x="60" y="64"/>
              </a:cxn>
              <a:cxn ang="0">
                <a:pos x="60" y="64"/>
              </a:cxn>
              <a:cxn ang="0">
                <a:pos x="60" y="64"/>
              </a:cxn>
            </a:cxnLst>
            <a:rect l="0" t="0" r="r" b="b"/>
            <a:pathLst>
              <a:path w="223" h="108">
                <a:moveTo>
                  <a:pt x="60" y="64"/>
                </a:moveTo>
                <a:cubicBezTo>
                  <a:pt x="60" y="78"/>
                  <a:pt x="60" y="78"/>
                  <a:pt x="60" y="78"/>
                </a:cubicBezTo>
                <a:cubicBezTo>
                  <a:pt x="60" y="95"/>
                  <a:pt x="73" y="108"/>
                  <a:pt x="89" y="108"/>
                </a:cubicBezTo>
                <a:cubicBezTo>
                  <a:pt x="133" y="108"/>
                  <a:pt x="133" y="108"/>
                  <a:pt x="133" y="108"/>
                </a:cubicBezTo>
                <a:cubicBezTo>
                  <a:pt x="150" y="108"/>
                  <a:pt x="163" y="95"/>
                  <a:pt x="163" y="78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96" y="61"/>
                  <a:pt x="223" y="34"/>
                  <a:pt x="2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27" y="61"/>
                  <a:pt x="60" y="64"/>
                </a:cubicBezTo>
                <a:close/>
                <a:moveTo>
                  <a:pt x="60" y="64"/>
                </a:moveTo>
                <a:cubicBezTo>
                  <a:pt x="60" y="64"/>
                  <a:pt x="60" y="64"/>
                  <a:pt x="60" y="64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9" name="Freeform 7">
            <a:extLst>
              <a:ext uri="{FF2B5EF4-FFF2-40B4-BE49-F238E27FC236}">
                <a16:creationId xmlns:a16="http://schemas.microsoft.com/office/drawing/2014/main" id="{DA6DA8B2-1494-3A2E-ACAC-24334EA2EA42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0965119" y="4541769"/>
            <a:ext cx="866407" cy="966937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0" y="266"/>
              </a:cxn>
              <a:cxn ang="0">
                <a:pos x="57" y="429"/>
              </a:cxn>
              <a:cxn ang="0">
                <a:pos x="144" y="557"/>
              </a:cxn>
              <a:cxn ang="0">
                <a:pos x="387" y="557"/>
              </a:cxn>
              <a:cxn ang="0">
                <a:pos x="474" y="429"/>
              </a:cxn>
              <a:cxn ang="0">
                <a:pos x="531" y="266"/>
              </a:cxn>
              <a:cxn ang="0">
                <a:pos x="265" y="0"/>
              </a:cxn>
              <a:cxn ang="0">
                <a:pos x="266" y="92"/>
              </a:cxn>
              <a:cxn ang="0">
                <a:pos x="95" y="263"/>
              </a:cxn>
              <a:cxn ang="0">
                <a:pos x="69" y="290"/>
              </a:cxn>
              <a:cxn ang="0">
                <a:pos x="42" y="263"/>
              </a:cxn>
              <a:cxn ang="0">
                <a:pos x="266" y="39"/>
              </a:cxn>
              <a:cxn ang="0">
                <a:pos x="292" y="66"/>
              </a:cxn>
              <a:cxn ang="0">
                <a:pos x="266" y="92"/>
              </a:cxn>
              <a:cxn ang="0">
                <a:pos x="266" y="92"/>
              </a:cxn>
              <a:cxn ang="0">
                <a:pos x="266" y="92"/>
              </a:cxn>
            </a:cxnLst>
            <a:rect l="0" t="0" r="r" b="b"/>
            <a:pathLst>
              <a:path w="531" h="557">
                <a:moveTo>
                  <a:pt x="265" y="0"/>
                </a:moveTo>
                <a:cubicBezTo>
                  <a:pt x="119" y="0"/>
                  <a:pt x="0" y="119"/>
                  <a:pt x="0" y="266"/>
                </a:cubicBezTo>
                <a:cubicBezTo>
                  <a:pt x="0" y="327"/>
                  <a:pt x="21" y="384"/>
                  <a:pt x="57" y="429"/>
                </a:cubicBezTo>
                <a:cubicBezTo>
                  <a:pt x="88" y="469"/>
                  <a:pt x="118" y="513"/>
                  <a:pt x="144" y="557"/>
                </a:cubicBezTo>
                <a:cubicBezTo>
                  <a:pt x="387" y="557"/>
                  <a:pt x="387" y="557"/>
                  <a:pt x="387" y="557"/>
                </a:cubicBezTo>
                <a:cubicBezTo>
                  <a:pt x="413" y="512"/>
                  <a:pt x="442" y="470"/>
                  <a:pt x="474" y="429"/>
                </a:cubicBezTo>
                <a:cubicBezTo>
                  <a:pt x="510" y="384"/>
                  <a:pt x="531" y="327"/>
                  <a:pt x="531" y="266"/>
                </a:cubicBezTo>
                <a:cubicBezTo>
                  <a:pt x="531" y="119"/>
                  <a:pt x="412" y="0"/>
                  <a:pt x="265" y="0"/>
                </a:cubicBezTo>
                <a:close/>
                <a:moveTo>
                  <a:pt x="266" y="92"/>
                </a:moveTo>
                <a:cubicBezTo>
                  <a:pt x="172" y="92"/>
                  <a:pt x="95" y="169"/>
                  <a:pt x="95" y="263"/>
                </a:cubicBezTo>
                <a:cubicBezTo>
                  <a:pt x="95" y="278"/>
                  <a:pt x="83" y="290"/>
                  <a:pt x="69" y="290"/>
                </a:cubicBezTo>
                <a:cubicBezTo>
                  <a:pt x="54" y="290"/>
                  <a:pt x="42" y="278"/>
                  <a:pt x="42" y="263"/>
                </a:cubicBezTo>
                <a:cubicBezTo>
                  <a:pt x="42" y="140"/>
                  <a:pt x="142" y="39"/>
                  <a:pt x="266" y="39"/>
                </a:cubicBezTo>
                <a:cubicBezTo>
                  <a:pt x="281" y="39"/>
                  <a:pt x="292" y="51"/>
                  <a:pt x="292" y="66"/>
                </a:cubicBezTo>
                <a:cubicBezTo>
                  <a:pt x="292" y="80"/>
                  <a:pt x="281" y="92"/>
                  <a:pt x="266" y="92"/>
                </a:cubicBezTo>
                <a:close/>
                <a:moveTo>
                  <a:pt x="266" y="92"/>
                </a:moveTo>
                <a:cubicBezTo>
                  <a:pt x="266" y="92"/>
                  <a:pt x="266" y="92"/>
                  <a:pt x="266" y="92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5B01E8FA-F0D5-84DE-4B27-6CDCBDBE6D4C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284836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pic>
        <p:nvPicPr>
          <p:cNvPr id="51" name="Graphic 50" descr="Leaf with solid fill">
            <a:extLst>
              <a:ext uri="{FF2B5EF4-FFF2-40B4-BE49-F238E27FC236}">
                <a16:creationId xmlns:a16="http://schemas.microsoft.com/office/drawing/2014/main" id="{9A443BA5-24F8-9691-4D10-D2FEEBC6EC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6496" y="2825840"/>
            <a:ext cx="327752" cy="327752"/>
          </a:xfrm>
          <a:prstGeom prst="rect">
            <a:avLst/>
          </a:prstGeom>
        </p:spPr>
      </p:pic>
      <p:pic>
        <p:nvPicPr>
          <p:cNvPr id="52" name="Graphic 51" descr="Leaf with solid fill">
            <a:extLst>
              <a:ext uri="{FF2B5EF4-FFF2-40B4-BE49-F238E27FC236}">
                <a16:creationId xmlns:a16="http://schemas.microsoft.com/office/drawing/2014/main" id="{808589BF-D80F-21FA-1248-7557DFE8F1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8048" y="3758534"/>
            <a:ext cx="327752" cy="327752"/>
          </a:xfrm>
          <a:prstGeom prst="rect">
            <a:avLst/>
          </a:prstGeom>
        </p:spPr>
      </p:pic>
      <p:pic>
        <p:nvPicPr>
          <p:cNvPr id="53" name="Graphic 52" descr="Leaf with solid fill">
            <a:extLst>
              <a:ext uri="{FF2B5EF4-FFF2-40B4-BE49-F238E27FC236}">
                <a16:creationId xmlns:a16="http://schemas.microsoft.com/office/drawing/2014/main" id="{AEF8D817-F1BD-BBBE-EBA3-F20EB5ECDE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9172" y="4906213"/>
            <a:ext cx="327752" cy="32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9178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CBA91-1D55-2726-AE25-98F0A25EC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9E011D-ED57-7F15-A799-4EAB964F1500}"/>
              </a:ext>
            </a:extLst>
          </p:cNvPr>
          <p:cNvSpPr/>
          <p:nvPr/>
        </p:nvSpPr>
        <p:spPr>
          <a:xfrm>
            <a:off x="609522" y="1297690"/>
            <a:ext cx="7890810" cy="191665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E19DB8-F492-6AE0-323C-EAE4492DB633}"/>
              </a:ext>
            </a:extLst>
          </p:cNvPr>
          <p:cNvSpPr/>
          <p:nvPr/>
        </p:nvSpPr>
        <p:spPr>
          <a:xfrm>
            <a:off x="609522" y="3426994"/>
            <a:ext cx="7880014" cy="303476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FB2CF-4E29-64A5-B01C-2513318BA5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Fórmulas (5|5)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5FECFADC-8E6E-2FAD-FAC2-75DD17A70E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Anexos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187AF6C-8510-4E07-A9D1-2DB954F69964}"/>
              </a:ext>
            </a:extLst>
          </p:cNvPr>
          <p:cNvGrpSpPr/>
          <p:nvPr/>
        </p:nvGrpSpPr>
        <p:grpSpPr>
          <a:xfrm rot="10800000">
            <a:off x="9135329" y="2026231"/>
            <a:ext cx="866408" cy="1442227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2C52A82A-54C2-3FEB-4142-2A570CB51B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76FC786F-A546-F294-902C-AD0BAC3EF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D22D72CA-29BE-844F-42A6-0D9817D06F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76A92729-CEA8-2213-6B31-D01CA69CDF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0125F6-8211-CD26-EAC8-202EEA663253}"/>
              </a:ext>
            </a:extLst>
          </p:cNvPr>
          <p:cNvCxnSpPr>
            <a:cxnSpLocks/>
          </p:cNvCxnSpPr>
          <p:nvPr/>
        </p:nvCxnSpPr>
        <p:spPr>
          <a:xfrm flipV="1">
            <a:off x="9569009" y="-58723"/>
            <a:ext cx="0" cy="239047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E81E09-E493-2F70-51C0-F2750794DAC7}"/>
              </a:ext>
            </a:extLst>
          </p:cNvPr>
          <p:cNvCxnSpPr>
            <a:cxnSpLocks/>
          </p:cNvCxnSpPr>
          <p:nvPr/>
        </p:nvCxnSpPr>
        <p:spPr>
          <a:xfrm flipV="1">
            <a:off x="10558739" y="-58723"/>
            <a:ext cx="0" cy="3439801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grpSp>
        <p:nvGrpSpPr>
          <p:cNvPr id="21" name="Group 37">
            <a:extLst>
              <a:ext uri="{FF2B5EF4-FFF2-40B4-BE49-F238E27FC236}">
                <a16:creationId xmlns:a16="http://schemas.microsoft.com/office/drawing/2014/main" id="{6A813670-D4E4-3F68-0627-FFAB4482EDA2}"/>
              </a:ext>
            </a:extLst>
          </p:cNvPr>
          <p:cNvGrpSpPr/>
          <p:nvPr/>
        </p:nvGrpSpPr>
        <p:grpSpPr>
          <a:xfrm rot="10800000">
            <a:off x="10008818" y="2746523"/>
            <a:ext cx="1092506" cy="1818562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A6614F0C-7F39-B110-14BA-6545B3E7B1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5E4AB250-D7CE-BD8A-C182-40D00477D6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65BC856-578D-7FE0-418D-DC69DC16D6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73AF43C5-84B5-DC2F-5B48-F0C75BBF79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72F1866-53D9-B409-F412-EFBB7847074C}"/>
              </a:ext>
            </a:extLst>
          </p:cNvPr>
          <p:cNvCxnSpPr>
            <a:cxnSpLocks/>
          </p:cNvCxnSpPr>
          <p:nvPr/>
        </p:nvCxnSpPr>
        <p:spPr>
          <a:xfrm flipV="1">
            <a:off x="11404889" y="-58723"/>
            <a:ext cx="0" cy="4108853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sp>
        <p:nvSpPr>
          <p:cNvPr id="27" name="Freeform 5">
            <a:extLst>
              <a:ext uri="{FF2B5EF4-FFF2-40B4-BE49-F238E27FC236}">
                <a16:creationId xmlns:a16="http://schemas.microsoft.com/office/drawing/2014/main" id="{0B8C7C52-9355-E262-59C2-081F58065ABB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411979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28" name="Freeform 6">
            <a:extLst>
              <a:ext uri="{FF2B5EF4-FFF2-40B4-BE49-F238E27FC236}">
                <a16:creationId xmlns:a16="http://schemas.microsoft.com/office/drawing/2014/main" id="{A7DC4FEC-A1D1-5CA0-4C0D-A7A122F67DDC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216334" y="4066482"/>
            <a:ext cx="363977" cy="186710"/>
          </a:xfrm>
          <a:custGeom>
            <a:avLst/>
            <a:gdLst/>
            <a:ahLst/>
            <a:cxnLst>
              <a:cxn ang="0">
                <a:pos x="60" y="64"/>
              </a:cxn>
              <a:cxn ang="0">
                <a:pos x="60" y="78"/>
              </a:cxn>
              <a:cxn ang="0">
                <a:pos x="89" y="108"/>
              </a:cxn>
              <a:cxn ang="0">
                <a:pos x="133" y="108"/>
              </a:cxn>
              <a:cxn ang="0">
                <a:pos x="163" y="78"/>
              </a:cxn>
              <a:cxn ang="0">
                <a:pos x="163" y="64"/>
              </a:cxn>
              <a:cxn ang="0">
                <a:pos x="223" y="0"/>
              </a:cxn>
              <a:cxn ang="0">
                <a:pos x="0" y="0"/>
              </a:cxn>
              <a:cxn ang="0">
                <a:pos x="60" y="64"/>
              </a:cxn>
              <a:cxn ang="0">
                <a:pos x="60" y="64"/>
              </a:cxn>
              <a:cxn ang="0">
                <a:pos x="60" y="64"/>
              </a:cxn>
            </a:cxnLst>
            <a:rect l="0" t="0" r="r" b="b"/>
            <a:pathLst>
              <a:path w="223" h="108">
                <a:moveTo>
                  <a:pt x="60" y="64"/>
                </a:moveTo>
                <a:cubicBezTo>
                  <a:pt x="60" y="78"/>
                  <a:pt x="60" y="78"/>
                  <a:pt x="60" y="78"/>
                </a:cubicBezTo>
                <a:cubicBezTo>
                  <a:pt x="60" y="95"/>
                  <a:pt x="73" y="108"/>
                  <a:pt x="89" y="108"/>
                </a:cubicBezTo>
                <a:cubicBezTo>
                  <a:pt x="133" y="108"/>
                  <a:pt x="133" y="108"/>
                  <a:pt x="133" y="108"/>
                </a:cubicBezTo>
                <a:cubicBezTo>
                  <a:pt x="150" y="108"/>
                  <a:pt x="163" y="95"/>
                  <a:pt x="163" y="78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96" y="61"/>
                  <a:pt x="223" y="34"/>
                  <a:pt x="2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27" y="61"/>
                  <a:pt x="60" y="64"/>
                </a:cubicBezTo>
                <a:close/>
                <a:moveTo>
                  <a:pt x="60" y="64"/>
                </a:moveTo>
                <a:cubicBezTo>
                  <a:pt x="60" y="64"/>
                  <a:pt x="60" y="64"/>
                  <a:pt x="60" y="64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49F20EE1-512B-1016-5D68-4603DF9A9442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0965119" y="4541769"/>
            <a:ext cx="866407" cy="966937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0" y="266"/>
              </a:cxn>
              <a:cxn ang="0">
                <a:pos x="57" y="429"/>
              </a:cxn>
              <a:cxn ang="0">
                <a:pos x="144" y="557"/>
              </a:cxn>
              <a:cxn ang="0">
                <a:pos x="387" y="557"/>
              </a:cxn>
              <a:cxn ang="0">
                <a:pos x="474" y="429"/>
              </a:cxn>
              <a:cxn ang="0">
                <a:pos x="531" y="266"/>
              </a:cxn>
              <a:cxn ang="0">
                <a:pos x="265" y="0"/>
              </a:cxn>
              <a:cxn ang="0">
                <a:pos x="266" y="92"/>
              </a:cxn>
              <a:cxn ang="0">
                <a:pos x="95" y="263"/>
              </a:cxn>
              <a:cxn ang="0">
                <a:pos x="69" y="290"/>
              </a:cxn>
              <a:cxn ang="0">
                <a:pos x="42" y="263"/>
              </a:cxn>
              <a:cxn ang="0">
                <a:pos x="266" y="39"/>
              </a:cxn>
              <a:cxn ang="0">
                <a:pos x="292" y="66"/>
              </a:cxn>
              <a:cxn ang="0">
                <a:pos x="266" y="92"/>
              </a:cxn>
              <a:cxn ang="0">
                <a:pos x="266" y="92"/>
              </a:cxn>
              <a:cxn ang="0">
                <a:pos x="266" y="92"/>
              </a:cxn>
            </a:cxnLst>
            <a:rect l="0" t="0" r="r" b="b"/>
            <a:pathLst>
              <a:path w="531" h="557">
                <a:moveTo>
                  <a:pt x="265" y="0"/>
                </a:moveTo>
                <a:cubicBezTo>
                  <a:pt x="119" y="0"/>
                  <a:pt x="0" y="119"/>
                  <a:pt x="0" y="266"/>
                </a:cubicBezTo>
                <a:cubicBezTo>
                  <a:pt x="0" y="327"/>
                  <a:pt x="21" y="384"/>
                  <a:pt x="57" y="429"/>
                </a:cubicBezTo>
                <a:cubicBezTo>
                  <a:pt x="88" y="469"/>
                  <a:pt x="118" y="513"/>
                  <a:pt x="144" y="557"/>
                </a:cubicBezTo>
                <a:cubicBezTo>
                  <a:pt x="387" y="557"/>
                  <a:pt x="387" y="557"/>
                  <a:pt x="387" y="557"/>
                </a:cubicBezTo>
                <a:cubicBezTo>
                  <a:pt x="413" y="512"/>
                  <a:pt x="442" y="470"/>
                  <a:pt x="474" y="429"/>
                </a:cubicBezTo>
                <a:cubicBezTo>
                  <a:pt x="510" y="384"/>
                  <a:pt x="531" y="327"/>
                  <a:pt x="531" y="266"/>
                </a:cubicBezTo>
                <a:cubicBezTo>
                  <a:pt x="531" y="119"/>
                  <a:pt x="412" y="0"/>
                  <a:pt x="265" y="0"/>
                </a:cubicBezTo>
                <a:close/>
                <a:moveTo>
                  <a:pt x="266" y="92"/>
                </a:moveTo>
                <a:cubicBezTo>
                  <a:pt x="172" y="92"/>
                  <a:pt x="95" y="169"/>
                  <a:pt x="95" y="263"/>
                </a:cubicBezTo>
                <a:cubicBezTo>
                  <a:pt x="95" y="278"/>
                  <a:pt x="83" y="290"/>
                  <a:pt x="69" y="290"/>
                </a:cubicBezTo>
                <a:cubicBezTo>
                  <a:pt x="54" y="290"/>
                  <a:pt x="42" y="278"/>
                  <a:pt x="42" y="263"/>
                </a:cubicBezTo>
                <a:cubicBezTo>
                  <a:pt x="42" y="140"/>
                  <a:pt x="142" y="39"/>
                  <a:pt x="266" y="39"/>
                </a:cubicBezTo>
                <a:cubicBezTo>
                  <a:pt x="281" y="39"/>
                  <a:pt x="292" y="51"/>
                  <a:pt x="292" y="66"/>
                </a:cubicBezTo>
                <a:cubicBezTo>
                  <a:pt x="292" y="80"/>
                  <a:pt x="281" y="92"/>
                  <a:pt x="266" y="92"/>
                </a:cubicBezTo>
                <a:close/>
                <a:moveTo>
                  <a:pt x="266" y="92"/>
                </a:moveTo>
                <a:cubicBezTo>
                  <a:pt x="266" y="92"/>
                  <a:pt x="266" y="92"/>
                  <a:pt x="266" y="92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10A0DD3D-31C8-9ED3-E8BE-4B9204C2AD06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284836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pic>
        <p:nvPicPr>
          <p:cNvPr id="6" name="Graphic 5" descr="Leaf with solid fill">
            <a:extLst>
              <a:ext uri="{FF2B5EF4-FFF2-40B4-BE49-F238E27FC236}">
                <a16:creationId xmlns:a16="http://schemas.microsoft.com/office/drawing/2014/main" id="{9E1100F2-E38A-EA1B-9D2E-551ADC30A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6496" y="2825840"/>
            <a:ext cx="327752" cy="327752"/>
          </a:xfrm>
          <a:prstGeom prst="rect">
            <a:avLst/>
          </a:prstGeom>
        </p:spPr>
      </p:pic>
      <p:pic>
        <p:nvPicPr>
          <p:cNvPr id="7" name="Graphic 6" descr="Leaf with solid fill">
            <a:extLst>
              <a:ext uri="{FF2B5EF4-FFF2-40B4-BE49-F238E27FC236}">
                <a16:creationId xmlns:a16="http://schemas.microsoft.com/office/drawing/2014/main" id="{9E2CFDA7-10E1-F1EC-9C7A-D01820FB5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8048" y="3758534"/>
            <a:ext cx="327752" cy="327752"/>
          </a:xfrm>
          <a:prstGeom prst="rect">
            <a:avLst/>
          </a:prstGeom>
        </p:spPr>
      </p:pic>
      <p:pic>
        <p:nvPicPr>
          <p:cNvPr id="12" name="Graphic 11" descr="Leaf with solid fill">
            <a:extLst>
              <a:ext uri="{FF2B5EF4-FFF2-40B4-BE49-F238E27FC236}">
                <a16:creationId xmlns:a16="http://schemas.microsoft.com/office/drawing/2014/main" id="{BD5E1704-70F6-D70E-933E-62CBCE0A4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39172" y="4906213"/>
            <a:ext cx="327752" cy="327752"/>
          </a:xfrm>
          <a:prstGeom prst="rect">
            <a:avLst/>
          </a:prstGeom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A02589-7D56-A5A2-19CA-51D715F19012}"/>
              </a:ext>
            </a:extLst>
          </p:cNvPr>
          <p:cNvSpPr/>
          <p:nvPr/>
        </p:nvSpPr>
        <p:spPr>
          <a:xfrm>
            <a:off x="724806" y="3546281"/>
            <a:ext cx="6784346" cy="2915479"/>
          </a:xfrm>
          <a:prstGeom prst="roundRect">
            <a:avLst>
              <a:gd name="adj" fmla="val 14178"/>
            </a:avLst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square" lIns="0" tIns="0" rIns="0" rtlCol="0" anchor="ctr" anchorCtr="0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𝒊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cada imóvel do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𝒏: número total de imóveis considerados; </a:t>
            </a:r>
            <a:endParaRPr lang="pt-PT" sz="1200" b="1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lvl="0" indent="-171450" algn="just" defTabSz="914400" hangingPunct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Emissões do Edifício: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toneladas de dióxido de carbono equivalente (tCO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e) associadas ao consumo energético do imóvel; </a:t>
            </a:r>
          </a:p>
          <a:p>
            <a:pPr marL="171450" lvl="0" indent="-171450" algn="just" defTabSz="914400" hangingPunct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Montante em Dívida do Empréstimo: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valor bruto do empréstimo, à data de referência (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gross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carrying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amount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), utilizado para calcular a proporção das emissões atribuídas ao Banco ou fator de atribuição;</a:t>
            </a:r>
          </a:p>
          <a:p>
            <a:pPr marL="171450" lvl="0" indent="-171450" algn="just" defTabSz="914400" hangingPunct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Valor do Imóvel na Originação: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corresponde ao valor total do imóvel no momento da transação – preço de aquisição. Sempre que o valor à data de </a:t>
            </a:r>
            <a:r>
              <a:rPr lang="pt-PT" sz="1200" err="1">
                <a:solidFill>
                  <a:srgbClr val="005F7C"/>
                </a:solidFill>
                <a:latin typeface="Muli Light" panose="00000400000000000000" pitchFamily="2" charset="0"/>
              </a:rPr>
              <a:t>originação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não esteja disponível, deverá ser utilizado o valor da última avaliação disponível.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16F880F-0933-67AB-3781-A43F4A7F20F0}"/>
              </a:ext>
            </a:extLst>
          </p:cNvPr>
          <p:cNvSpPr/>
          <p:nvPr/>
        </p:nvSpPr>
        <p:spPr>
          <a:xfrm>
            <a:off x="2914066" y="170429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69031A-6E79-1F70-28E9-C5BE3F962D83}"/>
                  </a:ext>
                </a:extLst>
              </p:cNvPr>
              <p:cNvSpPr txBox="1"/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𝐸𝑚𝑖𝑠𝑠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õ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𝐹𝑖𝑛𝑎𝑛𝑐𝑖𝑎𝑑𝑎𝑠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𝐼𝑚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𝑣𝑒𝑙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𝑡𝐶𝑂</m:t>
                              </m:r>
                            </m:e>
                            <m:sub>
                              <m:r>
                                <a:rPr lang="pt-PT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69031A-6E79-1F70-28E9-C5BE3F962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52A807-7E30-2C43-C965-91AB2D204026}"/>
                  </a:ext>
                </a:extLst>
              </p:cNvPr>
              <p:cNvSpPr txBox="1"/>
              <p:nvPr/>
            </p:nvSpPr>
            <p:spPr>
              <a:xfrm>
                <a:off x="3403907" y="1591752"/>
                <a:ext cx="1655773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𝐸𝑚𝑖𝑠𝑠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õ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𝐸𝑑𝑖𝑓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𝑐𝑖𝑜</m:t>
                      </m:r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52A807-7E30-2C43-C965-91AB2D204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1591752"/>
                <a:ext cx="1655773" cy="6984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8">
            <a:extLst>
              <a:ext uri="{FF2B5EF4-FFF2-40B4-BE49-F238E27FC236}">
                <a16:creationId xmlns:a16="http://schemas.microsoft.com/office/drawing/2014/main" id="{61BF4B30-E37A-31CA-7DD5-E0C0E07DA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72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Emissões Financiadas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E5373643-6F38-3353-E512-3E88AF95B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301080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Descrição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F8DCF49-5556-9DBD-D707-1DF751058FD8}"/>
              </a:ext>
            </a:extLst>
          </p:cNvPr>
          <p:cNvSpPr/>
          <p:nvPr/>
        </p:nvSpPr>
        <p:spPr>
          <a:xfrm>
            <a:off x="5178830" y="1704293"/>
            <a:ext cx="32702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F68E06B-ED51-5352-E247-207F9B9827C4}"/>
                  </a:ext>
                </a:extLst>
              </p:cNvPr>
              <p:cNvSpPr txBox="1"/>
              <p:nvPr/>
            </p:nvSpPr>
            <p:spPr>
              <a:xfrm>
                <a:off x="5625007" y="1591752"/>
                <a:ext cx="1655773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𝐹𝑎𝑡𝑜𝑟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𝐴𝑡𝑟𝑖𝑏𝑢𝑖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çã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F68E06B-ED51-5352-E247-207F9B982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007" y="1591752"/>
                <a:ext cx="1655773" cy="6984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A837D41-AC6A-D5A4-0AC3-07A975A75504}"/>
              </a:ext>
            </a:extLst>
          </p:cNvPr>
          <p:cNvSpPr/>
          <p:nvPr/>
        </p:nvSpPr>
        <p:spPr>
          <a:xfrm>
            <a:off x="2914066" y="253741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5A4CE5-E137-9392-31A7-8CB84133FB7C}"/>
                  </a:ext>
                </a:extLst>
              </p:cNvPr>
              <p:cNvSpPr txBox="1"/>
              <p:nvPr/>
            </p:nvSpPr>
            <p:spPr>
              <a:xfrm>
                <a:off x="724805" y="242563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𝐸𝑚𝑖𝑠𝑠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õ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𝐹𝑖𝑛𝑎𝑛𝑐𝑖𝑎𝑑𝑎𝑠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𝐼𝑚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𝑣𝑒𝑙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𝑡𝐶𝑂</m:t>
                              </m:r>
                            </m:e>
                            <m:sub>
                              <m:r>
                                <a:rPr lang="pt-PT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5A4CE5-E137-9392-31A7-8CB84133F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2425638"/>
                <a:ext cx="2018708" cy="696868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0E982C0-0AB4-27BB-1DE5-0755E22B71E2}"/>
                  </a:ext>
                </a:extLst>
              </p:cNvPr>
              <p:cNvSpPr txBox="1"/>
              <p:nvPr/>
            </p:nvSpPr>
            <p:spPr>
              <a:xfrm>
                <a:off x="3403907" y="2424872"/>
                <a:ext cx="1655773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𝐸𝑚𝑖𝑠𝑠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õ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𝐸𝑑𝑖𝑓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𝑐𝑖𝑜</m:t>
                      </m:r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0E982C0-0AB4-27BB-1DE5-0755E22B7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2424872"/>
                <a:ext cx="1655773" cy="69840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53B6662-B9A3-E816-1BFB-4AC4FC9994CA}"/>
              </a:ext>
            </a:extLst>
          </p:cNvPr>
          <p:cNvSpPr/>
          <p:nvPr/>
        </p:nvSpPr>
        <p:spPr>
          <a:xfrm>
            <a:off x="5178830" y="2537413"/>
            <a:ext cx="32702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BF7D7B1-9743-E424-B7C2-868ACC9C86C3}"/>
                  </a:ext>
                </a:extLst>
              </p:cNvPr>
              <p:cNvSpPr txBox="1"/>
              <p:nvPr/>
            </p:nvSpPr>
            <p:spPr>
              <a:xfrm>
                <a:off x="5625007" y="2424872"/>
                <a:ext cx="2690992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𝑀𝑜𝑛𝑡𝑎𝑛𝑡𝑒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𝑒𝑚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𝑣𝑖𝑑𝑎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𝑑𝑜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𝐸𝑚𝑝𝑟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𝑠𝑡𝑖𝑚𝑜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pt-PT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PT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𝑉𝑎𝑙𝑜𝑟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𝐼𝑚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ó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𝑣𝑒𝑙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𝑛𝑎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𝑂𝑟𝑖𝑔𝑖𝑛𝑎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çã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BF7D7B1-9743-E424-B7C2-868ACC9C8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007" y="2424872"/>
                <a:ext cx="2690992" cy="698400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91872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4FDB4-380A-F95F-FCFD-3615FB88F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91148-46C2-14EA-B42C-06D76364B5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 noProof="0"/>
              <a:t>Fonte de dados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B3AADC52-D250-F53E-A9DD-86DE8035AF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DB6A42-91C7-B916-0AB2-E073AD694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207968"/>
              </p:ext>
            </p:extLst>
          </p:nvPr>
        </p:nvGraphicFramePr>
        <p:xfrm>
          <a:off x="549490" y="1476038"/>
          <a:ext cx="10710758" cy="39653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6431">
                  <a:extLst>
                    <a:ext uri="{9D8B030D-6E8A-4147-A177-3AD203B41FA5}">
                      <a16:colId xmlns:a16="http://schemas.microsoft.com/office/drawing/2014/main" val="3642117824"/>
                    </a:ext>
                  </a:extLst>
                </a:gridCol>
                <a:gridCol w="2425806">
                  <a:extLst>
                    <a:ext uri="{9D8B030D-6E8A-4147-A177-3AD203B41FA5}">
                      <a16:colId xmlns:a16="http://schemas.microsoft.com/office/drawing/2014/main" val="3810066364"/>
                    </a:ext>
                  </a:extLst>
                </a:gridCol>
                <a:gridCol w="6308521">
                  <a:extLst>
                    <a:ext uri="{9D8B030D-6E8A-4147-A177-3AD203B41FA5}">
                      <a16:colId xmlns:a16="http://schemas.microsoft.com/office/drawing/2014/main" val="1061305446"/>
                    </a:ext>
                  </a:extLst>
                </a:gridCol>
              </a:tblGrid>
              <a:tr h="297599">
                <a:tc>
                  <a:txBody>
                    <a:bodyPr/>
                    <a:lstStyle/>
                    <a:p>
                      <a:pPr algn="ctr"/>
                      <a:r>
                        <a:rPr lang="pt-PT" sz="1200" b="1" i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Schema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Tabela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Descrição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266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business_esg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modesg_inp_emss_bens_imoveis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input que possui detalhe acerca das emissões de Scope 1 e Scope 2 dos imóveis, segmentados por país, estado e tipologia, e finalidade do bem.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4149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business_assets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Property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que contém informações descritivas dos bens imóveis como, por exemplo, tipologia, área útil e localização.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70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business_assets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property_energy_certificate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que contém informação de certificados energéticos (EPC) e respetivas emissões dos imóveis.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8184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bu_captools_work 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pa_out_bens_imoveis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output, gerada em âmbito da solução tática do presente exercício, que consolida emissões por imóvel, com campos essenciais como a chave do bem e o scope de emissões.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7484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bu_captools_work </a:t>
                      </a:r>
                      <a:endParaRPr lang="pt-PT" sz="1000" b="1" i="0" u="none" strike="noStrike" kern="1200" baseline="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pa_out_emss_fncd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output, gerada em âmbito da solução tática do presente exercício, que consolida a informação relativa às emissões financiadas de contrapartes, bens imóveis, incluindo Scopes 1 e 2 e respetivas metodologias de cálculo</a:t>
                      </a:r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.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067919"/>
                  </a:ext>
                </a:extLst>
              </a:tr>
              <a:tr h="403296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bu_captools_work</a:t>
                      </a:r>
                      <a:endParaRPr lang="pt-PT" sz="1000" b="1" i="0" u="none" strike="noStrike" kern="1200" baseline="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pa_out_emss_fncd_re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 que consolida a informação relativa às emissões financiadas dos bens imóveis, incluindo scopes 1 e 2, para o universo de Real Estate (CRE e Mortagges). Esta tabela é aprovisionada pelas tabelas táticas geradas no âmbito do presente exercício.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055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business_esg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modesg_out_bens_imoveis 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 do modelo verde, que consolida emissões por bem imóvel, com campos essenciais como a chave do bem e o scope de emissões e indicação do risco físico.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040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business_esg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modesg_out_emss_fncd 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 do modelo verde que consolida a informação relativa às emissões financiadas de contrapartes, veículos e bens imóveis, incluindo Scopes 1, 2 e 3, e respetivas metodologias de cálculo</a:t>
                      </a:r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.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4497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business_esg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modesg_out_emss_fncd_re 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 a ser criada no modelo verde, que consolida a informação relativa às emissões financiadas dos bens imóveis, incluindo scopes 1 e 2, para o universo de Real </a:t>
                      </a:r>
                      <a:r>
                        <a:rPr lang="pt-PT" sz="1000" noProof="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 e </a:t>
                      </a:r>
                      <a:r>
                        <a:rPr lang="pt-PT" sz="1000" noProof="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Mortagges</a:t>
                      </a:r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).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53348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FEE324-351B-1BCE-87BE-C9938A9A980C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Nota: (1) Após incorporação das melhorias metodológicas no modelo verde, incluindo a reclassificação da finalidade e o truncamento do rácio de financiamento a 100, as tabelas </a:t>
            </a:r>
            <a:r>
              <a:rPr lang="pt-PT" sz="800" b="1" err="1">
                <a:solidFill>
                  <a:srgbClr val="005F7C"/>
                </a:solidFill>
                <a:latin typeface="Muli Light" panose="00000400000000000000" pitchFamily="2" charset="0"/>
              </a:rPr>
              <a:t>modesg_out_bens_imoveis</a:t>
            </a:r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 e </a:t>
            </a:r>
            <a:r>
              <a:rPr lang="pt-PT" sz="800" b="1" err="1">
                <a:solidFill>
                  <a:srgbClr val="005F7C"/>
                </a:solidFill>
                <a:latin typeface="Muli Light" panose="00000400000000000000" pitchFamily="2" charset="0"/>
              </a:rPr>
              <a:t>modesg_out_emss_fncd</a:t>
            </a:r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 passam a substituir integralmente as tabelas táticas, garantindo eliminação de soluções paralelas e convergência metodológica. Adicionalmente, a tabela </a:t>
            </a:r>
            <a:r>
              <a:rPr lang="pt-PT" sz="800" b="1" err="1">
                <a:solidFill>
                  <a:srgbClr val="005F7C"/>
                </a:solidFill>
                <a:latin typeface="Muli Light" panose="00000400000000000000" pitchFamily="2" charset="0"/>
              </a:rPr>
              <a:t>modesg_out_emss_fncd_re</a:t>
            </a:r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 substitui a tabela tática correspondente, passando a ser aprovisionada exclusivamente pelas tabelas do Modelo Verde do Pilar III.</a:t>
            </a:r>
          </a:p>
        </p:txBody>
      </p:sp>
    </p:spTree>
    <p:extLst>
      <p:ext uri="{BB962C8B-B14F-4D97-AF65-F5344CB8AC3E}">
        <p14:creationId xmlns:p14="http://schemas.microsoft.com/office/powerpoint/2010/main" val="36890532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758F8-B0F7-9853-4B99-BBA9B222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5_01.png">
            <a:extLst>
              <a:ext uri="{FF2B5EF4-FFF2-40B4-BE49-F238E27FC236}">
                <a16:creationId xmlns:a16="http://schemas.microsoft.com/office/drawing/2014/main" id="{57C27B1F-28D2-7E0D-E5F9-237054E5B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32A59CB6-2742-78A3-62EF-2356E5AF1623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F282BB-4B2D-F9B7-A50F-0E982C237D31}"/>
              </a:ext>
            </a:extLst>
          </p:cNvPr>
          <p:cNvSpPr/>
          <p:nvPr/>
        </p:nvSpPr>
        <p:spPr>
          <a:xfrm>
            <a:off x="549491" y="6124274"/>
            <a:ext cx="1072811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809E75-148C-5258-7FE3-538ECCFD8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349243"/>
              </p:ext>
            </p:extLst>
          </p:nvPr>
        </p:nvGraphicFramePr>
        <p:xfrm>
          <a:off x="894149" y="1782344"/>
          <a:ext cx="10382401" cy="29889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39211">
                  <a:extLst>
                    <a:ext uri="{9D8B030D-6E8A-4147-A177-3AD203B41FA5}">
                      <a16:colId xmlns:a16="http://schemas.microsoft.com/office/drawing/2014/main" val="3184646856"/>
                    </a:ext>
                  </a:extLst>
                </a:gridCol>
                <a:gridCol w="1947730">
                  <a:extLst>
                    <a:ext uri="{9D8B030D-6E8A-4147-A177-3AD203B41FA5}">
                      <a16:colId xmlns:a16="http://schemas.microsoft.com/office/drawing/2014/main" val="867229510"/>
                    </a:ext>
                  </a:extLst>
                </a:gridCol>
                <a:gridCol w="1947730">
                  <a:extLst>
                    <a:ext uri="{9D8B030D-6E8A-4147-A177-3AD203B41FA5}">
                      <a16:colId xmlns:a16="http://schemas.microsoft.com/office/drawing/2014/main" val="3915513247"/>
                    </a:ext>
                  </a:extLst>
                </a:gridCol>
                <a:gridCol w="1947730">
                  <a:extLst>
                    <a:ext uri="{9D8B030D-6E8A-4147-A177-3AD203B41FA5}">
                      <a16:colId xmlns:a16="http://schemas.microsoft.com/office/drawing/2014/main" val="1483846327"/>
                    </a:ext>
                  </a:extLst>
                </a:gridCol>
              </a:tblGrid>
              <a:tr h="2988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1" i="1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Portfolio</a:t>
                      </a:r>
                    </a:p>
                  </a:txBody>
                  <a:tcPr marL="9523" marR="9523" marT="9523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050" b="1" u="none" strike="noStrike" baseline="-25000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050" b="1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050" b="1" i="0" u="none" strike="noStrike" noProof="0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3" marR="9523" marT="9523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(%)</a:t>
                      </a:r>
                      <a:endParaRPr lang="pt-PT" sz="1050" b="1" i="0" u="none" strike="noStrike" noProof="0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3" marR="9523" marT="9523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Área Ponderada</a:t>
                      </a:r>
                      <a:r>
                        <a:rPr lang="pt-PT" sz="105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(m</a:t>
                      </a:r>
                      <a:r>
                        <a:rPr lang="pt-PT" sz="105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3" marR="9523" marT="9523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45091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i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Commercial Real Estate (CRE)</a:t>
                      </a:r>
                    </a:p>
                  </a:txBody>
                  <a:tcPr marL="257115" marR="9523" marT="952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101.494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19%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1.942.212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084604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floor area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3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1.373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70.447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495458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floor area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4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93.533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92%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1.871.765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471523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number of buildings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5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6.587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7%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Não Aplicável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31080310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i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Mortgages</a:t>
                      </a:r>
                    </a:p>
                  </a:txBody>
                  <a:tcPr marL="257115" marR="9523" marT="952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422.389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81%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29.537.954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555253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floor area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3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87.351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21%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9.226.657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8987451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floor area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4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317.323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75%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20.311.297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7205709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number of buildings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5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17.716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Não Aplicável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73390004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1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15" marR="9523" marT="9523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1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523.883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31.480.166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108298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79BE4140-002A-1B5A-138C-83FAF5FB6EAC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Nota: (1) Área útil do imóvel atribuída ao financiamento correspondente ao produto entre a área útil do imóvel e o fator de atribuição utilizado no cálculo das emissões financiadas.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D921498-FE32-3B23-692D-5E0E0B019102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EE9A599-97BA-E8A9-8B63-3E6E743B6E92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18">
              <a:extLst>
                <a:ext uri="{FF2B5EF4-FFF2-40B4-BE49-F238E27FC236}">
                  <a16:creationId xmlns:a16="http://schemas.microsoft.com/office/drawing/2014/main" id="{A481F126-A7D9-64A5-1D2D-67CD2CDDB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33840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Cálculo das Emissões Financiadas - Dez.24</a:t>
              </a:r>
            </a:p>
          </p:txBody>
        </p:sp>
      </p:grp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790BCFF-4E49-1C87-CBE4-9249ACD03BE8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300"/>
              <a:t>Distribuição das Emissões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4CC9B934-7CC5-F67C-80F7-B1634618D2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</p:spTree>
    <p:extLst>
      <p:ext uri="{BB962C8B-B14F-4D97-AF65-F5344CB8AC3E}">
        <p14:creationId xmlns:p14="http://schemas.microsoft.com/office/powerpoint/2010/main" val="13760058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EED7B-4DC3-8AE9-9C77-03C8D81A6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0982F-0AAB-0163-F352-90E3428D1F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 noProof="0"/>
              <a:t>Análises de Sensibilidade – Resumo Global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1D7F027D-6B13-6155-FDD6-C2E232468A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4ECD44-64B4-023D-ACB2-05B19B3AD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991711"/>
              </p:ext>
            </p:extLst>
          </p:nvPr>
        </p:nvGraphicFramePr>
        <p:xfrm>
          <a:off x="610448" y="1498209"/>
          <a:ext cx="10940543" cy="1093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5978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1735232292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762625140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Portfolio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Intensidade Física (kgCO</a:t>
                      </a:r>
                      <a:r>
                        <a:rPr lang="pt-PT" sz="1200" b="1" u="none" strike="noStrike" baseline="-25000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200" b="1" u="none" strike="noStrike" baseline="30000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200" b="1" i="0" u="none" strike="noStrike" noProof="0" dirty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1" i="0" u="none" strike="noStrike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Intensidade Económica (tCO</a:t>
                      </a:r>
                      <a:r>
                        <a:rPr lang="it-IT" sz="1200" b="1" i="0" u="none" strike="noStrike" baseline="-25000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it-IT" sz="1200" b="1" i="0" u="none" strike="noStrike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e/€M)</a:t>
                      </a:r>
                      <a:endParaRPr lang="pt-PT" sz="1200" b="1" i="0" u="none" strike="noStrike" noProof="0" dirty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PCAF </a:t>
                      </a:r>
                      <a:r>
                        <a:rPr lang="pt-PT" sz="1200" b="1" i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Score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Real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(CRE)</a:t>
                      </a:r>
                    </a:p>
                  </a:txBody>
                  <a:tcPr marL="68974" marR="68974" marT="34487" marB="34487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1.266.905.219 €</a:t>
                      </a:r>
                    </a:p>
                  </a:txBody>
                  <a:tcPr marL="6840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59.464</a:t>
                      </a:r>
                    </a:p>
                  </a:txBody>
                  <a:tcPr marL="6840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 dirty="0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27,25</a:t>
                      </a:r>
                    </a:p>
                  </a:txBody>
                  <a:tcPr marL="6840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46,94</a:t>
                      </a:r>
                    </a:p>
                  </a:txBody>
                  <a:tcPr marL="6840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3,2</a:t>
                      </a:r>
                    </a:p>
                  </a:txBody>
                  <a:tcPr marL="6840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Loans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</a:p>
                  </a:txBody>
                  <a:tcPr marL="68974" marR="68974" marT="34487" marB="34487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23.305.878.350 €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320.595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 dirty="0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10,25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13,76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3,1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24.572.783.570 €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380.059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200" b="1" i="0" u="none" strike="noStrike" noProof="0" dirty="0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100" b="1" i="0" u="none" strike="noStrike" noProof="0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100" b="1" i="0" u="none" strike="noStrike" noProof="0" dirty="0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15B6AA-3910-878B-20C2-53EB12786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318290"/>
              </p:ext>
            </p:extLst>
          </p:nvPr>
        </p:nvGraphicFramePr>
        <p:xfrm>
          <a:off x="610448" y="3195660"/>
          <a:ext cx="10940543" cy="1093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5978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1735232292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762625140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Portfolio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Intensidade Física (kgCO</a:t>
                      </a:r>
                      <a:r>
                        <a:rPr lang="pt-PT" sz="1200" b="1" u="none" strike="noStrike" baseline="-25000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200" b="1" u="none" strike="noStrike" baseline="30000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200" b="1" i="0" u="none" strike="noStrike" noProof="0" dirty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1" i="0" u="none" strike="noStrike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Intensidade Económica (tCO</a:t>
                      </a:r>
                      <a:r>
                        <a:rPr lang="it-IT" sz="1200" b="1" i="0" u="none" strike="noStrike" baseline="-25000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it-IT" sz="1200" b="1" i="0" u="none" strike="noStrike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e/€M)</a:t>
                      </a:r>
                      <a:endParaRPr lang="pt-PT" sz="1200" b="1" i="0" u="none" strike="noStrike" noProof="0" dirty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PCAF </a:t>
                      </a:r>
                      <a:r>
                        <a:rPr lang="pt-PT" sz="1200" b="1" i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Score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Real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(CRE)</a:t>
                      </a:r>
                    </a:p>
                  </a:txBody>
                  <a:tcPr marL="68974" marR="68974" marT="34487" marB="34487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1.269.595.966 €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91.654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 dirty="0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48,81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72,19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4,0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Loans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</a:p>
                  </a:txBody>
                  <a:tcPr marL="68974" marR="68974" marT="34487" marB="34487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23.305.986.580 €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304.862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13,63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13,08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3,8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24.575.582.546 €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396.516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200" b="1" i="0" u="none" strike="noStrike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000" b="0" i="0" u="none" strike="noStrike">
                        <a:solidFill>
                          <a:srgbClr val="005F7C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000" b="0" i="0" u="none" strike="noStrike" dirty="0">
                        <a:solidFill>
                          <a:srgbClr val="005F7C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D7EE5E-1987-ED7E-6583-AB90A8E57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945444"/>
              </p:ext>
            </p:extLst>
          </p:nvPr>
        </p:nvGraphicFramePr>
        <p:xfrm>
          <a:off x="610448" y="4893111"/>
          <a:ext cx="10940543" cy="1093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5978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1735232292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762625140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Portfolio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Intensidade Física (kgCO</a:t>
                      </a:r>
                      <a:r>
                        <a:rPr lang="pt-PT" sz="1200" b="1" u="none" strike="noStrike" baseline="-25000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200" b="1" u="none" strike="noStrike" baseline="30000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200" b="1" i="0" u="none" strike="noStrike" noProof="0" dirty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Intensidade Económica </a:t>
                      </a:r>
                      <a:r>
                        <a:rPr lang="it-IT" sz="1200" b="1" i="0" u="none" strike="noStrike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(tCO</a:t>
                      </a:r>
                      <a:r>
                        <a:rPr lang="it-IT" sz="1200" b="1" i="0" u="none" strike="noStrike" baseline="-25000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it-IT" sz="1200" b="1" i="0" u="none" strike="noStrike" noProof="0" dirty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e/€M)</a:t>
                      </a:r>
                      <a:endParaRPr lang="pt-PT" sz="1200" b="1" i="0" u="none" strike="noStrike" noProof="0" dirty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PCAF </a:t>
                      </a:r>
                      <a:r>
                        <a:rPr lang="pt-PT" sz="1200" b="1" i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Score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Real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(CRE)</a:t>
                      </a:r>
                    </a:p>
                  </a:txBody>
                  <a:tcPr marL="68974" marR="68974" marT="34487" marB="34487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1.246.214.370 €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63.065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30,79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50,61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4,0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Loans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</a:p>
                  </a:txBody>
                  <a:tcPr marL="68974" marR="68974" marT="34487" marB="34487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23.305.964.795 €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606.396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19,74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26,02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3,8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24.552.179.165 €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669.462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050" b="0" i="0" u="none" strike="noStrike">
                        <a:solidFill>
                          <a:srgbClr val="005F7C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000" b="0" i="0" u="none" strike="noStrike">
                        <a:solidFill>
                          <a:srgbClr val="005F7C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000" b="0" i="0" u="none" strike="noStrike" dirty="0">
                        <a:solidFill>
                          <a:srgbClr val="005F7C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CFF9B51D-EDFF-EDD4-084B-D51DA05CDA90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B5AD936-2DB9-A6FF-075B-9BFBB1B57A90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 18">
              <a:extLst>
                <a:ext uri="{FF2B5EF4-FFF2-40B4-BE49-F238E27FC236}">
                  <a16:creationId xmlns:a16="http://schemas.microsoft.com/office/drawing/2014/main" id="{7A98776B-BA2F-3188-314A-329672057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7" y="1190340"/>
              <a:ext cx="59688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1 - </a:t>
              </a:r>
              <a:r>
                <a:rPr lang="pt-PT" sz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Utilização de EPC estimados como reais </a:t>
              </a:r>
              <a:endPara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831E77-57A3-073B-DACA-F7B241CC09A0}"/>
              </a:ext>
            </a:extLst>
          </p:cNvPr>
          <p:cNvGrpSpPr/>
          <p:nvPr/>
        </p:nvGrpSpPr>
        <p:grpSpPr>
          <a:xfrm>
            <a:off x="604353" y="2888952"/>
            <a:ext cx="11016000" cy="234000"/>
            <a:chOff x="604353" y="1190340"/>
            <a:chExt cx="11016000" cy="234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51048C-B5BE-D9CB-890C-9C0C997AFCEA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882B298-3FB8-D337-5DC0-C7E883AFA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8" y="1190340"/>
              <a:ext cx="5970381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2 - </a:t>
              </a:r>
              <a:r>
                <a:rPr lang="pt-PT" sz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Utilização do montante de avaliação no cálculo do fator de atribuição</a:t>
              </a:r>
              <a:endPara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CA5EB8-6CCF-BA03-9D40-473795E81381}"/>
              </a:ext>
            </a:extLst>
          </p:cNvPr>
          <p:cNvGrpSpPr/>
          <p:nvPr/>
        </p:nvGrpSpPr>
        <p:grpSpPr>
          <a:xfrm>
            <a:off x="604353" y="4587563"/>
            <a:ext cx="11016000" cy="234000"/>
            <a:chOff x="604353" y="1190340"/>
            <a:chExt cx="11016000" cy="2340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EBE5646-F9DF-E0B9-21D3-2566D3B0C6FC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2CCE56A-19DC-5C7E-F0DA-A36C03168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59688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3 - </a:t>
              </a:r>
              <a:r>
                <a:rPr lang="pt-PT" sz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Utilização dos fatores de emissão dos imóveis de Espanha</a:t>
              </a:r>
              <a:endPara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endParaRP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010C41E0-A9E2-693F-8556-C78B92A4EAA0}"/>
              </a:ext>
            </a:extLst>
          </p:cNvPr>
          <p:cNvSpPr/>
          <p:nvPr/>
        </p:nvSpPr>
        <p:spPr>
          <a:xfrm>
            <a:off x="549490" y="6124274"/>
            <a:ext cx="10727059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Montante de valor bruto do financiamento associado ao colateral imobiliário. As exposições variam entre os diferentes cenários devido ao mapeamento entre os dados da carteira e o 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input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PCAF, para as variáveis classe energética dos certificados estimados e finalidade do bem, fazer flutuar o universo de cálculo – e.g., classes energéticas inválidas numa dada geografia.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3880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F97E2-D27C-FD83-9E34-75370DB02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08606F-08B8-0D3D-93B8-191EC8754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051944"/>
              </p:ext>
            </p:extLst>
          </p:nvPr>
        </p:nvGraphicFramePr>
        <p:xfrm>
          <a:off x="618935" y="1691881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1.220.645.580 €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96%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422.160  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270.519.776 €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22%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1.380   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766.202.066 €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63%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42.401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183.923.738 €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11%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15.534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18.148.278 €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149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4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28.111.362 €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1.266.905.220 €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59.464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0789A9-9055-273A-F4EA-020050E1D3C4}"/>
              </a:ext>
            </a:extLst>
          </p:cNvPr>
          <p:cNvCxnSpPr>
            <a:cxnSpLocks/>
          </p:cNvCxnSpPr>
          <p:nvPr/>
        </p:nvCxnSpPr>
        <p:spPr>
          <a:xfrm>
            <a:off x="604353" y="1323840"/>
            <a:ext cx="11016000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3A879-7E3B-A464-9E07-7ACC333987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Análises de Sensibilidade – Detalhe por Finalidade do Colateral Imobiliário (1|3) 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3E301FDF-C1EB-19CE-99C0-E6B45C3BBE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5C1B47-083A-E4AF-2945-1E68CB6A8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432041"/>
              </p:ext>
            </p:extLst>
          </p:nvPr>
        </p:nvGraphicFramePr>
        <p:xfrm>
          <a:off x="618935" y="3960100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23.269.528.506 €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320.366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23.225.311.625 €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302.073   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r>
                        <a:rPr lang="pt-PT" sz="1000" b="0" u="none" strike="noStrike" baseline="30000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</a:t>
                      </a:r>
                      <a:endParaRPr lang="pt-PT" sz="1000" b="0" i="0" u="none" strike="noStrike" baseline="30000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30.520.446 €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14.446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13.696.435 €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3.847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35.637 €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229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4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36.314.207 €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23.305.878.350€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320.595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360D603-40D8-9F00-3405-A90EF0575B74}"/>
              </a:ext>
            </a:extLst>
          </p:cNvPr>
          <p:cNvSpPr/>
          <p:nvPr/>
        </p:nvSpPr>
        <p:spPr>
          <a:xfrm>
            <a:off x="608401" y="145744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Commercial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Real </a:t>
            </a:r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Estate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(CRE)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3904ED-5336-7818-82C5-42F1913D8E67}"/>
              </a:ext>
            </a:extLst>
          </p:cNvPr>
          <p:cNvSpPr/>
          <p:nvPr/>
        </p:nvSpPr>
        <p:spPr>
          <a:xfrm>
            <a:off x="608401" y="373328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Mortgage</a:t>
            </a:r>
            <a:endParaRPr lang="pt-PT" sz="1200" b="1" i="1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34B59E-5060-9197-CCB7-D030251F7E17}"/>
              </a:ext>
            </a:extLst>
          </p:cNvPr>
          <p:cNvSpPr/>
          <p:nvPr/>
        </p:nvSpPr>
        <p:spPr>
          <a:xfrm>
            <a:off x="549490" y="6124274"/>
            <a:ext cx="10727059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Montante de valor bruto do financiamento associado ao colateral imobiliário. (2) Devido a arredondamentos, a soma dos valores parciais poderá não coincidir exatamente com o total apresentado; (3) Financiamentos a particulares no âmbito de crédito de habitação cuja finalidade dos colaterais não são exclusivamente habitação. (4)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Exposição utilizada no cálculo das emissões financiadas, mas não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colaterizada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pelos colaterais imobiliário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associados ao financiamento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2CC1C0BC-0D9F-2D2E-DE8C-6C230B255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77" y="1190340"/>
            <a:ext cx="59688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Cenário 1 - </a:t>
            </a:r>
            <a:r>
              <a:rPr lang="pt-PT" sz="120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Utilização de EPC estimados como reais </a:t>
            </a:r>
            <a:endParaRPr lang="pt-PT" sz="1200" b="1" noProof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9936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76EE6-AF73-3932-E8BD-2E1FCE926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870C20-5AE0-F59D-BAA7-EE27D61B0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468017"/>
              </p:ext>
            </p:extLst>
          </p:nvPr>
        </p:nvGraphicFramePr>
        <p:xfrm>
          <a:off x="618935" y="1691881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1.223.336.326 €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96%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91.617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270.519.776 €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22%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1.954   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768.419.656 €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63%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64.867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184.396.895 €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11%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24.796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18.148.278 €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37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28.111.362 €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1.269.595.965 €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91.654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C61CA3F5-00C7-DEF6-5675-99CE8098FFB2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DB3E790-727E-EDB7-855A-3140B025C47D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18">
              <a:extLst>
                <a:ext uri="{FF2B5EF4-FFF2-40B4-BE49-F238E27FC236}">
                  <a16:creationId xmlns:a16="http://schemas.microsoft.com/office/drawing/2014/main" id="{F3B71E83-B1CD-2598-CAE4-11FF751E7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59688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2 - </a:t>
              </a:r>
              <a:r>
                <a:rPr lang="pt-PT" sz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Utilização do montante de avaliação no cálculo do fator de atribuição</a:t>
              </a:r>
              <a:endPara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A9C35-DB7F-9647-B18C-CD69573FEA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Análises de Sensibilidade – Detalhe por Finalidade do Colateral Imobiliário (2|3) 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29790501-420E-0725-3B71-2B128CE43E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3A7FE5-75F9-6119-DC37-0367A9CB8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191147"/>
              </p:ext>
            </p:extLst>
          </p:nvPr>
        </p:nvGraphicFramePr>
        <p:xfrm>
          <a:off x="618935" y="3960100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23.269.636.736 €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304.807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23.225.311.625 €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281.377   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r>
                        <a:rPr lang="pt-PT" sz="1000" b="0" u="none" strike="noStrike" baseline="30000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</a:t>
                      </a:r>
                      <a:endParaRPr lang="pt-PT" sz="1000" b="0" i="0" u="none" strike="noStrike" baseline="30000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30.591.558 €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16.846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13.733.553 €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6.584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35.637 €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54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4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36.314.207 €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23.305.986.580 €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304.862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1C35E6D-8472-B505-498E-92D81A850DBB}"/>
              </a:ext>
            </a:extLst>
          </p:cNvPr>
          <p:cNvSpPr/>
          <p:nvPr/>
        </p:nvSpPr>
        <p:spPr>
          <a:xfrm>
            <a:off x="608401" y="145744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Commercial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Real </a:t>
            </a:r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Estate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(CRE)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910931-6546-51A8-C4F8-054502E8C5C1}"/>
              </a:ext>
            </a:extLst>
          </p:cNvPr>
          <p:cNvSpPr/>
          <p:nvPr/>
        </p:nvSpPr>
        <p:spPr>
          <a:xfrm>
            <a:off x="608401" y="373328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Mortgage</a:t>
            </a:r>
            <a:endParaRPr lang="pt-PT" sz="1200" b="1" i="1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B739F7-3F4E-6B18-56AC-9C746F1A24AE}"/>
              </a:ext>
            </a:extLst>
          </p:cNvPr>
          <p:cNvSpPr/>
          <p:nvPr/>
        </p:nvSpPr>
        <p:spPr>
          <a:xfrm>
            <a:off x="549490" y="6124274"/>
            <a:ext cx="10727059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Montante de valor bruto do financiamento associado ao colateral imobiliário. (2) Devido a arredondamentos, a soma dos valores parciais poderá não coincidir exatamente com o total apresentado; (3) Financiamentos a particulares no âmbito de crédito de habitação cuja finalidade dos colaterais não são exclusivamente habitação. (4)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Exposição utilizada no cálculo das emissões financiadas, mas não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colaterizada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pelos colaterais imobiliário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associados ao financiamento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0186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7782-802B-17BB-0FC0-36163F845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B5564D-8701-F98D-774F-7AE8C613B64C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CE9907C-DD6E-017C-61A3-CB33ECD70D12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18">
              <a:extLst>
                <a:ext uri="{FF2B5EF4-FFF2-40B4-BE49-F238E27FC236}">
                  <a16:creationId xmlns:a16="http://schemas.microsoft.com/office/drawing/2014/main" id="{3E88EA80-1891-D307-27C4-0C4C6681D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59688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3 - </a:t>
              </a:r>
              <a:r>
                <a:rPr lang="pt-PT" sz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Utilização dos fatores de emissão dos imóveis de Espanha</a:t>
              </a:r>
              <a:endPara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3E47D-9D9B-E56C-92C4-2998FAC625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Análises de Sensibilidade – Detalhe por Finalidade do Colateral Imobiliário (3|3) 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4BD9A135-7DC9-26DD-6A01-278495EA3B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118FA1-93D2-8559-68F8-1F76A103A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941030"/>
              </p:ext>
            </p:extLst>
          </p:nvPr>
        </p:nvGraphicFramePr>
        <p:xfrm>
          <a:off x="618935" y="3960100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23.269.614.951 €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606.273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23.225.311.625 €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591.303   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r>
                        <a:rPr lang="pt-PT" sz="1000" b="0" u="none" strike="noStrike" baseline="30000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</a:t>
                      </a:r>
                      <a:endParaRPr lang="pt-PT" sz="1000" b="0" i="0" u="none" strike="noStrike" baseline="30000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30.569.773 €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11.017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13.733.553 €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3.952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35.637 €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124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4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36.314.207 €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23.305.964.795 €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606.396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A806D9E-3D44-D024-2C41-F10BDB0D979D}"/>
              </a:ext>
            </a:extLst>
          </p:cNvPr>
          <p:cNvSpPr/>
          <p:nvPr/>
        </p:nvSpPr>
        <p:spPr>
          <a:xfrm>
            <a:off x="608401" y="145744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Commercial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Real </a:t>
            </a:r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Estate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(CRE)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CA5B0B-A16D-0375-107C-86025876B055}"/>
              </a:ext>
            </a:extLst>
          </p:cNvPr>
          <p:cNvSpPr/>
          <p:nvPr/>
        </p:nvSpPr>
        <p:spPr>
          <a:xfrm>
            <a:off x="608401" y="373328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Mortgage</a:t>
            </a:r>
            <a:endParaRPr lang="pt-PT" sz="1200" b="1" i="1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A64AA1-3E2A-2CF0-7842-7BF00A6DF4C9}"/>
              </a:ext>
            </a:extLst>
          </p:cNvPr>
          <p:cNvSpPr/>
          <p:nvPr/>
        </p:nvSpPr>
        <p:spPr>
          <a:xfrm>
            <a:off x="549490" y="6124274"/>
            <a:ext cx="10727059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Montante de valor bruto do financiamento associado ao colateral imobiliário. (2) Devido a arredondamentos, a soma dos valores parciais poderá não coincidir exatamente com o total apresentado; (3) Financiamentos a particulares no âmbito de crédito de habitação cuja finalidade dos colaterais não são exclusivamente habitação. (4)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Exposição utilizada no cálculo das emissões financiadas, mas não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colaterizada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pelos colaterais imobiliário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associados ao financiamento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E777E96-F8F7-8A0A-EB8C-536955E51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678664"/>
              </p:ext>
            </p:extLst>
          </p:nvPr>
        </p:nvGraphicFramePr>
        <p:xfrm>
          <a:off x="618935" y="1691881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1.199.954.730 €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97%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62.985 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270.519.776 €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23%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2.880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746.033.512 €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62%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43,715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183.401.442 €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12%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16.390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18.148.278 €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81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28.111.362 €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1.246.214.370 €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63.065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0027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8FF8F-0968-489A-536B-E32AEE0F9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A27E2-6575-A301-F970-8B1C493E60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Documentos de suporte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D21965FA-A672-4740-3B6E-C1602CE3BE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DF597D-4D15-EA0F-7F67-63AF6A90CA9F}"/>
              </a:ext>
            </a:extLst>
          </p:cNvPr>
          <p:cNvSpPr/>
          <p:nvPr/>
        </p:nvSpPr>
        <p:spPr>
          <a:xfrm>
            <a:off x="549490" y="1162799"/>
            <a:ext cx="10963840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pt-PT" sz="140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41F8617-1B76-F115-385B-E376001D4C79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9F9A0CC-34BC-7F80-C409-34C083767696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8">
              <a:extLst>
                <a:ext uri="{FF2B5EF4-FFF2-40B4-BE49-F238E27FC236}">
                  <a16:creationId xmlns:a16="http://schemas.microsoft.com/office/drawing/2014/main" id="{59922E9E-EDB5-661F-20AC-1F9D0DDAF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33840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Cálculo das Emissões Financiadas - Dez.24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80336-1896-3B85-660B-944958D022B4}"/>
              </a:ext>
            </a:extLst>
          </p:cNvPr>
          <p:cNvSpPr/>
          <p:nvPr/>
        </p:nvSpPr>
        <p:spPr>
          <a:xfrm>
            <a:off x="604353" y="1437119"/>
            <a:ext cx="10963840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O documento abaixo apresenta o cálculo das emissões financiadas para os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Comercial Real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e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,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 dezembro de 2024, e o detalhe dos resultados por EPC, área ponderada e finalidade do bem.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784401-2156-4D81-B496-AB25A0047827}"/>
              </a:ext>
            </a:extLst>
          </p:cNvPr>
          <p:cNvGrpSpPr/>
          <p:nvPr/>
        </p:nvGrpSpPr>
        <p:grpSpPr>
          <a:xfrm>
            <a:off x="604353" y="3537300"/>
            <a:ext cx="11016000" cy="234000"/>
            <a:chOff x="604353" y="1190340"/>
            <a:chExt cx="11016000" cy="234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5D08051-332D-348A-6E96-A11AC880F3A8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0CD3045E-044A-90A7-767F-E0D54AA3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33840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Documento de Especificação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2F3FCBC-9292-AE74-1AB3-A333AA9235AC}"/>
              </a:ext>
            </a:extLst>
          </p:cNvPr>
          <p:cNvSpPr/>
          <p:nvPr/>
        </p:nvSpPr>
        <p:spPr>
          <a:xfrm>
            <a:off x="604353" y="3784079"/>
            <a:ext cx="10963840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Abaixo encontra-se o documento de suporte à especificação funcional e técnica do processo do cálculo de emissões financiadas para o universo de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e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Mortagge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– solução tática e solução estrutural –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, de acordo com as recomendações do P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ortfolio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Aligment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E7CE9E7-466E-3D69-7B5A-1B2016A453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086330"/>
              </p:ext>
            </p:extLst>
          </p:nvPr>
        </p:nvGraphicFramePr>
        <p:xfrm>
          <a:off x="719979" y="2016619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282" imgH="792515" progId="Excel.Sheet.12">
                  <p:embed/>
                </p:oleObj>
              </mc:Choice>
              <mc:Fallback>
                <p:oleObj name="Worksheet" showAsIcon="1" r:id="rId3" imgW="914282" imgH="792515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E7CE9E7-466E-3D69-7B5A-1B2016A453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9979" y="2016619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00B6173-144E-756D-5921-C8358414FA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616512"/>
              </p:ext>
            </p:extLst>
          </p:nvPr>
        </p:nvGraphicFramePr>
        <p:xfrm>
          <a:off x="719979" y="4386539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5" imgW="914282" imgH="792515" progId="AcroExch.Document.DC">
                  <p:embed/>
                </p:oleObj>
              </mc:Choice>
              <mc:Fallback>
                <p:oleObj name="Acrobat Document" showAsIcon="1" r:id="rId5" imgW="914282" imgH="792515" progId="AcroExch.Document.DC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00B6173-144E-756D-5921-C8358414FA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9979" y="4386539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08342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907585"/>
      </p:ext>
    </p:extLst>
  </p:cSld>
  <p:clrMapOvr>
    <a:masterClrMapping/>
  </p:clrMapOvr>
</p:sld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5C4F319D-F7CC-47B8-B464-87FE1764F457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38F48CE1-8A91-4E1A-BE73-7D2F7DAC64B1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3F2E31E4-9901-495B-855A-2D2A068FEFFE}"/>
    </a:ext>
  </a:extLst>
</a:theme>
</file>

<file path=ppt/theme/theme4.xml><?xml version="1.0" encoding="utf-8"?>
<a:theme xmlns:a="http://schemas.openxmlformats.org/drawingml/2006/main" name="Custom Design">
  <a:themeElements>
    <a:clrScheme name="Neyond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EBEBE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B2FE4A6B-F6AD-41F4-B806-7D3213B1E04B}"/>
    </a:ext>
  </a:extLst>
</a:theme>
</file>

<file path=ppt/theme/theme5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55EF05C4-3636-43ED-9363-705EB74EA362}"/>
    </a:ext>
  </a:extLst>
</a:theme>
</file>

<file path=ppt/theme/theme6.xml><?xml version="1.0" encoding="utf-8"?>
<a:theme xmlns:a="http://schemas.openxmlformats.org/drawingml/2006/main" name="1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7DA459F9-F72B-4C75-9D6C-ACE866DAF679}"/>
    </a:ext>
  </a:extLst>
</a:theme>
</file>

<file path=ppt/theme/theme7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0BF0CA76-717D-4029-9DE4-3DF3A88C9284}"/>
    </a:ext>
  </a:extLst>
</a:theme>
</file>

<file path=ppt/theme/theme8.xml><?xml version="1.0" encoding="utf-8"?>
<a:theme xmlns:a="http://schemas.openxmlformats.org/drawingml/2006/main" name="5_Custom Design">
  <a:themeElements>
    <a:clrScheme name="Neyond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EBEBE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9.xml><?xml version="1.0" encoding="utf-8"?>
<a:theme xmlns:a="http://schemas.openxmlformats.org/drawingml/2006/main" name="1_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10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B97585E09443F4AAD8146941AB48E01" ma:contentTypeVersion="5" ma:contentTypeDescription="Criar um novo documento." ma:contentTypeScope="" ma:versionID="341d2b79af88a545a077eeddd237f03f">
  <xsd:schema xmlns:xsd="http://www.w3.org/2001/XMLSchema" xmlns:xs="http://www.w3.org/2001/XMLSchema" xmlns:p="http://schemas.microsoft.com/office/2006/metadata/properties" xmlns:ns1="http://schemas.microsoft.com/sharepoint/v3" xmlns:ns2="9d629f8d-b1c2-45b2-ae28-e7468e488fba" targetNamespace="http://schemas.microsoft.com/office/2006/metadata/properties" ma:root="true" ma:fieldsID="9ceef524705317ec3293e4e5d2420b90" ns1:_="" ns2:_="">
    <xsd:import namespace="http://schemas.microsoft.com/sharepoint/v3"/>
    <xsd:import namespace="9d629f8d-b1c2-45b2-ae28-e7468e488f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629f8d-b1c2-45b2-ae28-e7468e488f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11FD1160-50C3-4750-80C6-309682FF11B2}"/>
</file>

<file path=customXml/itemProps2.xml><?xml version="1.0" encoding="utf-8"?>
<ds:datastoreItem xmlns:ds="http://schemas.openxmlformats.org/officeDocument/2006/customXml" ds:itemID="{ACBF8D17-0426-4CC1-8F30-F5A1DD0A79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F4B554-327C-4269-8756-69B4FDD30EB7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854283a7-3fb6-477f-93d1-fdd87b0bdce4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Neyond v0.4</Template>
  <TotalTime>699</TotalTime>
  <Words>8189</Words>
  <Application>Microsoft Office PowerPoint</Application>
  <PresentationFormat>Custom</PresentationFormat>
  <Paragraphs>1058</Paragraphs>
  <Slides>44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9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67" baseType="lpstr">
      <vt:lpstr>Abril Fatface</vt:lpstr>
      <vt:lpstr>Arial</vt:lpstr>
      <vt:lpstr>Calibri</vt:lpstr>
      <vt:lpstr>Cambria Math</vt:lpstr>
      <vt:lpstr>Helvetica Neue</vt:lpstr>
      <vt:lpstr>Muli</vt:lpstr>
      <vt:lpstr>Muli Black</vt:lpstr>
      <vt:lpstr>Muli Bold</vt:lpstr>
      <vt:lpstr>Muli ExtraBold</vt:lpstr>
      <vt:lpstr>Muli Light</vt:lpstr>
      <vt:lpstr>Roboto Condensed</vt:lpstr>
      <vt:lpstr>Wingdings</vt:lpstr>
      <vt:lpstr>1_Neyond_capa1</vt:lpstr>
      <vt:lpstr>Índice Neyond</vt:lpstr>
      <vt:lpstr>3_Neyond_separador</vt:lpstr>
      <vt:lpstr>Custom Design</vt:lpstr>
      <vt:lpstr>4_Custom Design</vt:lpstr>
      <vt:lpstr>1_Neyond_contracapa</vt:lpstr>
      <vt:lpstr>2_Neyond_Contracapa</vt:lpstr>
      <vt:lpstr>5_Custom Design</vt:lpstr>
      <vt:lpstr>1_Índice Neyond</vt:lpstr>
      <vt:lpstr>Worksheet</vt:lpstr>
      <vt:lpstr>Acrobat Document</vt:lpstr>
      <vt:lpstr>Portfolio Alignment – Cálculo de emissões financiadas de CRE e Mortgages, e Convergência de Calculadoras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Neyond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Neyond Proposta e Apresentacao</dc:subject>
  <dc:creator>martnunes@neyond.pt</dc:creator>
  <cp:lastModifiedBy>Luís Alexandre Aires de Almeida</cp:lastModifiedBy>
  <cp:revision>1</cp:revision>
  <dcterms:created xsi:type="dcterms:W3CDTF">2021-03-15T11:35:43Z</dcterms:created>
  <dcterms:modified xsi:type="dcterms:W3CDTF">2026-02-06T23:07:59Z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0x0101003B97585E09443F4AAD8146941AB48E01</vt:lpwstr>
  </property>
  <property fmtid="{D5CDD505-2E9C-101B-9397-08002B2CF9AE}" pid="4" name="MSIP_Label_41b88ec2-a72b-4523-9e84-0458a1764731_Enabled">
    <vt:lpwstr>true</vt:lpwstr>
  </property>
  <property fmtid="{D5CDD505-2E9C-101B-9397-08002B2CF9AE}" pid="5" name="MSIP_Label_41b88ec2-a72b-4523-9e84-0458a1764731_SetDate">
    <vt:lpwstr>2026-01-20T18:32:20Z</vt:lpwstr>
  </property>
  <property fmtid="{D5CDD505-2E9C-101B-9397-08002B2CF9AE}" pid="6" name="MSIP_Label_41b88ec2-a72b-4523-9e84-0458a1764731_Method">
    <vt:lpwstr>Privileged</vt:lpwstr>
  </property>
  <property fmtid="{D5CDD505-2E9C-101B-9397-08002B2CF9AE}" pid="7" name="MSIP_Label_41b88ec2-a72b-4523-9e84-0458a1764731_Name">
    <vt:lpwstr>Public O365</vt:lpwstr>
  </property>
  <property fmtid="{D5CDD505-2E9C-101B-9397-08002B2CF9AE}" pid="8" name="MSIP_Label_41b88ec2-a72b-4523-9e84-0458a1764731_SiteId">
    <vt:lpwstr>35595a02-4d6d-44ac-99e1-f9ab4cd872db</vt:lpwstr>
  </property>
  <property fmtid="{D5CDD505-2E9C-101B-9397-08002B2CF9AE}" pid="9" name="MSIP_Label_41b88ec2-a72b-4523-9e84-0458a1764731_ActionId">
    <vt:lpwstr>97e71b7e-8e1b-4bf4-bf65-7553d66b8c64</vt:lpwstr>
  </property>
  <property fmtid="{D5CDD505-2E9C-101B-9397-08002B2CF9AE}" pid="10" name="MSIP_Label_41b88ec2-a72b-4523-9e84-0458a1764731_ContentBits">
    <vt:lpwstr>0</vt:lpwstr>
  </property>
  <property fmtid="{D5CDD505-2E9C-101B-9397-08002B2CF9AE}" pid="11" name="MSIP_Label_41b88ec2-a72b-4523-9e84-0458a1764731_Tag">
    <vt:lpwstr>10, 0, 1, 1</vt:lpwstr>
  </property>
  <property fmtid="{D5CDD505-2E9C-101B-9397-08002B2CF9AE}" pid="12" name="Order">
    <vt:lpwstr>13700.0000000000</vt:lpwstr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_ExtendedDescription">
    <vt:lpwstr/>
  </property>
  <property fmtid="{D5CDD505-2E9C-101B-9397-08002B2CF9AE}" pid="19" name="TriggerFlowInfo">
    <vt:lpwstr/>
  </property>
  <property fmtid="{D5CDD505-2E9C-101B-9397-08002B2CF9AE}" pid="20" name="xd_Signature">
    <vt:lpwstr/>
  </property>
</Properties>
</file>