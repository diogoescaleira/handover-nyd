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261" r:id="rId5"/>
    <p:sldId id="489" r:id="rId6"/>
    <p:sldId id="492"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E2E9"/>
    <a:srgbClr val="63E221"/>
    <a:srgbClr val="EFFF31"/>
    <a:srgbClr val="EFFF1D"/>
    <a:srgbClr val="FFE1E1"/>
    <a:srgbClr val="E0BABA"/>
    <a:srgbClr val="FF6D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2C534C-3356-43FC-BF0D-8E7A6D956075}" v="2" dt="2021-06-24T15:08:44.84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6" autoAdjust="0"/>
    <p:restoredTop sz="94660"/>
  </p:normalViewPr>
  <p:slideViewPr>
    <p:cSldViewPr snapToGrid="0">
      <p:cViewPr varScale="1">
        <p:scale>
          <a:sx n="85" d="100"/>
          <a:sy n="85" d="100"/>
        </p:scale>
        <p:origin x="79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23" Type="http://schemas.microsoft.com/office/2015/10/relationships/revisionInfo" Target="revisionInfo.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oma Munoz" userId="54ac8f13-96be-4170-bf4b-04de0597c433" providerId="ADAL" clId="{751E7E58-4EC5-4102-ADE2-129950FB4FDB}"/>
    <pc:docChg chg="custSel modSld">
      <pc:chgData name="Paloma Munoz" userId="54ac8f13-96be-4170-bf4b-04de0597c433" providerId="ADAL" clId="{751E7E58-4EC5-4102-ADE2-129950FB4FDB}" dt="2021-06-24T15:08:48.648" v="5" actId="1076"/>
      <pc:docMkLst>
        <pc:docMk/>
      </pc:docMkLst>
      <pc:sldChg chg="addSp delSp modSp">
        <pc:chgData name="Paloma Munoz" userId="54ac8f13-96be-4170-bf4b-04de0597c433" providerId="ADAL" clId="{751E7E58-4EC5-4102-ADE2-129950FB4FDB}" dt="2021-06-24T15:08:48.648" v="5" actId="1076"/>
        <pc:sldMkLst>
          <pc:docMk/>
          <pc:sldMk cId="1922680591" sldId="494"/>
        </pc:sldMkLst>
        <pc:graphicFrameChg chg="add del mod">
          <ac:chgData name="Paloma Munoz" userId="54ac8f13-96be-4170-bf4b-04de0597c433" providerId="ADAL" clId="{751E7E58-4EC5-4102-ADE2-129950FB4FDB}" dt="2021-06-24T15:08:06.904" v="3" actId="478"/>
          <ac:graphicFrameMkLst>
            <pc:docMk/>
            <pc:sldMk cId="1922680591" sldId="494"/>
            <ac:graphicFrameMk id="5" creationId="{C0AB3B6C-EDD9-4B15-B6E4-88CE1BB11F7E}"/>
          </ac:graphicFrameMkLst>
        </pc:graphicFrameChg>
        <pc:graphicFrameChg chg="del">
          <ac:chgData name="Paloma Munoz" userId="54ac8f13-96be-4170-bf4b-04de0597c433" providerId="ADAL" clId="{751E7E58-4EC5-4102-ADE2-129950FB4FDB}" dt="2021-06-24T15:00:12.278" v="0" actId="478"/>
          <ac:graphicFrameMkLst>
            <pc:docMk/>
            <pc:sldMk cId="1922680591" sldId="494"/>
            <ac:graphicFrameMk id="6" creationId="{DDF68BFC-46DC-4BBE-806B-1564996F4458}"/>
          </ac:graphicFrameMkLst>
        </pc:graphicFrameChg>
        <pc:graphicFrameChg chg="add mod">
          <ac:chgData name="Paloma Munoz" userId="54ac8f13-96be-4170-bf4b-04de0597c433" providerId="ADAL" clId="{751E7E58-4EC5-4102-ADE2-129950FB4FDB}" dt="2021-06-24T15:08:48.648" v="5" actId="1076"/>
          <ac:graphicFrameMkLst>
            <pc:docMk/>
            <pc:sldMk cId="1922680591" sldId="494"/>
            <ac:graphicFrameMk id="8" creationId="{7F5CD92D-7A96-46E5-BE2A-76072B4FDEC6}"/>
          </ac:graphicFrameMkLst>
        </pc:graphicFrame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0ACE7-A953-41E2-A7EA-5C32C9BC181D}" type="datetimeFigureOut">
              <a:rPr lang="es-ES" smtClean="0"/>
              <a:t>16/11/2021</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3C3DF-F817-452D-B5DC-32772A816C30}" type="slidenum">
              <a:rPr lang="es-ES" smtClean="0"/>
              <a:t>‹#›</a:t>
            </a:fld>
            <a:endParaRPr lang="es-ES"/>
          </a:p>
        </p:txBody>
      </p:sp>
    </p:spTree>
    <p:extLst>
      <p:ext uri="{BB962C8B-B14F-4D97-AF65-F5344CB8AC3E}">
        <p14:creationId xmlns:p14="http://schemas.microsoft.com/office/powerpoint/2010/main" val="222395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7978D618-BBD3-4FF5-9218-0E9FEB4B2F82}" type="slidenum">
              <a:rPr lang="es-ES" smtClean="0">
                <a:solidFill>
                  <a:prstClr val="black"/>
                </a:solidFill>
              </a:rPr>
              <a:pPr/>
              <a:t>1</a:t>
            </a:fld>
            <a:endParaRPr lang="es-ES">
              <a:solidFill>
                <a:prstClr val="black"/>
              </a:solidFill>
            </a:endParaRPr>
          </a:p>
        </p:txBody>
      </p:sp>
    </p:spTree>
    <p:extLst>
      <p:ext uri="{BB962C8B-B14F-4D97-AF65-F5344CB8AC3E}">
        <p14:creationId xmlns:p14="http://schemas.microsoft.com/office/powerpoint/2010/main" val="17842505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svg"/><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svg"/><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svg"/><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svg"/><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sv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svg"/><Relationship Id="rId2" Type="http://schemas.openxmlformats.org/officeDocument/2006/relationships/tags" Target="../tags/tag7.xml"/><Relationship Id="rId1" Type="http://schemas.openxmlformats.org/officeDocument/2006/relationships/vmlDrawing" Target="../drawings/vmlDrawing7.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svg"/><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blanco">
    <p:spTree>
      <p:nvGrpSpPr>
        <p:cNvPr id="1" name=""/>
        <p:cNvGrpSpPr/>
        <p:nvPr/>
      </p:nvGrpSpPr>
      <p:grpSpPr>
        <a:xfrm>
          <a:off x="0" y="0"/>
          <a:ext cx="0" cy="0"/>
          <a:chOff x="0" y="0"/>
          <a:chExt cx="0" cy="0"/>
        </a:xfrm>
      </p:grpSpPr>
      <p:sp>
        <p:nvSpPr>
          <p:cNvPr id="3" name="Subtítulo 2">
            <a:extLst>
              <a:ext uri="{FF2B5EF4-FFF2-40B4-BE49-F238E27FC236}">
                <a16:creationId xmlns="" xmlns:a16="http://schemas.microsoft.com/office/drawing/2014/main" id="{7AB17398-CAA7-49B6-868C-44D053E7EAC0}"/>
              </a:ext>
            </a:extLst>
          </p:cNvPr>
          <p:cNvSpPr>
            <a:spLocks noGrp="1"/>
          </p:cNvSpPr>
          <p:nvPr>
            <p:ph type="subTitle" idx="1" hasCustomPrompt="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Esto clic para modificar el estilo de subtítulo del patrón</a:t>
            </a:r>
          </a:p>
        </p:txBody>
      </p:sp>
      <p:pic>
        <p:nvPicPr>
          <p:cNvPr id="9" name="Gráfico 8">
            <a:extLst>
              <a:ext uri="{FF2B5EF4-FFF2-40B4-BE49-F238E27FC236}">
                <a16:creationId xmlns="" xmlns:a16="http://schemas.microsoft.com/office/drawing/2014/main" id="{9012236B-6821-499F-B6D4-F11EC0EF0CAC}"/>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sp>
        <p:nvSpPr>
          <p:cNvPr id="17" name="Marcador de texto 16">
            <a:extLst>
              <a:ext uri="{FF2B5EF4-FFF2-40B4-BE49-F238E27FC236}">
                <a16:creationId xmlns=""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s-ES" dirty="0"/>
              <a:t>Editar los estilos de texto del patrón</a:t>
            </a:r>
          </a:p>
        </p:txBody>
      </p:sp>
      <p:sp>
        <p:nvSpPr>
          <p:cNvPr id="7" name="Forma libre: forma 6">
            <a:extLst>
              <a:ext uri="{FF2B5EF4-FFF2-40B4-BE49-F238E27FC236}">
                <a16:creationId xmlns="" xmlns:a16="http://schemas.microsoft.com/office/drawing/2014/main" id="{67D1300D-9BA1-4612-9EA5-90328019812E}"/>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dirty="0">
              <a:solidFill>
                <a:prstClr val="white"/>
              </a:solidFill>
            </a:endParaRPr>
          </a:p>
        </p:txBody>
      </p:sp>
      <p:sp>
        <p:nvSpPr>
          <p:cNvPr id="6" name="Título 5"/>
          <p:cNvSpPr>
            <a:spLocks noGrp="1"/>
          </p:cNvSpPr>
          <p:nvPr>
            <p:ph type="title"/>
          </p:nvPr>
        </p:nvSpPr>
        <p:spPr/>
        <p:txBody>
          <a:bodyPr/>
          <a:lstStyle/>
          <a:p>
            <a:r>
              <a:rPr lang="es-ES"/>
              <a:t>Haga clic para modificar el estilo de título del patrón</a:t>
            </a:r>
            <a:endParaRPr lang="en-GB"/>
          </a:p>
        </p:txBody>
      </p:sp>
    </p:spTree>
    <p:extLst>
      <p:ext uri="{BB962C8B-B14F-4D97-AF65-F5344CB8AC3E}">
        <p14:creationId xmlns:p14="http://schemas.microsoft.com/office/powerpoint/2010/main" val="1821307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78" name="think-cell Slide" r:id="rId4" imgW="270" imgH="270" progId="TCLayout.ActiveDocument.1">
                  <p:embed/>
                </p:oleObj>
              </mc:Choice>
              <mc:Fallback>
                <p:oleObj name="think-cell Slide" r:id="rId4" imgW="270" imgH="270" progId="TCLayout.ActiveDocument.1">
                  <p:embed/>
                  <p:pic>
                    <p:nvPicPr>
                      <p:cNvPr id="2" name="Objeto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Gráfico 8">
            <a:extLst>
              <a:ext uri="{FF2B5EF4-FFF2-40B4-BE49-F238E27FC236}">
                <a16:creationId xmlns="" xmlns:a16="http://schemas.microsoft.com/office/drawing/2014/main" id="{AC1B0227-D6EB-4F05-832D-EB54916F795A}"/>
              </a:ext>
            </a:extLst>
          </p:cNvPr>
          <p:cNvPicPr>
            <a:picLocks noChangeAspect="1"/>
          </p:cNvPicPr>
          <p:nvPr userDrawn="1"/>
        </p:nvPicPr>
        <p:blipFill>
          <a:blip r:embed="rId6">
            <a:extLst>
              <a:ext uri="{96DAC541-7B7A-43D3-8B79-37D633B846F1}">
                <asvg:svgBlip xmlns="" xmlns:asvg="http://schemas.microsoft.com/office/drawing/2016/SVG/main" r:embed="rId7"/>
              </a:ext>
            </a:extLst>
          </a:blip>
          <a:stretch>
            <a:fillRect/>
          </a:stretch>
        </p:blipFill>
        <p:spPr>
          <a:xfrm>
            <a:off x="832642" y="6262326"/>
            <a:ext cx="1172108" cy="205543"/>
          </a:xfrm>
          <a:prstGeom prst="rect">
            <a:avLst/>
          </a:prstGeom>
        </p:spPr>
      </p:pic>
      <p:sp>
        <p:nvSpPr>
          <p:cNvPr id="14" name="Marcador de texto 11">
            <a:extLst>
              <a:ext uri="{FF2B5EF4-FFF2-40B4-BE49-F238E27FC236}">
                <a16:creationId xmlns=""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s-ES" dirty="0"/>
              <a:t>Editar los estilos de texto del patrón</a:t>
            </a:r>
          </a:p>
        </p:txBody>
      </p:sp>
    </p:spTree>
    <p:extLst>
      <p:ext uri="{BB962C8B-B14F-4D97-AF65-F5344CB8AC3E}">
        <p14:creationId xmlns:p14="http://schemas.microsoft.com/office/powerpoint/2010/main" val="1311317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parador blanco">
    <p:spTree>
      <p:nvGrpSpPr>
        <p:cNvPr id="1" name=""/>
        <p:cNvGrpSpPr/>
        <p:nvPr/>
      </p:nvGrpSpPr>
      <p:grpSpPr>
        <a:xfrm>
          <a:off x="0" y="0"/>
          <a:ext cx="0" cy="0"/>
          <a:chOff x="0" y="0"/>
          <a:chExt cx="0" cy="0"/>
        </a:xfrm>
      </p:grpSpPr>
      <p:sp>
        <p:nvSpPr>
          <p:cNvPr id="7" name="Forma libre: forma 6">
            <a:extLst>
              <a:ext uri="{FF2B5EF4-FFF2-40B4-BE49-F238E27FC236}">
                <a16:creationId xmlns="" xmlns:a16="http://schemas.microsoft.com/office/drawing/2014/main" id="{49C540BB-A189-4361-ABD8-4DA84C6612C3}"/>
              </a:ext>
            </a:extLst>
          </p:cNvPr>
          <p:cNvSpPr/>
          <p:nvPr userDrawn="1"/>
        </p:nvSpPr>
        <p:spPr>
          <a:xfrm>
            <a:off x="3540548" y="0"/>
            <a:ext cx="8651452"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dirty="0">
              <a:solidFill>
                <a:prstClr val="white"/>
              </a:solidFill>
            </a:endParaRPr>
          </a:p>
        </p:txBody>
      </p:sp>
      <p:sp>
        <p:nvSpPr>
          <p:cNvPr id="2" name="Título 1">
            <a:extLst>
              <a:ext uri="{FF2B5EF4-FFF2-40B4-BE49-F238E27FC236}">
                <a16:creationId xmlns="" xmlns:a16="http://schemas.microsoft.com/office/drawing/2014/main" id="{B045CB15-1F44-40E1-909E-6233010BC133}"/>
              </a:ext>
            </a:extLst>
          </p:cNvPr>
          <p:cNvSpPr>
            <a:spLocks noGrp="1"/>
          </p:cNvSpPr>
          <p:nvPr>
            <p:ph type="title"/>
          </p:nvPr>
        </p:nvSpPr>
        <p:spPr>
          <a:xfrm>
            <a:off x="722519" y="626373"/>
            <a:ext cx="4386194" cy="2852737"/>
          </a:xfrm>
        </p:spPr>
        <p:txBody>
          <a:bodyPr anchor="t">
            <a:normAutofit/>
          </a:bodyPr>
          <a:lstStyle>
            <a:lvl1pPr>
              <a:lnSpc>
                <a:spcPct val="100000"/>
              </a:lnSpc>
              <a:defRPr sz="4000">
                <a:solidFill>
                  <a:schemeClr val="accent1"/>
                </a:solidFill>
              </a:defRPr>
            </a:lvl1pPr>
          </a:lstStyle>
          <a:p>
            <a:r>
              <a:rPr lang="es-ES" dirty="0"/>
              <a:t>Haga clic para modificar el estilo de título del patrón</a:t>
            </a:r>
          </a:p>
        </p:txBody>
      </p:sp>
      <p:sp>
        <p:nvSpPr>
          <p:cNvPr id="14" name="Marcador de texto 13">
            <a:extLst>
              <a:ext uri="{FF2B5EF4-FFF2-40B4-BE49-F238E27FC236}">
                <a16:creationId xmlns="" xmlns:a16="http://schemas.microsoft.com/office/drawing/2014/main" id="{6E38BAEA-EEE9-4346-9DB7-91D26BC942D7}"/>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pic>
        <p:nvPicPr>
          <p:cNvPr id="5" name="Gráfico 8">
            <a:extLst>
              <a:ext uri="{FF2B5EF4-FFF2-40B4-BE49-F238E27FC236}">
                <a16:creationId xmlns="" xmlns:a16="http://schemas.microsoft.com/office/drawing/2014/main" id="{9012236B-6821-499F-B6D4-F11EC0EF0CAC}"/>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sp>
        <p:nvSpPr>
          <p:cNvPr id="6" name="Forma libre: forma 6">
            <a:extLst>
              <a:ext uri="{FF2B5EF4-FFF2-40B4-BE49-F238E27FC236}">
                <a16:creationId xmlns="" xmlns:a16="http://schemas.microsoft.com/office/drawing/2014/main" id="{67D1300D-9BA1-4612-9EA5-90328019812E}"/>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dirty="0">
              <a:solidFill>
                <a:prstClr val="white"/>
              </a:solidFill>
            </a:endParaRPr>
          </a:p>
        </p:txBody>
      </p:sp>
    </p:spTree>
    <p:extLst>
      <p:ext uri="{BB962C8B-B14F-4D97-AF65-F5344CB8AC3E}">
        <p14:creationId xmlns:p14="http://schemas.microsoft.com/office/powerpoint/2010/main" val="3428874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ulo y contenido ">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102" name="think-cell Slide" r:id="rId4" imgW="270" imgH="270" progId="TCLayout.ActiveDocument.1">
                  <p:embed/>
                </p:oleObj>
              </mc:Choice>
              <mc:Fallback>
                <p:oleObj name="think-cell Slide" r:id="rId4" imgW="270" imgH="270" progId="TCLayout.ActiveDocument.1">
                  <p:embed/>
                  <p:pic>
                    <p:nvPicPr>
                      <p:cNvPr id="3" name="Objeto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ítulo 1">
            <a:extLst>
              <a:ext uri="{FF2B5EF4-FFF2-40B4-BE49-F238E27FC236}">
                <a16:creationId xmlns=""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defRPr>
            </a:lvl1pPr>
          </a:lstStyle>
          <a:p>
            <a:r>
              <a:rPr lang="es-ES" dirty="0"/>
              <a:t>Aquí Haga clic para modificar el estilo de título del patrón</a:t>
            </a:r>
          </a:p>
        </p:txBody>
      </p:sp>
      <p:pic>
        <p:nvPicPr>
          <p:cNvPr id="11" name="Gráfico 10">
            <a:extLst>
              <a:ext uri="{FF2B5EF4-FFF2-40B4-BE49-F238E27FC236}">
                <a16:creationId xmlns="" xmlns:a16="http://schemas.microsoft.com/office/drawing/2014/main" id="{1FE7499B-1226-4371-B3E5-6DE0E967E635}"/>
              </a:ext>
            </a:extLst>
          </p:cNvPr>
          <p:cNvPicPr>
            <a:picLocks noChangeAspect="1"/>
          </p:cNvPicPr>
          <p:nvPr userDrawn="1"/>
        </p:nvPicPr>
        <p:blipFill>
          <a:blip r:embed="rId6">
            <a:extLst>
              <a:ext uri="{96DAC541-7B7A-43D3-8B79-37D633B846F1}">
                <asvg:svgBlip xmlns="" xmlns:asvg="http://schemas.microsoft.com/office/drawing/2016/SVG/main" r:embed="rId7"/>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8" name="Marcador de texto 16">
            <a:extLst>
              <a:ext uri="{FF2B5EF4-FFF2-40B4-BE49-F238E27FC236}">
                <a16:creationId xmlns=""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20" name="Marcador de texto 16">
            <a:extLst>
              <a:ext uri="{FF2B5EF4-FFF2-40B4-BE49-F238E27FC236}">
                <a16:creationId xmlns=""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Tree>
    <p:extLst>
      <p:ext uri="{BB962C8B-B14F-4D97-AF65-F5344CB8AC3E}">
        <p14:creationId xmlns:p14="http://schemas.microsoft.com/office/powerpoint/2010/main" val="321395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ulo y contenido 2">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26" name="think-cell Slide" r:id="rId4" imgW="270" imgH="270" progId="TCLayout.ActiveDocument.1">
                  <p:embed/>
                </p:oleObj>
              </mc:Choice>
              <mc:Fallback>
                <p:oleObj name="think-cell Slide" r:id="rId4" imgW="270" imgH="270" progId="TCLayout.ActiveDocument.1">
                  <p:embed/>
                  <p:pic>
                    <p:nvPicPr>
                      <p:cNvPr id="3" name="Objeto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ítulo 1">
            <a:extLst>
              <a:ext uri="{FF2B5EF4-FFF2-40B4-BE49-F238E27FC236}">
                <a16:creationId xmlns=""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defRPr>
            </a:lvl1pPr>
          </a:lstStyle>
          <a:p>
            <a:r>
              <a:rPr lang="es-ES" dirty="0"/>
              <a:t>Aquí Haga clic para modificar el estilo de título del patrón</a:t>
            </a:r>
          </a:p>
        </p:txBody>
      </p:sp>
      <p:pic>
        <p:nvPicPr>
          <p:cNvPr id="11" name="Gráfico 10">
            <a:extLst>
              <a:ext uri="{FF2B5EF4-FFF2-40B4-BE49-F238E27FC236}">
                <a16:creationId xmlns="" xmlns:a16="http://schemas.microsoft.com/office/drawing/2014/main" id="{1FE7499B-1226-4371-B3E5-6DE0E967E635}"/>
              </a:ext>
            </a:extLst>
          </p:cNvPr>
          <p:cNvPicPr>
            <a:picLocks noChangeAspect="1"/>
          </p:cNvPicPr>
          <p:nvPr userDrawn="1"/>
        </p:nvPicPr>
        <p:blipFill>
          <a:blip r:embed="rId6">
            <a:extLst>
              <a:ext uri="{96DAC541-7B7A-43D3-8B79-37D633B846F1}">
                <asvg:svgBlip xmlns="" xmlns:asvg="http://schemas.microsoft.com/office/drawing/2016/SVG/main" r:embed="rId7"/>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2" name="Marcador de texto 16">
            <a:extLst>
              <a:ext uri="{FF2B5EF4-FFF2-40B4-BE49-F238E27FC236}">
                <a16:creationId xmlns=""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Tree>
    <p:extLst>
      <p:ext uri="{BB962C8B-B14F-4D97-AF65-F5344CB8AC3E}">
        <p14:creationId xmlns:p14="http://schemas.microsoft.com/office/powerpoint/2010/main" val="640431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tacado">
    <p:spTree>
      <p:nvGrpSpPr>
        <p:cNvPr id="1" name=""/>
        <p:cNvGrpSpPr/>
        <p:nvPr/>
      </p:nvGrpSpPr>
      <p:grpSpPr>
        <a:xfrm>
          <a:off x="0" y="0"/>
          <a:ext cx="0" cy="0"/>
          <a:chOff x="0" y="0"/>
          <a:chExt cx="0" cy="0"/>
        </a:xfrm>
      </p:grpSpPr>
      <p:graphicFrame>
        <p:nvGraphicFramePr>
          <p:cNvPr id="3" name="Objeto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50" name="think-cell Slide" r:id="rId4" imgW="270" imgH="270" progId="TCLayout.ActiveDocument.1">
                  <p:embed/>
                </p:oleObj>
              </mc:Choice>
              <mc:Fallback>
                <p:oleObj name="think-cell Slide" r:id="rId4" imgW="270" imgH="270" progId="TCLayout.ActiveDocument.1">
                  <p:embed/>
                  <p:pic>
                    <p:nvPicPr>
                      <p:cNvPr id="3" name="Objeto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ítulo 1">
            <a:extLst>
              <a:ext uri="{FF2B5EF4-FFF2-40B4-BE49-F238E27FC236}">
                <a16:creationId xmlns=""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defRPr>
            </a:lvl1pPr>
          </a:lstStyle>
          <a:p>
            <a:r>
              <a:rPr lang="es-ES" dirty="0" err="1"/>
              <a:t>Lorem</a:t>
            </a:r>
            <a:r>
              <a:rPr lang="es-ES" dirty="0"/>
              <a:t> Haga clic para modificar el estilo de título del patrón</a:t>
            </a:r>
          </a:p>
        </p:txBody>
      </p:sp>
      <p:pic>
        <p:nvPicPr>
          <p:cNvPr id="11" name="Gráfico 10">
            <a:extLst>
              <a:ext uri="{FF2B5EF4-FFF2-40B4-BE49-F238E27FC236}">
                <a16:creationId xmlns="" xmlns:a16="http://schemas.microsoft.com/office/drawing/2014/main" id="{1FE7499B-1226-4371-B3E5-6DE0E967E635}"/>
              </a:ext>
            </a:extLst>
          </p:cNvPr>
          <p:cNvPicPr>
            <a:picLocks noChangeAspect="1"/>
          </p:cNvPicPr>
          <p:nvPr userDrawn="1"/>
        </p:nvPicPr>
        <p:blipFill>
          <a:blip r:embed="rId6">
            <a:extLst>
              <a:ext uri="{96DAC541-7B7A-43D3-8B79-37D633B846F1}">
                <asvg:svgBlip xmlns="" xmlns:asvg="http://schemas.microsoft.com/office/drawing/2016/SVG/main" r:embed="rId7"/>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2" name="Marcador de texto 16">
            <a:extLst>
              <a:ext uri="{FF2B5EF4-FFF2-40B4-BE49-F238E27FC236}">
                <a16:creationId xmlns=""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Tree>
    <p:extLst>
      <p:ext uri="{BB962C8B-B14F-4D97-AF65-F5344CB8AC3E}">
        <p14:creationId xmlns:p14="http://schemas.microsoft.com/office/powerpoint/2010/main" val="421985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ido y gráfico ">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174" name="think-cell Slide" r:id="rId4" imgW="270" imgH="270" progId="TCLayout.ActiveDocument.1">
                  <p:embed/>
                </p:oleObj>
              </mc:Choice>
              <mc:Fallback>
                <p:oleObj name="think-cell Slide" r:id="rId4" imgW="270" imgH="270" progId="TCLayout.ActiveDocument.1">
                  <p:embed/>
                  <p:pic>
                    <p:nvPicPr>
                      <p:cNvPr id="2" name="Objeto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Gráfico 10">
            <a:extLst>
              <a:ext uri="{FF2B5EF4-FFF2-40B4-BE49-F238E27FC236}">
                <a16:creationId xmlns="" xmlns:a16="http://schemas.microsoft.com/office/drawing/2014/main" id="{1FE7499B-1226-4371-B3E5-6DE0E967E635}"/>
              </a:ext>
            </a:extLst>
          </p:cNvPr>
          <p:cNvPicPr>
            <a:picLocks noChangeAspect="1"/>
          </p:cNvPicPr>
          <p:nvPr userDrawn="1"/>
        </p:nvPicPr>
        <p:blipFill>
          <a:blip r:embed="rId6">
            <a:extLst>
              <a:ext uri="{96DAC541-7B7A-43D3-8B79-37D633B846F1}">
                <asvg:svgBlip xmlns="" xmlns:asvg="http://schemas.microsoft.com/office/drawing/2016/SVG/main" r:embed="rId7"/>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9" name="Título 1">
            <a:extLst>
              <a:ext uri="{FF2B5EF4-FFF2-40B4-BE49-F238E27FC236}">
                <a16:creationId xmlns=""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defRPr>
            </a:lvl1pPr>
          </a:lstStyle>
          <a:p>
            <a:r>
              <a:rPr lang="es-ES" dirty="0"/>
              <a:t>Título del patrón</a:t>
            </a:r>
          </a:p>
        </p:txBody>
      </p:sp>
      <p:sp>
        <p:nvSpPr>
          <p:cNvPr id="13" name="Marcador de texto 16">
            <a:extLst>
              <a:ext uri="{FF2B5EF4-FFF2-40B4-BE49-F238E27FC236}">
                <a16:creationId xmlns=""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6" name="Marcador de gráfico 5">
            <a:extLst>
              <a:ext uri="{FF2B5EF4-FFF2-40B4-BE49-F238E27FC236}">
                <a16:creationId xmlns=""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sz="1600"/>
            </a:lvl1pPr>
          </a:lstStyle>
          <a:p>
            <a:r>
              <a:rPr lang="es-MX" dirty="0"/>
              <a:t>Inserte aqu</a:t>
            </a:r>
            <a:r>
              <a:rPr lang="es-ES" dirty="0"/>
              <a:t>í su gráfico</a:t>
            </a:r>
          </a:p>
        </p:txBody>
      </p:sp>
    </p:spTree>
    <p:extLst>
      <p:ext uri="{BB962C8B-B14F-4D97-AF65-F5344CB8AC3E}">
        <p14:creationId xmlns:p14="http://schemas.microsoft.com/office/powerpoint/2010/main" val="1814176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y gráfico 2">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198" name="think-cell Slide" r:id="rId4" imgW="270" imgH="270" progId="TCLayout.ActiveDocument.1">
                  <p:embed/>
                </p:oleObj>
              </mc:Choice>
              <mc:Fallback>
                <p:oleObj name="think-cell Slide" r:id="rId4" imgW="270" imgH="270" progId="TCLayout.ActiveDocument.1">
                  <p:embed/>
                  <p:pic>
                    <p:nvPicPr>
                      <p:cNvPr id="2" name="Objeto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Gráfico 10">
            <a:extLst>
              <a:ext uri="{FF2B5EF4-FFF2-40B4-BE49-F238E27FC236}">
                <a16:creationId xmlns="" xmlns:a16="http://schemas.microsoft.com/office/drawing/2014/main" id="{1FE7499B-1226-4371-B3E5-6DE0E967E635}"/>
              </a:ext>
            </a:extLst>
          </p:cNvPr>
          <p:cNvPicPr>
            <a:picLocks noChangeAspect="1"/>
          </p:cNvPicPr>
          <p:nvPr userDrawn="1"/>
        </p:nvPicPr>
        <p:blipFill>
          <a:blip r:embed="rId6">
            <a:extLst>
              <a:ext uri="{96DAC541-7B7A-43D3-8B79-37D633B846F1}">
                <asvg:svgBlip xmlns="" xmlns:asvg="http://schemas.microsoft.com/office/drawing/2016/SVG/main" r:embed="rId7"/>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3" name="Marcador de texto 16">
            <a:extLst>
              <a:ext uri="{FF2B5EF4-FFF2-40B4-BE49-F238E27FC236}">
                <a16:creationId xmlns=""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12" name="Marcador de tabla 4">
            <a:extLst>
              <a:ext uri="{FF2B5EF4-FFF2-40B4-BE49-F238E27FC236}">
                <a16:creationId xmlns=""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dirty="0"/>
              <a:t>Inserte aquí su tabla</a:t>
            </a:r>
          </a:p>
        </p:txBody>
      </p:sp>
      <p:sp>
        <p:nvSpPr>
          <p:cNvPr id="14" name="Marcador de texto 16">
            <a:extLst>
              <a:ext uri="{FF2B5EF4-FFF2-40B4-BE49-F238E27FC236}">
                <a16:creationId xmlns=""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Tree>
    <p:extLst>
      <p:ext uri="{BB962C8B-B14F-4D97-AF65-F5344CB8AC3E}">
        <p14:creationId xmlns:p14="http://schemas.microsoft.com/office/powerpoint/2010/main" val="573744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ido y gráfico 3 ">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22" name="think-cell Slide" r:id="rId4" imgW="270" imgH="270" progId="TCLayout.ActiveDocument.1">
                  <p:embed/>
                </p:oleObj>
              </mc:Choice>
              <mc:Fallback>
                <p:oleObj name="think-cell Slide" r:id="rId4" imgW="270" imgH="270" progId="TCLayout.ActiveDocument.1">
                  <p:embed/>
                  <p:pic>
                    <p:nvPicPr>
                      <p:cNvPr id="2" name="Objeto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Gráfico 10">
            <a:extLst>
              <a:ext uri="{FF2B5EF4-FFF2-40B4-BE49-F238E27FC236}">
                <a16:creationId xmlns="" xmlns:a16="http://schemas.microsoft.com/office/drawing/2014/main" id="{1FE7499B-1226-4371-B3E5-6DE0E967E635}"/>
              </a:ext>
            </a:extLst>
          </p:cNvPr>
          <p:cNvPicPr>
            <a:picLocks noChangeAspect="1"/>
          </p:cNvPicPr>
          <p:nvPr userDrawn="1"/>
        </p:nvPicPr>
        <p:blipFill>
          <a:blip r:embed="rId6">
            <a:extLst>
              <a:ext uri="{96DAC541-7B7A-43D3-8B79-37D633B846F1}">
                <asvg:svgBlip xmlns="" xmlns:asvg="http://schemas.microsoft.com/office/drawing/2016/SVG/main" r:embed="rId7"/>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s-ES" dirty="0"/>
              <a:t>Editar los estilos de texto del patrón</a:t>
            </a:r>
          </a:p>
        </p:txBody>
      </p:sp>
      <p:sp>
        <p:nvSpPr>
          <p:cNvPr id="13" name="Marcador de texto 16">
            <a:extLst>
              <a:ext uri="{FF2B5EF4-FFF2-40B4-BE49-F238E27FC236}">
                <a16:creationId xmlns=""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9" name="Marcador de texto 16">
            <a:extLst>
              <a:ext uri="{FF2B5EF4-FFF2-40B4-BE49-F238E27FC236}">
                <a16:creationId xmlns=""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a:t>Editar los estilos de texto del patrón</a:t>
            </a:r>
          </a:p>
        </p:txBody>
      </p:sp>
      <p:sp>
        <p:nvSpPr>
          <p:cNvPr id="16" name="Marcador de gráfico 4">
            <a:extLst>
              <a:ext uri="{FF2B5EF4-FFF2-40B4-BE49-F238E27FC236}">
                <a16:creationId xmlns=""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dirty="0"/>
              <a:t>Inserte aquí su gráfico</a:t>
            </a:r>
          </a:p>
        </p:txBody>
      </p:sp>
      <p:sp>
        <p:nvSpPr>
          <p:cNvPr id="17" name="Marcador de gráfico 4">
            <a:extLst>
              <a:ext uri="{FF2B5EF4-FFF2-40B4-BE49-F238E27FC236}">
                <a16:creationId xmlns=""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defRPr>
            </a:lvl1pPr>
          </a:lstStyle>
          <a:p>
            <a:r>
              <a:rPr lang="es-ES" dirty="0"/>
              <a:t>Inserte aquí su gráfico</a:t>
            </a:r>
          </a:p>
        </p:txBody>
      </p:sp>
      <p:sp>
        <p:nvSpPr>
          <p:cNvPr id="18" name="Forma libre: forma 17">
            <a:extLst>
              <a:ext uri="{FF2B5EF4-FFF2-40B4-BE49-F238E27FC236}">
                <a16:creationId xmlns=""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spTree>
    <p:extLst>
      <p:ext uri="{BB962C8B-B14F-4D97-AF65-F5344CB8AC3E}">
        <p14:creationId xmlns:p14="http://schemas.microsoft.com/office/powerpoint/2010/main" val="433430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hank you - Contact ">
    <p:spTree>
      <p:nvGrpSpPr>
        <p:cNvPr id="1" name=""/>
        <p:cNvGrpSpPr/>
        <p:nvPr/>
      </p:nvGrpSpPr>
      <p:grpSpPr>
        <a:xfrm>
          <a:off x="0" y="0"/>
          <a:ext cx="0" cy="0"/>
          <a:chOff x="0" y="0"/>
          <a:chExt cx="0" cy="0"/>
        </a:xfrm>
      </p:grpSpPr>
      <p:sp>
        <p:nvSpPr>
          <p:cNvPr id="15" name="Freeform: Shape 14">
            <a:extLst>
              <a:ext uri="{FF2B5EF4-FFF2-40B4-BE49-F238E27FC236}">
                <a16:creationId xmlns="" xmlns:a16="http://schemas.microsoft.com/office/drawing/2014/main" id="{80DAC009-2BB8-4885-AC03-9FD05C47BE65}"/>
              </a:ext>
            </a:extLst>
          </p:cNvPr>
          <p:cNvSpPr/>
          <p:nvPr userDrawn="1"/>
        </p:nvSpPr>
        <p:spPr>
          <a:xfrm>
            <a:off x="820236" y="3464157"/>
            <a:ext cx="2446172"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9" name="Forma libre: forma 18">
            <a:extLst>
              <a:ext uri="{FF2B5EF4-FFF2-40B4-BE49-F238E27FC236}">
                <a16:creationId xmlns=""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prstClr val="white"/>
              </a:solidFill>
            </a:endParaRPr>
          </a:p>
        </p:txBody>
      </p:sp>
      <p:pic>
        <p:nvPicPr>
          <p:cNvPr id="12" name="Gráfico 11">
            <a:extLst>
              <a:ext uri="{FF2B5EF4-FFF2-40B4-BE49-F238E27FC236}">
                <a16:creationId xmlns="" xmlns:a16="http://schemas.microsoft.com/office/drawing/2014/main" id="{67F54544-030A-41BD-9896-574241C7188A}"/>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pic>
        <p:nvPicPr>
          <p:cNvPr id="1026" name="Picture 2" descr="Resultado de imagen de DJSI Member Log">
            <a:extLst>
              <a:ext uri="{FF2B5EF4-FFF2-40B4-BE49-F238E27FC236}">
                <a16:creationId xmlns="" xmlns:a16="http://schemas.microsoft.com/office/drawing/2014/main" id="{892B8B9E-DEBC-4365-A4A8-EB9654BA3099}"/>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 xmlns:a16="http://schemas.microsoft.com/office/drawing/2014/main" id="{E4D48186-AF8E-4052-97D2-CCAFD0E1AC76}"/>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 xmlns:a16="http://schemas.microsoft.com/office/drawing/2014/main" id="{411507B2-E393-4DDC-B151-70751F9943CB}"/>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 xmlns:a16="http://schemas.microsoft.com/office/drawing/2014/main" id="{B163354C-97AE-4FC8-BF01-B7FCA9B2C7C0}"/>
              </a:ext>
            </a:extLst>
          </p:cNvPr>
          <p:cNvSpPr txBox="1"/>
          <p:nvPr userDrawn="1"/>
        </p:nvSpPr>
        <p:spPr>
          <a:xfrm>
            <a:off x="719288" y="1945649"/>
            <a:ext cx="3365478" cy="1169551"/>
          </a:xfrm>
          <a:prstGeom prst="rect">
            <a:avLst/>
          </a:prstGeom>
          <a:noFill/>
        </p:spPr>
        <p:txBody>
          <a:bodyPr wrap="square" rtlCol="0">
            <a:spAutoFit/>
          </a:bodyPr>
          <a:lstStyle/>
          <a:p>
            <a:r>
              <a:rPr lang="en-US" sz="1400" dirty="0">
                <a:solidFill>
                  <a:srgbClr val="6E7678"/>
                </a:solidFill>
              </a:rPr>
              <a:t>Our purpose is to help people </a:t>
            </a:r>
            <a:br>
              <a:rPr lang="en-US" sz="1400" dirty="0">
                <a:solidFill>
                  <a:srgbClr val="6E7678"/>
                </a:solidFill>
              </a:rPr>
            </a:br>
            <a:r>
              <a:rPr lang="en-US" sz="1400" dirty="0">
                <a:solidFill>
                  <a:srgbClr val="6E7678"/>
                </a:solidFill>
              </a:rPr>
              <a:t>and business prosper.</a:t>
            </a:r>
          </a:p>
          <a:p>
            <a:endParaRPr lang="en-US" sz="1400" dirty="0">
              <a:solidFill>
                <a:srgbClr val="6E7678"/>
              </a:solidFill>
            </a:endParaRPr>
          </a:p>
          <a:p>
            <a:r>
              <a:rPr lang="en-US" sz="1400" dirty="0">
                <a:solidFill>
                  <a:srgbClr val="6E7678"/>
                </a:solidFill>
              </a:rPr>
              <a:t>Our culture is based on believing </a:t>
            </a:r>
            <a:br>
              <a:rPr lang="en-US" sz="1400" dirty="0">
                <a:solidFill>
                  <a:srgbClr val="6E7678"/>
                </a:solidFill>
              </a:rPr>
            </a:br>
            <a:r>
              <a:rPr lang="en-US" sz="1400" dirty="0">
                <a:solidFill>
                  <a:srgbClr val="6E7678"/>
                </a:solidFill>
              </a:rPr>
              <a:t>that everything we do should be:</a:t>
            </a:r>
          </a:p>
        </p:txBody>
      </p:sp>
      <p:sp>
        <p:nvSpPr>
          <p:cNvPr id="28" name="CuadroTexto 27">
            <a:extLst>
              <a:ext uri="{FF2B5EF4-FFF2-40B4-BE49-F238E27FC236}">
                <a16:creationId xmlns=""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es-ES" sz="4000" dirty="0">
                <a:solidFill>
                  <a:srgbClr val="EB0000"/>
                </a:solidFill>
              </a:rPr>
              <a:t>Thank You.</a:t>
            </a:r>
          </a:p>
        </p:txBody>
      </p:sp>
      <p:sp>
        <p:nvSpPr>
          <p:cNvPr id="31" name="Forma libre: forma 30">
            <a:extLst>
              <a:ext uri="{FF2B5EF4-FFF2-40B4-BE49-F238E27FC236}">
                <a16:creationId xmlns=""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dirty="0">
              <a:solidFill>
                <a:prstClr val="white"/>
              </a:solidFill>
            </a:endParaRPr>
          </a:p>
        </p:txBody>
      </p:sp>
    </p:spTree>
    <p:extLst>
      <p:ext uri="{BB962C8B-B14F-4D97-AF65-F5344CB8AC3E}">
        <p14:creationId xmlns:p14="http://schemas.microsoft.com/office/powerpoint/2010/main" val="393660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Influencer - With Logos">
    <p:spTree>
      <p:nvGrpSpPr>
        <p:cNvPr id="1" name=""/>
        <p:cNvGrpSpPr/>
        <p:nvPr/>
      </p:nvGrpSpPr>
      <p:grpSpPr>
        <a:xfrm>
          <a:off x="0" y="0"/>
          <a:ext cx="0" cy="0"/>
          <a:chOff x="0" y="0"/>
          <a:chExt cx="0" cy="0"/>
        </a:xfrm>
      </p:grpSpPr>
      <p:sp>
        <p:nvSpPr>
          <p:cNvPr id="18" name="Text Placeholder 15"/>
          <p:cNvSpPr>
            <a:spLocks noGrp="1"/>
          </p:cNvSpPr>
          <p:nvPr>
            <p:ph type="body" sz="quarter" idx="10"/>
          </p:nvPr>
        </p:nvSpPr>
        <p:spPr>
          <a:xfrm>
            <a:off x="3815934" y="990600"/>
            <a:ext cx="4495800" cy="381000"/>
          </a:xfrm>
          <a:prstGeom prst="rect">
            <a:avLst/>
          </a:prstGeom>
        </p:spPr>
        <p:txBody>
          <a:bodyPr/>
          <a:lstStyle>
            <a:lvl1pPr>
              <a:defRPr sz="2400">
                <a:solidFill>
                  <a:schemeClr val="tx1">
                    <a:lumMod val="65000"/>
                    <a:lumOff val="35000"/>
                  </a:schemeClr>
                </a:solidFill>
              </a:defRPr>
            </a:lvl1pPr>
          </a:lstStyle>
          <a:p>
            <a:pPr lvl="0"/>
            <a:r>
              <a:rPr lang="en-US" dirty="0"/>
              <a:t>Click to edit Master text styles</a:t>
            </a:r>
          </a:p>
        </p:txBody>
      </p:sp>
      <p:sp>
        <p:nvSpPr>
          <p:cNvPr id="6" name="Title Placeholder 1"/>
          <p:cNvSpPr>
            <a:spLocks noGrp="1"/>
          </p:cNvSpPr>
          <p:nvPr>
            <p:ph type="title"/>
          </p:nvPr>
        </p:nvSpPr>
        <p:spPr>
          <a:xfrm>
            <a:off x="476011" y="381000"/>
            <a:ext cx="11175647" cy="609600"/>
          </a:xfrm>
          <a:prstGeom prst="rect">
            <a:avLst/>
          </a:prstGeom>
        </p:spPr>
        <p:txBody>
          <a:bodyPr vert="horz" lIns="91440" tIns="45720" rIns="91440" bIns="45720" rtlCol="0" anchor="ctr">
            <a:noAutofit/>
          </a:bodyPr>
          <a:lstStyle/>
          <a:p>
            <a:r>
              <a:rPr lang="en-US" dirty="0"/>
              <a:t>Click to edit Master title style</a:t>
            </a:r>
          </a:p>
        </p:txBody>
      </p:sp>
    </p:spTree>
    <p:extLst>
      <p:ext uri="{BB962C8B-B14F-4D97-AF65-F5344CB8AC3E}">
        <p14:creationId xmlns:p14="http://schemas.microsoft.com/office/powerpoint/2010/main" val="2375136348"/>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Interior texto a una columna">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831850" y="284515"/>
            <a:ext cx="10515601" cy="519272"/>
          </a:xfrm>
          <a:prstGeom prst="rect">
            <a:avLst/>
          </a:prstGeom>
        </p:spPr>
        <p:txBody>
          <a:bodyPr anchor="t" anchorCtr="0">
            <a:noAutofit/>
          </a:bodyPr>
          <a:lstStyle>
            <a:lvl1pPr>
              <a:defRPr/>
            </a:lvl1pPr>
          </a:lstStyle>
          <a:p>
            <a:pPr marL="0" lvl="0"/>
            <a:r>
              <a:rPr lang="en-GB" dirty="0"/>
              <a:t>Click to change the title of the pattern</a:t>
            </a:r>
            <a:endParaRPr lang="en-US" dirty="0"/>
          </a:p>
        </p:txBody>
      </p:sp>
      <p:sp>
        <p:nvSpPr>
          <p:cNvPr id="16" name="Marcador de texto 15"/>
          <p:cNvSpPr>
            <a:spLocks noGrp="1"/>
          </p:cNvSpPr>
          <p:nvPr>
            <p:ph type="body" sz="quarter" idx="10" hasCustomPrompt="1"/>
          </p:nvPr>
        </p:nvSpPr>
        <p:spPr>
          <a:xfrm>
            <a:off x="831850" y="864000"/>
            <a:ext cx="10515601" cy="370688"/>
          </a:xfrm>
          <a:prstGeom prst="rect">
            <a:avLst/>
          </a:prstGeom>
        </p:spPr>
        <p:txBody>
          <a:bodyPr anchor="t" anchorCtr="0"/>
          <a:lstStyle>
            <a:lvl1pPr>
              <a:defRPr lang="es-ES" sz="1800" i="1" smtClean="0">
                <a:solidFill>
                  <a:schemeClr val="tx1">
                    <a:lumMod val="75000"/>
                    <a:lumOff val="25000"/>
                  </a:schemeClr>
                </a:solidFill>
                <a:latin typeface="Arial" panose="020B0604020202020204" pitchFamily="34" charset="0"/>
                <a:cs typeface="Arial" panose="020B0604020202020204" pitchFamily="34" charset="0"/>
              </a:defRPr>
            </a:lvl1pPr>
            <a:lvl2pPr>
              <a:defRPr lang="es-ES" smtClean="0"/>
            </a:lvl2pPr>
            <a:lvl3pPr>
              <a:defRPr lang="es-ES" smtClean="0"/>
            </a:lvl3pPr>
            <a:lvl4pPr>
              <a:defRPr lang="es-ES" smtClean="0"/>
            </a:lvl4pPr>
            <a:lvl5pPr>
              <a:defRPr lang="es-ES"/>
            </a:lvl5pPr>
          </a:lstStyle>
          <a:p>
            <a:pPr marL="182563" lvl="0" indent="-182563">
              <a:lnSpc>
                <a:spcPct val="100000"/>
              </a:lnSpc>
              <a:spcBef>
                <a:spcPts val="1800"/>
              </a:spcBef>
              <a:buClr>
                <a:srgbClr val="FF0000"/>
              </a:buClr>
              <a:buFontTx/>
              <a:buNone/>
            </a:pPr>
            <a:r>
              <a:rPr lang="en-GB" dirty="0"/>
              <a:t>Click to change the text of the pattern</a:t>
            </a:r>
            <a:endParaRPr lang="es-ES" dirty="0"/>
          </a:p>
        </p:txBody>
      </p:sp>
      <p:sp>
        <p:nvSpPr>
          <p:cNvPr id="31" name="Marcador de texto 30"/>
          <p:cNvSpPr>
            <a:spLocks noGrp="1"/>
          </p:cNvSpPr>
          <p:nvPr>
            <p:ph type="body" sz="quarter" idx="11" hasCustomPrompt="1"/>
          </p:nvPr>
        </p:nvSpPr>
        <p:spPr>
          <a:xfrm>
            <a:off x="841377" y="1512002"/>
            <a:ext cx="10506075" cy="3981449"/>
          </a:xfrm>
          <a:prstGeom prst="rect">
            <a:avLst/>
          </a:prstGeom>
        </p:spPr>
        <p:txBody>
          <a:bodyPr vert="horz" lIns="91440" tIns="45720" rIns="91440" bIns="45720" rtlCol="0">
            <a:normAutofit/>
          </a:bodyPr>
          <a:lstStyle>
            <a:lvl1pPr>
              <a:defRPr lang="es-ES" sz="1600" smtClean="0">
                <a:solidFill>
                  <a:schemeClr val="tx1">
                    <a:lumMod val="75000"/>
                    <a:lumOff val="25000"/>
                  </a:schemeClr>
                </a:solidFill>
              </a:defRPr>
            </a:lvl1pPr>
            <a:lvl2pPr>
              <a:defRPr lang="es-ES" sz="1600" smtClean="0">
                <a:solidFill>
                  <a:schemeClr val="tx1">
                    <a:lumMod val="75000"/>
                    <a:lumOff val="25000"/>
                  </a:schemeClr>
                </a:solidFill>
              </a:defRPr>
            </a:lvl2pPr>
            <a:lvl3pPr>
              <a:defRPr lang="es-ES" sz="1600" smtClean="0">
                <a:solidFill>
                  <a:schemeClr val="tx1">
                    <a:lumMod val="75000"/>
                    <a:lumOff val="25000"/>
                  </a:schemeClr>
                </a:solidFill>
              </a:defRPr>
            </a:lvl3pPr>
            <a:lvl4pPr>
              <a:defRPr lang="es-ES" sz="1600" smtClean="0">
                <a:solidFill>
                  <a:schemeClr val="tx1">
                    <a:lumMod val="75000"/>
                    <a:lumOff val="25000"/>
                  </a:schemeClr>
                </a:solidFill>
              </a:defRPr>
            </a:lvl4pPr>
            <a:lvl5pPr>
              <a:defRPr lang="es-ES" sz="1600">
                <a:solidFill>
                  <a:schemeClr val="tx1">
                    <a:lumMod val="75000"/>
                    <a:lumOff val="25000"/>
                  </a:schemeClr>
                </a:solidFill>
              </a:defRPr>
            </a:lvl5pPr>
          </a:lstStyle>
          <a:p>
            <a:pPr marL="182563" lvl="0" indent="-182563">
              <a:spcBef>
                <a:spcPts val="1200"/>
              </a:spcBef>
              <a:buClr>
                <a:srgbClr val="FF0000"/>
              </a:buClr>
            </a:pPr>
            <a:r>
              <a:rPr lang="en-GB" dirty="0"/>
              <a:t>Click to change the text of the pattern</a:t>
            </a:r>
            <a:endParaRPr lang="es-ES" dirty="0"/>
          </a:p>
          <a:p>
            <a:pPr marL="625475" lvl="1" indent="-168275">
              <a:spcBef>
                <a:spcPts val="1200"/>
              </a:spcBef>
              <a:buClr>
                <a:srgbClr val="FF0000"/>
              </a:buClr>
            </a:pPr>
            <a:r>
              <a:rPr lang="es-ES" dirty="0" err="1"/>
              <a:t>Second</a:t>
            </a:r>
            <a:r>
              <a:rPr lang="es-ES" dirty="0"/>
              <a:t> </a:t>
            </a:r>
            <a:r>
              <a:rPr lang="es-ES" dirty="0" err="1"/>
              <a:t>level</a:t>
            </a:r>
            <a:endParaRPr lang="es-ES" dirty="0"/>
          </a:p>
          <a:p>
            <a:pPr marL="1074738" lvl="2" indent="-160338">
              <a:spcBef>
                <a:spcPts val="1200"/>
              </a:spcBef>
              <a:buClr>
                <a:srgbClr val="FF0000"/>
              </a:buClr>
            </a:pPr>
            <a:r>
              <a:rPr lang="es-ES" dirty="0" err="1"/>
              <a:t>Third</a:t>
            </a:r>
            <a:r>
              <a:rPr lang="es-ES" dirty="0"/>
              <a:t> </a:t>
            </a:r>
            <a:r>
              <a:rPr lang="es-ES" dirty="0" err="1"/>
              <a:t>level</a:t>
            </a:r>
            <a:endParaRPr lang="es-ES" dirty="0"/>
          </a:p>
          <a:p>
            <a:pPr marL="1524000" lvl="3" indent="-152400">
              <a:spcBef>
                <a:spcPts val="1200"/>
              </a:spcBef>
              <a:buClr>
                <a:srgbClr val="FF0000"/>
              </a:buClr>
            </a:pPr>
            <a:r>
              <a:rPr lang="es-ES" dirty="0" err="1"/>
              <a:t>Fourth</a:t>
            </a:r>
            <a:r>
              <a:rPr lang="es-ES" dirty="0"/>
              <a:t> </a:t>
            </a:r>
            <a:r>
              <a:rPr lang="es-ES" dirty="0" err="1"/>
              <a:t>level</a:t>
            </a:r>
            <a:endParaRPr lang="es-ES" dirty="0"/>
          </a:p>
          <a:p>
            <a:pPr marL="1973263" lvl="4" indent="-144463">
              <a:spcBef>
                <a:spcPts val="1200"/>
              </a:spcBef>
              <a:buClr>
                <a:srgbClr val="FF0000"/>
              </a:buClr>
              <a:tabLst>
                <a:tab pos="2155825" algn="l"/>
              </a:tabLst>
            </a:pPr>
            <a:r>
              <a:rPr lang="es-ES" dirty="0" err="1"/>
              <a:t>Fifth</a:t>
            </a:r>
            <a:r>
              <a:rPr lang="es-ES" dirty="0"/>
              <a:t> </a:t>
            </a:r>
            <a:r>
              <a:rPr lang="es-ES" dirty="0" err="1"/>
              <a:t>level</a:t>
            </a:r>
            <a:endParaRPr lang="es-ES" dirty="0"/>
          </a:p>
        </p:txBody>
      </p:sp>
    </p:spTree>
    <p:extLst>
      <p:ext uri="{BB962C8B-B14F-4D97-AF65-F5344CB8AC3E}">
        <p14:creationId xmlns:p14="http://schemas.microsoft.com/office/powerpoint/2010/main" val="278997056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ortada foto">
    <p:spTree>
      <p:nvGrpSpPr>
        <p:cNvPr id="1" name=""/>
        <p:cNvGrpSpPr/>
        <p:nvPr/>
      </p:nvGrpSpPr>
      <p:grpSpPr>
        <a:xfrm>
          <a:off x="0" y="0"/>
          <a:ext cx="0" cy="0"/>
          <a:chOff x="0" y="0"/>
          <a:chExt cx="0" cy="0"/>
        </a:xfrm>
      </p:grpSpPr>
      <p:sp>
        <p:nvSpPr>
          <p:cNvPr id="13" name="Marcador de posición de imagen 12">
            <a:extLst>
              <a:ext uri="{FF2B5EF4-FFF2-40B4-BE49-F238E27FC236}">
                <a16:creationId xmlns="" xmlns:a16="http://schemas.microsoft.com/office/drawing/2014/main" id="{15C5E64B-3225-45C7-B625-CC93DD9A4117}"/>
              </a:ext>
            </a:extLst>
          </p:cNvPr>
          <p:cNvSpPr>
            <a:spLocks noGrp="1"/>
          </p:cNvSpPr>
          <p:nvPr>
            <p:ph type="pic" sz="quarter" idx="13" hasCustomPrompt="1"/>
          </p:nvPr>
        </p:nvSpPr>
        <p:spPr>
          <a:xfrm>
            <a:off x="0" y="1222375"/>
            <a:ext cx="12192000" cy="5635625"/>
          </a:xfrm>
          <a:custGeom>
            <a:avLst/>
            <a:gdLst>
              <a:gd name="connsiteX0" fmla="*/ 6096000 w 12192000"/>
              <a:gd name="connsiteY0" fmla="*/ 0 h 5635625"/>
              <a:gd name="connsiteX1" fmla="*/ 12192000 w 12192000"/>
              <a:gd name="connsiteY1" fmla="*/ 0 h 5635625"/>
              <a:gd name="connsiteX2" fmla="*/ 12192000 w 12192000"/>
              <a:gd name="connsiteY2" fmla="*/ 5635625 h 5635625"/>
              <a:gd name="connsiteX3" fmla="*/ 0 w 12192000"/>
              <a:gd name="connsiteY3" fmla="*/ 5635625 h 5635625"/>
              <a:gd name="connsiteX4" fmla="*/ 0 w 12192000"/>
              <a:gd name="connsiteY4" fmla="*/ 5222492 h 5635625"/>
              <a:gd name="connsiteX5" fmla="*/ 6096000 w 12192000"/>
              <a:gd name="connsiteY5" fmla="*/ 5222492 h 563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5635625">
                <a:moveTo>
                  <a:pt x="6096000" y="0"/>
                </a:moveTo>
                <a:lnTo>
                  <a:pt x="12192000" y="0"/>
                </a:lnTo>
                <a:lnTo>
                  <a:pt x="12192000" y="5635625"/>
                </a:lnTo>
                <a:lnTo>
                  <a:pt x="0" y="5635625"/>
                </a:lnTo>
                <a:lnTo>
                  <a:pt x="0" y="5222492"/>
                </a:lnTo>
                <a:lnTo>
                  <a:pt x="6096000" y="5222492"/>
                </a:lnTo>
                <a:close/>
              </a:path>
            </a:pathLst>
          </a:custGeom>
        </p:spPr>
        <p:txBody>
          <a:bodyPr wrap="square">
            <a:noAutofit/>
          </a:bodyPr>
          <a:lstStyle>
            <a:lvl1pPr marL="0" indent="0" algn="r">
              <a:buFontTx/>
              <a:buNone/>
              <a:defRPr sz="1800"/>
            </a:lvl1pPr>
          </a:lstStyle>
          <a:p>
            <a:r>
              <a:rPr lang="es-ES" dirty="0"/>
              <a:t>Inserte aquí su imagen</a:t>
            </a:r>
          </a:p>
        </p:txBody>
      </p:sp>
      <p:sp>
        <p:nvSpPr>
          <p:cNvPr id="2" name="Título 1">
            <a:extLst>
              <a:ext uri="{FF2B5EF4-FFF2-40B4-BE49-F238E27FC236}">
                <a16:creationId xmlns="" xmlns:a16="http://schemas.microsoft.com/office/drawing/2014/main" id="{92F305A9-DE4B-49AF-BCD4-43A65F7EB523}"/>
              </a:ext>
            </a:extLst>
          </p:cNvPr>
          <p:cNvSpPr>
            <a:spLocks noGrp="1"/>
          </p:cNvSpPr>
          <p:nvPr>
            <p:ph type="ctrTitle" hasCustomPrompt="1"/>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es-ES" dirty="0"/>
              <a:t>título </a:t>
            </a:r>
            <a:br>
              <a:rPr lang="es-ES" dirty="0"/>
            </a:br>
            <a:r>
              <a:rPr lang="es-ES" dirty="0"/>
              <a:t>del patrón</a:t>
            </a:r>
          </a:p>
        </p:txBody>
      </p:sp>
      <p:sp>
        <p:nvSpPr>
          <p:cNvPr id="3" name="Subtítulo 2">
            <a:extLst>
              <a:ext uri="{FF2B5EF4-FFF2-40B4-BE49-F238E27FC236}">
                <a16:creationId xmlns="" xmlns:a16="http://schemas.microsoft.com/office/drawing/2014/main" id="{7AB17398-CAA7-49B6-868C-44D053E7EAC0}"/>
              </a:ext>
            </a:extLst>
          </p:cNvPr>
          <p:cNvSpPr>
            <a:spLocks noGrp="1"/>
          </p:cNvSpPr>
          <p:nvPr>
            <p:ph type="subTitle" idx="1" hasCustomPrompt="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Esto clic para modificar el estilo de subtítulo del patrón</a:t>
            </a:r>
          </a:p>
        </p:txBody>
      </p:sp>
      <p:pic>
        <p:nvPicPr>
          <p:cNvPr id="9" name="Gráfico 8">
            <a:extLst>
              <a:ext uri="{FF2B5EF4-FFF2-40B4-BE49-F238E27FC236}">
                <a16:creationId xmlns="" xmlns:a16="http://schemas.microsoft.com/office/drawing/2014/main" id="{9012236B-6821-499F-B6D4-F11EC0EF0CAC}"/>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sp>
        <p:nvSpPr>
          <p:cNvPr id="17" name="Marcador de texto 16">
            <a:extLst>
              <a:ext uri="{FF2B5EF4-FFF2-40B4-BE49-F238E27FC236}">
                <a16:creationId xmlns=""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s-ES" dirty="0"/>
              <a:t>Editar los estilos de texto del patrón</a:t>
            </a:r>
          </a:p>
        </p:txBody>
      </p:sp>
    </p:spTree>
    <p:extLst>
      <p:ext uri="{BB962C8B-B14F-4D97-AF65-F5344CB8AC3E}">
        <p14:creationId xmlns:p14="http://schemas.microsoft.com/office/powerpoint/2010/main" val="2731304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ierre y contacto">
    <p:spTree>
      <p:nvGrpSpPr>
        <p:cNvPr id="1" name=""/>
        <p:cNvGrpSpPr/>
        <p:nvPr/>
      </p:nvGrpSpPr>
      <p:grpSpPr>
        <a:xfrm>
          <a:off x="0" y="0"/>
          <a:ext cx="0" cy="0"/>
          <a:chOff x="0" y="0"/>
          <a:chExt cx="0" cy="0"/>
        </a:xfrm>
      </p:grpSpPr>
      <p:sp>
        <p:nvSpPr>
          <p:cNvPr id="19" name="Forma libre: forma 18">
            <a:extLst>
              <a:ext uri="{FF2B5EF4-FFF2-40B4-BE49-F238E27FC236}">
                <a16:creationId xmlns=""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solidFill>
                <a:prstClr val="white"/>
              </a:solidFill>
            </a:endParaRPr>
          </a:p>
        </p:txBody>
      </p:sp>
      <p:pic>
        <p:nvPicPr>
          <p:cNvPr id="12" name="Gráfico 11">
            <a:extLst>
              <a:ext uri="{FF2B5EF4-FFF2-40B4-BE49-F238E27FC236}">
                <a16:creationId xmlns="" xmlns:a16="http://schemas.microsoft.com/office/drawing/2014/main" id="{67F54544-030A-41BD-9896-574241C7188A}"/>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pic>
        <p:nvPicPr>
          <p:cNvPr id="1026" name="Picture 2" descr="Resultado de imagen de DJSI Member Log">
            <a:extLst>
              <a:ext uri="{FF2B5EF4-FFF2-40B4-BE49-F238E27FC236}">
                <a16:creationId xmlns="" xmlns:a16="http://schemas.microsoft.com/office/drawing/2014/main" id="{892B8B9E-DEBC-4365-A4A8-EB9654BA3099}"/>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 xmlns:a16="http://schemas.microsoft.com/office/drawing/2014/main" id="{E4D48186-AF8E-4052-97D2-CCAFD0E1AC76}"/>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 xmlns:a16="http://schemas.microsoft.com/office/drawing/2014/main" id="{411507B2-E393-4DDC-B151-70751F9943CB}"/>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 xmlns:a16="http://schemas.microsoft.com/office/drawing/2014/main" id="{B163354C-97AE-4FC8-BF01-B7FCA9B2C7C0}"/>
              </a:ext>
            </a:extLst>
          </p:cNvPr>
          <p:cNvSpPr txBox="1"/>
          <p:nvPr userDrawn="1"/>
        </p:nvSpPr>
        <p:spPr>
          <a:xfrm>
            <a:off x="719288" y="1945649"/>
            <a:ext cx="3365478" cy="1169551"/>
          </a:xfrm>
          <a:prstGeom prst="rect">
            <a:avLst/>
          </a:prstGeom>
          <a:noFill/>
        </p:spPr>
        <p:txBody>
          <a:bodyPr wrap="square" rtlCol="0">
            <a:spAutoFit/>
          </a:bodyPr>
          <a:lstStyle/>
          <a:p>
            <a:r>
              <a:rPr lang="es-ES" sz="1400" dirty="0">
                <a:solidFill>
                  <a:srgbClr val="6E7678"/>
                </a:solidFill>
              </a:rPr>
              <a:t>Nuestro propósito es ayudar a personas y empresas a prosperar.</a:t>
            </a:r>
          </a:p>
          <a:p>
            <a:endParaRPr lang="es-ES" sz="1400" dirty="0">
              <a:solidFill>
                <a:srgbClr val="6E7678"/>
              </a:solidFill>
            </a:endParaRPr>
          </a:p>
          <a:p>
            <a:r>
              <a:rPr lang="es-ES" sz="1400" dirty="0">
                <a:solidFill>
                  <a:srgbClr val="6E7678"/>
                </a:solidFill>
              </a:rPr>
              <a:t>Nuestra cultura se basa en la creencia de que todo lo que hacemos debe ser</a:t>
            </a:r>
          </a:p>
        </p:txBody>
      </p:sp>
      <p:pic>
        <p:nvPicPr>
          <p:cNvPr id="25" name="Gráfico 24">
            <a:extLst>
              <a:ext uri="{FF2B5EF4-FFF2-40B4-BE49-F238E27FC236}">
                <a16:creationId xmlns="" xmlns:a16="http://schemas.microsoft.com/office/drawing/2014/main" id="{B0E05CB1-1BF0-48C0-9240-26433BD08686}"/>
              </a:ext>
            </a:extLst>
          </p:cNvPr>
          <p:cNvPicPr>
            <a:picLocks noChangeAspect="1"/>
          </p:cNvPicPr>
          <p:nvPr userDrawn="1"/>
        </p:nvPicPr>
        <p:blipFill>
          <a:blip r:embed="rId6">
            <a:extLst>
              <a:ext uri="{96DAC541-7B7A-43D3-8B79-37D633B846F1}">
                <asvg:svgBlip xmlns="" xmlns:asvg="http://schemas.microsoft.com/office/drawing/2016/SVG/main" r:embed="rId7"/>
              </a:ext>
            </a:extLst>
          </a:blip>
          <a:stretch>
            <a:fillRect/>
          </a:stretch>
        </p:blipFill>
        <p:spPr>
          <a:xfrm>
            <a:off x="819150" y="3461863"/>
            <a:ext cx="2790825" cy="202298"/>
          </a:xfrm>
          <a:prstGeom prst="rect">
            <a:avLst/>
          </a:prstGeom>
        </p:spPr>
      </p:pic>
      <p:sp>
        <p:nvSpPr>
          <p:cNvPr id="28" name="CuadroTexto 27">
            <a:extLst>
              <a:ext uri="{FF2B5EF4-FFF2-40B4-BE49-F238E27FC236}">
                <a16:creationId xmlns=""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es-ES" sz="4000" dirty="0">
                <a:solidFill>
                  <a:srgbClr val="EB0000"/>
                </a:solidFill>
              </a:rPr>
              <a:t>Gracias.</a:t>
            </a:r>
          </a:p>
        </p:txBody>
      </p:sp>
      <p:sp>
        <p:nvSpPr>
          <p:cNvPr id="31" name="Forma libre: forma 30">
            <a:extLst>
              <a:ext uri="{FF2B5EF4-FFF2-40B4-BE49-F238E27FC236}">
                <a16:creationId xmlns=""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solidFill>
                <a:prstClr val="white"/>
              </a:solidFill>
            </a:endParaRPr>
          </a:p>
        </p:txBody>
      </p:sp>
    </p:spTree>
    <p:extLst>
      <p:ext uri="{BB962C8B-B14F-4D97-AF65-F5344CB8AC3E}">
        <p14:creationId xmlns:p14="http://schemas.microsoft.com/office/powerpoint/2010/main" val="2276649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Interior texto a dos columnas">
    <p:spTree>
      <p:nvGrpSpPr>
        <p:cNvPr id="1" name=""/>
        <p:cNvGrpSpPr/>
        <p:nvPr/>
      </p:nvGrpSpPr>
      <p:grpSpPr>
        <a:xfrm>
          <a:off x="0" y="0"/>
          <a:ext cx="0" cy="0"/>
          <a:chOff x="0" y="0"/>
          <a:chExt cx="0" cy="0"/>
        </a:xfrm>
      </p:grpSpPr>
      <p:sp>
        <p:nvSpPr>
          <p:cNvPr id="7" name="Marcador de texto 6"/>
          <p:cNvSpPr>
            <a:spLocks noGrp="1"/>
          </p:cNvSpPr>
          <p:nvPr>
            <p:ph type="body" sz="quarter" idx="15"/>
          </p:nvPr>
        </p:nvSpPr>
        <p:spPr>
          <a:xfrm>
            <a:off x="630000" y="1512000"/>
            <a:ext cx="5400000" cy="3981600"/>
          </a:xfrm>
          <a:prstGeom prst="rect">
            <a:avLst/>
          </a:prstGeom>
        </p:spPr>
        <p:txBody>
          <a:bodyPr/>
          <a:lstStyle>
            <a:lvl1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1pPr>
            <a:lvl2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2pPr>
            <a:lvl3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3pPr>
            <a:lvl4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4pPr>
            <a:lvl5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Marcador de texto 2"/>
          <p:cNvSpPr>
            <a:spLocks noGrp="1"/>
          </p:cNvSpPr>
          <p:nvPr>
            <p:ph type="body" sz="quarter" idx="13" hasCustomPrompt="1"/>
          </p:nvPr>
        </p:nvSpPr>
        <p:spPr>
          <a:xfrm>
            <a:off x="622800" y="284400"/>
            <a:ext cx="10980000" cy="518400"/>
          </a:xfrm>
          <a:prstGeom prst="rect">
            <a:avLst/>
          </a:prstGeom>
        </p:spPr>
        <p:txBody>
          <a:bodyPr/>
          <a:lstStyle>
            <a:lvl1pPr marL="0" indent="0">
              <a:buFontTx/>
              <a:buNone/>
              <a:defRPr sz="3200">
                <a:solidFill>
                  <a:schemeClr val="accent1"/>
                </a:solidFill>
                <a:latin typeface="Arial" panose="020B0604020202020204" pitchFamily="34" charset="0"/>
                <a:cs typeface="Arial" panose="020B0604020202020204" pitchFamily="34" charset="0"/>
              </a:defRPr>
            </a:lvl1pPr>
          </a:lstStyle>
          <a:p>
            <a:pPr lvl="0"/>
            <a:r>
              <a:rPr lang="es-ES"/>
              <a:t>Haga clic para insertar el título</a:t>
            </a:r>
          </a:p>
        </p:txBody>
      </p:sp>
      <p:sp>
        <p:nvSpPr>
          <p:cNvPr id="5" name="Marcador de texto 4"/>
          <p:cNvSpPr>
            <a:spLocks noGrp="1"/>
          </p:cNvSpPr>
          <p:nvPr>
            <p:ph type="body" sz="quarter" idx="14" hasCustomPrompt="1"/>
          </p:nvPr>
        </p:nvSpPr>
        <p:spPr>
          <a:xfrm>
            <a:off x="622800" y="864000"/>
            <a:ext cx="10980000" cy="370800"/>
          </a:xfrm>
          <a:prstGeom prst="rect">
            <a:avLst/>
          </a:prstGeom>
        </p:spPr>
        <p:txBody>
          <a:bodyPr/>
          <a:lstStyle>
            <a:lvl1pPr marL="0" indent="0">
              <a:buFontTx/>
              <a:buNone/>
              <a:defRPr sz="1800" i="1">
                <a:solidFill>
                  <a:schemeClr val="tx1">
                    <a:lumMod val="75000"/>
                    <a:lumOff val="25000"/>
                  </a:schemeClr>
                </a:solidFill>
                <a:latin typeface="Arial" panose="020B0604020202020204" pitchFamily="34" charset="0"/>
                <a:cs typeface="Arial" panose="020B0604020202020204" pitchFamily="34" charset="0"/>
              </a:defRPr>
            </a:lvl1pPr>
            <a:lvl2pPr marL="457200" indent="0">
              <a:buFontTx/>
              <a:buNone/>
              <a:defRPr sz="1800" i="1">
                <a:latin typeface="Arial" panose="020B0604020202020204" pitchFamily="34" charset="0"/>
                <a:cs typeface="Arial" panose="020B0604020202020204" pitchFamily="34" charset="0"/>
              </a:defRPr>
            </a:lvl2pPr>
            <a:lvl3pPr marL="914400" indent="0">
              <a:buFontTx/>
              <a:buNone/>
              <a:defRPr sz="1800" i="1">
                <a:latin typeface="Arial" panose="020B0604020202020204" pitchFamily="34" charset="0"/>
                <a:cs typeface="Arial" panose="020B0604020202020204" pitchFamily="34" charset="0"/>
              </a:defRPr>
            </a:lvl3pPr>
            <a:lvl4pPr marL="1371600" indent="0">
              <a:buFontTx/>
              <a:buNone/>
              <a:defRPr sz="1800" i="1">
                <a:latin typeface="Arial" panose="020B0604020202020204" pitchFamily="34" charset="0"/>
                <a:cs typeface="Arial" panose="020B0604020202020204" pitchFamily="34" charset="0"/>
              </a:defRPr>
            </a:lvl4pPr>
            <a:lvl5pPr marL="1828800" indent="0">
              <a:buFontTx/>
              <a:buNone/>
              <a:defRPr sz="1800" i="1">
                <a:latin typeface="Arial" panose="020B0604020202020204" pitchFamily="34" charset="0"/>
                <a:cs typeface="Arial" panose="020B0604020202020204" pitchFamily="34" charset="0"/>
              </a:defRPr>
            </a:lvl5pPr>
          </a:lstStyle>
          <a:p>
            <a:pPr lvl="0"/>
            <a:r>
              <a:rPr lang="es-ES"/>
              <a:t>Haga clic para modificar el subtítulo</a:t>
            </a:r>
          </a:p>
        </p:txBody>
      </p:sp>
      <p:sp>
        <p:nvSpPr>
          <p:cNvPr id="6" name="Marcador de texto 6"/>
          <p:cNvSpPr>
            <a:spLocks noGrp="1"/>
          </p:cNvSpPr>
          <p:nvPr>
            <p:ph type="body" sz="quarter" idx="16"/>
          </p:nvPr>
        </p:nvSpPr>
        <p:spPr>
          <a:xfrm>
            <a:off x="6202800" y="1512000"/>
            <a:ext cx="5400000" cy="3981600"/>
          </a:xfrm>
          <a:prstGeom prst="rect">
            <a:avLst/>
          </a:prstGeom>
        </p:spPr>
        <p:txBody>
          <a:bodyPr/>
          <a:lstStyle>
            <a:lvl1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1pPr>
            <a:lvl2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2pPr>
            <a:lvl3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3pPr>
            <a:lvl4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4pPr>
            <a:lvl5pPr>
              <a:buClr>
                <a:schemeClr val="accent1"/>
              </a:buClr>
              <a:defRPr sz="1600">
                <a:solidFill>
                  <a:schemeClr val="tx1">
                    <a:lumMod val="75000"/>
                    <a:lumOff val="25000"/>
                  </a:schemeClr>
                </a:solidFill>
                <a:latin typeface="Arial" panose="020B0604020202020204" pitchFamily="34" charset="0"/>
                <a:cs typeface="Arial" panose="020B0604020202020204" pitchFamily="34" charset="0"/>
              </a:defRPr>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pic>
        <p:nvPicPr>
          <p:cNvPr id="8" name="Gráfico 8">
            <a:extLst>
              <a:ext uri="{FF2B5EF4-FFF2-40B4-BE49-F238E27FC236}">
                <a16:creationId xmlns="" xmlns:a16="http://schemas.microsoft.com/office/drawing/2014/main" id="{9012236B-6821-499F-B6D4-F11EC0EF0CAC}"/>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821978" y="6165551"/>
            <a:ext cx="1896592" cy="332588"/>
          </a:xfrm>
          <a:prstGeom prst="rect">
            <a:avLst/>
          </a:prstGeom>
        </p:spPr>
      </p:pic>
      <p:sp>
        <p:nvSpPr>
          <p:cNvPr id="9" name="Marcador de número de diapositiva 5">
            <a:extLst>
              <a:ext uri="{FF2B5EF4-FFF2-40B4-BE49-F238E27FC236}">
                <a16:creationId xmlns=""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defRPr>
            </a:lvl1pPr>
          </a:lstStyle>
          <a:p>
            <a:fld id="{BC0D97B6-E32F-4D7D-B839-7C3B51F2640F}" type="slidenum">
              <a:rPr lang="es-ES" smtClean="0">
                <a:solidFill>
                  <a:srgbClr val="EB0000"/>
                </a:solidFill>
              </a:rPr>
              <a:pPr/>
              <a:t>‹#›</a:t>
            </a:fld>
            <a:endParaRPr lang="es-ES" dirty="0">
              <a:solidFill>
                <a:srgbClr val="EB0000"/>
              </a:solidFill>
            </a:endParaRPr>
          </a:p>
        </p:txBody>
      </p:sp>
    </p:spTree>
    <p:extLst>
      <p:ext uri="{BB962C8B-B14F-4D97-AF65-F5344CB8AC3E}">
        <p14:creationId xmlns:p14="http://schemas.microsoft.com/office/powerpoint/2010/main" val="231956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vmlDrawing" Target="../drawings/vmlDrawing1.vm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to 6" hidden="1"/>
          <p:cNvGraphicFramePr>
            <a:graphicFrameLocks noChangeAspect="1"/>
          </p:cNvGraphicFramePr>
          <p:nvPr userDrawn="1">
            <p:custDataLst>
              <p:tags r:id="rId18"/>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54" name="think-cell Slide" r:id="rId19" imgW="270" imgH="270" progId="TCLayout.ActiveDocument.1">
                  <p:embed/>
                </p:oleObj>
              </mc:Choice>
              <mc:Fallback>
                <p:oleObj name="think-cell Slide" r:id="rId19" imgW="270" imgH="270" progId="TCLayout.ActiveDocument.1">
                  <p:embed/>
                  <p:pic>
                    <p:nvPicPr>
                      <p:cNvPr id="7" name="Objeto 6" hidden="1"/>
                      <p:cNvPicPr/>
                      <p:nvPr/>
                    </p:nvPicPr>
                    <p:blipFill>
                      <a:blip r:embed="rId20"/>
                      <a:stretch>
                        <a:fillRect/>
                      </a:stretch>
                    </p:blipFill>
                    <p:spPr>
                      <a:xfrm>
                        <a:off x="1588" y="1588"/>
                        <a:ext cx="1587" cy="1587"/>
                      </a:xfrm>
                      <a:prstGeom prst="rect">
                        <a:avLst/>
                      </a:prstGeom>
                    </p:spPr>
                  </p:pic>
                </p:oleObj>
              </mc:Fallback>
            </mc:AlternateContent>
          </a:graphicData>
        </a:graphic>
      </p:graphicFrame>
      <p:sp>
        <p:nvSpPr>
          <p:cNvPr id="2" name="Marcador de título 1">
            <a:extLst>
              <a:ext uri="{FF2B5EF4-FFF2-40B4-BE49-F238E27FC236}">
                <a16:creationId xmlns=""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1 CuadroTexto"/>
          <p:cNvSpPr txBox="1"/>
          <p:nvPr userDrawn="1"/>
        </p:nvSpPr>
        <p:spPr>
          <a:xfrm>
            <a:off x="10845800" y="6265203"/>
            <a:ext cx="508000" cy="246221"/>
          </a:xfrm>
          <a:prstGeom prst="rect">
            <a:avLst/>
          </a:prstGeom>
          <a:noFill/>
        </p:spPr>
        <p:txBody>
          <a:bodyPr wrap="square" rtlCol="0">
            <a:spAutoFit/>
          </a:bodyPr>
          <a:lstStyle/>
          <a:p>
            <a:pPr algn="ctr"/>
            <a:fld id="{BD759F66-99BC-4AB1-83F8-8F582847D04F}" type="slidenum">
              <a:rPr lang="es-ES" sz="1000" b="1">
                <a:solidFill>
                  <a:srgbClr val="FF0000"/>
                </a:solidFill>
              </a:rPr>
              <a:pPr algn="ctr"/>
              <a:t>‹#›</a:t>
            </a:fld>
            <a:endParaRPr lang="es-ES" sz="1000" b="1" dirty="0">
              <a:solidFill>
                <a:srgbClr val="FF0000"/>
              </a:solidFill>
            </a:endParaRPr>
          </a:p>
        </p:txBody>
      </p:sp>
    </p:spTree>
    <p:extLst>
      <p:ext uri="{BB962C8B-B14F-4D97-AF65-F5344CB8AC3E}">
        <p14:creationId xmlns:p14="http://schemas.microsoft.com/office/powerpoint/2010/main" val="35813181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2" r:id="rId11"/>
    <p:sldLayoutId id="2147483673" r:id="rId12"/>
    <p:sldLayoutId id="2147483674" r:id="rId13"/>
    <p:sldLayoutId id="2147483675" r:id="rId14"/>
    <p:sldLayoutId id="2147483677"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 xmlns:a16="http://schemas.microsoft.com/office/drawing/2014/main" id="{40447380-3E61-4E42-AFCA-CAF1866AAF93}"/>
              </a:ext>
            </a:extLst>
          </p:cNvPr>
          <p:cNvSpPr>
            <a:spLocks noGrp="1"/>
          </p:cNvSpPr>
          <p:nvPr>
            <p:ph type="ctrTitle"/>
          </p:nvPr>
        </p:nvSpPr>
        <p:spPr>
          <a:xfrm>
            <a:off x="758998" y="1268756"/>
            <a:ext cx="4756278" cy="2908607"/>
          </a:xfrm>
        </p:spPr>
        <p:txBody>
          <a:bodyPr anchor="t">
            <a:noAutofit/>
          </a:bodyPr>
          <a:lstStyle/>
          <a:p>
            <a:pPr defTabSz="684618">
              <a:lnSpc>
                <a:spcPct val="100000"/>
              </a:lnSpc>
              <a:spcAft>
                <a:spcPts val="1200"/>
              </a:spcAft>
              <a:tabLst>
                <a:tab pos="205981" algn="l"/>
              </a:tabLst>
              <a:defRPr/>
            </a:pPr>
            <a:r>
              <a:rPr lang="en-US" sz="3200" dirty="0" smtClean="0">
                <a:latin typeface="Santander Headline" panose="020B0504020201020104" pitchFamily="34" charset="0"/>
              </a:rPr>
              <a:t>CRE Horizontal Review</a:t>
            </a:r>
            <a:r>
              <a:rPr lang="en-US" sz="3200" dirty="0">
                <a:latin typeface="Santander Headline" panose="020B0504020201020104" pitchFamily="34" charset="0"/>
              </a:rPr>
              <a:t/>
            </a:r>
            <a:br>
              <a:rPr lang="en-US" sz="3200" dirty="0">
                <a:latin typeface="Santander Headline" panose="020B0504020201020104" pitchFamily="34" charset="0"/>
              </a:rPr>
            </a:br>
            <a:r>
              <a:rPr lang="en-US" sz="2400" b="1" dirty="0" err="1" smtClean="0">
                <a:solidFill>
                  <a:schemeClr val="tx1"/>
                </a:solidFill>
                <a:latin typeface="Santander Headline" panose="020B0504020201020104" pitchFamily="34" charset="0"/>
              </a:rPr>
              <a:t>Revisión</a:t>
            </a:r>
            <a:r>
              <a:rPr lang="en-US" sz="2400" b="1" dirty="0" smtClean="0">
                <a:solidFill>
                  <a:schemeClr val="tx1"/>
                </a:solidFill>
                <a:latin typeface="Santander Headline" panose="020B0504020201020104" pitchFamily="34" charset="0"/>
              </a:rPr>
              <a:t> de </a:t>
            </a:r>
            <a:r>
              <a:rPr lang="en-US" sz="2400" b="1" dirty="0" err="1" smtClean="0">
                <a:solidFill>
                  <a:schemeClr val="tx1"/>
                </a:solidFill>
                <a:latin typeface="Santander Headline" panose="020B0504020201020104" pitchFamily="34" charset="0"/>
              </a:rPr>
              <a:t>cuestiones</a:t>
            </a:r>
            <a:r>
              <a:rPr lang="en-US" sz="2400" b="1" dirty="0" smtClean="0">
                <a:solidFill>
                  <a:schemeClr val="tx1"/>
                </a:solidFill>
                <a:latin typeface="Santander Headline" panose="020B0504020201020104" pitchFamily="34" charset="0"/>
              </a:rPr>
              <a:t> </a:t>
            </a:r>
            <a:r>
              <a:rPr lang="en-US" sz="2400" b="1" dirty="0" err="1" smtClean="0">
                <a:solidFill>
                  <a:schemeClr val="tx1"/>
                </a:solidFill>
                <a:latin typeface="Santander Headline" panose="020B0504020201020104" pitchFamily="34" charset="0"/>
              </a:rPr>
              <a:t>planteadas</a:t>
            </a:r>
            <a:r>
              <a:rPr lang="en-US" sz="2400" b="1" dirty="0" smtClean="0">
                <a:solidFill>
                  <a:schemeClr val="tx1"/>
                </a:solidFill>
                <a:latin typeface="Santander Headline" panose="020B0504020201020104" pitchFamily="34" charset="0"/>
              </a:rPr>
              <a:t> ECB</a:t>
            </a:r>
            <a:endParaRPr lang="es-ES" sz="2400" b="1" dirty="0">
              <a:solidFill>
                <a:schemeClr val="tx1"/>
              </a:solidFill>
              <a:latin typeface="Santander Headline" panose="020B0504020201020104" pitchFamily="34" charset="0"/>
            </a:endParaRPr>
          </a:p>
        </p:txBody>
      </p:sp>
      <p:sp>
        <p:nvSpPr>
          <p:cNvPr id="7" name="Subtítulo 6">
            <a:extLst>
              <a:ext uri="{FF2B5EF4-FFF2-40B4-BE49-F238E27FC236}">
                <a16:creationId xmlns="" xmlns:a16="http://schemas.microsoft.com/office/drawing/2014/main" id="{D184A763-02A6-4822-A5F0-D9E80A5D8061}"/>
              </a:ext>
            </a:extLst>
          </p:cNvPr>
          <p:cNvSpPr>
            <a:spLocks noGrp="1"/>
          </p:cNvSpPr>
          <p:nvPr>
            <p:ph type="subTitle" idx="1"/>
          </p:nvPr>
        </p:nvSpPr>
        <p:spPr>
          <a:xfrm>
            <a:off x="721745" y="3405536"/>
            <a:ext cx="4934309" cy="2436454"/>
          </a:xfrm>
        </p:spPr>
        <p:txBody>
          <a:bodyPr anchor="t"/>
          <a:lstStyle/>
          <a:p>
            <a:pPr defTabSz="684618">
              <a:tabLst>
                <a:tab pos="205981" algn="l"/>
              </a:tabLst>
              <a:defRPr/>
            </a:pPr>
            <a:r>
              <a:rPr lang="es-ES" kern="0" dirty="0" smtClean="0">
                <a:solidFill>
                  <a:srgbClr val="3C3C3B"/>
                </a:solidFill>
                <a:latin typeface="Santander Headline" panose="020B0504020201020104" pitchFamily="34" charset="0"/>
              </a:rPr>
              <a:t>Noviembre 2021</a:t>
            </a:r>
            <a:endParaRPr lang="es-ES" kern="0" dirty="0">
              <a:solidFill>
                <a:srgbClr val="3C3C3B"/>
              </a:solidFill>
              <a:latin typeface="Santander Headline" panose="020B0504020201020104" pitchFamily="34" charset="0"/>
            </a:endParaRPr>
          </a:p>
        </p:txBody>
      </p:sp>
      <p:pic>
        <p:nvPicPr>
          <p:cNvPr id="8" name="Imagen 7"/>
          <p:cNvPicPr>
            <a:picLocks noChangeAspect="1"/>
          </p:cNvPicPr>
          <p:nvPr/>
        </p:nvPicPr>
        <p:blipFill rotWithShape="1">
          <a:blip r:embed="rId3"/>
          <a:srcRect r="56641" b="-4336"/>
          <a:stretch/>
        </p:blipFill>
        <p:spPr>
          <a:xfrm>
            <a:off x="721745" y="5628220"/>
            <a:ext cx="2010822" cy="666254"/>
          </a:xfrm>
          <a:prstGeom prst="rect">
            <a:avLst/>
          </a:prstGeom>
        </p:spPr>
      </p:pic>
      <p:pic>
        <p:nvPicPr>
          <p:cNvPr id="3" name="Marcador de posición de imagen 2"/>
          <p:cNvPicPr>
            <a:picLocks noGrp="1" noChangeAspect="1"/>
          </p:cNvPicPr>
          <p:nvPr>
            <p:ph type="pic" sz="quarter" idx="13"/>
          </p:nvPr>
        </p:nvPicPr>
        <p:blipFill>
          <a:blip r:embed="rId4" cstate="print">
            <a:extLst>
              <a:ext uri="{28A0092B-C50C-407E-A947-70E740481C1C}">
                <a14:useLocalDpi xmlns:a14="http://schemas.microsoft.com/office/drawing/2010/main" val="0"/>
              </a:ext>
            </a:extLst>
          </a:blip>
          <a:srcRect t="15332" b="15332"/>
          <a:stretch>
            <a:fillRect/>
          </a:stretch>
        </p:blipFill>
        <p:spPr>
          <a:xfrm>
            <a:off x="0" y="1"/>
            <a:ext cx="12192000" cy="6858000"/>
          </a:xfrm>
        </p:spPr>
      </p:pic>
    </p:spTree>
    <p:extLst>
      <p:ext uri="{BB962C8B-B14F-4D97-AF65-F5344CB8AC3E}">
        <p14:creationId xmlns:p14="http://schemas.microsoft.com/office/powerpoint/2010/main" val="1122572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TextBox 1032">
            <a:extLst>
              <a:ext uri="{FF2B5EF4-FFF2-40B4-BE49-F238E27FC236}">
                <a16:creationId xmlns="" xmlns:a16="http://schemas.microsoft.com/office/drawing/2014/main" id="{AE7FED07-965B-476A-B064-17629599E7A9}"/>
              </a:ext>
            </a:extLst>
          </p:cNvPr>
          <p:cNvSpPr txBox="1"/>
          <p:nvPr/>
        </p:nvSpPr>
        <p:spPr>
          <a:xfrm>
            <a:off x="-1385766" y="5841100"/>
            <a:ext cx="216726" cy="230832"/>
          </a:xfrm>
          <a:prstGeom prst="rect">
            <a:avLst/>
          </a:prstGeom>
          <a:noFill/>
        </p:spPr>
        <p:txBody>
          <a:bodyPr wrap="none" rtlCol="0">
            <a:spAutoFit/>
          </a:bodyPr>
          <a:lstStyle/>
          <a:p>
            <a:r>
              <a:rPr lang="es-ES" sz="900" dirty="0"/>
              <a:t>.</a:t>
            </a:r>
          </a:p>
        </p:txBody>
      </p:sp>
      <p:sp>
        <p:nvSpPr>
          <p:cNvPr id="13" name="Rectángulo 12"/>
          <p:cNvSpPr/>
          <p:nvPr/>
        </p:nvSpPr>
        <p:spPr>
          <a:xfrm>
            <a:off x="354000" y="184614"/>
            <a:ext cx="11484000" cy="68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3200" dirty="0" smtClean="0">
                <a:solidFill>
                  <a:schemeClr val="accent1"/>
                </a:solidFill>
              </a:rPr>
              <a:t>Preguntas información proporcionada David Vallejo</a:t>
            </a:r>
            <a:endParaRPr lang="es-ES" sz="2000" dirty="0">
              <a:solidFill>
                <a:schemeClr val="tx1">
                  <a:lumMod val="75000"/>
                  <a:lumOff val="25000"/>
                </a:schemeClr>
              </a:solidFill>
            </a:endParaRPr>
          </a:p>
        </p:txBody>
      </p:sp>
      <p:sp>
        <p:nvSpPr>
          <p:cNvPr id="5" name="Marcador de texto 2"/>
          <p:cNvSpPr>
            <a:spLocks noGrp="1"/>
          </p:cNvSpPr>
          <p:nvPr>
            <p:ph type="body" sz="quarter" idx="4294967295"/>
          </p:nvPr>
        </p:nvSpPr>
        <p:spPr>
          <a:xfrm>
            <a:off x="558956" y="1005092"/>
            <a:ext cx="11074087" cy="5230433"/>
          </a:xfrm>
          <a:prstGeom prst="rect">
            <a:avLst/>
          </a:prstGeom>
        </p:spPr>
        <p:txBody>
          <a:bodyPr>
            <a:normAutofit fontScale="85000" lnSpcReduction="10000"/>
          </a:bodyPr>
          <a:lstStyle/>
          <a:p>
            <a:pPr lvl="0"/>
            <a:r>
              <a:rPr lang="en-GB" sz="1800" b="1" u="sng" dirty="0"/>
              <a:t>Refinancing (Row 50):</a:t>
            </a:r>
            <a:r>
              <a:rPr lang="en-GB" sz="1800" dirty="0"/>
              <a:t> Levels of refinancing are very low/zero in most cases. Considering the type of borrowers and compared to peers, this appears incorrect. Can you please confirm that refinancing has been populated correctly and if not, please resubmit using the correct figures. </a:t>
            </a:r>
            <a:endParaRPr lang="es-ES" sz="1800" dirty="0"/>
          </a:p>
          <a:p>
            <a:pPr lvl="0"/>
            <a:r>
              <a:rPr lang="en-GB" sz="1800" b="1" u="sng" dirty="0">
                <a:solidFill>
                  <a:schemeClr val="accent5">
                    <a:lumMod val="75000"/>
                  </a:schemeClr>
                </a:solidFill>
              </a:rPr>
              <a:t>SME Share:</a:t>
            </a:r>
            <a:r>
              <a:rPr lang="en-GB" sz="1800" dirty="0">
                <a:solidFill>
                  <a:schemeClr val="accent5">
                    <a:lumMod val="75000"/>
                  </a:schemeClr>
                </a:solidFill>
              </a:rPr>
              <a:t> We note that the share of SME in your bank is relatively high, especially for PT portfolio. Can you please provide a brief explanation as to why this is? We note that larger CRE borrowers can be structured as SPVs or granted directly to property funds. Accordingly, can you please confirm if these types of borrowers have been included in the data template?</a:t>
            </a:r>
            <a:endParaRPr lang="es-ES" sz="1800" dirty="0">
              <a:solidFill>
                <a:schemeClr val="accent5">
                  <a:lumMod val="75000"/>
                </a:schemeClr>
              </a:solidFill>
            </a:endParaRPr>
          </a:p>
          <a:p>
            <a:pPr lvl="0"/>
            <a:r>
              <a:rPr lang="en-GB" sz="1800" b="1" u="sng" dirty="0"/>
              <a:t>LTV calculation (Rows 260-330): </a:t>
            </a:r>
            <a:r>
              <a:rPr lang="en-GB" sz="1800" dirty="0"/>
              <a:t>We are aware that the LTV in Spain is estimated with the mortgage lending value according to the methodology for the valuation that is established by Ministerial Order ECO/805/2003 of 27 March 2003. However, could you please confirm the following for both ES and </a:t>
            </a:r>
            <a:r>
              <a:rPr lang="en-GB" sz="1800" b="1" dirty="0"/>
              <a:t>PT portfolios</a:t>
            </a:r>
            <a:r>
              <a:rPr lang="en-GB" sz="1800" dirty="0"/>
              <a:t>: </a:t>
            </a:r>
            <a:endParaRPr lang="es-ES" sz="1800" dirty="0"/>
          </a:p>
          <a:p>
            <a:pPr lvl="1"/>
            <a:r>
              <a:rPr lang="en-GB" sz="1400" dirty="0"/>
              <a:t>Did you use only mortgage lending values for the denominator “value” or did you also partly rely on market values? If you did use market values, please provide us with the share of loans for which the LTV calculation is based on market values. </a:t>
            </a:r>
            <a:r>
              <a:rPr lang="en-GB" sz="1400" dirty="0" smtClean="0">
                <a:solidFill>
                  <a:srgbClr val="FF0000"/>
                </a:solidFill>
                <a:sym typeface="Wingdings" panose="05000000000000000000" pitchFamily="2" charset="2"/>
              </a:rPr>
              <a:t></a:t>
            </a:r>
            <a:r>
              <a:rPr lang="en-GB" sz="1400" dirty="0" smtClean="0">
                <a:solidFill>
                  <a:srgbClr val="FF0000"/>
                </a:solidFill>
              </a:rPr>
              <a:t>Yes, we only use market values.</a:t>
            </a:r>
            <a:endParaRPr lang="es-ES" sz="1400" dirty="0">
              <a:solidFill>
                <a:srgbClr val="FF0000"/>
              </a:solidFill>
            </a:endParaRPr>
          </a:p>
          <a:p>
            <a:pPr lvl="1"/>
            <a:r>
              <a:rPr lang="en-GB" sz="1400" dirty="0"/>
              <a:t>Did you include other types of collateral in the denominator "value" or only the CRE property itself? </a:t>
            </a:r>
            <a:r>
              <a:rPr lang="en-GB" sz="1400" dirty="0" smtClean="0">
                <a:solidFill>
                  <a:srgbClr val="FF0000"/>
                </a:solidFill>
                <a:sym typeface="Wingdings" panose="05000000000000000000" pitchFamily="2" charset="2"/>
              </a:rPr>
              <a:t></a:t>
            </a:r>
            <a:r>
              <a:rPr lang="en-GB" sz="1400" dirty="0" smtClean="0">
                <a:sym typeface="Wingdings" panose="05000000000000000000" pitchFamily="2" charset="2"/>
              </a:rPr>
              <a:t> </a:t>
            </a:r>
            <a:r>
              <a:rPr lang="en-GB" sz="1400" dirty="0" smtClean="0">
                <a:solidFill>
                  <a:srgbClr val="FF0000"/>
                </a:solidFill>
                <a:sym typeface="Wingdings" panose="05000000000000000000" pitchFamily="2" charset="2"/>
              </a:rPr>
              <a:t>yes, we did.</a:t>
            </a:r>
            <a:endParaRPr lang="es-ES" sz="1400" dirty="0">
              <a:solidFill>
                <a:srgbClr val="FF0000"/>
              </a:solidFill>
            </a:endParaRPr>
          </a:p>
          <a:p>
            <a:pPr lvl="1"/>
            <a:r>
              <a:rPr lang="en-GB" sz="1400" dirty="0"/>
              <a:t>Did you allocate the full value of the property to the loan (and hence, use the full value for the LTV calculation) or did you cap the property value at the outstanding loan amount? </a:t>
            </a:r>
            <a:r>
              <a:rPr lang="en-GB" sz="1400" dirty="0">
                <a:solidFill>
                  <a:srgbClr val="FF0000"/>
                </a:solidFill>
                <a:sym typeface="Wingdings" panose="05000000000000000000" pitchFamily="2" charset="2"/>
              </a:rPr>
              <a:t></a:t>
            </a:r>
            <a:r>
              <a:rPr lang="en-GB" sz="1400" dirty="0">
                <a:sym typeface="Wingdings" panose="05000000000000000000" pitchFamily="2" charset="2"/>
              </a:rPr>
              <a:t> </a:t>
            </a:r>
            <a:r>
              <a:rPr lang="en-GB" sz="1400" dirty="0" smtClean="0">
                <a:solidFill>
                  <a:srgbClr val="FF0000"/>
                </a:solidFill>
                <a:sym typeface="Wingdings" panose="05000000000000000000" pitchFamily="2" charset="2"/>
              </a:rPr>
              <a:t>Not applicable</a:t>
            </a:r>
            <a:endParaRPr lang="es-ES" sz="1400" dirty="0"/>
          </a:p>
          <a:p>
            <a:pPr lvl="1"/>
            <a:r>
              <a:rPr lang="en-GB" sz="1400" dirty="0"/>
              <a:t>Did you include non-CRE loans in the numerator "loan" if multiple loans are secured by the same CRE property? </a:t>
            </a:r>
            <a:r>
              <a:rPr lang="en-GB" sz="1400" dirty="0">
                <a:solidFill>
                  <a:srgbClr val="FF0000"/>
                </a:solidFill>
                <a:sym typeface="Wingdings" panose="05000000000000000000" pitchFamily="2" charset="2"/>
              </a:rPr>
              <a:t></a:t>
            </a:r>
            <a:r>
              <a:rPr lang="en-GB" sz="1400" dirty="0">
                <a:sym typeface="Wingdings" panose="05000000000000000000" pitchFamily="2" charset="2"/>
              </a:rPr>
              <a:t> </a:t>
            </a:r>
            <a:r>
              <a:rPr lang="en-GB" sz="1400" dirty="0">
                <a:solidFill>
                  <a:srgbClr val="FF0000"/>
                </a:solidFill>
                <a:sym typeface="Wingdings" panose="05000000000000000000" pitchFamily="2" charset="2"/>
              </a:rPr>
              <a:t>Not </a:t>
            </a:r>
            <a:r>
              <a:rPr lang="en-GB" sz="1400" dirty="0" smtClean="0">
                <a:solidFill>
                  <a:srgbClr val="FF0000"/>
                </a:solidFill>
                <a:sym typeface="Wingdings" panose="05000000000000000000" pitchFamily="2" charset="2"/>
              </a:rPr>
              <a:t>applicable. All loans secured by CRE property are considered as CRE loans.</a:t>
            </a:r>
            <a:endParaRPr lang="es-ES" sz="1400" dirty="0"/>
          </a:p>
          <a:p>
            <a:pPr lvl="1"/>
            <a:r>
              <a:rPr lang="en-GB" sz="1400" dirty="0"/>
              <a:t>Did you do the LTV calculation on a "per loan/facility" or "per borrower" basis</a:t>
            </a:r>
            <a:r>
              <a:rPr lang="en-GB" sz="1400" dirty="0" smtClean="0"/>
              <a:t>? </a:t>
            </a:r>
            <a:r>
              <a:rPr lang="en-GB" sz="1400" dirty="0" smtClean="0">
                <a:solidFill>
                  <a:srgbClr val="FF0000"/>
                </a:solidFill>
                <a:sym typeface="Wingdings" panose="05000000000000000000" pitchFamily="2" charset="2"/>
              </a:rPr>
              <a:t> </a:t>
            </a:r>
            <a:r>
              <a:rPr lang="en-GB" sz="1400" dirty="0">
                <a:solidFill>
                  <a:srgbClr val="FF0000"/>
                </a:solidFill>
              </a:rPr>
              <a:t>per loan/facility" </a:t>
            </a:r>
            <a:endParaRPr lang="es-ES" sz="1400" dirty="0">
              <a:solidFill>
                <a:srgbClr val="FF0000"/>
              </a:solidFill>
            </a:endParaRPr>
          </a:p>
          <a:p>
            <a:pPr lvl="1"/>
            <a:r>
              <a:rPr lang="en-GB" sz="1400" dirty="0" smtClean="0"/>
              <a:t>Did you exclude all ‘fully unsecured’ loans (row 170) from the calculation of LTVs? </a:t>
            </a:r>
            <a:r>
              <a:rPr lang="en-GB" sz="1400" dirty="0" smtClean="0">
                <a:solidFill>
                  <a:srgbClr val="FF0000"/>
                </a:solidFill>
                <a:sym typeface="Wingdings" panose="05000000000000000000" pitchFamily="2" charset="2"/>
              </a:rPr>
              <a:t> </a:t>
            </a:r>
            <a:r>
              <a:rPr lang="en-GB" sz="1400" dirty="0" smtClean="0">
                <a:solidFill>
                  <a:srgbClr val="FF0000"/>
                </a:solidFill>
                <a:sym typeface="Wingdings" panose="05000000000000000000" pitchFamily="2" charset="2"/>
              </a:rPr>
              <a:t>yes, we did.</a:t>
            </a:r>
            <a:endParaRPr lang="es-ES" sz="1400" dirty="0" smtClean="0">
              <a:solidFill>
                <a:srgbClr val="FF0000"/>
              </a:solidFill>
            </a:endParaRPr>
          </a:p>
          <a:p>
            <a:pPr lvl="1"/>
            <a:r>
              <a:rPr lang="en-GB" sz="1400" dirty="0" smtClean="0"/>
              <a:t>Additionally</a:t>
            </a:r>
            <a:r>
              <a:rPr lang="en-GB" sz="1400" dirty="0"/>
              <a:t>, please confirm that generally the same approach is used for the LTV calculation in FINREP (e.g. for FINREP template 18.2) or provide us with a description of the differences</a:t>
            </a:r>
            <a:r>
              <a:rPr lang="en-GB" sz="1400" dirty="0" smtClean="0"/>
              <a:t>.</a:t>
            </a:r>
            <a:r>
              <a:rPr lang="en-GB" sz="1400" dirty="0" smtClean="0">
                <a:solidFill>
                  <a:srgbClr val="FF0000"/>
                </a:solidFill>
              </a:rPr>
              <a:t> </a:t>
            </a:r>
            <a:r>
              <a:rPr lang="en-GB" sz="1400" dirty="0" smtClean="0">
                <a:solidFill>
                  <a:srgbClr val="FF0000"/>
                </a:solidFill>
                <a:sym typeface="Wingdings" panose="05000000000000000000" pitchFamily="2" charset="2"/>
              </a:rPr>
              <a:t> We used the same approach as FINREP.</a:t>
            </a:r>
            <a:endParaRPr lang="es-ES" sz="1400" dirty="0">
              <a:solidFill>
                <a:srgbClr val="FF0000"/>
              </a:solidFill>
            </a:endParaRPr>
          </a:p>
          <a:p>
            <a:pPr lvl="0"/>
            <a:r>
              <a:rPr lang="en-GB" sz="1800" b="1" u="sng" dirty="0"/>
              <a:t>LTV volume (Rows 290):</a:t>
            </a:r>
            <a:r>
              <a:rPr lang="en-GB" sz="1800" dirty="0"/>
              <a:t> the volume of exposure with LTV above 80% is rather high, especially when compared to peers. Please confirm that this is correct and provide a brief explanation. </a:t>
            </a:r>
            <a:endParaRPr lang="es-ES" sz="1800" dirty="0"/>
          </a:p>
          <a:p>
            <a:pPr lvl="0"/>
            <a:r>
              <a:rPr lang="en-GB" sz="1800" b="1" u="sng" dirty="0">
                <a:solidFill>
                  <a:schemeClr val="accent5">
                    <a:lumMod val="75000"/>
                  </a:schemeClr>
                </a:solidFill>
              </a:rPr>
              <a:t>Stage transfers from S1 to S2 (Rows 480):</a:t>
            </a:r>
            <a:r>
              <a:rPr lang="en-GB" sz="1800" dirty="0">
                <a:solidFill>
                  <a:schemeClr val="accent5">
                    <a:lumMod val="75000"/>
                  </a:schemeClr>
                </a:solidFill>
              </a:rPr>
              <a:t> Stage transfers are very low in both ES and PT templates. Please confirm that this is correct and provide a brief explanation</a:t>
            </a:r>
            <a:r>
              <a:rPr lang="en-GB" sz="1800" dirty="0" smtClean="0">
                <a:solidFill>
                  <a:schemeClr val="accent5">
                    <a:lumMod val="75000"/>
                  </a:schemeClr>
                </a:solidFill>
              </a:rPr>
              <a:t>.</a:t>
            </a:r>
            <a:endParaRPr lang="es-ES" sz="1800" dirty="0" smtClean="0"/>
          </a:p>
          <a:p>
            <a:endParaRPr lang="es-ES" sz="1800" dirty="0"/>
          </a:p>
        </p:txBody>
      </p:sp>
    </p:spTree>
    <p:extLst>
      <p:ext uri="{BB962C8B-B14F-4D97-AF65-F5344CB8AC3E}">
        <p14:creationId xmlns:p14="http://schemas.microsoft.com/office/powerpoint/2010/main" val="24888231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TextBox 1032">
            <a:extLst>
              <a:ext uri="{FF2B5EF4-FFF2-40B4-BE49-F238E27FC236}">
                <a16:creationId xmlns="" xmlns:a16="http://schemas.microsoft.com/office/drawing/2014/main" id="{AE7FED07-965B-476A-B064-17629599E7A9}"/>
              </a:ext>
            </a:extLst>
          </p:cNvPr>
          <p:cNvSpPr txBox="1"/>
          <p:nvPr/>
        </p:nvSpPr>
        <p:spPr>
          <a:xfrm>
            <a:off x="-1385766" y="5841100"/>
            <a:ext cx="216726" cy="230832"/>
          </a:xfrm>
          <a:prstGeom prst="rect">
            <a:avLst/>
          </a:prstGeom>
          <a:noFill/>
        </p:spPr>
        <p:txBody>
          <a:bodyPr wrap="none" rtlCol="0">
            <a:spAutoFit/>
          </a:bodyPr>
          <a:lstStyle/>
          <a:p>
            <a:r>
              <a:rPr lang="es-ES" sz="900" dirty="0"/>
              <a:t>.</a:t>
            </a:r>
          </a:p>
        </p:txBody>
      </p:sp>
      <p:sp>
        <p:nvSpPr>
          <p:cNvPr id="13" name="Rectángulo 12"/>
          <p:cNvSpPr/>
          <p:nvPr/>
        </p:nvSpPr>
        <p:spPr>
          <a:xfrm>
            <a:off x="354000" y="184614"/>
            <a:ext cx="11484000" cy="68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3200" dirty="0" smtClean="0">
                <a:solidFill>
                  <a:schemeClr val="accent1"/>
                </a:solidFill>
              </a:rPr>
              <a:t>Preguntas información proporcionada equipo de Portugal</a:t>
            </a:r>
            <a:endParaRPr lang="es-ES" sz="2000" dirty="0">
              <a:solidFill>
                <a:schemeClr val="tx1">
                  <a:lumMod val="75000"/>
                  <a:lumOff val="25000"/>
                </a:schemeClr>
              </a:solidFill>
            </a:endParaRPr>
          </a:p>
        </p:txBody>
      </p:sp>
      <p:sp>
        <p:nvSpPr>
          <p:cNvPr id="5" name="Marcador de texto 2"/>
          <p:cNvSpPr>
            <a:spLocks noGrp="1"/>
          </p:cNvSpPr>
          <p:nvPr>
            <p:ph type="body" sz="quarter" idx="4294967295"/>
          </p:nvPr>
        </p:nvSpPr>
        <p:spPr>
          <a:xfrm>
            <a:off x="562707" y="1050878"/>
            <a:ext cx="11074087" cy="5048169"/>
          </a:xfrm>
          <a:prstGeom prst="rect">
            <a:avLst/>
          </a:prstGeom>
        </p:spPr>
        <p:txBody>
          <a:bodyPr>
            <a:normAutofit/>
          </a:bodyPr>
          <a:lstStyle/>
          <a:p>
            <a:pPr lvl="0"/>
            <a:r>
              <a:rPr lang="en-GB" sz="1800" b="1" u="sng" dirty="0" smtClean="0">
                <a:solidFill>
                  <a:schemeClr val="accent5">
                    <a:lumMod val="75000"/>
                  </a:schemeClr>
                </a:solidFill>
              </a:rPr>
              <a:t>Forbearance </a:t>
            </a:r>
            <a:r>
              <a:rPr lang="en-GB" sz="1800" b="1" u="sng" dirty="0">
                <a:solidFill>
                  <a:schemeClr val="accent5">
                    <a:lumMod val="75000"/>
                  </a:schemeClr>
                </a:solidFill>
              </a:rPr>
              <a:t>(Row 540):</a:t>
            </a:r>
            <a:r>
              <a:rPr lang="en-GB" sz="1800" dirty="0">
                <a:solidFill>
                  <a:schemeClr val="accent5">
                    <a:lumMod val="75000"/>
                  </a:schemeClr>
                </a:solidFill>
              </a:rPr>
              <a:t> We note the low levels of forbearance, especially in the PT portfolio. Can you please confirm that these figures are correct and if so, provide a brief explanation</a:t>
            </a:r>
            <a:r>
              <a:rPr lang="en-GB" sz="1800" dirty="0" smtClean="0">
                <a:solidFill>
                  <a:schemeClr val="accent5">
                    <a:lumMod val="75000"/>
                  </a:schemeClr>
                </a:solidFill>
              </a:rPr>
              <a:t>?</a:t>
            </a:r>
          </a:p>
          <a:p>
            <a:pPr marL="457200" lvl="1" indent="0">
              <a:buNone/>
            </a:pPr>
            <a:r>
              <a:rPr lang="en-GB" sz="1400" b="1" u="sng" dirty="0" smtClean="0">
                <a:solidFill>
                  <a:srgbClr val="FF0000"/>
                </a:solidFill>
              </a:rPr>
              <a:t>Forbearance </a:t>
            </a:r>
            <a:r>
              <a:rPr lang="en-GB" sz="1400" b="1" u="sng" dirty="0">
                <a:solidFill>
                  <a:srgbClr val="FF0000"/>
                </a:solidFill>
              </a:rPr>
              <a:t>(Row 540):</a:t>
            </a:r>
            <a:r>
              <a:rPr lang="en-GB" sz="1400" dirty="0">
                <a:solidFill>
                  <a:srgbClr val="FF0000"/>
                </a:solidFill>
              </a:rPr>
              <a:t> </a:t>
            </a:r>
            <a:r>
              <a:rPr lang="pt-PT" sz="1400" dirty="0">
                <a:solidFill>
                  <a:srgbClr val="FF0000"/>
                </a:solidFill>
              </a:rPr>
              <a:t>O valor reportado está coerente com o mapa F18.02, no entanto a grande parte dos reestruturados estão classificados como “</a:t>
            </a:r>
            <a:r>
              <a:rPr lang="pt-PT" sz="1400" dirty="0" err="1">
                <a:solidFill>
                  <a:srgbClr val="FF0000"/>
                </a:solidFill>
              </a:rPr>
              <a:t>Own</a:t>
            </a:r>
            <a:r>
              <a:rPr lang="pt-PT" sz="1400" dirty="0">
                <a:solidFill>
                  <a:srgbClr val="FF0000"/>
                </a:solidFill>
              </a:rPr>
              <a:t> use” (valor não reportado no mapa)</a:t>
            </a:r>
          </a:p>
          <a:p>
            <a:pPr lvl="2"/>
            <a:r>
              <a:rPr lang="en-GB" sz="1000" dirty="0">
                <a:solidFill>
                  <a:srgbClr val="FF0000"/>
                </a:solidFill>
              </a:rPr>
              <a:t>I</a:t>
            </a:r>
            <a:r>
              <a:rPr lang="en-GB" sz="1000" b="1" dirty="0">
                <a:solidFill>
                  <a:srgbClr val="FF0000"/>
                </a:solidFill>
              </a:rPr>
              <a:t>NCOME-PRODUCTION</a:t>
            </a:r>
            <a:r>
              <a:rPr lang="en-GB" sz="1000" dirty="0">
                <a:solidFill>
                  <a:srgbClr val="FF0000"/>
                </a:solidFill>
              </a:rPr>
              <a:t>: 186 127 051 €</a:t>
            </a:r>
          </a:p>
          <a:p>
            <a:pPr lvl="2"/>
            <a:r>
              <a:rPr lang="en-GB" sz="1000" b="1" dirty="0">
                <a:solidFill>
                  <a:srgbClr val="FF0000"/>
                </a:solidFill>
              </a:rPr>
              <a:t>OWN USE: </a:t>
            </a:r>
            <a:r>
              <a:rPr lang="en-GB" sz="1000" dirty="0">
                <a:solidFill>
                  <a:srgbClr val="FF0000"/>
                </a:solidFill>
              </a:rPr>
              <a:t>297 054 904€</a:t>
            </a:r>
          </a:p>
          <a:p>
            <a:pPr lvl="2"/>
            <a:r>
              <a:rPr lang="en-GB" sz="1000" b="1" dirty="0">
                <a:solidFill>
                  <a:srgbClr val="FF0000"/>
                </a:solidFill>
              </a:rPr>
              <a:t>SECURED BY CRE: </a:t>
            </a:r>
            <a:r>
              <a:rPr lang="en-GB" sz="1000" dirty="0">
                <a:solidFill>
                  <a:srgbClr val="FF0000"/>
                </a:solidFill>
              </a:rPr>
              <a:t>389 301 </a:t>
            </a:r>
            <a:r>
              <a:rPr lang="en-GB" sz="1000" dirty="0" smtClean="0">
                <a:solidFill>
                  <a:srgbClr val="FF0000"/>
                </a:solidFill>
              </a:rPr>
              <a:t>€</a:t>
            </a:r>
            <a:endParaRPr lang="es-ES" sz="1800" dirty="0">
              <a:solidFill>
                <a:schemeClr val="accent5">
                  <a:lumMod val="75000"/>
                </a:schemeClr>
              </a:solidFill>
            </a:endParaRPr>
          </a:p>
          <a:p>
            <a:r>
              <a:rPr lang="en-GB" sz="1800" b="1" u="sng" dirty="0">
                <a:solidFill>
                  <a:schemeClr val="accent5">
                    <a:lumMod val="75000"/>
                  </a:schemeClr>
                </a:solidFill>
              </a:rPr>
              <a:t>SME Share:</a:t>
            </a:r>
            <a:r>
              <a:rPr lang="en-GB" sz="1800" dirty="0">
                <a:solidFill>
                  <a:schemeClr val="accent5">
                    <a:lumMod val="75000"/>
                  </a:schemeClr>
                </a:solidFill>
              </a:rPr>
              <a:t> We note that the share of SME in your bank is relatively high, especially for PT portfolio. Can you please provide a brief explanation as to why this is? We note that larger CRE borrowers can be structured as SPVs or granted directly to property funds. Accordingly, can you please confirm if these types of borrowers have been included in the data template</a:t>
            </a:r>
            <a:r>
              <a:rPr lang="en-GB" sz="1800" dirty="0" smtClean="0">
                <a:solidFill>
                  <a:schemeClr val="accent5">
                    <a:lumMod val="75000"/>
                  </a:schemeClr>
                </a:solidFill>
              </a:rPr>
              <a:t>?</a:t>
            </a:r>
          </a:p>
          <a:p>
            <a:pPr marL="457200" lvl="1" indent="0">
              <a:buNone/>
            </a:pPr>
            <a:r>
              <a:rPr lang="en-GB" sz="1400" b="1" u="sng" dirty="0">
                <a:solidFill>
                  <a:srgbClr val="FF0000"/>
                </a:solidFill>
              </a:rPr>
              <a:t>SME Share:</a:t>
            </a:r>
            <a:r>
              <a:rPr lang="en-GB" sz="1400" dirty="0">
                <a:solidFill>
                  <a:srgbClr val="FF0000"/>
                </a:solidFill>
              </a:rPr>
              <a:t> </a:t>
            </a:r>
            <a:r>
              <a:rPr lang="pt-PT" sz="1400" dirty="0">
                <a:solidFill>
                  <a:srgbClr val="FF0000"/>
                </a:solidFill>
              </a:rPr>
              <a:t> Estamos a incluir todo o universo do </a:t>
            </a:r>
            <a:r>
              <a:rPr lang="pt-PT" sz="1400" dirty="0" err="1">
                <a:solidFill>
                  <a:srgbClr val="FF0000"/>
                </a:solidFill>
              </a:rPr>
              <a:t>FinRep</a:t>
            </a:r>
            <a:r>
              <a:rPr lang="pt-PT" sz="1400" dirty="0">
                <a:solidFill>
                  <a:srgbClr val="FF0000"/>
                </a:solidFill>
              </a:rPr>
              <a:t>. </a:t>
            </a:r>
            <a:endParaRPr lang="es-ES" sz="1800" dirty="0">
              <a:solidFill>
                <a:schemeClr val="accent5">
                  <a:lumMod val="75000"/>
                </a:schemeClr>
              </a:solidFill>
            </a:endParaRPr>
          </a:p>
          <a:p>
            <a:r>
              <a:rPr lang="en-GB" sz="1800" b="1" u="sng" dirty="0">
                <a:solidFill>
                  <a:schemeClr val="accent5">
                    <a:lumMod val="75000"/>
                  </a:schemeClr>
                </a:solidFill>
              </a:rPr>
              <a:t>Stage transfers from S1 to S2 (Rows 480):</a:t>
            </a:r>
            <a:r>
              <a:rPr lang="en-GB" sz="1800" dirty="0">
                <a:solidFill>
                  <a:schemeClr val="accent5">
                    <a:lumMod val="75000"/>
                  </a:schemeClr>
                </a:solidFill>
              </a:rPr>
              <a:t> Stage transfers are very low in both ES and PT templates. Please confirm that this is correct and provide a brief explanation</a:t>
            </a:r>
            <a:r>
              <a:rPr lang="en-GB" sz="1800" dirty="0" smtClean="0">
                <a:solidFill>
                  <a:schemeClr val="accent5">
                    <a:lumMod val="75000"/>
                  </a:schemeClr>
                </a:solidFill>
              </a:rPr>
              <a:t>.</a:t>
            </a:r>
          </a:p>
          <a:p>
            <a:pPr marL="457200" lvl="1" indent="0">
              <a:buNone/>
            </a:pPr>
            <a:r>
              <a:rPr lang="en-GB" sz="1400" b="1" u="sng" dirty="0">
                <a:solidFill>
                  <a:srgbClr val="FF0000"/>
                </a:solidFill>
              </a:rPr>
              <a:t>Stage transfers from S1 to S2 (Rows 480):</a:t>
            </a:r>
            <a:r>
              <a:rPr lang="en-GB" sz="1400" dirty="0">
                <a:solidFill>
                  <a:srgbClr val="FF0000"/>
                </a:solidFill>
              </a:rPr>
              <a:t> </a:t>
            </a:r>
            <a:r>
              <a:rPr lang="pt-PT" sz="1400" dirty="0">
                <a:solidFill>
                  <a:srgbClr val="FF0000"/>
                </a:solidFill>
              </a:rPr>
              <a:t>A maior parte das transferências estão classificadas como “</a:t>
            </a:r>
            <a:r>
              <a:rPr lang="pt-PT" sz="1400" dirty="0" err="1">
                <a:solidFill>
                  <a:srgbClr val="FF0000"/>
                </a:solidFill>
              </a:rPr>
              <a:t>Own</a:t>
            </a:r>
            <a:r>
              <a:rPr lang="pt-PT" sz="1400" dirty="0">
                <a:solidFill>
                  <a:srgbClr val="FF0000"/>
                </a:solidFill>
              </a:rPr>
              <a:t> use” (valor não reportado no mapa)</a:t>
            </a:r>
          </a:p>
          <a:p>
            <a:pPr marL="914400" lvl="2" indent="0">
              <a:buNone/>
            </a:pPr>
            <a:r>
              <a:rPr lang="en-GB" sz="1000" dirty="0">
                <a:solidFill>
                  <a:srgbClr val="FF0000"/>
                </a:solidFill>
              </a:rPr>
              <a:t>S1 </a:t>
            </a:r>
            <a:r>
              <a:rPr lang="en-GB" sz="1000" dirty="0">
                <a:solidFill>
                  <a:srgbClr val="FF0000"/>
                </a:solidFill>
                <a:sym typeface="Wingdings" panose="05000000000000000000" pitchFamily="2" charset="2"/>
              </a:rPr>
              <a:t></a:t>
            </a:r>
            <a:r>
              <a:rPr lang="en-GB" sz="1000" dirty="0">
                <a:solidFill>
                  <a:srgbClr val="FF0000"/>
                </a:solidFill>
              </a:rPr>
              <a:t> S2 (PT)</a:t>
            </a:r>
            <a:endParaRPr lang="pt-PT" sz="1400" dirty="0">
              <a:solidFill>
                <a:srgbClr val="FF0000"/>
              </a:solidFill>
            </a:endParaRPr>
          </a:p>
          <a:p>
            <a:pPr lvl="2"/>
            <a:r>
              <a:rPr lang="en-GB" sz="1000" b="1" dirty="0">
                <a:solidFill>
                  <a:srgbClr val="FF0000"/>
                </a:solidFill>
              </a:rPr>
              <a:t>OWN USE: </a:t>
            </a:r>
            <a:r>
              <a:rPr lang="en-GB" sz="1000" dirty="0">
                <a:solidFill>
                  <a:srgbClr val="FF0000"/>
                </a:solidFill>
              </a:rPr>
              <a:t>37 199 540 €</a:t>
            </a:r>
          </a:p>
          <a:p>
            <a:pPr marL="914400" lvl="2" indent="0">
              <a:buNone/>
            </a:pPr>
            <a:r>
              <a:rPr lang="en-GB" sz="1000" dirty="0">
                <a:solidFill>
                  <a:srgbClr val="FF0000"/>
                </a:solidFill>
              </a:rPr>
              <a:t>S2 </a:t>
            </a:r>
            <a:r>
              <a:rPr lang="en-GB" sz="1000" dirty="0">
                <a:solidFill>
                  <a:srgbClr val="FF0000"/>
                </a:solidFill>
                <a:sym typeface="Wingdings" panose="05000000000000000000" pitchFamily="2" charset="2"/>
              </a:rPr>
              <a:t></a:t>
            </a:r>
            <a:r>
              <a:rPr lang="en-GB" sz="1000" dirty="0">
                <a:solidFill>
                  <a:srgbClr val="FF0000"/>
                </a:solidFill>
              </a:rPr>
              <a:t> S1 (PT)</a:t>
            </a:r>
          </a:p>
          <a:p>
            <a:pPr lvl="2"/>
            <a:r>
              <a:rPr lang="en-GB" sz="1000" b="1" dirty="0">
                <a:solidFill>
                  <a:srgbClr val="FF0000"/>
                </a:solidFill>
              </a:rPr>
              <a:t>OWN USE: </a:t>
            </a:r>
            <a:r>
              <a:rPr lang="en-GB" sz="1000" dirty="0">
                <a:solidFill>
                  <a:srgbClr val="FF0000"/>
                </a:solidFill>
              </a:rPr>
              <a:t>60 722 919 €</a:t>
            </a:r>
          </a:p>
          <a:p>
            <a:endParaRPr lang="es-ES" sz="1800" dirty="0">
              <a:solidFill>
                <a:schemeClr val="accent5">
                  <a:lumMod val="75000"/>
                </a:schemeClr>
              </a:solidFill>
            </a:endParaRPr>
          </a:p>
          <a:p>
            <a:endParaRPr lang="es-ES" sz="1800" dirty="0" smtClean="0"/>
          </a:p>
          <a:p>
            <a:endParaRPr lang="es-ES" sz="1800" dirty="0"/>
          </a:p>
        </p:txBody>
      </p:sp>
    </p:spTree>
    <p:extLst>
      <p:ext uri="{BB962C8B-B14F-4D97-AF65-F5344CB8AC3E}">
        <p14:creationId xmlns:p14="http://schemas.microsoft.com/office/powerpoint/2010/main" val="39112420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Tema de Office">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ysClr val="window" lastClr="FFFFFF">
            <a:lumMod val="95000"/>
            <a:alpha val="31000"/>
          </a:sysClr>
        </a:solidFill>
        <a:ln w="19050" cap="flat" cmpd="sng" algn="ctr">
          <a:solidFill>
            <a:srgbClr val="FF0000"/>
          </a:solidFill>
          <a:prstDash val="dash"/>
          <a:miter lim="800000"/>
        </a:ln>
        <a:effectLst/>
      </a:spPr>
      <a:bodyPr rtlCol="0" anchor="t"/>
      <a:lstStyle>
        <a:defPPr>
          <a:defRPr sz="1200" b="1" u="sng" dirty="0">
            <a:solidFill>
              <a:schemeClr val="tx2"/>
            </a:solidFil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0683c779-04fc-4b63-89c9-6c25ffa1c0a4">
      <Terms xmlns="http://schemas.microsoft.com/office/infopath/2007/PartnerControls"/>
    </lcf76f155ced4ddcb4097134ff3c332f>
    <TaxCatchAll xmlns="6ea7b29d-57ec-408d-9ea9-cf73b04f66d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511375E9B6A4047927DE3870E45B8D5" ma:contentTypeVersion="15" ma:contentTypeDescription="Criar um novo documento." ma:contentTypeScope="" ma:versionID="de3ca2d3a6c48fd441220ca6f882468d">
  <xsd:schema xmlns:xsd="http://www.w3.org/2001/XMLSchema" xmlns:xs="http://www.w3.org/2001/XMLSchema" xmlns:p="http://schemas.microsoft.com/office/2006/metadata/properties" xmlns:ns1="http://schemas.microsoft.com/sharepoint/v3" xmlns:ns2="0683c779-04fc-4b63-89c9-6c25ffa1c0a4" xmlns:ns3="6ea7b29d-57ec-408d-9ea9-cf73b04f66d5" targetNamespace="http://schemas.microsoft.com/office/2006/metadata/properties" ma:root="true" ma:fieldsID="30026e5f885db56c00e5b19c3d39155d" ns1:_="" ns2:_="" ns3:_="">
    <xsd:import namespace="http://schemas.microsoft.com/sharepoint/v3"/>
    <xsd:import namespace="0683c779-04fc-4b63-89c9-6c25ffa1c0a4"/>
    <xsd:import namespace="6ea7b29d-57ec-408d-9ea9-cf73b04f66d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1:_ip_UnifiedCompliancePolicyProperties" minOccurs="0"/>
                <xsd:element ref="ns1:_ip_UnifiedCompliancePolicyUIAction"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Propriedades da Política de Conformidade Unificada" ma:hidden="true" ma:internalName="_ip_UnifiedCompliancePolicyProperties">
      <xsd:simpleType>
        <xsd:restriction base="dms:Note"/>
      </xsd:simpleType>
    </xsd:element>
    <xsd:element name="_ip_UnifiedCompliancePolicyUIAction" ma:index="12" nillable="true" ma:displayName="Ação de IU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83c779-04fc-4b63-89c9-6c25ffa1c0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m"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a7b29d-57ec-408d-9ea9-cf73b04f66d5" elementFormDefault="qualified">
    <xsd:import namespace="http://schemas.microsoft.com/office/2006/documentManagement/types"/>
    <xsd:import namespace="http://schemas.microsoft.com/office/infopath/2007/PartnerControls"/>
    <xsd:element name="SharedWithUsers" ma:index="13"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Detalhes de Partilhado Com" ma:internalName="SharedWithDetails" ma:readOnly="true">
      <xsd:simpleType>
        <xsd:restriction base="dms:Note">
          <xsd:maxLength value="255"/>
        </xsd:restriction>
      </xsd:simpleType>
    </xsd:element>
    <xsd:element name="TaxCatchAll" ma:index="17" nillable="true" ma:displayName="Taxonomy Catch All Column" ma:hidden="true" ma:list="{028cb997-6b46-4ca3-ae12-c5a1f8f1297b}" ma:internalName="TaxCatchAll" ma:showField="CatchAllData" ma:web="6ea7b29d-57ec-408d-9ea9-cf73b04f66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DD9C4BB-930D-4DF3-85DD-8D55B2C2B01C}">
  <ds:schemaRefs>
    <ds:schemaRef ds:uri="http://schemas.microsoft.com/office/infopath/2007/PartnerControls"/>
    <ds:schemaRef ds:uri="http://schemas.microsoft.com/office/2006/documentManagement/types"/>
    <ds:schemaRef ds:uri="0deb8465-17ac-43ac-816d-d04ab7aca019"/>
    <ds:schemaRef ds:uri="http://purl.org/dc/elements/1.1/"/>
    <ds:schemaRef ds:uri="http://schemas.microsoft.com/office/2006/metadata/properties"/>
    <ds:schemaRef ds:uri="http://schemas.openxmlformats.org/package/2006/metadata/core-properties"/>
    <ds:schemaRef ds:uri="http://purl.org/dc/terms/"/>
    <ds:schemaRef ds:uri="http://www.w3.org/XML/1998/namespace"/>
    <ds:schemaRef ds:uri="http://purl.org/dc/dcmitype/"/>
  </ds:schemaRefs>
</ds:datastoreItem>
</file>

<file path=customXml/itemProps2.xml><?xml version="1.0" encoding="utf-8"?>
<ds:datastoreItem xmlns:ds="http://schemas.openxmlformats.org/officeDocument/2006/customXml" ds:itemID="{6A653C15-2C9B-45FB-9FCF-987E8FDA5158}"/>
</file>

<file path=customXml/itemProps3.xml><?xml version="1.0" encoding="utf-8"?>
<ds:datastoreItem xmlns:ds="http://schemas.openxmlformats.org/officeDocument/2006/customXml" ds:itemID="{DC3CD27C-739E-4208-AB9A-3318482E85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10783</TotalTime>
  <Words>168</Words>
  <Application>Microsoft Office PowerPoint</Application>
  <PresentationFormat>Widescreen</PresentationFormat>
  <Paragraphs>33</Paragraphs>
  <Slides>3</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9" baseType="lpstr">
      <vt:lpstr>Arial</vt:lpstr>
      <vt:lpstr>Calibri</vt:lpstr>
      <vt:lpstr>Santander Headline</vt:lpstr>
      <vt:lpstr>Wingdings</vt:lpstr>
      <vt:lpstr>1_Tema de Office</vt:lpstr>
      <vt:lpstr>think-cell Slide</vt:lpstr>
      <vt:lpstr>CRE Horizontal Review Revisión de cuestiones planteadas ECB</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FERNANDEZ CASTRO ANA ISABEL</dc:creator>
  <cp:lastModifiedBy>Dora da Silva Roxo</cp:lastModifiedBy>
  <cp:revision>152</cp:revision>
  <dcterms:created xsi:type="dcterms:W3CDTF">2021-04-22T09:22:15Z</dcterms:created>
  <dcterms:modified xsi:type="dcterms:W3CDTF">2021-11-16T19:10:11Z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0x0101007511375E9B6A4047927DE3870E45B8D5</vt:lpwstr>
  </property>
  <property fmtid="{D5CDD505-2E9C-101B-9397-08002B2CF9AE}" pid="3" name="MSIP_Label_0c2abd79-57a9-4473-8700-c843f76a1e37_Enabled">
    <vt:lpwstr>true</vt:lpwstr>
  </property>
  <property fmtid="{D5CDD505-2E9C-101B-9397-08002B2CF9AE}" pid="4" name="MSIP_Label_0c2abd79-57a9-4473-8700-c843f76a1e37_SetDate">
    <vt:lpwstr>2021-11-08T15:57:54Z</vt:lpwstr>
  </property>
  <property fmtid="{D5CDD505-2E9C-101B-9397-08002B2CF9AE}" pid="5" name="MSIP_Label_0c2abd79-57a9-4473-8700-c843f76a1e37_Method">
    <vt:lpwstr>Privileged</vt:lpwstr>
  </property>
  <property fmtid="{D5CDD505-2E9C-101B-9397-08002B2CF9AE}" pid="6" name="MSIP_Label_0c2abd79-57a9-4473-8700-c843f76a1e37_Name">
    <vt:lpwstr>Internal</vt:lpwstr>
  </property>
  <property fmtid="{D5CDD505-2E9C-101B-9397-08002B2CF9AE}" pid="7" name="MSIP_Label_0c2abd79-57a9-4473-8700-c843f76a1e37_SiteId">
    <vt:lpwstr>35595a02-4d6d-44ac-99e1-f9ab4cd872db</vt:lpwstr>
  </property>
  <property fmtid="{D5CDD505-2E9C-101B-9397-08002B2CF9AE}" pid="8" name="MSIP_Label_0c2abd79-57a9-4473-8700-c843f76a1e37_ActionId">
    <vt:lpwstr>f9befcd9-fc55-4b42-badc-5e3754719c43</vt:lpwstr>
  </property>
  <property fmtid="{D5CDD505-2E9C-101B-9397-08002B2CF9AE}" pid="9" name="MSIP_Label_0c2abd79-57a9-4473-8700-c843f76a1e37_ContentBits">
    <vt:lpwstr>0</vt:lpwstr>
  </property>
</Properties>
</file>