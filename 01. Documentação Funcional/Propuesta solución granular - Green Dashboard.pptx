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69" r:id="rId5"/>
    <p:sldId id="2007579508" r:id="rId6"/>
    <p:sldId id="2007579497" r:id="rId7"/>
    <p:sldId id="2007579492" r:id="rId8"/>
    <p:sldId id="2007579495" r:id="rId9"/>
    <p:sldId id="2007579449" r:id="rId10"/>
    <p:sldId id="2007579490" r:id="rId11"/>
    <p:sldId id="2007579448" r:id="rId12"/>
    <p:sldId id="2007579491" r:id="rId13"/>
    <p:sldId id="289" r:id="rId14"/>
    <p:sldId id="2007579450" r:id="rId15"/>
    <p:sldId id="2007579478" r:id="rId16"/>
    <p:sldId id="2007579481" r:id="rId17"/>
    <p:sldId id="2007579482" r:id="rId18"/>
    <p:sldId id="2007579483" r:id="rId19"/>
    <p:sldId id="2007579486" r:id="rId20"/>
    <p:sldId id="2007579487" r:id="rId21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937" userDrawn="1">
          <p15:clr>
            <a:srgbClr val="A4A3A4"/>
          </p15:clr>
        </p15:guide>
        <p15:guide id="3" orient="horz" pos="12" userDrawn="1">
          <p15:clr>
            <a:srgbClr val="A4A3A4"/>
          </p15:clr>
        </p15:guide>
        <p15:guide id="4" pos="168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B0D94B-DF2E-2DB3-D173-79F28718F04D}" name="Andrea Guerrero Rodriguez-Patron" initials="AGRP" userId="S::andrea.guerrero.rod1@managementsolutions.com::b43ab454-8536-4b77-93e3-195e15f417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9A0D"/>
    <a:srgbClr val="FAE5DF"/>
    <a:srgbClr val="FAE5E5"/>
    <a:srgbClr val="EAE5E5"/>
    <a:srgbClr val="1AE811"/>
    <a:srgbClr val="BDDBE3"/>
    <a:srgbClr val="0DC911"/>
    <a:srgbClr val="2EF233"/>
    <a:srgbClr val="FFCCCC"/>
    <a:srgbClr val="FF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22" y="102"/>
      </p:cViewPr>
      <p:guideLst>
        <p:guide orient="horz" pos="1026"/>
        <p:guide pos="937"/>
        <p:guide orient="horz" pos="12"/>
        <p:guide pos="168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lerandi Rubio Lydia" userId="efaa79d3-969f-4ac8-afbd-2e183ee47a3e" providerId="ADAL" clId="{87837BD4-1E8E-4D72-AF05-68FCE30FBEBC}"/>
    <pc:docChg chg="undo custSel modSld">
      <pc:chgData name="Llerandi Rubio Lydia" userId="efaa79d3-969f-4ac8-afbd-2e183ee47a3e" providerId="ADAL" clId="{87837BD4-1E8E-4D72-AF05-68FCE30FBEBC}" dt="2023-06-20T15:32:40.188" v="490"/>
      <pc:docMkLst>
        <pc:docMk/>
      </pc:docMkLst>
      <pc:sldChg chg="addSp delSp modSp mod">
        <pc:chgData name="Llerandi Rubio Lydia" userId="efaa79d3-969f-4ac8-afbd-2e183ee47a3e" providerId="ADAL" clId="{87837BD4-1E8E-4D72-AF05-68FCE30FBEBC}" dt="2023-06-20T15:25:30.533" v="243" actId="20577"/>
        <pc:sldMkLst>
          <pc:docMk/>
          <pc:sldMk cId="1189338032" sldId="279"/>
        </pc:sldMkLst>
        <pc:spChg chg="mod">
          <ac:chgData name="Llerandi Rubio Lydia" userId="efaa79d3-969f-4ac8-afbd-2e183ee47a3e" providerId="ADAL" clId="{87837BD4-1E8E-4D72-AF05-68FCE30FBEBC}" dt="2023-06-20T15:23:42.700" v="122"/>
          <ac:spMkLst>
            <pc:docMk/>
            <pc:sldMk cId="1189338032" sldId="279"/>
            <ac:spMk id="8" creationId="{1CA330F2-E6C7-C942-5843-2650B384ECAB}"/>
          </ac:spMkLst>
        </pc:spChg>
        <pc:spChg chg="mod">
          <ac:chgData name="Llerandi Rubio Lydia" userId="efaa79d3-969f-4ac8-afbd-2e183ee47a3e" providerId="ADAL" clId="{87837BD4-1E8E-4D72-AF05-68FCE30FBEBC}" dt="2023-06-20T15:23:42.700" v="122"/>
          <ac:spMkLst>
            <pc:docMk/>
            <pc:sldMk cId="1189338032" sldId="279"/>
            <ac:spMk id="9" creationId="{42455EB2-5684-0322-8176-719C80216192}"/>
          </ac:spMkLst>
        </pc:spChg>
        <pc:spChg chg="mod">
          <ac:chgData name="Llerandi Rubio Lydia" userId="efaa79d3-969f-4ac8-afbd-2e183ee47a3e" providerId="ADAL" clId="{87837BD4-1E8E-4D72-AF05-68FCE30FBEBC}" dt="2023-06-20T15:23:42.700" v="122"/>
          <ac:spMkLst>
            <pc:docMk/>
            <pc:sldMk cId="1189338032" sldId="279"/>
            <ac:spMk id="10" creationId="{5DB842A9-22DE-018C-0147-067024F71151}"/>
          </ac:spMkLst>
        </pc:spChg>
        <pc:spChg chg="mod">
          <ac:chgData name="Llerandi Rubio Lydia" userId="efaa79d3-969f-4ac8-afbd-2e183ee47a3e" providerId="ADAL" clId="{87837BD4-1E8E-4D72-AF05-68FCE30FBEBC}" dt="2023-06-20T15:25:30.533" v="243" actId="20577"/>
          <ac:spMkLst>
            <pc:docMk/>
            <pc:sldMk cId="1189338032" sldId="279"/>
            <ac:spMk id="37" creationId="{10167517-2387-4C36-C62B-685DFDF789DB}"/>
          </ac:spMkLst>
        </pc:spChg>
        <pc:grpChg chg="add del mod">
          <ac:chgData name="Llerandi Rubio Lydia" userId="efaa79d3-969f-4ac8-afbd-2e183ee47a3e" providerId="ADAL" clId="{87837BD4-1E8E-4D72-AF05-68FCE30FBEBC}" dt="2023-06-20T15:23:47.465" v="123" actId="478"/>
          <ac:grpSpMkLst>
            <pc:docMk/>
            <pc:sldMk cId="1189338032" sldId="279"/>
            <ac:grpSpMk id="3" creationId="{9F8CBECC-5F72-112A-4634-002D4CDA9C14}"/>
          </ac:grpSpMkLst>
        </pc:grpChg>
        <pc:cxnChg chg="mod">
          <ac:chgData name="Llerandi Rubio Lydia" userId="efaa79d3-969f-4ac8-afbd-2e183ee47a3e" providerId="ADAL" clId="{87837BD4-1E8E-4D72-AF05-68FCE30FBEBC}" dt="2023-06-20T15:23:42.700" v="122"/>
          <ac:cxnSpMkLst>
            <pc:docMk/>
            <pc:sldMk cId="1189338032" sldId="279"/>
            <ac:cxnSpMk id="7" creationId="{E406BC79-657D-C47C-E78D-340ED2760B6E}"/>
          </ac:cxnSpMkLst>
        </pc:cxnChg>
      </pc:sldChg>
      <pc:sldChg chg="modSp mod">
        <pc:chgData name="Llerandi Rubio Lydia" userId="efaa79d3-969f-4ac8-afbd-2e183ee47a3e" providerId="ADAL" clId="{87837BD4-1E8E-4D72-AF05-68FCE30FBEBC}" dt="2023-06-20T15:28:26.783" v="404" actId="20577"/>
        <pc:sldMkLst>
          <pc:docMk/>
          <pc:sldMk cId="902901325" sldId="2007579500"/>
        </pc:sldMkLst>
        <pc:spChg chg="mod">
          <ac:chgData name="Llerandi Rubio Lydia" userId="efaa79d3-969f-4ac8-afbd-2e183ee47a3e" providerId="ADAL" clId="{87837BD4-1E8E-4D72-AF05-68FCE30FBEBC}" dt="2023-06-20T15:28:26.783" v="404" actId="20577"/>
          <ac:spMkLst>
            <pc:docMk/>
            <pc:sldMk cId="902901325" sldId="2007579500"/>
            <ac:spMk id="37" creationId="{10167517-2387-4C36-C62B-685DFDF789DB}"/>
          </ac:spMkLst>
        </pc:spChg>
      </pc:sldChg>
      <pc:sldChg chg="modSp mod">
        <pc:chgData name="Llerandi Rubio Lydia" userId="efaa79d3-969f-4ac8-afbd-2e183ee47a3e" providerId="ADAL" clId="{87837BD4-1E8E-4D72-AF05-68FCE30FBEBC}" dt="2023-06-20T15:27:51.234" v="304" actId="20577"/>
        <pc:sldMkLst>
          <pc:docMk/>
          <pc:sldMk cId="1255696858" sldId="2007579501"/>
        </pc:sldMkLst>
        <pc:spChg chg="mod">
          <ac:chgData name="Llerandi Rubio Lydia" userId="efaa79d3-969f-4ac8-afbd-2e183ee47a3e" providerId="ADAL" clId="{87837BD4-1E8E-4D72-AF05-68FCE30FBEBC}" dt="2023-06-20T15:27:51.234" v="304" actId="20577"/>
          <ac:spMkLst>
            <pc:docMk/>
            <pc:sldMk cId="1255696858" sldId="2007579501"/>
            <ac:spMk id="37" creationId="{10167517-2387-4C36-C62B-685DFDF789DB}"/>
          </ac:spMkLst>
        </pc:spChg>
      </pc:sldChg>
      <pc:sldChg chg="modSp mod">
        <pc:chgData name="Llerandi Rubio Lydia" userId="efaa79d3-969f-4ac8-afbd-2e183ee47a3e" providerId="ADAL" clId="{87837BD4-1E8E-4D72-AF05-68FCE30FBEBC}" dt="2023-06-20T15:28:43.589" v="459" actId="20577"/>
        <pc:sldMkLst>
          <pc:docMk/>
          <pc:sldMk cId="1121067141" sldId="2007579502"/>
        </pc:sldMkLst>
        <pc:spChg chg="mod">
          <ac:chgData name="Llerandi Rubio Lydia" userId="efaa79d3-969f-4ac8-afbd-2e183ee47a3e" providerId="ADAL" clId="{87837BD4-1E8E-4D72-AF05-68FCE30FBEBC}" dt="2023-06-20T15:28:43.589" v="459" actId="20577"/>
          <ac:spMkLst>
            <pc:docMk/>
            <pc:sldMk cId="1121067141" sldId="2007579502"/>
            <ac:spMk id="37" creationId="{10167517-2387-4C36-C62B-685DFDF789DB}"/>
          </ac:spMkLst>
        </pc:spChg>
      </pc:sldChg>
      <pc:sldChg chg="modSp mod">
        <pc:chgData name="Llerandi Rubio Lydia" userId="efaa79d3-969f-4ac8-afbd-2e183ee47a3e" providerId="ADAL" clId="{87837BD4-1E8E-4D72-AF05-68FCE30FBEBC}" dt="2023-06-20T15:29:28.326" v="471"/>
        <pc:sldMkLst>
          <pc:docMk/>
          <pc:sldMk cId="3539479303" sldId="2007579503"/>
        </pc:sldMkLst>
        <pc:spChg chg="mod">
          <ac:chgData name="Llerandi Rubio Lydia" userId="efaa79d3-969f-4ac8-afbd-2e183ee47a3e" providerId="ADAL" clId="{87837BD4-1E8E-4D72-AF05-68FCE30FBEBC}" dt="2023-06-20T15:29:28.326" v="471"/>
          <ac:spMkLst>
            <pc:docMk/>
            <pc:sldMk cId="3539479303" sldId="2007579503"/>
            <ac:spMk id="37" creationId="{10167517-2387-4C36-C62B-685DFDF789DB}"/>
          </ac:spMkLst>
        </pc:spChg>
      </pc:sldChg>
      <pc:sldChg chg="modSp mod">
        <pc:chgData name="Llerandi Rubio Lydia" userId="efaa79d3-969f-4ac8-afbd-2e183ee47a3e" providerId="ADAL" clId="{87837BD4-1E8E-4D72-AF05-68FCE30FBEBC}" dt="2023-06-20T15:31:11.841" v="479"/>
        <pc:sldMkLst>
          <pc:docMk/>
          <pc:sldMk cId="1027371945" sldId="2007579504"/>
        </pc:sldMkLst>
        <pc:spChg chg="mod">
          <ac:chgData name="Llerandi Rubio Lydia" userId="efaa79d3-969f-4ac8-afbd-2e183ee47a3e" providerId="ADAL" clId="{87837BD4-1E8E-4D72-AF05-68FCE30FBEBC}" dt="2023-06-20T15:31:11.841" v="479"/>
          <ac:spMkLst>
            <pc:docMk/>
            <pc:sldMk cId="1027371945" sldId="2007579504"/>
            <ac:spMk id="37" creationId="{10167517-2387-4C36-C62B-685DFDF789DB}"/>
          </ac:spMkLst>
        </pc:spChg>
      </pc:sldChg>
      <pc:sldChg chg="modSp mod">
        <pc:chgData name="Llerandi Rubio Lydia" userId="efaa79d3-969f-4ac8-afbd-2e183ee47a3e" providerId="ADAL" clId="{87837BD4-1E8E-4D72-AF05-68FCE30FBEBC}" dt="2023-06-20T15:31:44.974" v="482"/>
        <pc:sldMkLst>
          <pc:docMk/>
          <pc:sldMk cId="477440567" sldId="2007579505"/>
        </pc:sldMkLst>
        <pc:spChg chg="mod">
          <ac:chgData name="Llerandi Rubio Lydia" userId="efaa79d3-969f-4ac8-afbd-2e183ee47a3e" providerId="ADAL" clId="{87837BD4-1E8E-4D72-AF05-68FCE30FBEBC}" dt="2023-06-20T15:31:44.974" v="482"/>
          <ac:spMkLst>
            <pc:docMk/>
            <pc:sldMk cId="477440567" sldId="2007579505"/>
            <ac:spMk id="37" creationId="{10167517-2387-4C36-C62B-685DFDF789DB}"/>
          </ac:spMkLst>
        </pc:spChg>
      </pc:sldChg>
      <pc:sldChg chg="modSp mod">
        <pc:chgData name="Llerandi Rubio Lydia" userId="efaa79d3-969f-4ac8-afbd-2e183ee47a3e" providerId="ADAL" clId="{87837BD4-1E8E-4D72-AF05-68FCE30FBEBC}" dt="2023-06-20T15:32:36.674" v="489"/>
        <pc:sldMkLst>
          <pc:docMk/>
          <pc:sldMk cId="903212325" sldId="2007579506"/>
        </pc:sldMkLst>
        <pc:spChg chg="mod">
          <ac:chgData name="Llerandi Rubio Lydia" userId="efaa79d3-969f-4ac8-afbd-2e183ee47a3e" providerId="ADAL" clId="{87837BD4-1E8E-4D72-AF05-68FCE30FBEBC}" dt="2023-06-20T15:32:36.674" v="489"/>
          <ac:spMkLst>
            <pc:docMk/>
            <pc:sldMk cId="903212325" sldId="2007579506"/>
            <ac:spMk id="37" creationId="{10167517-2387-4C36-C62B-685DFDF789DB}"/>
          </ac:spMkLst>
        </pc:spChg>
      </pc:sldChg>
      <pc:sldChg chg="modSp mod">
        <pc:chgData name="Llerandi Rubio Lydia" userId="efaa79d3-969f-4ac8-afbd-2e183ee47a3e" providerId="ADAL" clId="{87837BD4-1E8E-4D72-AF05-68FCE30FBEBC}" dt="2023-06-20T15:32:40.188" v="490"/>
        <pc:sldMkLst>
          <pc:docMk/>
          <pc:sldMk cId="4077074357" sldId="2007579507"/>
        </pc:sldMkLst>
        <pc:spChg chg="mod">
          <ac:chgData name="Llerandi Rubio Lydia" userId="efaa79d3-969f-4ac8-afbd-2e183ee47a3e" providerId="ADAL" clId="{87837BD4-1E8E-4D72-AF05-68FCE30FBEBC}" dt="2023-06-20T15:32:40.188" v="490"/>
          <ac:spMkLst>
            <pc:docMk/>
            <pc:sldMk cId="4077074357" sldId="2007579507"/>
            <ac:spMk id="37" creationId="{10167517-2387-4C36-C62B-685DFDF789DB}"/>
          </ac:spMkLst>
        </pc:spChg>
      </pc:sldChg>
    </pc:docChg>
  </pc:docChgLst>
  <pc:docChgLst>
    <pc:chgData name="Llerandi Rubio Lydia" userId="efaa79d3-969f-4ac8-afbd-2e183ee47a3e" providerId="ADAL" clId="{1F0F675E-F0BF-47ED-91AB-74365021A45A}"/>
    <pc:docChg chg="custSel delSld modSld">
      <pc:chgData name="Llerandi Rubio Lydia" userId="efaa79d3-969f-4ac8-afbd-2e183ee47a3e" providerId="ADAL" clId="{1F0F675E-F0BF-47ED-91AB-74365021A45A}" dt="2023-08-01T14:06:13.628" v="18" actId="478"/>
      <pc:docMkLst>
        <pc:docMk/>
      </pc:docMkLst>
      <pc:sldChg chg="del">
        <pc:chgData name="Llerandi Rubio Lydia" userId="efaa79d3-969f-4ac8-afbd-2e183ee47a3e" providerId="ADAL" clId="{1F0F675E-F0BF-47ED-91AB-74365021A45A}" dt="2023-08-01T14:02:06.135" v="0" actId="47"/>
        <pc:sldMkLst>
          <pc:docMk/>
          <pc:sldMk cId="1189338032" sldId="279"/>
        </pc:sldMkLst>
      </pc:sldChg>
      <pc:sldChg chg="del">
        <pc:chgData name="Llerandi Rubio Lydia" userId="efaa79d3-969f-4ac8-afbd-2e183ee47a3e" providerId="ADAL" clId="{1F0F675E-F0BF-47ED-91AB-74365021A45A}" dt="2023-08-01T14:05:26.713" v="14" actId="47"/>
        <pc:sldMkLst>
          <pc:docMk/>
          <pc:sldMk cId="996677339" sldId="2007579424"/>
        </pc:sldMkLst>
      </pc:sldChg>
      <pc:sldChg chg="del">
        <pc:chgData name="Llerandi Rubio Lydia" userId="efaa79d3-969f-4ac8-afbd-2e183ee47a3e" providerId="ADAL" clId="{1F0F675E-F0BF-47ED-91AB-74365021A45A}" dt="2023-08-01T14:05:24.780" v="13" actId="47"/>
        <pc:sldMkLst>
          <pc:docMk/>
          <pc:sldMk cId="2927901379" sldId="2007579429"/>
        </pc:sldMkLst>
      </pc:sldChg>
      <pc:sldChg chg="del">
        <pc:chgData name="Llerandi Rubio Lydia" userId="efaa79d3-969f-4ac8-afbd-2e183ee47a3e" providerId="ADAL" clId="{1F0F675E-F0BF-47ED-91AB-74365021A45A}" dt="2023-08-01T14:05:40.273" v="17" actId="47"/>
        <pc:sldMkLst>
          <pc:docMk/>
          <pc:sldMk cId="2931237222" sldId="2007579432"/>
        </pc:sldMkLst>
      </pc:sldChg>
      <pc:sldChg chg="delSp mod">
        <pc:chgData name="Llerandi Rubio Lydia" userId="efaa79d3-969f-4ac8-afbd-2e183ee47a3e" providerId="ADAL" clId="{1F0F675E-F0BF-47ED-91AB-74365021A45A}" dt="2023-08-01T14:06:13.628" v="18" actId="478"/>
        <pc:sldMkLst>
          <pc:docMk/>
          <pc:sldMk cId="845169884" sldId="2007579449"/>
        </pc:sldMkLst>
        <pc:spChg chg="del">
          <ac:chgData name="Llerandi Rubio Lydia" userId="efaa79d3-969f-4ac8-afbd-2e183ee47a3e" providerId="ADAL" clId="{1F0F675E-F0BF-47ED-91AB-74365021A45A}" dt="2023-08-01T14:06:13.628" v="18" actId="478"/>
          <ac:spMkLst>
            <pc:docMk/>
            <pc:sldMk cId="845169884" sldId="2007579449"/>
            <ac:spMk id="12" creationId="{1A1225C5-665A-EE3D-D0D0-11F478013D17}"/>
          </ac:spMkLst>
        </pc:spChg>
      </pc:sldChg>
      <pc:sldChg chg="del">
        <pc:chgData name="Llerandi Rubio Lydia" userId="efaa79d3-969f-4ac8-afbd-2e183ee47a3e" providerId="ADAL" clId="{1F0F675E-F0BF-47ED-91AB-74365021A45A}" dt="2023-08-01T14:05:27.787" v="15" actId="47"/>
        <pc:sldMkLst>
          <pc:docMk/>
          <pc:sldMk cId="634213753" sldId="2007579463"/>
        </pc:sldMkLst>
      </pc:sldChg>
      <pc:sldChg chg="del">
        <pc:chgData name="Llerandi Rubio Lydia" userId="efaa79d3-969f-4ac8-afbd-2e183ee47a3e" providerId="ADAL" clId="{1F0F675E-F0BF-47ED-91AB-74365021A45A}" dt="2023-08-01T14:05:17.139" v="10" actId="47"/>
        <pc:sldMkLst>
          <pc:docMk/>
          <pc:sldMk cId="3343778813" sldId="2007579479"/>
        </pc:sldMkLst>
      </pc:sldChg>
      <pc:sldChg chg="del">
        <pc:chgData name="Llerandi Rubio Lydia" userId="efaa79d3-969f-4ac8-afbd-2e183ee47a3e" providerId="ADAL" clId="{1F0F675E-F0BF-47ED-91AB-74365021A45A}" dt="2023-08-01T14:05:24.386" v="12" actId="47"/>
        <pc:sldMkLst>
          <pc:docMk/>
          <pc:sldMk cId="169982261" sldId="2007579484"/>
        </pc:sldMkLst>
      </pc:sldChg>
      <pc:sldChg chg="del">
        <pc:chgData name="Llerandi Rubio Lydia" userId="efaa79d3-969f-4ac8-afbd-2e183ee47a3e" providerId="ADAL" clId="{1F0F675E-F0BF-47ED-91AB-74365021A45A}" dt="2023-08-01T14:05:34.780" v="16" actId="47"/>
        <pc:sldMkLst>
          <pc:docMk/>
          <pc:sldMk cId="2869031783" sldId="2007579494"/>
        </pc:sldMkLst>
      </pc:sldChg>
      <pc:sldChg chg="del">
        <pc:chgData name="Llerandi Rubio Lydia" userId="efaa79d3-969f-4ac8-afbd-2e183ee47a3e" providerId="ADAL" clId="{1F0F675E-F0BF-47ED-91AB-74365021A45A}" dt="2023-08-01T14:05:22.090" v="11" actId="47"/>
        <pc:sldMkLst>
          <pc:docMk/>
          <pc:sldMk cId="144635195" sldId="2007579498"/>
        </pc:sldMkLst>
      </pc:sldChg>
      <pc:sldChg chg="del">
        <pc:chgData name="Llerandi Rubio Lydia" userId="efaa79d3-969f-4ac8-afbd-2e183ee47a3e" providerId="ADAL" clId="{1F0F675E-F0BF-47ED-91AB-74365021A45A}" dt="2023-08-01T14:05:13.091" v="9" actId="47"/>
        <pc:sldMkLst>
          <pc:docMk/>
          <pc:sldMk cId="3354198039" sldId="2007579499"/>
        </pc:sldMkLst>
      </pc:sldChg>
      <pc:sldChg chg="del">
        <pc:chgData name="Llerandi Rubio Lydia" userId="efaa79d3-969f-4ac8-afbd-2e183ee47a3e" providerId="ADAL" clId="{1F0F675E-F0BF-47ED-91AB-74365021A45A}" dt="2023-08-01T14:02:08.555" v="2" actId="47"/>
        <pc:sldMkLst>
          <pc:docMk/>
          <pc:sldMk cId="902901325" sldId="2007579500"/>
        </pc:sldMkLst>
      </pc:sldChg>
      <pc:sldChg chg="del">
        <pc:chgData name="Llerandi Rubio Lydia" userId="efaa79d3-969f-4ac8-afbd-2e183ee47a3e" providerId="ADAL" clId="{1F0F675E-F0BF-47ED-91AB-74365021A45A}" dt="2023-08-01T14:02:07.235" v="1" actId="47"/>
        <pc:sldMkLst>
          <pc:docMk/>
          <pc:sldMk cId="1255696858" sldId="2007579501"/>
        </pc:sldMkLst>
      </pc:sldChg>
      <pc:sldChg chg="del">
        <pc:chgData name="Llerandi Rubio Lydia" userId="efaa79d3-969f-4ac8-afbd-2e183ee47a3e" providerId="ADAL" clId="{1F0F675E-F0BF-47ED-91AB-74365021A45A}" dt="2023-08-01T14:02:09.829" v="3" actId="47"/>
        <pc:sldMkLst>
          <pc:docMk/>
          <pc:sldMk cId="1121067141" sldId="2007579502"/>
        </pc:sldMkLst>
      </pc:sldChg>
      <pc:sldChg chg="del">
        <pc:chgData name="Llerandi Rubio Lydia" userId="efaa79d3-969f-4ac8-afbd-2e183ee47a3e" providerId="ADAL" clId="{1F0F675E-F0BF-47ED-91AB-74365021A45A}" dt="2023-08-01T14:02:13.525" v="4" actId="47"/>
        <pc:sldMkLst>
          <pc:docMk/>
          <pc:sldMk cId="3539479303" sldId="2007579503"/>
        </pc:sldMkLst>
      </pc:sldChg>
      <pc:sldChg chg="del">
        <pc:chgData name="Llerandi Rubio Lydia" userId="efaa79d3-969f-4ac8-afbd-2e183ee47a3e" providerId="ADAL" clId="{1F0F675E-F0BF-47ED-91AB-74365021A45A}" dt="2023-08-01T14:02:15.047" v="5" actId="47"/>
        <pc:sldMkLst>
          <pc:docMk/>
          <pc:sldMk cId="1027371945" sldId="2007579504"/>
        </pc:sldMkLst>
      </pc:sldChg>
      <pc:sldChg chg="del">
        <pc:chgData name="Llerandi Rubio Lydia" userId="efaa79d3-969f-4ac8-afbd-2e183ee47a3e" providerId="ADAL" clId="{1F0F675E-F0BF-47ED-91AB-74365021A45A}" dt="2023-08-01T14:02:16.426" v="6" actId="47"/>
        <pc:sldMkLst>
          <pc:docMk/>
          <pc:sldMk cId="477440567" sldId="2007579505"/>
        </pc:sldMkLst>
      </pc:sldChg>
      <pc:sldChg chg="del">
        <pc:chgData name="Llerandi Rubio Lydia" userId="efaa79d3-969f-4ac8-afbd-2e183ee47a3e" providerId="ADAL" clId="{1F0F675E-F0BF-47ED-91AB-74365021A45A}" dt="2023-08-01T14:02:17.731" v="7" actId="47"/>
        <pc:sldMkLst>
          <pc:docMk/>
          <pc:sldMk cId="903212325" sldId="2007579506"/>
        </pc:sldMkLst>
      </pc:sldChg>
      <pc:sldChg chg="del">
        <pc:chgData name="Llerandi Rubio Lydia" userId="efaa79d3-969f-4ac8-afbd-2e183ee47a3e" providerId="ADAL" clId="{1F0F675E-F0BF-47ED-91AB-74365021A45A}" dt="2023-08-01T14:02:18.895" v="8" actId="47"/>
        <pc:sldMkLst>
          <pc:docMk/>
          <pc:sldMk cId="4077074357" sldId="2007579507"/>
        </pc:sldMkLst>
      </pc:sldChg>
      <pc:sldMasterChg chg="delSldLayout">
        <pc:chgData name="Llerandi Rubio Lydia" userId="efaa79d3-969f-4ac8-afbd-2e183ee47a3e" providerId="ADAL" clId="{1F0F675E-F0BF-47ED-91AB-74365021A45A}" dt="2023-08-01T14:05:27.787" v="15" actId="47"/>
        <pc:sldMasterMkLst>
          <pc:docMk/>
          <pc:sldMasterMk cId="2981861158" sldId="2147483660"/>
        </pc:sldMasterMkLst>
        <pc:sldLayoutChg chg="del">
          <pc:chgData name="Llerandi Rubio Lydia" userId="efaa79d3-969f-4ac8-afbd-2e183ee47a3e" providerId="ADAL" clId="{1F0F675E-F0BF-47ED-91AB-74365021A45A}" dt="2023-08-01T14:05:27.787" v="15" actId="47"/>
          <pc:sldLayoutMkLst>
            <pc:docMk/>
            <pc:sldMasterMk cId="2981861158" sldId="2147483660"/>
            <pc:sldLayoutMk cId="1169055307" sldId="2147483672"/>
          </pc:sldLayoutMkLst>
        </pc:sldLayoutChg>
      </pc:sldMasterChg>
    </pc:docChg>
  </pc:docChgLst>
  <pc:docChgLst>
    <pc:chgData name="Llerandi Rubio Lydia" userId="efaa79d3-969f-4ac8-afbd-2e183ee47a3e" providerId="ADAL" clId="{6547240B-F074-4CAF-8E4B-4EBB938B95F1}"/>
    <pc:docChg chg="undo custSel addSld delSld modSld sldOrd">
      <pc:chgData name="Llerandi Rubio Lydia" userId="efaa79d3-969f-4ac8-afbd-2e183ee47a3e" providerId="ADAL" clId="{6547240B-F074-4CAF-8E4B-4EBB938B95F1}" dt="2023-06-28T11:09:58.667" v="1418" actId="2696"/>
      <pc:docMkLst>
        <pc:docMk/>
      </pc:docMkLst>
      <pc:sldChg chg="addSp modSp ord">
        <pc:chgData name="Llerandi Rubio Lydia" userId="efaa79d3-969f-4ac8-afbd-2e183ee47a3e" providerId="ADAL" clId="{6547240B-F074-4CAF-8E4B-4EBB938B95F1}" dt="2023-06-22T09:45:56.692" v="39"/>
        <pc:sldMkLst>
          <pc:docMk/>
          <pc:sldMk cId="996677339" sldId="2007579424"/>
        </pc:sldMkLst>
        <pc:spChg chg="add mod">
          <ac:chgData name="Llerandi Rubio Lydia" userId="efaa79d3-969f-4ac8-afbd-2e183ee47a3e" providerId="ADAL" clId="{6547240B-F074-4CAF-8E4B-4EBB938B95F1}" dt="2023-06-22T09:45:56.692" v="39"/>
          <ac:spMkLst>
            <pc:docMk/>
            <pc:sldMk cId="996677339" sldId="2007579424"/>
            <ac:spMk id="3" creationId="{DDAC9E45-3A57-0395-BD84-B69D7E065469}"/>
          </ac:spMkLst>
        </pc:spChg>
      </pc:sldChg>
      <pc:sldChg chg="ord">
        <pc:chgData name="Llerandi Rubio Lydia" userId="efaa79d3-969f-4ac8-afbd-2e183ee47a3e" providerId="ADAL" clId="{6547240B-F074-4CAF-8E4B-4EBB938B95F1}" dt="2023-06-22T09:45:33.277" v="36"/>
        <pc:sldMkLst>
          <pc:docMk/>
          <pc:sldMk cId="2927901379" sldId="2007579429"/>
        </pc:sldMkLst>
      </pc:sldChg>
      <pc:sldChg chg="addSp modSp mod">
        <pc:chgData name="Llerandi Rubio Lydia" userId="efaa79d3-969f-4ac8-afbd-2e183ee47a3e" providerId="ADAL" clId="{6547240B-F074-4CAF-8E4B-4EBB938B95F1}" dt="2023-06-22T07:39:44.099" v="24" actId="1035"/>
        <pc:sldMkLst>
          <pc:docMk/>
          <pc:sldMk cId="2931237222" sldId="2007579432"/>
        </pc:sldMkLst>
        <pc:picChg chg="add mod">
          <ac:chgData name="Llerandi Rubio Lydia" userId="efaa79d3-969f-4ac8-afbd-2e183ee47a3e" providerId="ADAL" clId="{6547240B-F074-4CAF-8E4B-4EBB938B95F1}" dt="2023-06-22T07:39:44.099" v="24" actId="1035"/>
          <ac:picMkLst>
            <pc:docMk/>
            <pc:sldMk cId="2931237222" sldId="2007579432"/>
            <ac:picMk id="5" creationId="{D1C17EBF-486F-BD11-59D6-06CFAB96D246}"/>
          </ac:picMkLst>
        </pc:picChg>
      </pc:sldChg>
      <pc:sldChg chg="addSp modSp">
        <pc:chgData name="Llerandi Rubio Lydia" userId="efaa79d3-969f-4ac8-afbd-2e183ee47a3e" providerId="ADAL" clId="{6547240B-F074-4CAF-8E4B-4EBB938B95F1}" dt="2023-06-22T07:40:08.608" v="26"/>
        <pc:sldMkLst>
          <pc:docMk/>
          <pc:sldMk cId="1289798629" sldId="2007579448"/>
        </pc:sldMkLst>
        <pc:picChg chg="add mod">
          <ac:chgData name="Llerandi Rubio Lydia" userId="efaa79d3-969f-4ac8-afbd-2e183ee47a3e" providerId="ADAL" clId="{6547240B-F074-4CAF-8E4B-4EBB938B95F1}" dt="2023-06-22T07:40:08.608" v="26"/>
          <ac:picMkLst>
            <pc:docMk/>
            <pc:sldMk cId="1289798629" sldId="2007579448"/>
            <ac:picMk id="14" creationId="{F5D52068-295C-D5B6-7691-A4F56CB36498}"/>
          </ac:picMkLst>
        </pc:picChg>
      </pc:sldChg>
      <pc:sldChg chg="addSp modSp">
        <pc:chgData name="Llerandi Rubio Lydia" userId="efaa79d3-969f-4ac8-afbd-2e183ee47a3e" providerId="ADAL" clId="{6547240B-F074-4CAF-8E4B-4EBB938B95F1}" dt="2023-06-22T07:37:40.485" v="11"/>
        <pc:sldMkLst>
          <pc:docMk/>
          <pc:sldMk cId="845169884" sldId="2007579449"/>
        </pc:sldMkLst>
        <pc:picChg chg="add mod">
          <ac:chgData name="Llerandi Rubio Lydia" userId="efaa79d3-969f-4ac8-afbd-2e183ee47a3e" providerId="ADAL" clId="{6547240B-F074-4CAF-8E4B-4EBB938B95F1}" dt="2023-06-22T07:37:40.485" v="11"/>
          <ac:picMkLst>
            <pc:docMk/>
            <pc:sldMk cId="845169884" sldId="2007579449"/>
            <ac:picMk id="2" creationId="{1A7B85E0-42EA-0B36-763F-95C3FE0F547C}"/>
          </ac:picMkLst>
        </pc:picChg>
      </pc:sldChg>
      <pc:sldChg chg="addSp modSp ord">
        <pc:chgData name="Llerandi Rubio Lydia" userId="efaa79d3-969f-4ac8-afbd-2e183ee47a3e" providerId="ADAL" clId="{6547240B-F074-4CAF-8E4B-4EBB938B95F1}" dt="2023-06-22T09:45:57.828" v="40"/>
        <pc:sldMkLst>
          <pc:docMk/>
          <pc:sldMk cId="634213753" sldId="2007579463"/>
        </pc:sldMkLst>
        <pc:spChg chg="add mod">
          <ac:chgData name="Llerandi Rubio Lydia" userId="efaa79d3-969f-4ac8-afbd-2e183ee47a3e" providerId="ADAL" clId="{6547240B-F074-4CAF-8E4B-4EBB938B95F1}" dt="2023-06-22T09:45:57.828" v="40"/>
          <ac:spMkLst>
            <pc:docMk/>
            <pc:sldMk cId="634213753" sldId="2007579463"/>
            <ac:spMk id="3" creationId="{61192600-3834-4AE1-FAD6-DE10EC0ED0EF}"/>
          </ac:spMkLst>
        </pc:spChg>
      </pc:sldChg>
      <pc:sldChg chg="ord">
        <pc:chgData name="Llerandi Rubio Lydia" userId="efaa79d3-969f-4ac8-afbd-2e183ee47a3e" providerId="ADAL" clId="{6547240B-F074-4CAF-8E4B-4EBB938B95F1}" dt="2023-06-22T09:45:33.277" v="36"/>
        <pc:sldMkLst>
          <pc:docMk/>
          <pc:sldMk cId="169982261" sldId="2007579484"/>
        </pc:sldMkLst>
      </pc:sldChg>
      <pc:sldChg chg="addSp delSp modSp mod">
        <pc:chgData name="Llerandi Rubio Lydia" userId="efaa79d3-969f-4ac8-afbd-2e183ee47a3e" providerId="ADAL" clId="{6547240B-F074-4CAF-8E4B-4EBB938B95F1}" dt="2023-06-22T07:42:33.149" v="34"/>
        <pc:sldMkLst>
          <pc:docMk/>
          <pc:sldMk cId="2691618508" sldId="2007579487"/>
        </pc:sldMkLst>
        <pc:picChg chg="add del mod">
          <ac:chgData name="Llerandi Rubio Lydia" userId="efaa79d3-969f-4ac8-afbd-2e183ee47a3e" providerId="ADAL" clId="{6547240B-F074-4CAF-8E4B-4EBB938B95F1}" dt="2023-06-22T07:42:29.962" v="33" actId="478"/>
          <ac:picMkLst>
            <pc:docMk/>
            <pc:sldMk cId="2691618508" sldId="2007579487"/>
            <ac:picMk id="2" creationId="{BA9D658C-71AA-9E28-5203-B0914F88FCD6}"/>
          </ac:picMkLst>
        </pc:picChg>
        <pc:picChg chg="mod">
          <ac:chgData name="Llerandi Rubio Lydia" userId="efaa79d3-969f-4ac8-afbd-2e183ee47a3e" providerId="ADAL" clId="{6547240B-F074-4CAF-8E4B-4EBB938B95F1}" dt="2023-06-22T07:42:33.149" v="34"/>
          <ac:picMkLst>
            <pc:docMk/>
            <pc:sldMk cId="2691618508" sldId="2007579487"/>
            <ac:picMk id="59" creationId="{0AC08384-B68C-012A-A593-15978695B971}"/>
          </ac:picMkLst>
        </pc:picChg>
      </pc:sldChg>
      <pc:sldChg chg="addSp modSp">
        <pc:chgData name="Llerandi Rubio Lydia" userId="efaa79d3-969f-4ac8-afbd-2e183ee47a3e" providerId="ADAL" clId="{6547240B-F074-4CAF-8E4B-4EBB938B95F1}" dt="2023-06-22T07:37:49.262" v="13"/>
        <pc:sldMkLst>
          <pc:docMk/>
          <pc:sldMk cId="3306210022" sldId="2007579490"/>
        </pc:sldMkLst>
        <pc:picChg chg="add mod">
          <ac:chgData name="Llerandi Rubio Lydia" userId="efaa79d3-969f-4ac8-afbd-2e183ee47a3e" providerId="ADAL" clId="{6547240B-F074-4CAF-8E4B-4EBB938B95F1}" dt="2023-06-22T07:37:49.262" v="13"/>
          <ac:picMkLst>
            <pc:docMk/>
            <pc:sldMk cId="3306210022" sldId="2007579490"/>
            <ac:picMk id="2" creationId="{D9B77977-B04D-68D4-09B0-BE7CAE930405}"/>
          </ac:picMkLst>
        </pc:picChg>
      </pc:sldChg>
      <pc:sldChg chg="addSp modSp">
        <pc:chgData name="Llerandi Rubio Lydia" userId="efaa79d3-969f-4ac8-afbd-2e183ee47a3e" providerId="ADAL" clId="{6547240B-F074-4CAF-8E4B-4EBB938B95F1}" dt="2023-06-22T07:39:56.763" v="25"/>
        <pc:sldMkLst>
          <pc:docMk/>
          <pc:sldMk cId="415239856" sldId="2007579491"/>
        </pc:sldMkLst>
        <pc:picChg chg="add mod">
          <ac:chgData name="Llerandi Rubio Lydia" userId="efaa79d3-969f-4ac8-afbd-2e183ee47a3e" providerId="ADAL" clId="{6547240B-F074-4CAF-8E4B-4EBB938B95F1}" dt="2023-06-22T07:39:56.763" v="25"/>
          <ac:picMkLst>
            <pc:docMk/>
            <pc:sldMk cId="415239856" sldId="2007579491"/>
            <ac:picMk id="3" creationId="{B675E015-02F2-E997-CDD5-F5E0A3797D9D}"/>
          </ac:picMkLst>
        </pc:picChg>
      </pc:sldChg>
      <pc:sldChg chg="ord">
        <pc:chgData name="Llerandi Rubio Lydia" userId="efaa79d3-969f-4ac8-afbd-2e183ee47a3e" providerId="ADAL" clId="{6547240B-F074-4CAF-8E4B-4EBB938B95F1}" dt="2023-06-22T09:45:39.159" v="38"/>
        <pc:sldMkLst>
          <pc:docMk/>
          <pc:sldMk cId="2869031783" sldId="2007579494"/>
        </pc:sldMkLst>
      </pc:sldChg>
      <pc:sldChg chg="addSp modSp">
        <pc:chgData name="Llerandi Rubio Lydia" userId="efaa79d3-969f-4ac8-afbd-2e183ee47a3e" providerId="ADAL" clId="{6547240B-F074-4CAF-8E4B-4EBB938B95F1}" dt="2023-06-22T07:40:39.466" v="27"/>
        <pc:sldMkLst>
          <pc:docMk/>
          <pc:sldMk cId="289773580" sldId="2007579495"/>
        </pc:sldMkLst>
        <pc:picChg chg="add mod">
          <ac:chgData name="Llerandi Rubio Lydia" userId="efaa79d3-969f-4ac8-afbd-2e183ee47a3e" providerId="ADAL" clId="{6547240B-F074-4CAF-8E4B-4EBB938B95F1}" dt="2023-06-22T07:40:39.466" v="27"/>
          <ac:picMkLst>
            <pc:docMk/>
            <pc:sldMk cId="289773580" sldId="2007579495"/>
            <ac:picMk id="16" creationId="{9219028A-B2E1-7C5D-C5B9-EA0262FD2DFA}"/>
          </ac:picMkLst>
        </pc:picChg>
      </pc:sldChg>
      <pc:sldChg chg="addSp modSp">
        <pc:chgData name="Llerandi Rubio Lydia" userId="efaa79d3-969f-4ac8-afbd-2e183ee47a3e" providerId="ADAL" clId="{6547240B-F074-4CAF-8E4B-4EBB938B95F1}" dt="2023-06-22T07:37:04.327" v="7"/>
        <pc:sldMkLst>
          <pc:docMk/>
          <pc:sldMk cId="3011353044" sldId="2007579497"/>
        </pc:sldMkLst>
        <pc:picChg chg="add mod">
          <ac:chgData name="Llerandi Rubio Lydia" userId="efaa79d3-969f-4ac8-afbd-2e183ee47a3e" providerId="ADAL" clId="{6547240B-F074-4CAF-8E4B-4EBB938B95F1}" dt="2023-06-22T07:37:04.327" v="7"/>
          <ac:picMkLst>
            <pc:docMk/>
            <pc:sldMk cId="3011353044" sldId="2007579497"/>
            <ac:picMk id="2" creationId="{97EFA338-451A-2E47-9EB3-6015F629ADA4}"/>
          </ac:picMkLst>
        </pc:picChg>
      </pc:sldChg>
      <pc:sldChg chg="addSp modSp add del">
        <pc:chgData name="Llerandi Rubio Lydia" userId="efaa79d3-969f-4ac8-afbd-2e183ee47a3e" providerId="ADAL" clId="{6547240B-F074-4CAF-8E4B-4EBB938B95F1}" dt="2023-06-22T09:45:59.496" v="41"/>
        <pc:sldMkLst>
          <pc:docMk/>
          <pc:sldMk cId="144635195" sldId="2007579498"/>
        </pc:sldMkLst>
        <pc:spChg chg="add mod">
          <ac:chgData name="Llerandi Rubio Lydia" userId="efaa79d3-969f-4ac8-afbd-2e183ee47a3e" providerId="ADAL" clId="{6547240B-F074-4CAF-8E4B-4EBB938B95F1}" dt="2023-06-22T09:45:59.496" v="41"/>
          <ac:spMkLst>
            <pc:docMk/>
            <pc:sldMk cId="144635195" sldId="2007579498"/>
            <ac:spMk id="3" creationId="{FDEF01A0-81CA-034C-3882-458DE7DEF020}"/>
          </ac:spMkLst>
        </pc:spChg>
      </pc:sldChg>
      <pc:sldChg chg="addSp modSp">
        <pc:chgData name="Llerandi Rubio Lydia" userId="efaa79d3-969f-4ac8-afbd-2e183ee47a3e" providerId="ADAL" clId="{6547240B-F074-4CAF-8E4B-4EBB938B95F1}" dt="2023-06-22T07:38:26.130" v="21"/>
        <pc:sldMkLst>
          <pc:docMk/>
          <pc:sldMk cId="3354198039" sldId="2007579499"/>
        </pc:sldMkLst>
        <pc:picChg chg="add mod">
          <ac:chgData name="Llerandi Rubio Lydia" userId="efaa79d3-969f-4ac8-afbd-2e183ee47a3e" providerId="ADAL" clId="{6547240B-F074-4CAF-8E4B-4EBB938B95F1}" dt="2023-06-22T07:38:26.130" v="21"/>
          <ac:picMkLst>
            <pc:docMk/>
            <pc:sldMk cId="3354198039" sldId="2007579499"/>
            <ac:picMk id="3" creationId="{F883AFF5-455D-9DFD-607C-3176795F0362}"/>
          </ac:picMkLst>
        </pc:picChg>
      </pc:sldChg>
      <pc:sldChg chg="addSp modSp mod">
        <pc:chgData name="Llerandi Rubio Lydia" userId="efaa79d3-969f-4ac8-afbd-2e183ee47a3e" providerId="ADAL" clId="{6547240B-F074-4CAF-8E4B-4EBB938B95F1}" dt="2023-06-22T07:36:51.430" v="5"/>
        <pc:sldMkLst>
          <pc:docMk/>
          <pc:sldMk cId="855526221" sldId="2007579508"/>
        </pc:sldMkLst>
        <pc:picChg chg="add mod">
          <ac:chgData name="Llerandi Rubio Lydia" userId="efaa79d3-969f-4ac8-afbd-2e183ee47a3e" providerId="ADAL" clId="{6547240B-F074-4CAF-8E4B-4EBB938B95F1}" dt="2023-06-22T07:36:51.430" v="5"/>
          <ac:picMkLst>
            <pc:docMk/>
            <pc:sldMk cId="855526221" sldId="2007579508"/>
            <ac:picMk id="11" creationId="{5EF6FD25-9004-E3A0-3BD5-38B8405AF6E4}"/>
          </ac:picMkLst>
        </pc:picChg>
      </pc:sldChg>
      <pc:sldChg chg="addSp delSp modSp add del mod">
        <pc:chgData name="Llerandi Rubio Lydia" userId="efaa79d3-969f-4ac8-afbd-2e183ee47a3e" providerId="ADAL" clId="{6547240B-F074-4CAF-8E4B-4EBB938B95F1}" dt="2023-06-28T11:09:58.667" v="1418" actId="2696"/>
        <pc:sldMkLst>
          <pc:docMk/>
          <pc:sldMk cId="873214281" sldId="2007579509"/>
        </pc:sldMkLst>
        <pc:spChg chg="mod">
          <ac:chgData name="Llerandi Rubio Lydia" userId="efaa79d3-969f-4ac8-afbd-2e183ee47a3e" providerId="ADAL" clId="{6547240B-F074-4CAF-8E4B-4EBB938B95F1}" dt="2023-06-28T09:06:19.544" v="1226" actId="403"/>
          <ac:spMkLst>
            <pc:docMk/>
            <pc:sldMk cId="873214281" sldId="2007579509"/>
            <ac:spMk id="2" creationId="{7C919E05-85A0-A3D7-1DF3-78F4FCA643CA}"/>
          </ac:spMkLst>
        </pc:spChg>
        <pc:spChg chg="add mod">
          <ac:chgData name="Llerandi Rubio Lydia" userId="efaa79d3-969f-4ac8-afbd-2e183ee47a3e" providerId="ADAL" clId="{6547240B-F074-4CAF-8E4B-4EBB938B95F1}" dt="2023-06-28T08:59:26.937" v="1069" actId="1076"/>
          <ac:spMkLst>
            <pc:docMk/>
            <pc:sldMk cId="873214281" sldId="2007579509"/>
            <ac:spMk id="4" creationId="{97D5EF86-725B-A747-475D-3354B0B02157}"/>
          </ac:spMkLst>
        </pc:spChg>
        <pc:spChg chg="add del mod">
          <ac:chgData name="Llerandi Rubio Lydia" userId="efaa79d3-969f-4ac8-afbd-2e183ee47a3e" providerId="ADAL" clId="{6547240B-F074-4CAF-8E4B-4EBB938B95F1}" dt="2023-06-28T07:40:40.538" v="208" actId="478"/>
          <ac:spMkLst>
            <pc:docMk/>
            <pc:sldMk cId="873214281" sldId="2007579509"/>
            <ac:spMk id="5" creationId="{D898269E-2BF9-E909-07D7-0316B3C4C988}"/>
          </ac:spMkLst>
        </pc:spChg>
        <pc:spChg chg="add del mod">
          <ac:chgData name="Llerandi Rubio Lydia" userId="efaa79d3-969f-4ac8-afbd-2e183ee47a3e" providerId="ADAL" clId="{6547240B-F074-4CAF-8E4B-4EBB938B95F1}" dt="2023-06-28T07:40:39.134" v="207" actId="478"/>
          <ac:spMkLst>
            <pc:docMk/>
            <pc:sldMk cId="873214281" sldId="2007579509"/>
            <ac:spMk id="6" creationId="{CF8DA821-E5F0-CB57-1C52-7C1CC89FA320}"/>
          </ac:spMkLst>
        </pc:spChg>
        <pc:spChg chg="add mod">
          <ac:chgData name="Llerandi Rubio Lydia" userId="efaa79d3-969f-4ac8-afbd-2e183ee47a3e" providerId="ADAL" clId="{6547240B-F074-4CAF-8E4B-4EBB938B95F1}" dt="2023-06-28T08:53:04.358" v="876" actId="1037"/>
          <ac:spMkLst>
            <pc:docMk/>
            <pc:sldMk cId="873214281" sldId="2007579509"/>
            <ac:spMk id="7" creationId="{C51E9F15-9924-27F2-B2B6-0066242F3A2E}"/>
          </ac:spMkLst>
        </pc:spChg>
        <pc:spChg chg="add del mod">
          <ac:chgData name="Llerandi Rubio Lydia" userId="efaa79d3-969f-4ac8-afbd-2e183ee47a3e" providerId="ADAL" clId="{6547240B-F074-4CAF-8E4B-4EBB938B95F1}" dt="2023-06-28T08:48:23.748" v="778" actId="478"/>
          <ac:spMkLst>
            <pc:docMk/>
            <pc:sldMk cId="873214281" sldId="2007579509"/>
            <ac:spMk id="8" creationId="{0F73C77E-0638-E2AF-F04C-6B5D4B782405}"/>
          </ac:spMkLst>
        </pc:spChg>
        <pc:spChg chg="add del mod">
          <ac:chgData name="Llerandi Rubio Lydia" userId="efaa79d3-969f-4ac8-afbd-2e183ee47a3e" providerId="ADAL" clId="{6547240B-F074-4CAF-8E4B-4EBB938B95F1}" dt="2023-06-28T07:40:43.579" v="210" actId="478"/>
          <ac:spMkLst>
            <pc:docMk/>
            <pc:sldMk cId="873214281" sldId="2007579509"/>
            <ac:spMk id="9" creationId="{30E5D6EA-1A38-A456-0BBC-0045C3948D7B}"/>
          </ac:spMkLst>
        </pc:spChg>
        <pc:spChg chg="add del mod">
          <ac:chgData name="Llerandi Rubio Lydia" userId="efaa79d3-969f-4ac8-afbd-2e183ee47a3e" providerId="ADAL" clId="{6547240B-F074-4CAF-8E4B-4EBB938B95F1}" dt="2023-06-28T07:40:41.843" v="209" actId="478"/>
          <ac:spMkLst>
            <pc:docMk/>
            <pc:sldMk cId="873214281" sldId="2007579509"/>
            <ac:spMk id="10" creationId="{417E1E64-5220-B64C-A374-94681443D043}"/>
          </ac:spMkLst>
        </pc:spChg>
        <pc:spChg chg="add del mod">
          <ac:chgData name="Llerandi Rubio Lydia" userId="efaa79d3-969f-4ac8-afbd-2e183ee47a3e" providerId="ADAL" clId="{6547240B-F074-4CAF-8E4B-4EBB938B95F1}" dt="2023-06-28T08:42:36.520" v="572" actId="478"/>
          <ac:spMkLst>
            <pc:docMk/>
            <pc:sldMk cId="873214281" sldId="2007579509"/>
            <ac:spMk id="11" creationId="{9B2D0BB3-18D8-9E1D-FE13-63801F22581C}"/>
          </ac:spMkLst>
        </pc:spChg>
        <pc:spChg chg="add del mod">
          <ac:chgData name="Llerandi Rubio Lydia" userId="efaa79d3-969f-4ac8-afbd-2e183ee47a3e" providerId="ADAL" clId="{6547240B-F074-4CAF-8E4B-4EBB938B95F1}" dt="2023-06-28T08:48:16.074" v="774" actId="478"/>
          <ac:spMkLst>
            <pc:docMk/>
            <pc:sldMk cId="873214281" sldId="2007579509"/>
            <ac:spMk id="12" creationId="{BF4C1505-1227-8AB8-57F8-7EAD0C226D1A}"/>
          </ac:spMkLst>
        </pc:spChg>
        <pc:spChg chg="add del mod">
          <ac:chgData name="Llerandi Rubio Lydia" userId="efaa79d3-969f-4ac8-afbd-2e183ee47a3e" providerId="ADAL" clId="{6547240B-F074-4CAF-8E4B-4EBB938B95F1}" dt="2023-06-28T07:40:45.582" v="212" actId="478"/>
          <ac:spMkLst>
            <pc:docMk/>
            <pc:sldMk cId="873214281" sldId="2007579509"/>
            <ac:spMk id="13" creationId="{D8AAF535-D80C-2840-8A6E-FF7C0AB87495}"/>
          </ac:spMkLst>
        </pc:spChg>
        <pc:spChg chg="add del mod">
          <ac:chgData name="Llerandi Rubio Lydia" userId="efaa79d3-969f-4ac8-afbd-2e183ee47a3e" providerId="ADAL" clId="{6547240B-F074-4CAF-8E4B-4EBB938B95F1}" dt="2023-06-28T07:40:44.535" v="211" actId="478"/>
          <ac:spMkLst>
            <pc:docMk/>
            <pc:sldMk cId="873214281" sldId="2007579509"/>
            <ac:spMk id="14" creationId="{F988A80C-1F5E-1672-B869-9B941864E788}"/>
          </ac:spMkLst>
        </pc:spChg>
        <pc:spChg chg="add del mod">
          <ac:chgData name="Llerandi Rubio Lydia" userId="efaa79d3-969f-4ac8-afbd-2e183ee47a3e" providerId="ADAL" clId="{6547240B-F074-4CAF-8E4B-4EBB938B95F1}" dt="2023-06-28T08:42:37.771" v="573" actId="478"/>
          <ac:spMkLst>
            <pc:docMk/>
            <pc:sldMk cId="873214281" sldId="2007579509"/>
            <ac:spMk id="15" creationId="{A9A2EC06-3B8A-3E8B-442C-0F6938772FED}"/>
          </ac:spMkLst>
        </pc:spChg>
        <pc:spChg chg="mod">
          <ac:chgData name="Llerandi Rubio Lydia" userId="efaa79d3-969f-4ac8-afbd-2e183ee47a3e" providerId="ADAL" clId="{6547240B-F074-4CAF-8E4B-4EBB938B95F1}" dt="2023-06-28T07:24:41.577" v="57"/>
          <ac:spMkLst>
            <pc:docMk/>
            <pc:sldMk cId="873214281" sldId="2007579509"/>
            <ac:spMk id="17" creationId="{953FABB9-5AD2-50D7-8806-4BC0B310BF43}"/>
          </ac:spMkLst>
        </pc:spChg>
        <pc:spChg chg="mod">
          <ac:chgData name="Llerandi Rubio Lydia" userId="efaa79d3-969f-4ac8-afbd-2e183ee47a3e" providerId="ADAL" clId="{6547240B-F074-4CAF-8E4B-4EBB938B95F1}" dt="2023-06-28T07:23:03.950" v="55" actId="13926"/>
          <ac:spMkLst>
            <pc:docMk/>
            <pc:sldMk cId="873214281" sldId="2007579509"/>
            <ac:spMk id="19" creationId="{3B289F55-8DEC-7CF3-4232-8714F7854BC7}"/>
          </ac:spMkLst>
        </pc:spChg>
        <pc:spChg chg="mod">
          <ac:chgData name="Llerandi Rubio Lydia" userId="efaa79d3-969f-4ac8-afbd-2e183ee47a3e" providerId="ADAL" clId="{6547240B-F074-4CAF-8E4B-4EBB938B95F1}" dt="2023-06-28T07:24:41.577" v="57"/>
          <ac:spMkLst>
            <pc:docMk/>
            <pc:sldMk cId="873214281" sldId="2007579509"/>
            <ac:spMk id="20" creationId="{03AB115D-CB73-0364-79D6-6BB20DE02CFA}"/>
          </ac:spMkLst>
        </pc:spChg>
        <pc:spChg chg="mod">
          <ac:chgData name="Llerandi Rubio Lydia" userId="efaa79d3-969f-4ac8-afbd-2e183ee47a3e" providerId="ADAL" clId="{6547240B-F074-4CAF-8E4B-4EBB938B95F1}" dt="2023-06-28T07:24:41.577" v="57"/>
          <ac:spMkLst>
            <pc:docMk/>
            <pc:sldMk cId="873214281" sldId="2007579509"/>
            <ac:spMk id="22" creationId="{74462177-62CB-0560-8E3B-6B373A8F4CA8}"/>
          </ac:spMkLst>
        </pc:spChg>
        <pc:spChg chg="add del mod">
          <ac:chgData name="Llerandi Rubio Lydia" userId="efaa79d3-969f-4ac8-afbd-2e183ee47a3e" providerId="ADAL" clId="{6547240B-F074-4CAF-8E4B-4EBB938B95F1}" dt="2023-06-28T07:28:43.392" v="60" actId="478"/>
          <ac:spMkLst>
            <pc:docMk/>
            <pc:sldMk cId="873214281" sldId="2007579509"/>
            <ac:spMk id="23" creationId="{911F56F6-0281-B4E0-7D7B-C480D79F65E4}"/>
          </ac:spMkLst>
        </pc:spChg>
        <pc:spChg chg="mod">
          <ac:chgData name="Llerandi Rubio Lydia" userId="efaa79d3-969f-4ac8-afbd-2e183ee47a3e" providerId="ADAL" clId="{6547240B-F074-4CAF-8E4B-4EBB938B95F1}" dt="2023-06-28T07:24:41.577" v="57"/>
          <ac:spMkLst>
            <pc:docMk/>
            <pc:sldMk cId="873214281" sldId="2007579509"/>
            <ac:spMk id="26" creationId="{9597BC91-ED22-968F-C1D0-4532061EB826}"/>
          </ac:spMkLst>
        </pc:spChg>
        <pc:spChg chg="mod">
          <ac:chgData name="Llerandi Rubio Lydia" userId="efaa79d3-969f-4ac8-afbd-2e183ee47a3e" providerId="ADAL" clId="{6547240B-F074-4CAF-8E4B-4EBB938B95F1}" dt="2023-06-28T07:24:41.577" v="57"/>
          <ac:spMkLst>
            <pc:docMk/>
            <pc:sldMk cId="873214281" sldId="2007579509"/>
            <ac:spMk id="27" creationId="{1952531A-4DC7-2A65-CAA0-BBB413533BFC}"/>
          </ac:spMkLst>
        </pc:spChg>
        <pc:spChg chg="mod">
          <ac:chgData name="Llerandi Rubio Lydia" userId="efaa79d3-969f-4ac8-afbd-2e183ee47a3e" providerId="ADAL" clId="{6547240B-F074-4CAF-8E4B-4EBB938B95F1}" dt="2023-06-28T07:41:36.055" v="226" actId="1076"/>
          <ac:spMkLst>
            <pc:docMk/>
            <pc:sldMk cId="873214281" sldId="2007579509"/>
            <ac:spMk id="29" creationId="{890BEF08-B32C-6982-52DF-2ADFC28EF976}"/>
          </ac:spMkLst>
        </pc:spChg>
        <pc:spChg chg="mod">
          <ac:chgData name="Llerandi Rubio Lydia" userId="efaa79d3-969f-4ac8-afbd-2e183ee47a3e" providerId="ADAL" clId="{6547240B-F074-4CAF-8E4B-4EBB938B95F1}" dt="2023-06-28T07:41:36.055" v="226" actId="1076"/>
          <ac:spMkLst>
            <pc:docMk/>
            <pc:sldMk cId="873214281" sldId="2007579509"/>
            <ac:spMk id="31" creationId="{CE497F9B-FA26-7AEC-DFEF-9D6049164C37}"/>
          </ac:spMkLst>
        </pc:spChg>
        <pc:spChg chg="mod">
          <ac:chgData name="Llerandi Rubio Lydia" userId="efaa79d3-969f-4ac8-afbd-2e183ee47a3e" providerId="ADAL" clId="{6547240B-F074-4CAF-8E4B-4EBB938B95F1}" dt="2023-06-28T07:41:36.055" v="226" actId="1076"/>
          <ac:spMkLst>
            <pc:docMk/>
            <pc:sldMk cId="873214281" sldId="2007579509"/>
            <ac:spMk id="32" creationId="{DD419381-2EDC-88C1-6766-2E6A0FCBA852}"/>
          </ac:spMkLst>
        </pc:spChg>
        <pc:spChg chg="mod">
          <ac:chgData name="Llerandi Rubio Lydia" userId="efaa79d3-969f-4ac8-afbd-2e183ee47a3e" providerId="ADAL" clId="{6547240B-F074-4CAF-8E4B-4EBB938B95F1}" dt="2023-06-28T08:44:26.452" v="714" actId="1036"/>
          <ac:spMkLst>
            <pc:docMk/>
            <pc:sldMk cId="873214281" sldId="2007579509"/>
            <ac:spMk id="35" creationId="{B2D821D4-82F1-2C9A-ABB3-B59FD4B67483}"/>
          </ac:spMkLst>
        </pc:spChg>
        <pc:spChg chg="mod">
          <ac:chgData name="Llerandi Rubio Lydia" userId="efaa79d3-969f-4ac8-afbd-2e183ee47a3e" providerId="ADAL" clId="{6547240B-F074-4CAF-8E4B-4EBB938B95F1}" dt="2023-06-28T08:44:26.452" v="714" actId="1036"/>
          <ac:spMkLst>
            <pc:docMk/>
            <pc:sldMk cId="873214281" sldId="2007579509"/>
            <ac:spMk id="37" creationId="{82574CA4-1F8D-2A0C-2F58-83EBEF246977}"/>
          </ac:spMkLst>
        </pc:spChg>
        <pc:spChg chg="mod">
          <ac:chgData name="Llerandi Rubio Lydia" userId="efaa79d3-969f-4ac8-afbd-2e183ee47a3e" providerId="ADAL" clId="{6547240B-F074-4CAF-8E4B-4EBB938B95F1}" dt="2023-06-28T08:44:26.452" v="714" actId="1036"/>
          <ac:spMkLst>
            <pc:docMk/>
            <pc:sldMk cId="873214281" sldId="2007579509"/>
            <ac:spMk id="38" creationId="{7ABA0E78-0F90-1F0B-BEF4-CF6FDAEDA6E6}"/>
          </ac:spMkLst>
        </pc:spChg>
        <pc:spChg chg="mod topLvl">
          <ac:chgData name="Llerandi Rubio Lydia" userId="efaa79d3-969f-4ac8-afbd-2e183ee47a3e" providerId="ADAL" clId="{6547240B-F074-4CAF-8E4B-4EBB938B95F1}" dt="2023-06-28T09:03:31.990" v="1089" actId="207"/>
          <ac:spMkLst>
            <pc:docMk/>
            <pc:sldMk cId="873214281" sldId="2007579509"/>
            <ac:spMk id="40" creationId="{695BF3C1-5970-2524-FFE0-0DDC0793CA91}"/>
          </ac:spMkLst>
        </pc:spChg>
        <pc:spChg chg="del mod">
          <ac:chgData name="Llerandi Rubio Lydia" userId="efaa79d3-969f-4ac8-afbd-2e183ee47a3e" providerId="ADAL" clId="{6547240B-F074-4CAF-8E4B-4EBB938B95F1}" dt="2023-06-28T07:37:25.558" v="118" actId="478"/>
          <ac:spMkLst>
            <pc:docMk/>
            <pc:sldMk cId="873214281" sldId="2007579509"/>
            <ac:spMk id="43" creationId="{C32F303D-08D2-9D3A-7919-A9109C7A8388}"/>
          </ac:spMkLst>
        </pc:spChg>
        <pc:spChg chg="del mod topLvl">
          <ac:chgData name="Llerandi Rubio Lydia" userId="efaa79d3-969f-4ac8-afbd-2e183ee47a3e" providerId="ADAL" clId="{6547240B-F074-4CAF-8E4B-4EBB938B95F1}" dt="2023-06-28T07:37:36.297" v="125" actId="478"/>
          <ac:spMkLst>
            <pc:docMk/>
            <pc:sldMk cId="873214281" sldId="2007579509"/>
            <ac:spMk id="44" creationId="{A4BDE81F-F611-E57C-E8E1-66F3986C2308}"/>
          </ac:spMkLst>
        </pc:spChg>
        <pc:spChg chg="add del mod">
          <ac:chgData name="Llerandi Rubio Lydia" userId="efaa79d3-969f-4ac8-afbd-2e183ee47a3e" providerId="ADAL" clId="{6547240B-F074-4CAF-8E4B-4EBB938B95F1}" dt="2023-06-28T07:37:31.156" v="122" actId="478"/>
          <ac:spMkLst>
            <pc:docMk/>
            <pc:sldMk cId="873214281" sldId="2007579509"/>
            <ac:spMk id="46" creationId="{89E19598-261F-03C2-0DE1-AD76A1BD1E73}"/>
          </ac:spMkLst>
        </pc:spChg>
        <pc:spChg chg="add del mod">
          <ac:chgData name="Llerandi Rubio Lydia" userId="efaa79d3-969f-4ac8-afbd-2e183ee47a3e" providerId="ADAL" clId="{6547240B-F074-4CAF-8E4B-4EBB938B95F1}" dt="2023-06-28T07:37:29.519" v="120" actId="478"/>
          <ac:spMkLst>
            <pc:docMk/>
            <pc:sldMk cId="873214281" sldId="2007579509"/>
            <ac:spMk id="47" creationId="{238B6BCA-29C8-1402-DE75-7057741FF0FB}"/>
          </ac:spMkLst>
        </pc:spChg>
        <pc:spChg chg="add 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48" creationId="{CDFC2BF2-3936-51FE-7B5B-34B8080F6B9D}"/>
          </ac:spMkLst>
        </pc:spChg>
        <pc:spChg chg="add 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49" creationId="{69D3512F-E134-616D-2543-AA765C7C5118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51" creationId="{18582F57-FE7D-AE57-FF12-6F58C0A65A21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52" creationId="{5C1F05FC-32CB-0931-2935-6343BA9D4161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54" creationId="{C91250AB-E9BC-0E9A-D651-DE4BEE23869D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56" creationId="{2C76B579-F5C6-672A-D71A-51253CD0236F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57" creationId="{98E6DE30-DB03-8C45-4C22-0E205D9665CD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58" creationId="{FBAA0306-D374-D8B2-1378-0EFBCDF8E8F7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59" creationId="{309E9CC4-A554-D0E0-993B-CD1575ED904C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60" creationId="{D35D8773-91FB-CACE-48AB-E7F88E72590E}"/>
          </ac:spMkLst>
        </pc:spChg>
        <pc:spChg chg="mod">
          <ac:chgData name="Llerandi Rubio Lydia" userId="efaa79d3-969f-4ac8-afbd-2e183ee47a3e" providerId="ADAL" clId="{6547240B-F074-4CAF-8E4B-4EBB938B95F1}" dt="2023-06-28T07:28:44.332" v="61"/>
          <ac:spMkLst>
            <pc:docMk/>
            <pc:sldMk cId="873214281" sldId="2007579509"/>
            <ac:spMk id="62" creationId="{2F2BE9CD-8F52-3045-57A0-231D30425648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64" creationId="{FCF7B9BD-B25E-7AF8-A5D8-34F74C1EC3AC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65" creationId="{0DE60051-FB79-E487-818A-5503A67FE6EF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66" creationId="{C1790058-C83E-F9CD-1D7E-7FA58EF96EB9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67" creationId="{2884D607-932B-B85F-31DF-A7D6B7927304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68" creationId="{D126506A-0D43-4ECD-A7C1-9416785FC2C2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69" creationId="{F1C45D9A-BAAE-E80A-D5AE-8CB10478A170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70" creationId="{BCC27C90-BF90-A143-E43E-4785D5C9C3F7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71" creationId="{8E94AEFF-A15E-0666-9A5B-4D39A0DADB29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72" creationId="{2ED4591A-E93F-7BE0-2487-CC0EB7E8339A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73" creationId="{3354CFE4-DE6F-C740-E047-24FFEAF1D3E8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74" creationId="{FF80E1B7-1E14-013F-D2F7-19BCF5CA206D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75" creationId="{B59EC64B-DF77-E0BF-A45F-B8CD71E44D8D}"/>
          </ac:spMkLst>
        </pc:spChg>
        <pc:spChg chg="mod">
          <ac:chgData name="Llerandi Rubio Lydia" userId="efaa79d3-969f-4ac8-afbd-2e183ee47a3e" providerId="ADAL" clId="{6547240B-F074-4CAF-8E4B-4EBB938B95F1}" dt="2023-06-28T08:48:16.692" v="775" actId="1076"/>
          <ac:spMkLst>
            <pc:docMk/>
            <pc:sldMk cId="873214281" sldId="2007579509"/>
            <ac:spMk id="76" creationId="{66A4F6BE-30E6-8DA4-7FD3-57EA2A96C81F}"/>
          </ac:spMkLst>
        </pc:spChg>
        <pc:spChg chg="add del">
          <ac:chgData name="Llerandi Rubio Lydia" userId="efaa79d3-969f-4ac8-afbd-2e183ee47a3e" providerId="ADAL" clId="{6547240B-F074-4CAF-8E4B-4EBB938B95F1}" dt="2023-06-28T07:29:21.084" v="87" actId="22"/>
          <ac:spMkLst>
            <pc:docMk/>
            <pc:sldMk cId="873214281" sldId="2007579509"/>
            <ac:spMk id="78" creationId="{D70607B1-0195-7344-EBD7-183E81348C91}"/>
          </ac:spMkLst>
        </pc:spChg>
        <pc:spChg chg="add mod">
          <ac:chgData name="Llerandi Rubio Lydia" userId="efaa79d3-969f-4ac8-afbd-2e183ee47a3e" providerId="ADAL" clId="{6547240B-F074-4CAF-8E4B-4EBB938B95F1}" dt="2023-06-28T09:03:07.500" v="1086" actId="207"/>
          <ac:spMkLst>
            <pc:docMk/>
            <pc:sldMk cId="873214281" sldId="2007579509"/>
            <ac:spMk id="80" creationId="{EDAEB40D-734A-9CB5-F2A5-4F70BBDDF629}"/>
          </ac:spMkLst>
        </pc:spChg>
        <pc:spChg chg="del mod">
          <ac:chgData name="Llerandi Rubio Lydia" userId="efaa79d3-969f-4ac8-afbd-2e183ee47a3e" providerId="ADAL" clId="{6547240B-F074-4CAF-8E4B-4EBB938B95F1}" dt="2023-06-28T07:38:00.081" v="128" actId="478"/>
          <ac:spMkLst>
            <pc:docMk/>
            <pc:sldMk cId="873214281" sldId="2007579509"/>
            <ac:spMk id="83" creationId="{07306DF2-BCD1-DDD2-74D0-777E4C3BA5AC}"/>
          </ac:spMkLst>
        </pc:spChg>
        <pc:spChg chg="del mod topLvl">
          <ac:chgData name="Llerandi Rubio Lydia" userId="efaa79d3-969f-4ac8-afbd-2e183ee47a3e" providerId="ADAL" clId="{6547240B-F074-4CAF-8E4B-4EBB938B95F1}" dt="2023-06-28T07:38:03.776" v="130" actId="478"/>
          <ac:spMkLst>
            <pc:docMk/>
            <pc:sldMk cId="873214281" sldId="2007579509"/>
            <ac:spMk id="84" creationId="{B60D2B10-5B5D-77D3-36EF-069771886472}"/>
          </ac:spMkLst>
        </pc:spChg>
        <pc:spChg chg="mod topLvl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85" creationId="{A45F3103-2063-20B6-83FE-4916D67EF1D5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87" creationId="{073DCB98-9261-8E41-944E-B7CD25BC4F5F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88" creationId="{07DD0513-3DDA-0667-7036-783612B4F700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89" creationId="{6EA26152-6F99-3312-5053-B574CD5AF53E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90" creationId="{55F4AC00-1716-40F4-6B4A-498650B5F275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91" creationId="{A3A52407-0EE7-D59B-BFE8-24061AF523D1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92" creationId="{B6F4FB30-ABDC-DB70-9D3C-35D99E87CF95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93" creationId="{0E1EF55D-5DD0-279D-9F56-007E6607A857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94" creationId="{601D6771-8ABE-7421-C93D-89B540BDD0CD}"/>
          </ac:spMkLst>
        </pc:spChg>
        <pc:spChg chg="mod">
          <ac:chgData name="Llerandi Rubio Lydia" userId="efaa79d3-969f-4ac8-afbd-2e183ee47a3e" providerId="ADAL" clId="{6547240B-F074-4CAF-8E4B-4EBB938B95F1}" dt="2023-06-28T08:40:49.823" v="513" actId="1076"/>
          <ac:spMkLst>
            <pc:docMk/>
            <pc:sldMk cId="873214281" sldId="2007579509"/>
            <ac:spMk id="95" creationId="{4B3A1A9D-0396-EF22-FC5B-08619FF35B8D}"/>
          </ac:spMkLst>
        </pc:spChg>
        <pc:spChg chg="add mod ord">
          <ac:chgData name="Llerandi Rubio Lydia" userId="efaa79d3-969f-4ac8-afbd-2e183ee47a3e" providerId="ADAL" clId="{6547240B-F074-4CAF-8E4B-4EBB938B95F1}" dt="2023-06-28T09:03:21.108" v="1088" actId="207"/>
          <ac:spMkLst>
            <pc:docMk/>
            <pc:sldMk cId="873214281" sldId="2007579509"/>
            <ac:spMk id="96" creationId="{B06B00DB-F53D-CCF5-53BC-129AF9CB33E8}"/>
          </ac:spMkLst>
        </pc:spChg>
        <pc:spChg chg="add mod ord">
          <ac:chgData name="Llerandi Rubio Lydia" userId="efaa79d3-969f-4ac8-afbd-2e183ee47a3e" providerId="ADAL" clId="{6547240B-F074-4CAF-8E4B-4EBB938B95F1}" dt="2023-06-28T09:03:34.044" v="1090" actId="207"/>
          <ac:spMkLst>
            <pc:docMk/>
            <pc:sldMk cId="873214281" sldId="2007579509"/>
            <ac:spMk id="99" creationId="{E8EB0C6F-CB78-3915-0804-C7C97E48605C}"/>
          </ac:spMkLst>
        </pc:spChg>
        <pc:spChg chg="mod">
          <ac:chgData name="Llerandi Rubio Lydia" userId="efaa79d3-969f-4ac8-afbd-2e183ee47a3e" providerId="ADAL" clId="{6547240B-F074-4CAF-8E4B-4EBB938B95F1}" dt="2023-06-28T09:05:28.666" v="1219" actId="2085"/>
          <ac:spMkLst>
            <pc:docMk/>
            <pc:sldMk cId="873214281" sldId="2007579509"/>
            <ac:spMk id="103" creationId="{0DFABB98-5F8F-5B26-B7A8-94F5D43F7B43}"/>
          </ac:spMkLst>
        </pc:spChg>
        <pc:spChg chg="mod">
          <ac:chgData name="Llerandi Rubio Lydia" userId="efaa79d3-969f-4ac8-afbd-2e183ee47a3e" providerId="ADAL" clId="{6547240B-F074-4CAF-8E4B-4EBB938B95F1}" dt="2023-06-28T09:05:28.666" v="1219" actId="2085"/>
          <ac:spMkLst>
            <pc:docMk/>
            <pc:sldMk cId="873214281" sldId="2007579509"/>
            <ac:spMk id="105" creationId="{22E61330-E2ED-3FDF-E38D-F30C3C79EFFF}"/>
          </ac:spMkLst>
        </pc:spChg>
        <pc:spChg chg="mod">
          <ac:chgData name="Llerandi Rubio Lydia" userId="efaa79d3-969f-4ac8-afbd-2e183ee47a3e" providerId="ADAL" clId="{6547240B-F074-4CAF-8E4B-4EBB938B95F1}" dt="2023-06-28T09:05:28.666" v="1219" actId="2085"/>
          <ac:spMkLst>
            <pc:docMk/>
            <pc:sldMk cId="873214281" sldId="2007579509"/>
            <ac:spMk id="106" creationId="{60076630-CB2E-0A72-171B-A8E7D4CB9A67}"/>
          </ac:spMkLst>
        </pc:spChg>
        <pc:spChg chg="add del mod">
          <ac:chgData name="Llerandi Rubio Lydia" userId="efaa79d3-969f-4ac8-afbd-2e183ee47a3e" providerId="ADAL" clId="{6547240B-F074-4CAF-8E4B-4EBB938B95F1}" dt="2023-06-28T07:42:53.090" v="269" actId="478"/>
          <ac:spMkLst>
            <pc:docMk/>
            <pc:sldMk cId="873214281" sldId="2007579509"/>
            <ac:spMk id="107" creationId="{19D22837-5E7A-E603-4FE2-263F79A4988E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1" creationId="{BD2B9D65-F7D2-F4BD-4075-1CB7A5CF9B76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2" creationId="{13423033-B6A3-5C6D-AB3D-50520D11C040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3" creationId="{88F27369-802F-B99F-164B-64D6100E3A1B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4" creationId="{D41F8DE4-E569-BE74-9DFF-03D1560819B2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5" creationId="{353B36B5-F90C-7757-7E81-84BF3C85E886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6" creationId="{6BE3F478-D52E-6072-7958-489B8D9EA763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7" creationId="{330AB8A2-9A58-5F53-A7D0-4F1F48640106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8" creationId="{A748BBD5-11F1-174C-DD79-03C9FAAFC2D0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19" creationId="{5BD7CDAD-F0E2-8251-E398-7578E3E5331A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20" creationId="{2C28AACC-9108-0D0F-0EB0-7DA604657DCB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21" creationId="{D9BD03A0-A646-0F67-5D2E-7C2FA8C40C9F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22" creationId="{B05D3E05-2AC3-04DA-FED8-9A77F6A1F294}"/>
          </ac:spMkLst>
        </pc:spChg>
        <pc:spChg chg="del mod">
          <ac:chgData name="Llerandi Rubio Lydia" userId="efaa79d3-969f-4ac8-afbd-2e183ee47a3e" providerId="ADAL" clId="{6547240B-F074-4CAF-8E4B-4EBB938B95F1}" dt="2023-06-28T07:39:30.855" v="165" actId="478"/>
          <ac:spMkLst>
            <pc:docMk/>
            <pc:sldMk cId="873214281" sldId="2007579509"/>
            <ac:spMk id="125" creationId="{2A219D06-B89F-4C5A-248A-9B28016FCC03}"/>
          </ac:spMkLst>
        </pc:spChg>
        <pc:spChg chg="del mod topLvl">
          <ac:chgData name="Llerandi Rubio Lydia" userId="efaa79d3-969f-4ac8-afbd-2e183ee47a3e" providerId="ADAL" clId="{6547240B-F074-4CAF-8E4B-4EBB938B95F1}" dt="2023-06-28T08:37:46.250" v="306" actId="478"/>
          <ac:spMkLst>
            <pc:docMk/>
            <pc:sldMk cId="873214281" sldId="2007579509"/>
            <ac:spMk id="127" creationId="{33224D40-F03B-FD1C-F965-3B3398310DF5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28" creationId="{EE318639-7627-045E-8D72-DA5F5260DC38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29" creationId="{A4C90435-EAEA-5C92-2F35-084E4397AD9C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0" creationId="{16D429D8-57D2-41DF-7B0F-3E26AE644A8A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1" creationId="{3BC8DCAC-75EB-23D6-930C-18B811A399CE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2" creationId="{AB2F35FB-31DD-0E3F-64E7-855AEAB92591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3" creationId="{8AF334E4-F52E-332A-C5C5-9F4F6B95C45D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4" creationId="{9800AA8A-585A-0963-2881-15B37B1CFC95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5" creationId="{03570071-F81B-FA0C-A8DD-01AAC8C1A12A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6" creationId="{507A23DE-3038-E001-1E4C-C5FF4F69536E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7" creationId="{78417938-7EED-232D-3ED7-CF493A7F4F01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8" creationId="{5275547B-5AC7-4231-A58A-5B41CE392C1F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39" creationId="{6A05EF87-F369-36B7-E9A8-8C75A44E55CD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43" creationId="{2B1B4142-BFAA-92A2-C9A5-BF8F995E142C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44" creationId="{294B67F4-8F0E-FC71-B463-C7D3F5F5429B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45" creationId="{93410C66-0397-5812-E073-C339F8DD8E3F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46" creationId="{959A3575-5533-F070-89C9-9A2FD31C28E0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47" creationId="{555B759B-5F82-B581-2811-D73CC87C5E02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48" creationId="{EA2F6AAC-3D98-4A27-B261-569FA29F5529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49" creationId="{19F05429-3C55-F55C-ACEF-3F24987EA078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50" creationId="{481D49A6-A907-87BC-E212-46BE3E0724B1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51" creationId="{7159E146-7986-940F-CB47-450C2D6DB35C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52" creationId="{E20356C8-D7ED-CBB4-D736-E30C777D3FE1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53" creationId="{48619B4D-C9C9-1BDB-4B16-D7CF26FCC0A2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54" creationId="{8897F86B-B7A8-49FF-69AA-8CC304F726EE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55" creationId="{B3CEA8FD-115F-7465-CC04-81FAA82982E2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59" creationId="{E7B0F725-4CFE-81B4-8D3D-E6617DF20C36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1" creationId="{D01A5B08-986E-95AE-32D1-B5B547007511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2" creationId="{01898804-704A-86B1-4AB4-CBFB7BB6ECEC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3" creationId="{1446B42D-AEFC-81AF-B8BB-53038515A593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4" creationId="{91C8EA52-A924-EE22-B603-A9680F22848F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5" creationId="{8CDB68EE-4ECC-CF59-1DB5-0D8849C6503F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6" creationId="{E3040E37-389B-3F80-C735-F5E23E42A5A1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7" creationId="{5FC74A3D-BBC6-AE93-10B1-BA3EC66161F7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8" creationId="{2C73C267-7B96-752D-090F-4390DD69B534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69" creationId="{C5160AD7-95DD-0500-80B2-D80E683CDE19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0" creationId="{931EBDF3-238F-57BB-4376-5711806E79B7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1" creationId="{B970E22A-4DF9-9668-8AFA-C44B33607113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2" creationId="{B85F85CF-05C8-394B-F6A7-A5DADC652F6F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4" creationId="{9347CA1A-F725-9769-3303-01238B26E83B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5" creationId="{F9FFF0D7-68B7-D28F-8C07-E3AA1466B56C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6" creationId="{7B4953B4-9D4D-31A8-7D51-7F95760EA893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7" creationId="{404FCA50-E5DC-437F-1734-600AE5B8BDD0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8" creationId="{4D73B577-F65A-D51D-DD3F-73EC62979348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79" creationId="{20B01FBC-E289-F53B-736E-CF4C8B4D18B6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80" creationId="{FDBE8273-FC66-EA97-EE0B-AFF7FD2E4783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81" creationId="{5EA7B69A-3AA3-F3F1-887D-58C3493ECD4D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82" creationId="{D4780E96-5D06-95BE-D0CD-02470A0719C7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83" creationId="{9F0BB996-8511-3C4B-0947-245BFE813DBA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84" creationId="{C46BCDF5-3395-AF28-C1C7-62DC5BA974F3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85" creationId="{B81F4D80-ED69-0645-9D61-BB1D5827F56A}"/>
          </ac:spMkLst>
        </pc:spChg>
        <pc:spChg chg="del mod topLvl">
          <ac:chgData name="Llerandi Rubio Lydia" userId="efaa79d3-969f-4ac8-afbd-2e183ee47a3e" providerId="ADAL" clId="{6547240B-F074-4CAF-8E4B-4EBB938B95F1}" dt="2023-06-28T08:37:42.768" v="305" actId="478"/>
          <ac:spMkLst>
            <pc:docMk/>
            <pc:sldMk cId="873214281" sldId="2007579509"/>
            <ac:spMk id="188" creationId="{4CD540B0-6443-0DC6-AD3B-962408230AC3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0" creationId="{E06EB8C5-8B24-B517-2277-084DA7405884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1" creationId="{47D81EB6-7CD7-D0AF-A2A8-4612E68E463C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2" creationId="{DAF2154B-E6EF-F10A-C842-A6165470F510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3" creationId="{9114B93E-D476-4940-8F9C-7847351BC16B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4" creationId="{7B70172D-F56D-E739-BD12-A34B5EF7642A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5" creationId="{8A9E7493-7D6D-09B7-2368-BECAEC38D960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6" creationId="{ACA6430E-8BEF-A918-2B19-21DAD870F9BA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7" creationId="{45877E99-BC35-D32D-253F-2B67EE1A9CF4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8" creationId="{32B437DD-F516-F063-0669-DA9394D3BF46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199" creationId="{C8FBC625-988D-E665-82E9-47C749C21F29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200" creationId="{472E20E4-A539-CA75-FD06-7611A3D4D150}"/>
          </ac:spMkLst>
        </pc:spChg>
        <pc:spChg chg="mod">
          <ac:chgData name="Llerandi Rubio Lydia" userId="efaa79d3-969f-4ac8-afbd-2e183ee47a3e" providerId="ADAL" clId="{6547240B-F074-4CAF-8E4B-4EBB938B95F1}" dt="2023-06-28T07:46:04.316" v="273"/>
          <ac:spMkLst>
            <pc:docMk/>
            <pc:sldMk cId="873214281" sldId="2007579509"/>
            <ac:spMk id="201" creationId="{528B71DC-AE6C-493A-8CF4-9ADD62FCF896}"/>
          </ac:spMkLst>
        </pc:spChg>
        <pc:spChg chg="del mod topLvl">
          <ac:chgData name="Llerandi Rubio Lydia" userId="efaa79d3-969f-4ac8-afbd-2e183ee47a3e" providerId="ADAL" clId="{6547240B-F074-4CAF-8E4B-4EBB938B95F1}" dt="2023-06-28T08:37:41.131" v="304" actId="478"/>
          <ac:spMkLst>
            <pc:docMk/>
            <pc:sldMk cId="873214281" sldId="2007579509"/>
            <ac:spMk id="204" creationId="{1200CD9F-60B7-6E25-2308-56E4417F6EC0}"/>
          </ac:spMkLst>
        </pc:spChg>
        <pc:spChg chg="del mod topLvl">
          <ac:chgData name="Llerandi Rubio Lydia" userId="efaa79d3-969f-4ac8-afbd-2e183ee47a3e" providerId="ADAL" clId="{6547240B-F074-4CAF-8E4B-4EBB938B95F1}" dt="2023-06-28T08:41:25.573" v="524" actId="478"/>
          <ac:spMkLst>
            <pc:docMk/>
            <pc:sldMk cId="873214281" sldId="2007579509"/>
            <ac:spMk id="206" creationId="{0666190F-B7EE-3FAE-ECEF-5B24B3789D5F}"/>
          </ac:spMkLst>
        </pc:spChg>
        <pc:spChg chg="add del mod topLvl">
          <ac:chgData name="Llerandi Rubio Lydia" userId="efaa79d3-969f-4ac8-afbd-2e183ee47a3e" providerId="ADAL" clId="{6547240B-F074-4CAF-8E4B-4EBB938B95F1}" dt="2023-06-28T08:51:02.768" v="827" actId="478"/>
          <ac:spMkLst>
            <pc:docMk/>
            <pc:sldMk cId="873214281" sldId="2007579509"/>
            <ac:spMk id="207" creationId="{EF70F3B2-1D5D-DE44-92F4-6EBF929EB72D}"/>
          </ac:spMkLst>
        </pc:spChg>
        <pc:spChg chg="del mod topLvl">
          <ac:chgData name="Llerandi Rubio Lydia" userId="efaa79d3-969f-4ac8-afbd-2e183ee47a3e" providerId="ADAL" clId="{6547240B-F074-4CAF-8E4B-4EBB938B95F1}" dt="2023-06-28T08:41:51.470" v="540" actId="478"/>
          <ac:spMkLst>
            <pc:docMk/>
            <pc:sldMk cId="873214281" sldId="2007579509"/>
            <ac:spMk id="208" creationId="{F5905DA2-F676-BE13-D0AD-E7A5BE972B03}"/>
          </ac:spMkLst>
        </pc:spChg>
        <pc:spChg chg="del mod topLvl">
          <ac:chgData name="Llerandi Rubio Lydia" userId="efaa79d3-969f-4ac8-afbd-2e183ee47a3e" providerId="ADAL" clId="{6547240B-F074-4CAF-8E4B-4EBB938B95F1}" dt="2023-06-28T08:41:51.470" v="540" actId="478"/>
          <ac:spMkLst>
            <pc:docMk/>
            <pc:sldMk cId="873214281" sldId="2007579509"/>
            <ac:spMk id="209" creationId="{F0718AA6-4CE8-AD6A-03AA-04DB67AEA5F9}"/>
          </ac:spMkLst>
        </pc:spChg>
        <pc:spChg chg="del mod topLvl">
          <ac:chgData name="Llerandi Rubio Lydia" userId="efaa79d3-969f-4ac8-afbd-2e183ee47a3e" providerId="ADAL" clId="{6547240B-F074-4CAF-8E4B-4EBB938B95F1}" dt="2023-06-28T08:41:51.470" v="540" actId="478"/>
          <ac:spMkLst>
            <pc:docMk/>
            <pc:sldMk cId="873214281" sldId="2007579509"/>
            <ac:spMk id="210" creationId="{016A4C11-3A36-F6E2-AC81-62697F89238C}"/>
          </ac:spMkLst>
        </pc:spChg>
        <pc:spChg chg="del mod topLvl">
          <ac:chgData name="Llerandi Rubio Lydia" userId="efaa79d3-969f-4ac8-afbd-2e183ee47a3e" providerId="ADAL" clId="{6547240B-F074-4CAF-8E4B-4EBB938B95F1}" dt="2023-06-28T08:41:51.470" v="540" actId="478"/>
          <ac:spMkLst>
            <pc:docMk/>
            <pc:sldMk cId="873214281" sldId="2007579509"/>
            <ac:spMk id="211" creationId="{DEC5DC01-C313-9CC4-01D8-29D9CC1E6C59}"/>
          </ac:spMkLst>
        </pc:spChg>
        <pc:spChg chg="del mod topLvl">
          <ac:chgData name="Llerandi Rubio Lydia" userId="efaa79d3-969f-4ac8-afbd-2e183ee47a3e" providerId="ADAL" clId="{6547240B-F074-4CAF-8E4B-4EBB938B95F1}" dt="2023-06-28T08:41:23.819" v="522" actId="478"/>
          <ac:spMkLst>
            <pc:docMk/>
            <pc:sldMk cId="873214281" sldId="2007579509"/>
            <ac:spMk id="212" creationId="{E0C77877-12E5-0531-9860-A1FEF469E8E8}"/>
          </ac:spMkLst>
        </pc:spChg>
        <pc:spChg chg="del mod topLvl">
          <ac:chgData name="Llerandi Rubio Lydia" userId="efaa79d3-969f-4ac8-afbd-2e183ee47a3e" providerId="ADAL" clId="{6547240B-F074-4CAF-8E4B-4EBB938B95F1}" dt="2023-06-28T08:41:51.470" v="540" actId="478"/>
          <ac:spMkLst>
            <pc:docMk/>
            <pc:sldMk cId="873214281" sldId="2007579509"/>
            <ac:spMk id="213" creationId="{2E6DEC01-E2A8-A92C-17EF-FACD7467BCEF}"/>
          </ac:spMkLst>
        </pc:spChg>
        <pc:spChg chg="del mod topLvl">
          <ac:chgData name="Llerandi Rubio Lydia" userId="efaa79d3-969f-4ac8-afbd-2e183ee47a3e" providerId="ADAL" clId="{6547240B-F074-4CAF-8E4B-4EBB938B95F1}" dt="2023-06-28T08:41:51.470" v="540" actId="478"/>
          <ac:spMkLst>
            <pc:docMk/>
            <pc:sldMk cId="873214281" sldId="2007579509"/>
            <ac:spMk id="214" creationId="{120E96D7-AD90-E86E-B401-6B5F5C76D52A}"/>
          </ac:spMkLst>
        </pc:spChg>
        <pc:spChg chg="del mod topLvl">
          <ac:chgData name="Llerandi Rubio Lydia" userId="efaa79d3-969f-4ac8-afbd-2e183ee47a3e" providerId="ADAL" clId="{6547240B-F074-4CAF-8E4B-4EBB938B95F1}" dt="2023-06-28T08:41:51.470" v="540" actId="478"/>
          <ac:spMkLst>
            <pc:docMk/>
            <pc:sldMk cId="873214281" sldId="2007579509"/>
            <ac:spMk id="215" creationId="{DC924B45-2AD8-1B93-1DD1-D972D2AC2B3D}"/>
          </ac:spMkLst>
        </pc:spChg>
        <pc:spChg chg="del mod topLvl">
          <ac:chgData name="Llerandi Rubio Lydia" userId="efaa79d3-969f-4ac8-afbd-2e183ee47a3e" providerId="ADAL" clId="{6547240B-F074-4CAF-8E4B-4EBB938B95F1}" dt="2023-06-28T08:41:24.538" v="523" actId="478"/>
          <ac:spMkLst>
            <pc:docMk/>
            <pc:sldMk cId="873214281" sldId="2007579509"/>
            <ac:spMk id="216" creationId="{7BC18F0D-4BD1-99D6-6A51-EB1D240324B6}"/>
          </ac:spMkLst>
        </pc:spChg>
        <pc:spChg chg="del mod topLvl">
          <ac:chgData name="Llerandi Rubio Lydia" userId="efaa79d3-969f-4ac8-afbd-2e183ee47a3e" providerId="ADAL" clId="{6547240B-F074-4CAF-8E4B-4EBB938B95F1}" dt="2023-06-28T08:41:22.330" v="520" actId="478"/>
          <ac:spMkLst>
            <pc:docMk/>
            <pc:sldMk cId="873214281" sldId="2007579509"/>
            <ac:spMk id="217" creationId="{4DF14FA3-79C1-F6D6-9392-C26C28FE586E}"/>
          </ac:spMkLst>
        </pc:spChg>
        <pc:spChg chg="mod">
          <ac:chgData name="Llerandi Rubio Lydia" userId="efaa79d3-969f-4ac8-afbd-2e183ee47a3e" providerId="ADAL" clId="{6547240B-F074-4CAF-8E4B-4EBB938B95F1}" dt="2023-06-28T09:03:04.078" v="1085" actId="207"/>
          <ac:spMkLst>
            <pc:docMk/>
            <pc:sldMk cId="873214281" sldId="2007579509"/>
            <ac:spMk id="220" creationId="{DC8D48EF-98AA-A9FE-AC96-6A26D401BB24}"/>
          </ac:spMkLst>
        </pc:spChg>
        <pc:spChg chg="mod">
          <ac:chgData name="Llerandi Rubio Lydia" userId="efaa79d3-969f-4ac8-afbd-2e183ee47a3e" providerId="ADAL" clId="{6547240B-F074-4CAF-8E4B-4EBB938B95F1}" dt="2023-06-28T08:44:26.452" v="714" actId="1036"/>
          <ac:spMkLst>
            <pc:docMk/>
            <pc:sldMk cId="873214281" sldId="2007579509"/>
            <ac:spMk id="221" creationId="{7A9ED789-6BEA-802B-723A-F7F9228E31C4}"/>
          </ac:spMkLst>
        </pc:spChg>
        <pc:spChg chg="mod">
          <ac:chgData name="Llerandi Rubio Lydia" userId="efaa79d3-969f-4ac8-afbd-2e183ee47a3e" providerId="ADAL" clId="{6547240B-F074-4CAF-8E4B-4EBB938B95F1}" dt="2023-06-28T09:03:18.742" v="1087" actId="207"/>
          <ac:spMkLst>
            <pc:docMk/>
            <pc:sldMk cId="873214281" sldId="2007579509"/>
            <ac:spMk id="223" creationId="{3A54D134-26D0-78E7-FA2A-696679EE7E76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25" creationId="{CA1E39F6-9EDE-5A7C-1A31-D7E3A0DC5C38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26" creationId="{F4E12A75-5016-B415-B6B7-BD825B0C9441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27" creationId="{C88B0B48-2FA4-B4CA-C56B-088FE29B8EBE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28" creationId="{72583563-5930-3BA0-4C47-44C554A26DC1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29" creationId="{06D201D4-9BB9-09C9-D16D-42DA5C2D5401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30" creationId="{8D635DB6-3BC6-6E66-DCB8-A99B5E63B8DD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31" creationId="{17A58610-2DDB-9345-9598-817917DD8A49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32" creationId="{15C6E923-DBF5-DA81-D91B-53B71C145C33}"/>
          </ac:spMkLst>
        </pc:spChg>
        <pc:spChg chg="mod">
          <ac:chgData name="Llerandi Rubio Lydia" userId="efaa79d3-969f-4ac8-afbd-2e183ee47a3e" providerId="ADAL" clId="{6547240B-F074-4CAF-8E4B-4EBB938B95F1}" dt="2023-06-28T08:52:03.718" v="847" actId="1038"/>
          <ac:spMkLst>
            <pc:docMk/>
            <pc:sldMk cId="873214281" sldId="2007579509"/>
            <ac:spMk id="233" creationId="{C5D36A21-74FE-009D-DC22-B06B93A6833B}"/>
          </ac:spMkLst>
        </pc:spChg>
        <pc:spChg chg="add del mod">
          <ac:chgData name="Llerandi Rubio Lydia" userId="efaa79d3-969f-4ac8-afbd-2e183ee47a3e" providerId="ADAL" clId="{6547240B-F074-4CAF-8E4B-4EBB938B95F1}" dt="2023-06-28T08:43:01.832" v="672"/>
          <ac:spMkLst>
            <pc:docMk/>
            <pc:sldMk cId="873214281" sldId="2007579509"/>
            <ac:spMk id="234" creationId="{6F33137D-BB81-DC59-3F74-05FFC6F23CAB}"/>
          </ac:spMkLst>
        </pc:spChg>
        <pc:spChg chg="add del mod ord">
          <ac:chgData name="Llerandi Rubio Lydia" userId="efaa79d3-969f-4ac8-afbd-2e183ee47a3e" providerId="ADAL" clId="{6547240B-F074-4CAF-8E4B-4EBB938B95F1}" dt="2023-06-28T08:51:04.070" v="828" actId="478"/>
          <ac:spMkLst>
            <pc:docMk/>
            <pc:sldMk cId="873214281" sldId="2007579509"/>
            <ac:spMk id="235" creationId="{E057C03D-F3E0-AD97-B315-97CB08479A49}"/>
          </ac:spMkLst>
        </pc:spChg>
        <pc:spChg chg="add del mod ord">
          <ac:chgData name="Llerandi Rubio Lydia" userId="efaa79d3-969f-4ac8-afbd-2e183ee47a3e" providerId="ADAL" clId="{6547240B-F074-4CAF-8E4B-4EBB938B95F1}" dt="2023-06-28T08:51:05.475" v="829" actId="478"/>
          <ac:spMkLst>
            <pc:docMk/>
            <pc:sldMk cId="873214281" sldId="2007579509"/>
            <ac:spMk id="236" creationId="{10398769-C3D6-7DCC-03AD-85CF8ECEA3DD}"/>
          </ac:spMkLst>
        </pc:spChg>
        <pc:spChg chg="add mod">
          <ac:chgData name="Llerandi Rubio Lydia" userId="efaa79d3-969f-4ac8-afbd-2e183ee47a3e" providerId="ADAL" clId="{6547240B-F074-4CAF-8E4B-4EBB938B95F1}" dt="2023-06-28T08:52:01.389" v="838" actId="1076"/>
          <ac:spMkLst>
            <pc:docMk/>
            <pc:sldMk cId="873214281" sldId="2007579509"/>
            <ac:spMk id="237" creationId="{BC0F669A-D394-104D-EC77-66B3C33BE04E}"/>
          </ac:spMkLst>
        </pc:spChg>
        <pc:spChg chg="add mod">
          <ac:chgData name="Llerandi Rubio Lydia" userId="efaa79d3-969f-4ac8-afbd-2e183ee47a3e" providerId="ADAL" clId="{6547240B-F074-4CAF-8E4B-4EBB938B95F1}" dt="2023-06-28T08:52:43.798" v="858" actId="1038"/>
          <ac:spMkLst>
            <pc:docMk/>
            <pc:sldMk cId="873214281" sldId="2007579509"/>
            <ac:spMk id="238" creationId="{54D532A8-0A09-E269-1E0D-F138C8A390EF}"/>
          </ac:spMkLst>
        </pc:spChg>
        <pc:spChg chg="add mod">
          <ac:chgData name="Llerandi Rubio Lydia" userId="efaa79d3-969f-4ac8-afbd-2e183ee47a3e" providerId="ADAL" clId="{6547240B-F074-4CAF-8E4B-4EBB938B95F1}" dt="2023-06-28T08:55:20.194" v="985" actId="14100"/>
          <ac:spMkLst>
            <pc:docMk/>
            <pc:sldMk cId="873214281" sldId="2007579509"/>
            <ac:spMk id="239" creationId="{11B660D0-762D-A2DF-095F-BC58FDD5A45F}"/>
          </ac:spMkLst>
        </pc:spChg>
        <pc:spChg chg="add mod">
          <ac:chgData name="Llerandi Rubio Lydia" userId="efaa79d3-969f-4ac8-afbd-2e183ee47a3e" providerId="ADAL" clId="{6547240B-F074-4CAF-8E4B-4EBB938B95F1}" dt="2023-06-28T08:55:22.155" v="986" actId="14100"/>
          <ac:spMkLst>
            <pc:docMk/>
            <pc:sldMk cId="873214281" sldId="2007579509"/>
            <ac:spMk id="240" creationId="{E4E5AFE2-7F4E-D3F8-1412-019E84E3041A}"/>
          </ac:spMkLst>
        </pc:spChg>
        <pc:spChg chg="mod">
          <ac:chgData name="Llerandi Rubio Lydia" userId="efaa79d3-969f-4ac8-afbd-2e183ee47a3e" providerId="ADAL" clId="{6547240B-F074-4CAF-8E4B-4EBB938B95F1}" dt="2023-06-28T08:50:46.321" v="823"/>
          <ac:spMkLst>
            <pc:docMk/>
            <pc:sldMk cId="873214281" sldId="2007579509"/>
            <ac:spMk id="244" creationId="{D613C16F-4FB7-F9A5-F8CE-49CA7821A7E1}"/>
          </ac:spMkLst>
        </pc:spChg>
        <pc:spChg chg="mod">
          <ac:chgData name="Llerandi Rubio Lydia" userId="efaa79d3-969f-4ac8-afbd-2e183ee47a3e" providerId="ADAL" clId="{6547240B-F074-4CAF-8E4B-4EBB938B95F1}" dt="2023-06-28T08:50:46.321" v="823"/>
          <ac:spMkLst>
            <pc:docMk/>
            <pc:sldMk cId="873214281" sldId="2007579509"/>
            <ac:spMk id="246" creationId="{40A4C5C6-8C8B-1339-92AA-99AF23755A6D}"/>
          </ac:spMkLst>
        </pc:spChg>
        <pc:spChg chg="mod">
          <ac:chgData name="Llerandi Rubio Lydia" userId="efaa79d3-969f-4ac8-afbd-2e183ee47a3e" providerId="ADAL" clId="{6547240B-F074-4CAF-8E4B-4EBB938B95F1}" dt="2023-06-28T08:50:46.321" v="823"/>
          <ac:spMkLst>
            <pc:docMk/>
            <pc:sldMk cId="873214281" sldId="2007579509"/>
            <ac:spMk id="247" creationId="{9A5E12C0-A5EF-77FC-8A92-484F47696EC1}"/>
          </ac:spMkLst>
        </pc:spChg>
        <pc:spChg chg="mod">
          <ac:chgData name="Llerandi Rubio Lydia" userId="efaa79d3-969f-4ac8-afbd-2e183ee47a3e" providerId="ADAL" clId="{6547240B-F074-4CAF-8E4B-4EBB938B95F1}" dt="2023-06-28T08:52:43.798" v="858" actId="1038"/>
          <ac:spMkLst>
            <pc:docMk/>
            <pc:sldMk cId="873214281" sldId="2007579509"/>
            <ac:spMk id="250" creationId="{79AE8F19-A70A-EC2F-074A-CFFEB00300C4}"/>
          </ac:spMkLst>
        </pc:spChg>
        <pc:spChg chg="mod">
          <ac:chgData name="Llerandi Rubio Lydia" userId="efaa79d3-969f-4ac8-afbd-2e183ee47a3e" providerId="ADAL" clId="{6547240B-F074-4CAF-8E4B-4EBB938B95F1}" dt="2023-06-28T08:52:43.798" v="858" actId="1038"/>
          <ac:spMkLst>
            <pc:docMk/>
            <pc:sldMk cId="873214281" sldId="2007579509"/>
            <ac:spMk id="251" creationId="{B9590707-A036-4575-092E-671A692FFD99}"/>
          </ac:spMkLst>
        </pc:spChg>
        <pc:spChg chg="mod">
          <ac:chgData name="Llerandi Rubio Lydia" userId="efaa79d3-969f-4ac8-afbd-2e183ee47a3e" providerId="ADAL" clId="{6547240B-F074-4CAF-8E4B-4EBB938B95F1}" dt="2023-06-28T08:52:43.798" v="858" actId="1038"/>
          <ac:spMkLst>
            <pc:docMk/>
            <pc:sldMk cId="873214281" sldId="2007579509"/>
            <ac:spMk id="252" creationId="{7E5E47E8-C3F2-BE31-893E-055CCE2EEC12}"/>
          </ac:spMkLst>
        </pc:spChg>
        <pc:spChg chg="mod">
          <ac:chgData name="Llerandi Rubio Lydia" userId="efaa79d3-969f-4ac8-afbd-2e183ee47a3e" providerId="ADAL" clId="{6547240B-F074-4CAF-8E4B-4EBB938B95F1}" dt="2023-06-28T09:04:26.444" v="1151"/>
          <ac:spMkLst>
            <pc:docMk/>
            <pc:sldMk cId="873214281" sldId="2007579509"/>
            <ac:spMk id="257" creationId="{B9027A53-75EB-119F-56F1-551C8328F01D}"/>
          </ac:spMkLst>
        </pc:spChg>
        <pc:spChg chg="mod">
          <ac:chgData name="Llerandi Rubio Lydia" userId="efaa79d3-969f-4ac8-afbd-2e183ee47a3e" providerId="ADAL" clId="{6547240B-F074-4CAF-8E4B-4EBB938B95F1}" dt="2023-06-28T09:04:26.444" v="1151"/>
          <ac:spMkLst>
            <pc:docMk/>
            <pc:sldMk cId="873214281" sldId="2007579509"/>
            <ac:spMk id="259" creationId="{CD628ACD-14DD-499E-4870-631B85FD24D4}"/>
          </ac:spMkLst>
        </pc:spChg>
        <pc:spChg chg="mod">
          <ac:chgData name="Llerandi Rubio Lydia" userId="efaa79d3-969f-4ac8-afbd-2e183ee47a3e" providerId="ADAL" clId="{6547240B-F074-4CAF-8E4B-4EBB938B95F1}" dt="2023-06-28T09:04:26.444" v="1151"/>
          <ac:spMkLst>
            <pc:docMk/>
            <pc:sldMk cId="873214281" sldId="2007579509"/>
            <ac:spMk id="260" creationId="{77390852-498B-5B8E-A484-CE11779DF394}"/>
          </ac:spMkLst>
        </pc:spChg>
        <pc:spChg chg="mod">
          <ac:chgData name="Llerandi Rubio Lydia" userId="efaa79d3-969f-4ac8-afbd-2e183ee47a3e" providerId="ADAL" clId="{6547240B-F074-4CAF-8E4B-4EBB938B95F1}" dt="2023-06-28T09:05:38.204" v="1221"/>
          <ac:spMkLst>
            <pc:docMk/>
            <pc:sldMk cId="873214281" sldId="2007579509"/>
            <ac:spMk id="262" creationId="{091AE392-FC90-3A9D-FAB0-E987195B85D4}"/>
          </ac:spMkLst>
        </pc:spChg>
        <pc:spChg chg="mod">
          <ac:chgData name="Llerandi Rubio Lydia" userId="efaa79d3-969f-4ac8-afbd-2e183ee47a3e" providerId="ADAL" clId="{6547240B-F074-4CAF-8E4B-4EBB938B95F1}" dt="2023-06-28T09:05:38.204" v="1221"/>
          <ac:spMkLst>
            <pc:docMk/>
            <pc:sldMk cId="873214281" sldId="2007579509"/>
            <ac:spMk id="264" creationId="{042AABEA-7F07-1589-ABC8-356DAA29A193}"/>
          </ac:spMkLst>
        </pc:spChg>
        <pc:spChg chg="mod">
          <ac:chgData name="Llerandi Rubio Lydia" userId="efaa79d3-969f-4ac8-afbd-2e183ee47a3e" providerId="ADAL" clId="{6547240B-F074-4CAF-8E4B-4EBB938B95F1}" dt="2023-06-28T09:05:38.204" v="1221"/>
          <ac:spMkLst>
            <pc:docMk/>
            <pc:sldMk cId="873214281" sldId="2007579509"/>
            <ac:spMk id="265" creationId="{53B93311-ED78-1D98-8EEC-4228784E3C9B}"/>
          </ac:spMkLst>
        </pc:spChg>
        <pc:spChg chg="add mod">
          <ac:chgData name="Llerandi Rubio Lydia" userId="efaa79d3-969f-4ac8-afbd-2e183ee47a3e" providerId="ADAL" clId="{6547240B-F074-4CAF-8E4B-4EBB938B95F1}" dt="2023-06-28T09:23:57.088" v="1416" actId="1035"/>
          <ac:spMkLst>
            <pc:docMk/>
            <pc:sldMk cId="873214281" sldId="2007579509"/>
            <ac:spMk id="266" creationId="{C3165DEF-3189-DC58-4206-5653B7897834}"/>
          </ac:spMkLst>
        </pc:spChg>
        <pc:spChg chg="add mod">
          <ac:chgData name="Llerandi Rubio Lydia" userId="efaa79d3-969f-4ac8-afbd-2e183ee47a3e" providerId="ADAL" clId="{6547240B-F074-4CAF-8E4B-4EBB938B95F1}" dt="2023-06-28T09:23:35.643" v="1396" actId="207"/>
          <ac:spMkLst>
            <pc:docMk/>
            <pc:sldMk cId="873214281" sldId="2007579509"/>
            <ac:spMk id="267" creationId="{4E5CDCE1-0384-B98F-DEE0-7AA16B00F3A0}"/>
          </ac:spMkLst>
        </pc:spChg>
        <pc:spChg chg="add mod">
          <ac:chgData name="Llerandi Rubio Lydia" userId="efaa79d3-969f-4ac8-afbd-2e183ee47a3e" providerId="ADAL" clId="{6547240B-F074-4CAF-8E4B-4EBB938B95F1}" dt="2023-06-28T09:23:38.137" v="1397" actId="207"/>
          <ac:spMkLst>
            <pc:docMk/>
            <pc:sldMk cId="873214281" sldId="2007579509"/>
            <ac:spMk id="268" creationId="{8D15E610-71A2-CE5F-60BD-11CD75271D9A}"/>
          </ac:spMkLst>
        </pc:spChg>
        <pc:spChg chg="add mod">
          <ac:chgData name="Llerandi Rubio Lydia" userId="efaa79d3-969f-4ac8-afbd-2e183ee47a3e" providerId="ADAL" clId="{6547240B-F074-4CAF-8E4B-4EBB938B95F1}" dt="2023-06-28T09:23:40.676" v="1398" actId="207"/>
          <ac:spMkLst>
            <pc:docMk/>
            <pc:sldMk cId="873214281" sldId="2007579509"/>
            <ac:spMk id="269" creationId="{AE9A5622-1D4C-7BB7-7635-D4534D9FB5AF}"/>
          </ac:spMkLst>
        </pc:spChg>
        <pc:grpChg chg="add del mod">
          <ac:chgData name="Llerandi Rubio Lydia" userId="efaa79d3-969f-4ac8-afbd-2e183ee47a3e" providerId="ADAL" clId="{6547240B-F074-4CAF-8E4B-4EBB938B95F1}" dt="2023-06-28T07:28:40.838" v="58" actId="478"/>
          <ac:grpSpMkLst>
            <pc:docMk/>
            <pc:sldMk cId="873214281" sldId="2007579509"/>
            <ac:grpSpMk id="16" creationId="{78901C1F-5D58-1EF9-03F1-E806AC98FBCC}"/>
          </ac:grpSpMkLst>
        </pc:grpChg>
        <pc:grpChg chg="add del mod">
          <ac:chgData name="Llerandi Rubio Lydia" userId="efaa79d3-969f-4ac8-afbd-2e183ee47a3e" providerId="ADAL" clId="{6547240B-F074-4CAF-8E4B-4EBB938B95F1}" dt="2023-06-28T07:28:42.158" v="59" actId="478"/>
          <ac:grpSpMkLst>
            <pc:docMk/>
            <pc:sldMk cId="873214281" sldId="2007579509"/>
            <ac:grpSpMk id="25" creationId="{4E2771C8-FAE9-2AF7-9CBE-33969DF5D040}"/>
          </ac:grpSpMkLst>
        </pc:grpChg>
        <pc:grpChg chg="add del mod">
          <ac:chgData name="Llerandi Rubio Lydia" userId="efaa79d3-969f-4ac8-afbd-2e183ee47a3e" providerId="ADAL" clId="{6547240B-F074-4CAF-8E4B-4EBB938B95F1}" dt="2023-06-28T07:42:25.502" v="239" actId="478"/>
          <ac:grpSpMkLst>
            <pc:docMk/>
            <pc:sldMk cId="873214281" sldId="2007579509"/>
            <ac:grpSpMk id="28" creationId="{C8B8C15E-35F5-4FC1-A34A-7CDBE9FC4CEB}"/>
          </ac:grpSpMkLst>
        </pc:grpChg>
        <pc:grpChg chg="mod">
          <ac:chgData name="Llerandi Rubio Lydia" userId="efaa79d3-969f-4ac8-afbd-2e183ee47a3e" providerId="ADAL" clId="{6547240B-F074-4CAF-8E4B-4EBB938B95F1}" dt="2023-06-28T07:41:36.055" v="226" actId="1076"/>
          <ac:grpSpMkLst>
            <pc:docMk/>
            <pc:sldMk cId="873214281" sldId="2007579509"/>
            <ac:grpSpMk id="30" creationId="{D079447E-57A6-EB89-E535-C7B8CDD5372C}"/>
          </ac:grpSpMkLst>
        </pc:grpChg>
        <pc:grpChg chg="add del mod">
          <ac:chgData name="Llerandi Rubio Lydia" userId="efaa79d3-969f-4ac8-afbd-2e183ee47a3e" providerId="ADAL" clId="{6547240B-F074-4CAF-8E4B-4EBB938B95F1}" dt="2023-06-28T08:48:18.349" v="777" actId="478"/>
          <ac:grpSpMkLst>
            <pc:docMk/>
            <pc:sldMk cId="873214281" sldId="2007579509"/>
            <ac:grpSpMk id="33" creationId="{3BD8B9F6-1371-7D93-F3F4-BE36B3960388}"/>
          </ac:grpSpMkLst>
        </pc:grpChg>
        <pc:grpChg chg="mod">
          <ac:chgData name="Llerandi Rubio Lydia" userId="efaa79d3-969f-4ac8-afbd-2e183ee47a3e" providerId="ADAL" clId="{6547240B-F074-4CAF-8E4B-4EBB938B95F1}" dt="2023-06-28T08:44:26.452" v="714" actId="1036"/>
          <ac:grpSpMkLst>
            <pc:docMk/>
            <pc:sldMk cId="873214281" sldId="2007579509"/>
            <ac:grpSpMk id="36" creationId="{313B2D3A-F859-9A8C-E51E-1DECC37B2477}"/>
          </ac:grpSpMkLst>
        </pc:grpChg>
        <pc:grpChg chg="add del mod">
          <ac:chgData name="Llerandi Rubio Lydia" userId="efaa79d3-969f-4ac8-afbd-2e183ee47a3e" providerId="ADAL" clId="{6547240B-F074-4CAF-8E4B-4EBB938B95F1}" dt="2023-06-28T07:37:36.297" v="125" actId="478"/>
          <ac:grpSpMkLst>
            <pc:docMk/>
            <pc:sldMk cId="873214281" sldId="2007579509"/>
            <ac:grpSpMk id="39" creationId="{5872C3C5-38F2-3D37-6D2B-E1CC534FA883}"/>
          </ac:grpSpMkLst>
        </pc:grpChg>
        <pc:grpChg chg="add del mod">
          <ac:chgData name="Llerandi Rubio Lydia" userId="efaa79d3-969f-4ac8-afbd-2e183ee47a3e" providerId="ADAL" clId="{6547240B-F074-4CAF-8E4B-4EBB938B95F1}" dt="2023-06-28T07:37:33.517" v="124" actId="478"/>
          <ac:grpSpMkLst>
            <pc:docMk/>
            <pc:sldMk cId="873214281" sldId="2007579509"/>
            <ac:grpSpMk id="50" creationId="{3BEB8E2A-1F24-134D-AEFE-8BB683F8AD2F}"/>
          </ac:grpSpMkLst>
        </pc:grpChg>
        <pc:grpChg chg="add del mod">
          <ac:chgData name="Llerandi Rubio Lydia" userId="efaa79d3-969f-4ac8-afbd-2e183ee47a3e" providerId="ADAL" clId="{6547240B-F074-4CAF-8E4B-4EBB938B95F1}" dt="2023-06-28T08:48:17.192" v="776" actId="478"/>
          <ac:grpSpMkLst>
            <pc:docMk/>
            <pc:sldMk cId="873214281" sldId="2007579509"/>
            <ac:grpSpMk id="63" creationId="{CDD25720-2EE5-0377-4818-6365FF80178E}"/>
          </ac:grpSpMkLst>
        </pc:grpChg>
        <pc:grpChg chg="add del mod">
          <ac:chgData name="Llerandi Rubio Lydia" userId="efaa79d3-969f-4ac8-afbd-2e183ee47a3e" providerId="ADAL" clId="{6547240B-F074-4CAF-8E4B-4EBB938B95F1}" dt="2023-06-28T07:38:03.776" v="130" actId="478"/>
          <ac:grpSpMkLst>
            <pc:docMk/>
            <pc:sldMk cId="873214281" sldId="2007579509"/>
            <ac:grpSpMk id="81" creationId="{EFAC57D1-5033-805F-1D5E-88767C22C610}"/>
          </ac:grpSpMkLst>
        </pc:grpChg>
        <pc:grpChg chg="add mod">
          <ac:chgData name="Llerandi Rubio Lydia" userId="efaa79d3-969f-4ac8-afbd-2e183ee47a3e" providerId="ADAL" clId="{6547240B-F074-4CAF-8E4B-4EBB938B95F1}" dt="2023-06-28T08:40:49.823" v="513" actId="1076"/>
          <ac:grpSpMkLst>
            <pc:docMk/>
            <pc:sldMk cId="873214281" sldId="2007579509"/>
            <ac:grpSpMk id="86" creationId="{4E4D2FF3-BC71-8832-BEA0-020387C1108C}"/>
          </ac:grpSpMkLst>
        </pc:grpChg>
        <pc:grpChg chg="add del mod">
          <ac:chgData name="Llerandi Rubio Lydia" userId="efaa79d3-969f-4ac8-afbd-2e183ee47a3e" providerId="ADAL" clId="{6547240B-F074-4CAF-8E4B-4EBB938B95F1}" dt="2023-06-28T08:42:58.634" v="670" actId="478"/>
          <ac:grpSpMkLst>
            <pc:docMk/>
            <pc:sldMk cId="873214281" sldId="2007579509"/>
            <ac:grpSpMk id="97" creationId="{5135D964-EE7E-C5A1-76C0-47480ACCCDCE}"/>
          </ac:grpSpMkLst>
        </pc:grpChg>
        <pc:grpChg chg="add del mod">
          <ac:chgData name="Llerandi Rubio Lydia" userId="efaa79d3-969f-4ac8-afbd-2e183ee47a3e" providerId="ADAL" clId="{6547240B-F074-4CAF-8E4B-4EBB938B95F1}" dt="2023-06-28T08:42:50.556" v="667" actId="478"/>
          <ac:grpSpMkLst>
            <pc:docMk/>
            <pc:sldMk cId="873214281" sldId="2007579509"/>
            <ac:grpSpMk id="98" creationId="{22576FFB-33F2-DB05-C9F7-29374EAE57F8}"/>
          </ac:grpSpMkLst>
        </pc:grpChg>
        <pc:grpChg chg="add mod">
          <ac:chgData name="Llerandi Rubio Lydia" userId="efaa79d3-969f-4ac8-afbd-2e183ee47a3e" providerId="ADAL" clId="{6547240B-F074-4CAF-8E4B-4EBB938B95F1}" dt="2023-06-28T09:05:25.800" v="1217" actId="207"/>
          <ac:grpSpMkLst>
            <pc:docMk/>
            <pc:sldMk cId="873214281" sldId="2007579509"/>
            <ac:grpSpMk id="102" creationId="{4B1CA774-D031-0F2C-3831-25E0FFBDBBA7}"/>
          </ac:grpSpMkLst>
        </pc:grpChg>
        <pc:grpChg chg="mod">
          <ac:chgData name="Llerandi Rubio Lydia" userId="efaa79d3-969f-4ac8-afbd-2e183ee47a3e" providerId="ADAL" clId="{6547240B-F074-4CAF-8E4B-4EBB938B95F1}" dt="2023-06-28T09:05:25.800" v="1217" actId="207"/>
          <ac:grpSpMkLst>
            <pc:docMk/>
            <pc:sldMk cId="873214281" sldId="2007579509"/>
            <ac:grpSpMk id="104" creationId="{CDCE7B7E-A40F-177C-C9D6-4587D293C6A5}"/>
          </ac:grpSpMkLst>
        </pc:grpChg>
        <pc:grpChg chg="add del mod">
          <ac:chgData name="Llerandi Rubio Lydia" userId="efaa79d3-969f-4ac8-afbd-2e183ee47a3e" providerId="ADAL" clId="{6547240B-F074-4CAF-8E4B-4EBB938B95F1}" dt="2023-06-28T08:41:26.474" v="525" actId="478"/>
          <ac:grpSpMkLst>
            <pc:docMk/>
            <pc:sldMk cId="873214281" sldId="2007579509"/>
            <ac:grpSpMk id="110" creationId="{A6BAACC1-3AFA-E4E9-B924-D2EBB779BC8A}"/>
          </ac:grpSpMkLst>
        </pc:grpChg>
        <pc:grpChg chg="add del mod">
          <ac:chgData name="Llerandi Rubio Lydia" userId="efaa79d3-969f-4ac8-afbd-2e183ee47a3e" providerId="ADAL" clId="{6547240B-F074-4CAF-8E4B-4EBB938B95F1}" dt="2023-06-28T08:37:46.250" v="306" actId="478"/>
          <ac:grpSpMkLst>
            <pc:docMk/>
            <pc:sldMk cId="873214281" sldId="2007579509"/>
            <ac:grpSpMk id="124" creationId="{CBF8D624-1399-9356-85C0-1C35BD67F561}"/>
          </ac:grpSpMkLst>
        </pc:grpChg>
        <pc:grpChg chg="del mod topLvl">
          <ac:chgData name="Llerandi Rubio Lydia" userId="efaa79d3-969f-4ac8-afbd-2e183ee47a3e" providerId="ADAL" clId="{6547240B-F074-4CAF-8E4B-4EBB938B95F1}" dt="2023-06-28T08:42:05.369" v="553" actId="478"/>
          <ac:grpSpMkLst>
            <pc:docMk/>
            <pc:sldMk cId="873214281" sldId="2007579509"/>
            <ac:grpSpMk id="126" creationId="{9FDDE064-0D4C-3D58-654C-874E66044AD8}"/>
          </ac:grpSpMkLst>
        </pc:grpChg>
        <pc:grpChg chg="add del mod">
          <ac:chgData name="Llerandi Rubio Lydia" userId="efaa79d3-969f-4ac8-afbd-2e183ee47a3e" providerId="ADAL" clId="{6547240B-F074-4CAF-8E4B-4EBB938B95F1}" dt="2023-06-28T07:46:18.802" v="275" actId="478"/>
          <ac:grpSpMkLst>
            <pc:docMk/>
            <pc:sldMk cId="873214281" sldId="2007579509"/>
            <ac:grpSpMk id="141" creationId="{26ECFCC3-B027-1BA0-4BA0-E4499C27F000}"/>
          </ac:grpSpMkLst>
        </pc:grpChg>
        <pc:grpChg chg="mod">
          <ac:chgData name="Llerandi Rubio Lydia" userId="efaa79d3-969f-4ac8-afbd-2e183ee47a3e" providerId="ADAL" clId="{6547240B-F074-4CAF-8E4B-4EBB938B95F1}" dt="2023-06-28T07:46:04.316" v="273"/>
          <ac:grpSpMkLst>
            <pc:docMk/>
            <pc:sldMk cId="873214281" sldId="2007579509"/>
            <ac:grpSpMk id="142" creationId="{BC4AD1C9-12C8-AECE-3AA3-8F43B6F0E5D3}"/>
          </ac:grpSpMkLst>
        </pc:grpChg>
        <pc:grpChg chg="add del mod">
          <ac:chgData name="Llerandi Rubio Lydia" userId="efaa79d3-969f-4ac8-afbd-2e183ee47a3e" providerId="ADAL" clId="{6547240B-F074-4CAF-8E4B-4EBB938B95F1}" dt="2023-06-28T07:46:18.802" v="275" actId="478"/>
          <ac:grpSpMkLst>
            <pc:docMk/>
            <pc:sldMk cId="873214281" sldId="2007579509"/>
            <ac:grpSpMk id="157" creationId="{47D5AF2A-A88E-A96A-A8D4-447C84C734A5}"/>
          </ac:grpSpMkLst>
        </pc:grpChg>
        <pc:grpChg chg="mod">
          <ac:chgData name="Llerandi Rubio Lydia" userId="efaa79d3-969f-4ac8-afbd-2e183ee47a3e" providerId="ADAL" clId="{6547240B-F074-4CAF-8E4B-4EBB938B95F1}" dt="2023-06-28T07:46:04.316" v="273"/>
          <ac:grpSpMkLst>
            <pc:docMk/>
            <pc:sldMk cId="873214281" sldId="2007579509"/>
            <ac:grpSpMk id="158" creationId="{6634BEE5-D48E-6BB4-8F25-30D837D828CB}"/>
          </ac:grpSpMkLst>
        </pc:grpChg>
        <pc:grpChg chg="mod">
          <ac:chgData name="Llerandi Rubio Lydia" userId="efaa79d3-969f-4ac8-afbd-2e183ee47a3e" providerId="ADAL" clId="{6547240B-F074-4CAF-8E4B-4EBB938B95F1}" dt="2023-06-28T07:46:04.316" v="273"/>
          <ac:grpSpMkLst>
            <pc:docMk/>
            <pc:sldMk cId="873214281" sldId="2007579509"/>
            <ac:grpSpMk id="160" creationId="{4FBE6AA0-F40C-94D8-1F9A-825C49A50279}"/>
          </ac:grpSpMkLst>
        </pc:grpChg>
        <pc:grpChg chg="add del mod">
          <ac:chgData name="Llerandi Rubio Lydia" userId="efaa79d3-969f-4ac8-afbd-2e183ee47a3e" providerId="ADAL" clId="{6547240B-F074-4CAF-8E4B-4EBB938B95F1}" dt="2023-06-28T08:37:42.768" v="305" actId="478"/>
          <ac:grpSpMkLst>
            <pc:docMk/>
            <pc:sldMk cId="873214281" sldId="2007579509"/>
            <ac:grpSpMk id="187" creationId="{EE41AAB7-EE42-BD43-2C00-8D425D92C4DB}"/>
          </ac:grpSpMkLst>
        </pc:grpChg>
        <pc:grpChg chg="del mod topLvl">
          <ac:chgData name="Llerandi Rubio Lydia" userId="efaa79d3-969f-4ac8-afbd-2e183ee47a3e" providerId="ADAL" clId="{6547240B-F074-4CAF-8E4B-4EBB938B95F1}" dt="2023-06-28T08:42:03.168" v="552" actId="478"/>
          <ac:grpSpMkLst>
            <pc:docMk/>
            <pc:sldMk cId="873214281" sldId="2007579509"/>
            <ac:grpSpMk id="189" creationId="{7D55895A-B039-4318-C972-129268384168}"/>
          </ac:grpSpMkLst>
        </pc:grpChg>
        <pc:grpChg chg="add del mod">
          <ac:chgData name="Llerandi Rubio Lydia" userId="efaa79d3-969f-4ac8-afbd-2e183ee47a3e" providerId="ADAL" clId="{6547240B-F074-4CAF-8E4B-4EBB938B95F1}" dt="2023-06-28T08:37:41.131" v="304" actId="478"/>
          <ac:grpSpMkLst>
            <pc:docMk/>
            <pc:sldMk cId="873214281" sldId="2007579509"/>
            <ac:grpSpMk id="203" creationId="{5480AE11-0E46-7C78-7C8F-BF5164D90178}"/>
          </ac:grpSpMkLst>
        </pc:grpChg>
        <pc:grpChg chg="del mod topLvl">
          <ac:chgData name="Llerandi Rubio Lydia" userId="efaa79d3-969f-4ac8-afbd-2e183ee47a3e" providerId="ADAL" clId="{6547240B-F074-4CAF-8E4B-4EBB938B95F1}" dt="2023-06-28T08:41:20.609" v="519" actId="165"/>
          <ac:grpSpMkLst>
            <pc:docMk/>
            <pc:sldMk cId="873214281" sldId="2007579509"/>
            <ac:grpSpMk id="205" creationId="{651B0A5E-BA2A-2731-E2CD-075DAD99E377}"/>
          </ac:grpSpMkLst>
        </pc:grpChg>
        <pc:grpChg chg="add mod">
          <ac:chgData name="Llerandi Rubio Lydia" userId="efaa79d3-969f-4ac8-afbd-2e183ee47a3e" providerId="ADAL" clId="{6547240B-F074-4CAF-8E4B-4EBB938B95F1}" dt="2023-06-28T08:53:04.358" v="876" actId="1037"/>
          <ac:grpSpMkLst>
            <pc:docMk/>
            <pc:sldMk cId="873214281" sldId="2007579509"/>
            <ac:grpSpMk id="219" creationId="{B1E23418-9F20-EB68-266C-C4502F1A0381}"/>
          </ac:grpSpMkLst>
        </pc:grpChg>
        <pc:grpChg chg="add mod">
          <ac:chgData name="Llerandi Rubio Lydia" userId="efaa79d3-969f-4ac8-afbd-2e183ee47a3e" providerId="ADAL" clId="{6547240B-F074-4CAF-8E4B-4EBB938B95F1}" dt="2023-06-28T08:52:50.707" v="859" actId="207"/>
          <ac:grpSpMkLst>
            <pc:docMk/>
            <pc:sldMk cId="873214281" sldId="2007579509"/>
            <ac:grpSpMk id="222" creationId="{FB974D39-E579-6EE2-B106-B19CD49BCFA1}"/>
          </ac:grpSpMkLst>
        </pc:grpChg>
        <pc:grpChg chg="mod">
          <ac:chgData name="Llerandi Rubio Lydia" userId="efaa79d3-969f-4ac8-afbd-2e183ee47a3e" providerId="ADAL" clId="{6547240B-F074-4CAF-8E4B-4EBB938B95F1}" dt="2023-06-28T08:52:03.718" v="847" actId="1038"/>
          <ac:grpSpMkLst>
            <pc:docMk/>
            <pc:sldMk cId="873214281" sldId="2007579509"/>
            <ac:grpSpMk id="224" creationId="{25BCBE09-EDB0-A9C9-08B5-FC06A97D9E1C}"/>
          </ac:grpSpMkLst>
        </pc:grpChg>
        <pc:grpChg chg="add del mod">
          <ac:chgData name="Llerandi Rubio Lydia" userId="efaa79d3-969f-4ac8-afbd-2e183ee47a3e" providerId="ADAL" clId="{6547240B-F074-4CAF-8E4B-4EBB938B95F1}" dt="2023-06-28T09:04:25.898" v="1150" actId="478"/>
          <ac:grpSpMkLst>
            <pc:docMk/>
            <pc:sldMk cId="873214281" sldId="2007579509"/>
            <ac:grpSpMk id="243" creationId="{FB943881-7DB2-B277-E51C-A57AF501CF53}"/>
          </ac:grpSpMkLst>
        </pc:grpChg>
        <pc:grpChg chg="mod">
          <ac:chgData name="Llerandi Rubio Lydia" userId="efaa79d3-969f-4ac8-afbd-2e183ee47a3e" providerId="ADAL" clId="{6547240B-F074-4CAF-8E4B-4EBB938B95F1}" dt="2023-06-28T08:50:46.321" v="823"/>
          <ac:grpSpMkLst>
            <pc:docMk/>
            <pc:sldMk cId="873214281" sldId="2007579509"/>
            <ac:grpSpMk id="245" creationId="{FCAD6AE8-79A6-9AA5-D2FE-77E285B1B454}"/>
          </ac:grpSpMkLst>
        </pc:grpChg>
        <pc:grpChg chg="add mod">
          <ac:chgData name="Llerandi Rubio Lydia" userId="efaa79d3-969f-4ac8-afbd-2e183ee47a3e" providerId="ADAL" clId="{6547240B-F074-4CAF-8E4B-4EBB938B95F1}" dt="2023-06-28T08:52:43.798" v="858" actId="1038"/>
          <ac:grpSpMkLst>
            <pc:docMk/>
            <pc:sldMk cId="873214281" sldId="2007579509"/>
            <ac:grpSpMk id="248" creationId="{71FDC33A-81EC-60F3-C7F0-837C6C1E0C71}"/>
          </ac:grpSpMkLst>
        </pc:grpChg>
        <pc:grpChg chg="mod">
          <ac:chgData name="Llerandi Rubio Lydia" userId="efaa79d3-969f-4ac8-afbd-2e183ee47a3e" providerId="ADAL" clId="{6547240B-F074-4CAF-8E4B-4EBB938B95F1}" dt="2023-06-28T08:52:43.798" v="858" actId="1038"/>
          <ac:grpSpMkLst>
            <pc:docMk/>
            <pc:sldMk cId="873214281" sldId="2007579509"/>
            <ac:grpSpMk id="249" creationId="{8FCEA939-9CD7-E942-3CFD-A2984AC1737B}"/>
          </ac:grpSpMkLst>
        </pc:grpChg>
        <pc:grpChg chg="add mod">
          <ac:chgData name="Llerandi Rubio Lydia" userId="efaa79d3-969f-4ac8-afbd-2e183ee47a3e" providerId="ADAL" clId="{6547240B-F074-4CAF-8E4B-4EBB938B95F1}" dt="2023-06-28T08:52:43.798" v="858" actId="1038"/>
          <ac:grpSpMkLst>
            <pc:docMk/>
            <pc:sldMk cId="873214281" sldId="2007579509"/>
            <ac:grpSpMk id="253" creationId="{1872FD30-3A06-7F7D-F89E-9A37643273FE}"/>
          </ac:grpSpMkLst>
        </pc:grpChg>
        <pc:grpChg chg="add del mod">
          <ac:chgData name="Llerandi Rubio Lydia" userId="efaa79d3-969f-4ac8-afbd-2e183ee47a3e" providerId="ADAL" clId="{6547240B-F074-4CAF-8E4B-4EBB938B95F1}" dt="2023-06-28T09:05:31.876" v="1220" actId="478"/>
          <ac:grpSpMkLst>
            <pc:docMk/>
            <pc:sldMk cId="873214281" sldId="2007579509"/>
            <ac:grpSpMk id="256" creationId="{6338EF74-7C9E-17AF-7404-A3E2F1F48508}"/>
          </ac:grpSpMkLst>
        </pc:grpChg>
        <pc:grpChg chg="mod">
          <ac:chgData name="Llerandi Rubio Lydia" userId="efaa79d3-969f-4ac8-afbd-2e183ee47a3e" providerId="ADAL" clId="{6547240B-F074-4CAF-8E4B-4EBB938B95F1}" dt="2023-06-28T09:04:26.444" v="1151"/>
          <ac:grpSpMkLst>
            <pc:docMk/>
            <pc:sldMk cId="873214281" sldId="2007579509"/>
            <ac:grpSpMk id="258" creationId="{326751BD-7E06-2AED-202C-3340059628BA}"/>
          </ac:grpSpMkLst>
        </pc:grpChg>
        <pc:grpChg chg="add mod">
          <ac:chgData name="Llerandi Rubio Lydia" userId="efaa79d3-969f-4ac8-afbd-2e183ee47a3e" providerId="ADAL" clId="{6547240B-F074-4CAF-8E4B-4EBB938B95F1}" dt="2023-06-28T09:05:44.964" v="1222" actId="1076"/>
          <ac:grpSpMkLst>
            <pc:docMk/>
            <pc:sldMk cId="873214281" sldId="2007579509"/>
            <ac:grpSpMk id="261" creationId="{6F63D3BA-1640-4709-B706-35B0FCA8DB49}"/>
          </ac:grpSpMkLst>
        </pc:grpChg>
        <pc:grpChg chg="mod">
          <ac:chgData name="Llerandi Rubio Lydia" userId="efaa79d3-969f-4ac8-afbd-2e183ee47a3e" providerId="ADAL" clId="{6547240B-F074-4CAF-8E4B-4EBB938B95F1}" dt="2023-06-28T09:05:38.204" v="1221"/>
          <ac:grpSpMkLst>
            <pc:docMk/>
            <pc:sldMk cId="873214281" sldId="2007579509"/>
            <ac:grpSpMk id="263" creationId="{BF890785-EF75-6376-BA04-0D6D0243F87A}"/>
          </ac:grpSpMkLst>
        </pc:grpChg>
        <pc:graphicFrameChg chg="del">
          <ac:chgData name="Llerandi Rubio Lydia" userId="efaa79d3-969f-4ac8-afbd-2e183ee47a3e" providerId="ADAL" clId="{6547240B-F074-4CAF-8E4B-4EBB938B95F1}" dt="2023-06-28T07:23:13.659" v="56" actId="478"/>
          <ac:graphicFrameMkLst>
            <pc:docMk/>
            <pc:sldMk cId="873214281" sldId="2007579509"/>
            <ac:graphicFrameMk id="21" creationId="{E857E15E-9FC2-0358-C09F-FCDFE9E5FB70}"/>
          </ac:graphicFrameMkLst>
        </pc:graphicFrameChg>
        <pc:graphicFrameChg chg="add mod modGraphic">
          <ac:chgData name="Llerandi Rubio Lydia" userId="efaa79d3-969f-4ac8-afbd-2e183ee47a3e" providerId="ADAL" clId="{6547240B-F074-4CAF-8E4B-4EBB938B95F1}" dt="2023-06-28T09:18:08.826" v="1232" actId="20577"/>
          <ac:graphicFrameMkLst>
            <pc:docMk/>
            <pc:sldMk cId="873214281" sldId="2007579509"/>
            <ac:graphicFrameMk id="100" creationId="{651BA211-B3B0-454D-BE37-615AA7BE3956}"/>
          </ac:graphicFrameMkLst>
        </pc:graphicFrameChg>
        <pc:graphicFrameChg chg="add del mod">
          <ac:chgData name="Llerandi Rubio Lydia" userId="efaa79d3-969f-4ac8-afbd-2e183ee47a3e" providerId="ADAL" clId="{6547240B-F074-4CAF-8E4B-4EBB938B95F1}" dt="2023-06-28T08:47:00.933" v="762" actId="478"/>
          <ac:graphicFrameMkLst>
            <pc:docMk/>
            <pc:sldMk cId="873214281" sldId="2007579509"/>
            <ac:graphicFrameMk id="101" creationId="{A1898687-DFAD-C34F-976D-54C17FB79B49}"/>
          </ac:graphicFrameMkLst>
        </pc:graphicFrameChg>
        <pc:graphicFrameChg chg="add del mod">
          <ac:chgData name="Llerandi Rubio Lydia" userId="efaa79d3-969f-4ac8-afbd-2e183ee47a3e" providerId="ADAL" clId="{6547240B-F074-4CAF-8E4B-4EBB938B95F1}" dt="2023-06-28T08:47:02.022" v="763" actId="478"/>
          <ac:graphicFrameMkLst>
            <pc:docMk/>
            <pc:sldMk cId="873214281" sldId="2007579509"/>
            <ac:graphicFrameMk id="108" creationId="{C9669231-945F-400B-BFA9-396DEDA4B5CC}"/>
          </ac:graphicFrameMkLst>
        </pc:graphicFrameChg>
        <pc:graphicFrameChg chg="add del mod">
          <ac:chgData name="Llerandi Rubio Lydia" userId="efaa79d3-969f-4ac8-afbd-2e183ee47a3e" providerId="ADAL" clId="{6547240B-F074-4CAF-8E4B-4EBB938B95F1}" dt="2023-06-28T08:55:11.850" v="982" actId="478"/>
          <ac:graphicFrameMkLst>
            <pc:docMk/>
            <pc:sldMk cId="873214281" sldId="2007579509"/>
            <ac:graphicFrameMk id="241" creationId="{75D9FFF9-3BF4-1C11-2A80-F2582507E24C}"/>
          </ac:graphicFrameMkLst>
        </pc:graphicFrameChg>
        <pc:graphicFrameChg chg="add del mod">
          <ac:chgData name="Llerandi Rubio Lydia" userId="efaa79d3-969f-4ac8-afbd-2e183ee47a3e" providerId="ADAL" clId="{6547240B-F074-4CAF-8E4B-4EBB938B95F1}" dt="2023-06-28T08:55:13.074" v="983" actId="478"/>
          <ac:graphicFrameMkLst>
            <pc:docMk/>
            <pc:sldMk cId="873214281" sldId="2007579509"/>
            <ac:graphicFrameMk id="242" creationId="{80B725A8-4748-7589-CE8A-9A172A071536}"/>
          </ac:graphicFrameMkLst>
        </pc:graphicFrameChg>
        <pc:graphicFrameChg chg="add mod modGraphic">
          <ac:chgData name="Llerandi Rubio Lydia" userId="efaa79d3-969f-4ac8-afbd-2e183ee47a3e" providerId="ADAL" clId="{6547240B-F074-4CAF-8E4B-4EBB938B95F1}" dt="2023-06-28T09:20:12.795" v="1233" actId="20577"/>
          <ac:graphicFrameMkLst>
            <pc:docMk/>
            <pc:sldMk cId="873214281" sldId="2007579509"/>
            <ac:graphicFrameMk id="254" creationId="{09EE612D-6A78-53CE-441C-13872B51BE3D}"/>
          </ac:graphicFrameMkLst>
        </pc:graphicFrameChg>
        <pc:graphicFrameChg chg="add mod modGraphic">
          <ac:chgData name="Llerandi Rubio Lydia" userId="efaa79d3-969f-4ac8-afbd-2e183ee47a3e" providerId="ADAL" clId="{6547240B-F074-4CAF-8E4B-4EBB938B95F1}" dt="2023-06-28T08:59:16.982" v="1067" actId="20577"/>
          <ac:graphicFrameMkLst>
            <pc:docMk/>
            <pc:sldMk cId="873214281" sldId="2007579509"/>
            <ac:graphicFrameMk id="255" creationId="{1E0B1AFB-1D40-C99E-1052-B02D302FE006}"/>
          </ac:graphicFrameMkLst>
        </pc:graphicFrameChg>
        <pc:picChg chg="del">
          <ac:chgData name="Llerandi Rubio Lydia" userId="efaa79d3-969f-4ac8-afbd-2e183ee47a3e" providerId="ADAL" clId="{6547240B-F074-4CAF-8E4B-4EBB938B95F1}" dt="2023-06-28T08:53:18.480" v="938" actId="478"/>
          <ac:picMkLst>
            <pc:docMk/>
            <pc:sldMk cId="873214281" sldId="2007579509"/>
            <ac:picMk id="3" creationId="{F883AFF5-455D-9DFD-607C-3176795F0362}"/>
          </ac:picMkLst>
        </pc:picChg>
        <pc:picChg chg="del">
          <ac:chgData name="Llerandi Rubio Lydia" userId="efaa79d3-969f-4ac8-afbd-2e183ee47a3e" providerId="ADAL" clId="{6547240B-F074-4CAF-8E4B-4EBB938B95F1}" dt="2023-06-28T07:23:13.659" v="56" actId="478"/>
          <ac:picMkLst>
            <pc:docMk/>
            <pc:sldMk cId="873214281" sldId="2007579509"/>
            <ac:picMk id="24" creationId="{05D44ED0-EFFA-A16D-EB75-23F6612A818B}"/>
          </ac:picMkLst>
        </pc:picChg>
        <pc:picChg chg="del">
          <ac:chgData name="Llerandi Rubio Lydia" userId="efaa79d3-969f-4ac8-afbd-2e183ee47a3e" providerId="ADAL" clId="{6547240B-F074-4CAF-8E4B-4EBB938B95F1}" dt="2023-06-28T07:23:13.659" v="56" actId="478"/>
          <ac:picMkLst>
            <pc:docMk/>
            <pc:sldMk cId="873214281" sldId="2007579509"/>
            <ac:picMk id="34" creationId="{11D07C89-0039-0A8F-4C8D-7FB20A1181A2}"/>
          </ac:picMkLst>
        </pc:picChg>
        <pc:picChg chg="del">
          <ac:chgData name="Llerandi Rubio Lydia" userId="efaa79d3-969f-4ac8-afbd-2e183ee47a3e" providerId="ADAL" clId="{6547240B-F074-4CAF-8E4B-4EBB938B95F1}" dt="2023-06-28T07:23:13.659" v="56" actId="478"/>
          <ac:picMkLst>
            <pc:docMk/>
            <pc:sldMk cId="873214281" sldId="2007579509"/>
            <ac:picMk id="42" creationId="{7AAECCA8-53EA-AC91-8FCD-7AED550B1575}"/>
          </ac:picMkLst>
        </pc:picChg>
        <pc:picChg chg="del">
          <ac:chgData name="Llerandi Rubio Lydia" userId="efaa79d3-969f-4ac8-afbd-2e183ee47a3e" providerId="ADAL" clId="{6547240B-F074-4CAF-8E4B-4EBB938B95F1}" dt="2023-06-28T07:23:13.659" v="56" actId="478"/>
          <ac:picMkLst>
            <pc:docMk/>
            <pc:sldMk cId="873214281" sldId="2007579509"/>
            <ac:picMk id="53" creationId="{984094EF-6214-21A7-84E2-FEECBEEFAF77}"/>
          </ac:picMkLst>
        </pc:picChg>
        <pc:picChg chg="del">
          <ac:chgData name="Llerandi Rubio Lydia" userId="efaa79d3-969f-4ac8-afbd-2e183ee47a3e" providerId="ADAL" clId="{6547240B-F074-4CAF-8E4B-4EBB938B95F1}" dt="2023-06-28T07:23:13.659" v="56" actId="478"/>
          <ac:picMkLst>
            <pc:docMk/>
            <pc:sldMk cId="873214281" sldId="2007579509"/>
            <ac:picMk id="55" creationId="{4CF20508-20C3-09F9-C671-4E9425C09240}"/>
          </ac:picMkLst>
        </pc:picChg>
        <pc:picChg chg="mod">
          <ac:chgData name="Llerandi Rubio Lydia" userId="efaa79d3-969f-4ac8-afbd-2e183ee47a3e" providerId="ADAL" clId="{6547240B-F074-4CAF-8E4B-4EBB938B95F1}" dt="2023-06-28T07:46:04.316" v="273"/>
          <ac:picMkLst>
            <pc:docMk/>
            <pc:sldMk cId="873214281" sldId="2007579509"/>
            <ac:picMk id="123" creationId="{957474CD-5C39-4750-3079-11BDD1B27D2F}"/>
          </ac:picMkLst>
        </pc:picChg>
        <pc:picChg chg="mod">
          <ac:chgData name="Llerandi Rubio Lydia" userId="efaa79d3-969f-4ac8-afbd-2e183ee47a3e" providerId="ADAL" clId="{6547240B-F074-4CAF-8E4B-4EBB938B95F1}" dt="2023-06-28T07:46:04.316" v="273"/>
          <ac:picMkLst>
            <pc:docMk/>
            <pc:sldMk cId="873214281" sldId="2007579509"/>
            <ac:picMk id="140" creationId="{222BA0EF-7121-4014-8543-3089560B20A7}"/>
          </ac:picMkLst>
        </pc:picChg>
        <pc:picChg chg="mod">
          <ac:chgData name="Llerandi Rubio Lydia" userId="efaa79d3-969f-4ac8-afbd-2e183ee47a3e" providerId="ADAL" clId="{6547240B-F074-4CAF-8E4B-4EBB938B95F1}" dt="2023-06-28T07:46:04.316" v="273"/>
          <ac:picMkLst>
            <pc:docMk/>
            <pc:sldMk cId="873214281" sldId="2007579509"/>
            <ac:picMk id="156" creationId="{46A1117F-E747-AACF-4F0D-BE93E27EFB8C}"/>
          </ac:picMkLst>
        </pc:picChg>
        <pc:picChg chg="mod">
          <ac:chgData name="Llerandi Rubio Lydia" userId="efaa79d3-969f-4ac8-afbd-2e183ee47a3e" providerId="ADAL" clId="{6547240B-F074-4CAF-8E4B-4EBB938B95F1}" dt="2023-06-28T07:46:04.316" v="273"/>
          <ac:picMkLst>
            <pc:docMk/>
            <pc:sldMk cId="873214281" sldId="2007579509"/>
            <ac:picMk id="173" creationId="{62B03F1C-87F2-C065-40A2-65570AC09637}"/>
          </ac:picMkLst>
        </pc:picChg>
        <pc:picChg chg="mod">
          <ac:chgData name="Llerandi Rubio Lydia" userId="efaa79d3-969f-4ac8-afbd-2e183ee47a3e" providerId="ADAL" clId="{6547240B-F074-4CAF-8E4B-4EBB938B95F1}" dt="2023-06-28T07:46:04.316" v="273"/>
          <ac:picMkLst>
            <pc:docMk/>
            <pc:sldMk cId="873214281" sldId="2007579509"/>
            <ac:picMk id="186" creationId="{6906F7D7-E7CD-EC1B-8B33-EDA985A09744}"/>
          </ac:picMkLst>
        </pc:picChg>
        <pc:picChg chg="mod">
          <ac:chgData name="Llerandi Rubio Lydia" userId="efaa79d3-969f-4ac8-afbd-2e183ee47a3e" providerId="ADAL" clId="{6547240B-F074-4CAF-8E4B-4EBB938B95F1}" dt="2023-06-28T07:46:04.316" v="273"/>
          <ac:picMkLst>
            <pc:docMk/>
            <pc:sldMk cId="873214281" sldId="2007579509"/>
            <ac:picMk id="202" creationId="{9A7021DD-11E3-F9EC-4E09-AF9DA7A22B8E}"/>
          </ac:picMkLst>
        </pc:picChg>
        <pc:picChg chg="del mod topLvl">
          <ac:chgData name="Llerandi Rubio Lydia" userId="efaa79d3-969f-4ac8-afbd-2e183ee47a3e" providerId="ADAL" clId="{6547240B-F074-4CAF-8E4B-4EBB938B95F1}" dt="2023-06-28T08:41:23.102" v="521" actId="478"/>
          <ac:picMkLst>
            <pc:docMk/>
            <pc:sldMk cId="873214281" sldId="2007579509"/>
            <ac:picMk id="218" creationId="{9FC29E0B-FE7E-7D14-56AF-0CA79D4DBD47}"/>
          </ac:picMkLst>
        </pc:picChg>
        <pc:cxnChg chg="del mod">
          <ac:chgData name="Llerandi Rubio Lydia" userId="efaa79d3-969f-4ac8-afbd-2e183ee47a3e" providerId="ADAL" clId="{6547240B-F074-4CAF-8E4B-4EBB938B95F1}" dt="2023-06-28T07:37:27.544" v="119" actId="478"/>
          <ac:cxnSpMkLst>
            <pc:docMk/>
            <pc:sldMk cId="873214281" sldId="2007579509"/>
            <ac:cxnSpMk id="41" creationId="{F1C9D69C-DB15-F18A-8E2D-2B450FF3909C}"/>
          </ac:cxnSpMkLst>
        </pc:cxnChg>
        <pc:cxnChg chg="add del mod">
          <ac:chgData name="Llerandi Rubio Lydia" userId="efaa79d3-969f-4ac8-afbd-2e183ee47a3e" providerId="ADAL" clId="{6547240B-F074-4CAF-8E4B-4EBB938B95F1}" dt="2023-06-28T07:37:31.842" v="123" actId="478"/>
          <ac:cxnSpMkLst>
            <pc:docMk/>
            <pc:sldMk cId="873214281" sldId="2007579509"/>
            <ac:cxnSpMk id="45" creationId="{B8730729-BCCC-241B-ECEA-901BDC7B8A86}"/>
          </ac:cxnSpMkLst>
        </pc:cxnChg>
        <pc:cxnChg chg="del mod">
          <ac:chgData name="Llerandi Rubio Lydia" userId="efaa79d3-969f-4ac8-afbd-2e183ee47a3e" providerId="ADAL" clId="{6547240B-F074-4CAF-8E4B-4EBB938B95F1}" dt="2023-06-28T07:38:02.133" v="129" actId="478"/>
          <ac:cxnSpMkLst>
            <pc:docMk/>
            <pc:sldMk cId="873214281" sldId="2007579509"/>
            <ac:cxnSpMk id="82" creationId="{347E2E13-A717-F2F3-4FF9-5AAEADD4A6A6}"/>
          </ac:cxnSpMkLst>
        </pc:cxnChg>
        <pc:cxnChg chg="add mod ord">
          <ac:chgData name="Llerandi Rubio Lydia" userId="efaa79d3-969f-4ac8-afbd-2e183ee47a3e" providerId="ADAL" clId="{6547240B-F074-4CAF-8E4B-4EBB938B95F1}" dt="2023-06-28T09:05:08.372" v="1206" actId="1038"/>
          <ac:cxnSpMkLst>
            <pc:docMk/>
            <pc:sldMk cId="873214281" sldId="2007579509"/>
            <ac:cxnSpMk id="109" creationId="{A7ACD09A-59A1-D6AD-CA3E-6FE28FC9E741}"/>
          </ac:cxnSpMkLst>
        </pc:cxnChg>
      </pc:sldChg>
      <pc:sldChg chg="add del">
        <pc:chgData name="Llerandi Rubio Lydia" userId="efaa79d3-969f-4ac8-afbd-2e183ee47a3e" providerId="ADAL" clId="{6547240B-F074-4CAF-8E4B-4EBB938B95F1}" dt="2023-06-28T11:09:58.667" v="1418" actId="2696"/>
        <pc:sldMkLst>
          <pc:docMk/>
          <pc:sldMk cId="3209424851" sldId="20075795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2F7DF-2725-4DA3-ABB9-07227065EA1B}" type="datetimeFigureOut">
              <a:rPr lang="es-ES_tradnl" smtClean="0"/>
              <a:t>01/08/2023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780D2-3809-40C4-8DD4-D00EF8E8250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631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780D2-3809-40C4-8DD4-D00EF8E82507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1254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7612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780D2-3809-40C4-8DD4-D00EF8E82507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23255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031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3670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461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608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721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691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634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898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2538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ED98-7F8C-4040-9D33-8E220D65BC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174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8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8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60" imgH="360" progId="TCLayout.ActiveDocument.1">
                  <p:embed/>
                </p:oleObj>
              </mc:Choice>
              <mc:Fallback>
                <p:oleObj name="Diapositiva de think-cell" r:id="rId4" imgW="360" imgH="36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100">
              <a:solidFill>
                <a:prstClr val="white"/>
              </a:solidFill>
              <a:sym typeface="Santander Headline" panose="020B05040202010201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</a:t>
            </a:r>
            <a:br>
              <a:rPr lang="en-US"/>
            </a:br>
            <a:r>
              <a:rPr lang="en-US"/>
              <a:t>del </a:t>
            </a:r>
            <a:r>
              <a:rPr lang="en-US" err="1"/>
              <a:t>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1" y="2722143"/>
            <a:ext cx="4934309" cy="24364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98" indent="0" algn="ctr">
              <a:buNone/>
              <a:defRPr sz="2000"/>
            </a:lvl2pPr>
            <a:lvl3pPr marL="914396" indent="0" algn="ctr">
              <a:buNone/>
              <a:defRPr sz="1800"/>
            </a:lvl3pPr>
            <a:lvl4pPr marL="1371594" indent="0" algn="ctr">
              <a:buNone/>
              <a:defRPr sz="1600"/>
            </a:lvl4pPr>
            <a:lvl5pPr marL="1828793" indent="0" algn="ctr">
              <a:buNone/>
              <a:defRPr sz="1600"/>
            </a:lvl5pPr>
            <a:lvl6pPr marL="2285991" indent="0" algn="ctr">
              <a:buNone/>
              <a:defRPr sz="1600"/>
            </a:lvl6pPr>
            <a:lvl7pPr marL="2743189" indent="0" algn="ctr">
              <a:buNone/>
              <a:defRPr sz="1600"/>
            </a:lvl7pPr>
            <a:lvl8pPr marL="3200387" indent="0" algn="ctr">
              <a:buNone/>
              <a:defRPr sz="1600"/>
            </a:lvl8pPr>
            <a:lvl9pPr marL="3657586" indent="0" algn="ctr">
              <a:buNone/>
              <a:defRPr sz="1600"/>
            </a:lvl9pPr>
          </a:lstStyle>
          <a:p>
            <a:r>
              <a:rPr lang="en-US" err="1"/>
              <a:t>Esto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subtítulo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2"/>
            <a:ext cx="11177550" cy="419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98" indent="0">
              <a:buNone/>
              <a:defRPr sz="1300">
                <a:solidFill>
                  <a:schemeClr val="tx2"/>
                </a:solidFill>
              </a:defRPr>
            </a:lvl2pPr>
            <a:lvl3pPr marL="914396" indent="0">
              <a:buNone/>
              <a:defRPr sz="1300">
                <a:solidFill>
                  <a:schemeClr val="tx2"/>
                </a:solidFill>
              </a:defRPr>
            </a:lvl3pPr>
            <a:lvl4pPr marL="1371594" indent="0">
              <a:buNone/>
              <a:defRPr sz="1300">
                <a:solidFill>
                  <a:schemeClr val="tx2"/>
                </a:solidFill>
              </a:defRPr>
            </a:lvl4pPr>
            <a:lvl5pPr marL="182879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10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37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60" imgH="360" progId="TCLayout.ActiveDocument.1">
                  <p:embed/>
                </p:oleObj>
              </mc:Choice>
              <mc:Fallback>
                <p:oleObj name="Diapositiva de think-cell" r:id="rId4" imgW="360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4000">
              <a:solidFill>
                <a:prstClr val="white"/>
              </a:solidFill>
              <a:sym typeface="Santander Headline" panose="020B0504020201020104" pitchFamily="34" charset="0"/>
            </a:endParaRP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/>
        </p:nvSpPr>
        <p:spPr>
          <a:xfrm>
            <a:off x="8925340" y="1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7"/>
            <a:ext cx="2958754" cy="23649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8925340" y="1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317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47" imgH="348" progId="TCLayout.ActiveDocument.1">
                  <p:embed/>
                </p:oleObj>
              </mc:Choice>
              <mc:Fallback>
                <p:oleObj name="Diapositiva de think-cell" r:id="rId4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white"/>
              </a:solidFill>
              <a:sym typeface="Santander Headline" panose="020B05040202010201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515" y="392268"/>
            <a:ext cx="11344544" cy="51492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err="1"/>
              <a:t>Aquí</a:t>
            </a:r>
            <a:r>
              <a:rPr lang="en-US"/>
              <a:t> </a:t>
            </a:r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213" y="6442807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251" y="110678"/>
            <a:ext cx="11356386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32" b="1" cap="small" baseline="0">
                <a:solidFill>
                  <a:schemeClr val="accent5"/>
                </a:solidFill>
              </a:defRPr>
            </a:lvl1pPr>
            <a:lvl2pPr marL="457198" indent="0">
              <a:buFontTx/>
              <a:buNone/>
              <a:defRPr sz="1100"/>
            </a:lvl2pPr>
            <a:lvl3pPr marL="914396" indent="0">
              <a:buFontTx/>
              <a:buNone/>
              <a:defRPr sz="1050"/>
            </a:lvl3pPr>
            <a:lvl4pPr marL="1371594" indent="0">
              <a:buFontTx/>
              <a:buNone/>
              <a:defRPr sz="1000"/>
            </a:lvl4pPr>
            <a:lvl5pPr marL="1828793" indent="0">
              <a:buFontTx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90014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47" imgH="348" progId="TCLayout.ActiveDocument.1">
                  <p:embed/>
                </p:oleObj>
              </mc:Choice>
              <mc:Fallback>
                <p:oleObj name="Diapositiva de think-cell" r:id="rId4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white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14" y="247842"/>
            <a:ext cx="11372541" cy="51492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57">
                <a:solidFill>
                  <a:schemeClr val="accent1"/>
                </a:solidFill>
              </a:defRPr>
            </a:lvl1pPr>
          </a:lstStyle>
          <a:p>
            <a:r>
              <a:rPr lang="en-US" err="1"/>
              <a:t>Aquí</a:t>
            </a:r>
            <a:r>
              <a:rPr lang="en-US"/>
              <a:t> </a:t>
            </a:r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213" y="6442807"/>
            <a:ext cx="1172108" cy="205543"/>
          </a:xfrm>
          <a:prstGeom prst="rect">
            <a:avLst/>
          </a:prstGeom>
        </p:spPr>
      </p:pic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57">
              <a:solidFill>
                <a:prstClr val="white"/>
              </a:solidFill>
              <a:sym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5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47" imgH="348" progId="TCLayout.ActiveDocument.1">
                  <p:embed/>
                </p:oleObj>
              </mc:Choice>
              <mc:Fallback>
                <p:oleObj name="Diapositiva de think-cell" r:id="rId4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white"/>
              </a:solidFill>
              <a:sym typeface="Santander Headline" panose="020B0504020201020104" pitchFamily="34" charset="0"/>
            </a:endParaRPr>
          </a:p>
        </p:txBody>
      </p:sp>
      <p:sp>
        <p:nvSpPr>
          <p:cNvPr id="3" name="Rectangle 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white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1"/>
            <a:ext cx="31908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14" y="247842"/>
            <a:ext cx="11372541" cy="51492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Aquí</a:t>
            </a:r>
            <a:r>
              <a:rPr lang="en-US"/>
              <a:t> </a:t>
            </a:r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397213" y="6442807"/>
            <a:ext cx="1172108" cy="205543"/>
          </a:xfrm>
          <a:prstGeom prst="rect">
            <a:avLst/>
          </a:prstGeom>
        </p:spPr>
      </p:pic>
      <p:pic>
        <p:nvPicPr>
          <p:cNvPr id="10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biLevel thresh="2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7213" y="6442807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9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" y="5229923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4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7" y="1945650"/>
            <a:ext cx="3365479" cy="119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err="1">
                <a:solidFill>
                  <a:srgbClr val="6E7678"/>
                </a:solidFill>
                <a:latin typeface="Arial" charset="0"/>
              </a:rPr>
              <a:t>Nuestro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propósito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es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ayudar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a personas y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empresas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a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prosperar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6E7678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err="1">
                <a:solidFill>
                  <a:srgbClr val="6E7678"/>
                </a:solidFill>
                <a:latin typeface="Arial" charset="0"/>
              </a:rPr>
              <a:t>Nuestra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cultura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se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basa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en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la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creencia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de que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todo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lo que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hacemos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debe</a:t>
            </a:r>
            <a:r>
              <a:rPr lang="en-US" sz="1400">
                <a:solidFill>
                  <a:srgbClr val="6E7678"/>
                </a:solidFill>
                <a:latin typeface="Arial" charset="0"/>
              </a:rPr>
              <a:t> </a:t>
            </a:r>
            <a:r>
              <a:rPr lang="en-US" sz="1400" err="1">
                <a:solidFill>
                  <a:srgbClr val="6E7678"/>
                </a:solidFill>
                <a:latin typeface="Arial" charset="0"/>
              </a:rPr>
              <a:t>ser</a:t>
            </a:r>
            <a:endParaRPr lang="en-US" sz="1400">
              <a:solidFill>
                <a:srgbClr val="6E7678"/>
              </a:solidFill>
              <a:latin typeface="Arial" charset="0"/>
            </a:endParaRP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1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05" y="628193"/>
            <a:ext cx="3365479" cy="722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4000">
                <a:solidFill>
                  <a:srgbClr val="EB0000"/>
                </a:solidFill>
                <a:latin typeface="Arial" charset="0"/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13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1" y="5229923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  <p:grpSp>
        <p:nvGrpSpPr>
          <p:cNvPr id="16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7"/>
            <a:ext cx="578707" cy="455017"/>
            <a:chOff x="2203451" y="-4230356"/>
            <a:chExt cx="6896100" cy="5422158"/>
          </a:xfrm>
        </p:grpSpPr>
        <p:pic>
          <p:nvPicPr>
            <p:cNvPr id="17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07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ntac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0DAC009-2BB8-4885-AC03-9FD05C47BE65}"/>
              </a:ext>
            </a:extLst>
          </p:cNvPr>
          <p:cNvSpPr/>
          <p:nvPr/>
        </p:nvSpPr>
        <p:spPr>
          <a:xfrm>
            <a:off x="820236" y="3464157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" y="5229923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4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59" y="5573577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7" y="1945650"/>
            <a:ext cx="3365479" cy="119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6E7678"/>
                </a:solidFill>
                <a:latin typeface="Arial" charset="0"/>
              </a:rPr>
              <a:t>Our purpose is to help people </a:t>
            </a:r>
            <a:br>
              <a:rPr lang="en-US" sz="1400">
                <a:solidFill>
                  <a:srgbClr val="6E7678"/>
                </a:solidFill>
                <a:latin typeface="Arial" charset="0"/>
              </a:rPr>
            </a:br>
            <a:r>
              <a:rPr lang="en-US" sz="1400">
                <a:solidFill>
                  <a:srgbClr val="6E7678"/>
                </a:solidFill>
                <a:latin typeface="Arial" charset="0"/>
              </a:rPr>
              <a:t>and businesses prosper.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6E7678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6E7678"/>
                </a:solidFill>
                <a:latin typeface="Arial" charset="0"/>
              </a:rPr>
              <a:t>Our culture is based on believing </a:t>
            </a:r>
            <a:br>
              <a:rPr lang="en-US" sz="1400">
                <a:solidFill>
                  <a:srgbClr val="6E7678"/>
                </a:solidFill>
                <a:latin typeface="Arial" charset="0"/>
              </a:rPr>
            </a:br>
            <a:r>
              <a:rPr lang="en-US" sz="1400">
                <a:solidFill>
                  <a:srgbClr val="6E7678"/>
                </a:solidFill>
                <a:latin typeface="Arial" charset="0"/>
              </a:rPr>
              <a:t>that everything we do should be: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05" y="628193"/>
            <a:ext cx="3365479" cy="722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4000">
                <a:solidFill>
                  <a:srgbClr val="EB0000"/>
                </a:solidFill>
                <a:latin typeface="Arial" charset="0"/>
              </a:rPr>
              <a:t>Thank You.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1633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47" imgH="348" progId="TCLayout.ActiveDocument.1">
                  <p:embed/>
                </p:oleObj>
              </mc:Choice>
              <mc:Fallback>
                <p:oleObj name="Diapositiva de think-cell" r:id="rId4" imgW="347" imgH="348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5000">
              <a:solidFill>
                <a:prstClr val="white"/>
              </a:solidFill>
              <a:sym typeface="Santander Headline" panose="020B0504020201020104" pitchFamily="34" charset="0"/>
            </a:endParaRP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15C5E64B-3225-45C7-B625-CC93DD9A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222375"/>
            <a:ext cx="12192000" cy="5635625"/>
          </a:xfrm>
          <a:custGeom>
            <a:avLst/>
            <a:gdLst>
              <a:gd name="connsiteX0" fmla="*/ 6096000 w 12192000"/>
              <a:gd name="connsiteY0" fmla="*/ 0 h 5635625"/>
              <a:gd name="connsiteX1" fmla="*/ 12192000 w 12192000"/>
              <a:gd name="connsiteY1" fmla="*/ 0 h 5635625"/>
              <a:gd name="connsiteX2" fmla="*/ 12192000 w 12192000"/>
              <a:gd name="connsiteY2" fmla="*/ 5635625 h 5635625"/>
              <a:gd name="connsiteX3" fmla="*/ 0 w 12192000"/>
              <a:gd name="connsiteY3" fmla="*/ 5635625 h 5635625"/>
              <a:gd name="connsiteX4" fmla="*/ 0 w 12192000"/>
              <a:gd name="connsiteY4" fmla="*/ 5222492 h 5635625"/>
              <a:gd name="connsiteX5" fmla="*/ 6096000 w 12192000"/>
              <a:gd name="connsiteY5" fmla="*/ 5222492 h 563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5635625">
                <a:moveTo>
                  <a:pt x="6096000" y="0"/>
                </a:moveTo>
                <a:lnTo>
                  <a:pt x="12192000" y="0"/>
                </a:lnTo>
                <a:lnTo>
                  <a:pt x="12192000" y="5635625"/>
                </a:lnTo>
                <a:lnTo>
                  <a:pt x="0" y="5635625"/>
                </a:lnTo>
                <a:lnTo>
                  <a:pt x="0" y="5222492"/>
                </a:lnTo>
                <a:lnTo>
                  <a:pt x="6096000" y="522249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Insert</a:t>
            </a:r>
            <a:r>
              <a:rPr lang="es-ES"/>
              <a:t> </a:t>
            </a:r>
            <a:r>
              <a:rPr lang="es-ES" err="1"/>
              <a:t>image</a:t>
            </a:r>
            <a:r>
              <a:rPr lang="es-ES"/>
              <a:t> </a:t>
            </a:r>
            <a:r>
              <a:rPr lang="es-ES" err="1"/>
              <a:t>here</a:t>
            </a: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5" y="1096485"/>
            <a:ext cx="4937184" cy="140700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lang="es-ES" sz="50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1" y="2722143"/>
            <a:ext cx="4934309" cy="24364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  <a:lvl2pPr marL="457198" indent="0" algn="ctr">
              <a:buNone/>
              <a:defRPr sz="2000"/>
            </a:lvl2pPr>
            <a:lvl3pPr marL="914396" indent="0" algn="ctr">
              <a:buNone/>
              <a:defRPr sz="1800"/>
            </a:lvl3pPr>
            <a:lvl4pPr marL="1371594" indent="0" algn="ctr">
              <a:buNone/>
              <a:defRPr sz="1600"/>
            </a:lvl4pPr>
            <a:lvl5pPr marL="1828793" indent="0" algn="ctr">
              <a:buNone/>
              <a:defRPr sz="1600"/>
            </a:lvl5pPr>
            <a:lvl6pPr marL="2285991" indent="0" algn="ctr">
              <a:buNone/>
              <a:defRPr sz="1600"/>
            </a:lvl6pPr>
            <a:lvl7pPr marL="2743189" indent="0" algn="ctr">
              <a:buNone/>
              <a:defRPr sz="1600"/>
            </a:lvl7pPr>
            <a:lvl8pPr marL="3200387" indent="0" algn="ctr">
              <a:buNone/>
              <a:defRPr sz="1600"/>
            </a:lvl8pPr>
            <a:lvl9pPr marL="365758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2"/>
            <a:ext cx="11177550" cy="419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13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198" indent="0">
              <a:buNone/>
              <a:defRPr sz="1300">
                <a:solidFill>
                  <a:schemeClr val="tx2"/>
                </a:solidFill>
              </a:defRPr>
            </a:lvl2pPr>
            <a:lvl3pPr marL="914396" indent="0">
              <a:buNone/>
              <a:defRPr sz="1300">
                <a:solidFill>
                  <a:schemeClr val="tx2"/>
                </a:solidFill>
              </a:defRPr>
            </a:lvl3pPr>
            <a:lvl4pPr marL="1371594" indent="0">
              <a:buNone/>
              <a:defRPr sz="1300">
                <a:solidFill>
                  <a:schemeClr val="tx2"/>
                </a:solidFill>
              </a:defRPr>
            </a:lvl4pPr>
            <a:lvl5pPr marL="182879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E6636617-48F3-4C2A-8B51-4AF0FDDE92C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22326" y="5727701"/>
            <a:ext cx="1898650" cy="334963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sz="1600">
              <a:solidFill>
                <a:srgbClr val="EB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39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5297557" cy="160604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2642" y="6262327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98" indent="0">
              <a:buFontTx/>
              <a:buNone/>
              <a:defRPr sz="1100"/>
            </a:lvl2pPr>
            <a:lvl3pPr marL="914396" indent="0">
              <a:buFontTx/>
              <a:buNone/>
              <a:defRPr sz="1050"/>
            </a:lvl3pPr>
            <a:lvl4pPr marL="1371594" indent="0">
              <a:buFontTx/>
              <a:buNone/>
              <a:defRPr sz="1000"/>
            </a:lvl4pPr>
            <a:lvl5pPr marL="1828793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3"/>
            <a:ext cx="5308776" cy="30834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9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9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2" y="1087459"/>
            <a:ext cx="5081004" cy="50895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9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9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9503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9"/>
            <a:ext cx="5297557" cy="160604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2642" y="6262328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96" indent="0">
              <a:buFontTx/>
              <a:buNone/>
              <a:defRPr sz="1100"/>
            </a:lvl2pPr>
            <a:lvl3pPr marL="914393" indent="0">
              <a:buFontTx/>
              <a:buNone/>
              <a:defRPr sz="1050"/>
            </a:lvl3pPr>
            <a:lvl4pPr marL="1371588" indent="0">
              <a:buFontTx/>
              <a:buNone/>
              <a:defRPr sz="1000"/>
            </a:lvl4pPr>
            <a:lvl5pPr marL="1828786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4"/>
            <a:ext cx="5308776" cy="30834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9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9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8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86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3" y="1087460"/>
            <a:ext cx="5081004" cy="50895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9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9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8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86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5811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/>
          <p:cNvSpPr>
            <a:spLocks noGrp="1"/>
          </p:cNvSpPr>
          <p:nvPr>
            <p:ph type="body" sz="quarter" idx="15" hasCustomPrompt="1"/>
          </p:nvPr>
        </p:nvSpPr>
        <p:spPr>
          <a:xfrm>
            <a:off x="630015" y="1512000"/>
            <a:ext cx="10980000" cy="3981600"/>
          </a:xfrm>
          <a:prstGeom prst="rect">
            <a:avLst/>
          </a:prstGeom>
        </p:spPr>
        <p:txBody>
          <a:bodyPr lIns="87268" tIns="43634" rIns="87268" bIns="43634"/>
          <a:lstStyle>
            <a:lvl1pPr>
              <a:buClr>
                <a:schemeClr val="accent1"/>
              </a:buCl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815" y="284400"/>
            <a:ext cx="10980000" cy="5184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31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tittle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622815" y="864000"/>
            <a:ext cx="10980000" cy="3708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170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6384" indent="0">
              <a:buFontTx/>
              <a:buNone/>
              <a:defRPr sz="170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72765" indent="0">
              <a:buFontTx/>
              <a:buNone/>
              <a:defRPr sz="170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09149" indent="0">
              <a:buFontTx/>
              <a:buNone/>
              <a:defRPr sz="170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745531" indent="0">
              <a:buFontTx/>
              <a:buNone/>
              <a:defRPr sz="170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968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4" imgW="347" imgH="348" progId="TCLayout.ActiveDocument.1">
                  <p:embed/>
                </p:oleObj>
              </mc:Choice>
              <mc:Fallback>
                <p:oleObj name="Diapositiva de think-cell" r:id="rId14" imgW="347" imgH="348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uadroTexto 13"/>
          <p:cNvSpPr txBox="1"/>
          <p:nvPr userDrawn="1"/>
        </p:nvSpPr>
        <p:spPr>
          <a:xfrm>
            <a:off x="11228932" y="6488180"/>
            <a:ext cx="790575" cy="15701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s-ES"/>
            </a:defPPr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EB0000"/>
                </a:solidFill>
                <a:latin typeface="Santander Headline"/>
              </a:rPr>
              <a:t>|  </a:t>
            </a:r>
            <a:fld id="{EBD81913-A362-4B48-9542-01C73626270F}" type="slidenum">
              <a:rPr lang="en-US" smtClean="0">
                <a:solidFill>
                  <a:srgbClr val="EB0000"/>
                </a:solidFill>
                <a:latin typeface="Santander Headline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EB0000"/>
              </a:solidFill>
              <a:latin typeface="Santander Headline"/>
            </a:endParaRPr>
          </a:p>
        </p:txBody>
      </p:sp>
    </p:spTree>
    <p:extLst>
      <p:ext uri="{BB962C8B-B14F-4D97-AF65-F5344CB8AC3E}">
        <p14:creationId xmlns:p14="http://schemas.microsoft.com/office/powerpoint/2010/main" val="298186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39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8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5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4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92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90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8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6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85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6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4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3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91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9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7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86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slide" Target="slide4.xml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5" Type="http://schemas.openxmlformats.org/officeDocument/2006/relationships/image" Target="../media/image17.emf"/><Relationship Id="rId15" Type="http://schemas.openxmlformats.org/officeDocument/2006/relationships/image" Target="../media/image14.svg"/><Relationship Id="rId10" Type="http://schemas.openxmlformats.org/officeDocument/2006/relationships/image" Target="../media/image22.png"/><Relationship Id="rId4" Type="http://schemas.openxmlformats.org/officeDocument/2006/relationships/image" Target="../media/image16.emf"/><Relationship Id="rId9" Type="http://schemas.openxmlformats.org/officeDocument/2006/relationships/image" Target="../media/image21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7.xml"/><Relationship Id="rId3" Type="http://schemas.openxmlformats.org/officeDocument/2006/relationships/tags" Target="../tags/tag18.xml"/><Relationship Id="rId7" Type="http://schemas.openxmlformats.org/officeDocument/2006/relationships/notesSlide" Target="../notesSlides/notesSlide4.xml"/><Relationship Id="rId12" Type="http://schemas.openxmlformats.org/officeDocument/2006/relationships/slide" Target="slide16.xml"/><Relationship Id="rId2" Type="http://schemas.openxmlformats.org/officeDocument/2006/relationships/tags" Target="../tags/tag17.xml"/><Relationship Id="rId16" Type="http://schemas.openxmlformats.org/officeDocument/2006/relationships/image" Target="../media/image14.svg"/><Relationship Id="rId1" Type="http://schemas.openxmlformats.org/officeDocument/2006/relationships/tags" Target="../tags/tag16.xml"/><Relationship Id="rId6" Type="http://schemas.openxmlformats.org/officeDocument/2006/relationships/slideLayout" Target="../slideLayouts/slideLayout11.xml"/><Relationship Id="rId11" Type="http://schemas.openxmlformats.org/officeDocument/2006/relationships/slide" Target="slide12.xml"/><Relationship Id="rId5" Type="http://schemas.openxmlformats.org/officeDocument/2006/relationships/tags" Target="../tags/tag20.xml"/><Relationship Id="rId15" Type="http://schemas.openxmlformats.org/officeDocument/2006/relationships/image" Target="../media/image13.png"/><Relationship Id="rId10" Type="http://schemas.openxmlformats.org/officeDocument/2006/relationships/slide" Target="slide14.xml"/><Relationship Id="rId4" Type="http://schemas.openxmlformats.org/officeDocument/2006/relationships/tags" Target="../tags/tag19.xml"/><Relationship Id="rId9" Type="http://schemas.openxmlformats.org/officeDocument/2006/relationships/slide" Target="slide13.xml"/><Relationship Id="rId1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5.png"/><Relationship Id="rId7" Type="http://schemas.openxmlformats.org/officeDocument/2006/relationships/slide" Target="slide1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slide" Target="slide6.xml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9.png"/><Relationship Id="rId9" Type="http://schemas.openxmlformats.org/officeDocument/2006/relationships/image" Target="../media/image37.svg"/><Relationship Id="rId1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42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3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46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9650" y="1372302"/>
            <a:ext cx="9558957" cy="1674642"/>
          </a:xfrm>
        </p:spPr>
        <p:txBody>
          <a:bodyPr/>
          <a:lstStyle/>
          <a:p>
            <a:r>
              <a:rPr kumimoji="0" lang="es-ES" altLang="es-E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</a:t>
            </a:r>
            <a:br>
              <a:rPr kumimoji="0" lang="es-ES" altLang="es-E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br>
              <a:rPr kumimoji="0" lang="es-ES" altLang="es-E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Green </a:t>
            </a:r>
            <a:r>
              <a:rPr kumimoji="0" lang="es-ES" altLang="es-ES" sz="4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br>
              <a:rPr lang="es-ES_tradnl" sz="4400" b="1" dirty="0"/>
            </a:br>
            <a:br>
              <a:rPr lang="es-ES_tradnl" sz="4400" dirty="0"/>
            </a:br>
            <a:r>
              <a:rPr lang="es-ES_tradnl" sz="2800" dirty="0">
                <a:solidFill>
                  <a:schemeClr val="bg1">
                    <a:lumMod val="50000"/>
                  </a:schemeClr>
                </a:solidFill>
              </a:rPr>
              <a:t>Visión </a:t>
            </a:r>
            <a:r>
              <a:rPr lang="en-AU" sz="2800" dirty="0">
                <a:solidFill>
                  <a:schemeClr val="bg1">
                    <a:lumMod val="50000"/>
                  </a:schemeClr>
                </a:solidFill>
              </a:rPr>
              <a:t>E2E</a:t>
            </a:r>
            <a:endParaRPr lang="en-AU"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_tradnl" dirty="0"/>
              <a:t>										Madrid, Junio 2023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545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D5536C2E-24D7-052C-56AF-D30BAE4FB4EB}"/>
              </a:ext>
            </a:extLst>
          </p:cNvPr>
          <p:cNvSpPr/>
          <p:nvPr/>
        </p:nvSpPr>
        <p:spPr>
          <a:xfrm>
            <a:off x="678074" y="999384"/>
            <a:ext cx="11070570" cy="56319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buClr>
                <a:srgbClr val="FF0000"/>
              </a:buClr>
            </a:pPr>
            <a:endParaRPr lang="es-ES_tradnl" sz="1200" b="1" kern="0" dirty="0">
              <a:latin typeface="Santander Text" panose="020B0504020201020104" pitchFamily="34" charset="0"/>
            </a:endParaRP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711FC64D-08DB-E139-50BC-57F294CD0CD4}"/>
              </a:ext>
            </a:extLst>
          </p:cNvPr>
          <p:cNvSpPr txBox="1"/>
          <p:nvPr/>
        </p:nvSpPr>
        <p:spPr>
          <a:xfrm>
            <a:off x="1134302" y="2494282"/>
            <a:ext cx="2565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s-ES" b="1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Herramienta de Reporting Granular</a:t>
            </a:r>
          </a:p>
          <a:p>
            <a:pPr algn="ctr">
              <a:defRPr/>
            </a:pPr>
            <a:r>
              <a:rPr lang="es-ES" b="1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(Loan Tape)</a:t>
            </a:r>
          </a:p>
        </p:txBody>
      </p:sp>
      <p:sp>
        <p:nvSpPr>
          <p:cNvPr id="9" name="Forma libre 23">
            <a:extLst>
              <a:ext uri="{FF2B5EF4-FFF2-40B4-BE49-F238E27FC236}">
                <a16:creationId xmlns:a16="http://schemas.microsoft.com/office/drawing/2014/main" id="{A462A43D-4BAC-BBBE-1C80-C277F0F69777}"/>
              </a:ext>
            </a:extLst>
          </p:cNvPr>
          <p:cNvSpPr/>
          <p:nvPr/>
        </p:nvSpPr>
        <p:spPr>
          <a:xfrm>
            <a:off x="863384" y="4352994"/>
            <a:ext cx="3027405" cy="1717440"/>
          </a:xfrm>
          <a:custGeom>
            <a:avLst/>
            <a:gdLst>
              <a:gd name="connsiteX0" fmla="*/ 0 w 3027405"/>
              <a:gd name="connsiteY0" fmla="*/ 0 h 2286000"/>
              <a:gd name="connsiteX1" fmla="*/ 889686 w 3027405"/>
              <a:gd name="connsiteY1" fmla="*/ 0 h 2286000"/>
              <a:gd name="connsiteX2" fmla="*/ 889686 w 3027405"/>
              <a:gd name="connsiteY2" fmla="*/ 426308 h 2286000"/>
              <a:gd name="connsiteX3" fmla="*/ 2137719 w 3027405"/>
              <a:gd name="connsiteY3" fmla="*/ 426308 h 2286000"/>
              <a:gd name="connsiteX4" fmla="*/ 2137719 w 3027405"/>
              <a:gd name="connsiteY4" fmla="*/ 0 h 2286000"/>
              <a:gd name="connsiteX5" fmla="*/ 3027405 w 3027405"/>
              <a:gd name="connsiteY5" fmla="*/ 0 h 2286000"/>
              <a:gd name="connsiteX6" fmla="*/ 3027405 w 3027405"/>
              <a:gd name="connsiteY6" fmla="*/ 2286000 h 2286000"/>
              <a:gd name="connsiteX7" fmla="*/ 0 w 3027405"/>
              <a:gd name="connsiteY7" fmla="*/ 2286000 h 2286000"/>
              <a:gd name="connsiteX0" fmla="*/ 889686 w 3027405"/>
              <a:gd name="connsiteY0" fmla="*/ 426308 h 2286000"/>
              <a:gd name="connsiteX1" fmla="*/ 2137719 w 3027405"/>
              <a:gd name="connsiteY1" fmla="*/ 426308 h 2286000"/>
              <a:gd name="connsiteX2" fmla="*/ 2137719 w 3027405"/>
              <a:gd name="connsiteY2" fmla="*/ 0 h 2286000"/>
              <a:gd name="connsiteX3" fmla="*/ 3027405 w 3027405"/>
              <a:gd name="connsiteY3" fmla="*/ 0 h 2286000"/>
              <a:gd name="connsiteX4" fmla="*/ 3027405 w 3027405"/>
              <a:gd name="connsiteY4" fmla="*/ 2286000 h 2286000"/>
              <a:gd name="connsiteX5" fmla="*/ 0 w 3027405"/>
              <a:gd name="connsiteY5" fmla="*/ 2286000 h 2286000"/>
              <a:gd name="connsiteX6" fmla="*/ 0 w 3027405"/>
              <a:gd name="connsiteY6" fmla="*/ 0 h 2286000"/>
              <a:gd name="connsiteX7" fmla="*/ 889686 w 3027405"/>
              <a:gd name="connsiteY7" fmla="*/ 0 h 2286000"/>
              <a:gd name="connsiteX8" fmla="*/ 981126 w 3027405"/>
              <a:gd name="connsiteY8" fmla="*/ 517748 h 2286000"/>
              <a:gd name="connsiteX0" fmla="*/ 889686 w 3027405"/>
              <a:gd name="connsiteY0" fmla="*/ 426308 h 2286000"/>
              <a:gd name="connsiteX1" fmla="*/ 2137719 w 3027405"/>
              <a:gd name="connsiteY1" fmla="*/ 426308 h 2286000"/>
              <a:gd name="connsiteX2" fmla="*/ 2137719 w 3027405"/>
              <a:gd name="connsiteY2" fmla="*/ 0 h 2286000"/>
              <a:gd name="connsiteX3" fmla="*/ 3027405 w 3027405"/>
              <a:gd name="connsiteY3" fmla="*/ 0 h 2286000"/>
              <a:gd name="connsiteX4" fmla="*/ 3027405 w 3027405"/>
              <a:gd name="connsiteY4" fmla="*/ 2286000 h 2286000"/>
              <a:gd name="connsiteX5" fmla="*/ 0 w 3027405"/>
              <a:gd name="connsiteY5" fmla="*/ 2286000 h 2286000"/>
              <a:gd name="connsiteX6" fmla="*/ 0 w 3027405"/>
              <a:gd name="connsiteY6" fmla="*/ 0 h 2286000"/>
              <a:gd name="connsiteX7" fmla="*/ 889686 w 3027405"/>
              <a:gd name="connsiteY7" fmla="*/ 0 h 2286000"/>
              <a:gd name="connsiteX0" fmla="*/ 2137719 w 3027405"/>
              <a:gd name="connsiteY0" fmla="*/ 426308 h 2286000"/>
              <a:gd name="connsiteX1" fmla="*/ 2137719 w 3027405"/>
              <a:gd name="connsiteY1" fmla="*/ 0 h 2286000"/>
              <a:gd name="connsiteX2" fmla="*/ 3027405 w 3027405"/>
              <a:gd name="connsiteY2" fmla="*/ 0 h 2286000"/>
              <a:gd name="connsiteX3" fmla="*/ 3027405 w 3027405"/>
              <a:gd name="connsiteY3" fmla="*/ 2286000 h 2286000"/>
              <a:gd name="connsiteX4" fmla="*/ 0 w 3027405"/>
              <a:gd name="connsiteY4" fmla="*/ 2286000 h 2286000"/>
              <a:gd name="connsiteX5" fmla="*/ 0 w 3027405"/>
              <a:gd name="connsiteY5" fmla="*/ 0 h 2286000"/>
              <a:gd name="connsiteX6" fmla="*/ 889686 w 3027405"/>
              <a:gd name="connsiteY6" fmla="*/ 0 h 2286000"/>
              <a:gd name="connsiteX0" fmla="*/ 2137719 w 3027405"/>
              <a:gd name="connsiteY0" fmla="*/ 0 h 2286000"/>
              <a:gd name="connsiteX1" fmla="*/ 3027405 w 3027405"/>
              <a:gd name="connsiteY1" fmla="*/ 0 h 2286000"/>
              <a:gd name="connsiteX2" fmla="*/ 3027405 w 3027405"/>
              <a:gd name="connsiteY2" fmla="*/ 2286000 h 2286000"/>
              <a:gd name="connsiteX3" fmla="*/ 0 w 3027405"/>
              <a:gd name="connsiteY3" fmla="*/ 2286000 h 2286000"/>
              <a:gd name="connsiteX4" fmla="*/ 0 w 3027405"/>
              <a:gd name="connsiteY4" fmla="*/ 0 h 2286000"/>
              <a:gd name="connsiteX5" fmla="*/ 889686 w 3027405"/>
              <a:gd name="connsiteY5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405" h="2286000">
                <a:moveTo>
                  <a:pt x="2137719" y="0"/>
                </a:moveTo>
                <a:lnTo>
                  <a:pt x="3027405" y="0"/>
                </a:lnTo>
                <a:lnTo>
                  <a:pt x="3027405" y="2286000"/>
                </a:lnTo>
                <a:lnTo>
                  <a:pt x="0" y="2286000"/>
                </a:lnTo>
                <a:lnTo>
                  <a:pt x="0" y="0"/>
                </a:lnTo>
                <a:lnTo>
                  <a:pt x="889686" y="0"/>
                </a:lnTo>
              </a:path>
            </a:pathLst>
          </a:cu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D62E68DA-2E1D-48FF-41EB-76392CD0220F}"/>
              </a:ext>
            </a:extLst>
          </p:cNvPr>
          <p:cNvSpPr txBox="1"/>
          <p:nvPr/>
        </p:nvSpPr>
        <p:spPr>
          <a:xfrm>
            <a:off x="1151459" y="4826660"/>
            <a:ext cx="2565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s-ES" b="1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Herramienta </a:t>
            </a:r>
          </a:p>
          <a:p>
            <a:pPr algn="ctr">
              <a:defRPr/>
            </a:pPr>
            <a:r>
              <a:rPr lang="es-ES" b="1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Semi-Agregada</a:t>
            </a:r>
          </a:p>
          <a:p>
            <a:pPr algn="ctr">
              <a:defRPr/>
            </a:pPr>
            <a:r>
              <a:rPr lang="es-ES" b="1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(Máster y Satélites)</a:t>
            </a:r>
          </a:p>
        </p:txBody>
      </p:sp>
      <p:grpSp>
        <p:nvGrpSpPr>
          <p:cNvPr id="25" name="Grupo 1">
            <a:extLst>
              <a:ext uri="{FF2B5EF4-FFF2-40B4-BE49-F238E27FC236}">
                <a16:creationId xmlns:a16="http://schemas.microsoft.com/office/drawing/2014/main" id="{B49257FE-2881-5017-0871-7AB450B750CB}"/>
              </a:ext>
            </a:extLst>
          </p:cNvPr>
          <p:cNvGrpSpPr/>
          <p:nvPr/>
        </p:nvGrpSpPr>
        <p:grpSpPr>
          <a:xfrm rot="5400000">
            <a:off x="8356288" y="2248289"/>
            <a:ext cx="1154130" cy="2985285"/>
            <a:chOff x="4164723" y="1922257"/>
            <a:chExt cx="1154130" cy="2985285"/>
          </a:xfrm>
        </p:grpSpPr>
        <p:sp>
          <p:nvSpPr>
            <p:cNvPr id="26" name="Elipse 2">
              <a:extLst>
                <a:ext uri="{FF2B5EF4-FFF2-40B4-BE49-F238E27FC236}">
                  <a16:creationId xmlns:a16="http://schemas.microsoft.com/office/drawing/2014/main" id="{A73AEB56-EA9D-6F0F-CDFE-0BD1D6496FDE}"/>
                </a:ext>
              </a:extLst>
            </p:cNvPr>
            <p:cNvSpPr/>
            <p:nvPr/>
          </p:nvSpPr>
          <p:spPr>
            <a:xfrm rot="16200000">
              <a:off x="4164723" y="1922257"/>
              <a:ext cx="1154130" cy="1154130"/>
            </a:xfrm>
            <a:prstGeom prst="ellipse">
              <a:avLst/>
            </a:prstGeom>
            <a:solidFill>
              <a:srgbClr val="B46F8F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lIns="36000" tIns="324000" rIns="36000"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Green Loan</a:t>
              </a:r>
              <a:endPara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cxnSp>
          <p:nvCxnSpPr>
            <p:cNvPr id="27" name="Conector recto 3">
              <a:extLst>
                <a:ext uri="{FF2B5EF4-FFF2-40B4-BE49-F238E27FC236}">
                  <a16:creationId xmlns:a16="http://schemas.microsoft.com/office/drawing/2014/main" id="{4A439520-70EC-584B-EE02-5FDF93B96331}"/>
                </a:ext>
              </a:extLst>
            </p:cNvPr>
            <p:cNvCxnSpPr/>
            <p:nvPr/>
          </p:nvCxnSpPr>
          <p:spPr>
            <a:xfrm>
              <a:off x="4741787" y="3226670"/>
              <a:ext cx="0" cy="1464872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28" name="Elipse 4">
              <a:extLst>
                <a:ext uri="{FF2B5EF4-FFF2-40B4-BE49-F238E27FC236}">
                  <a16:creationId xmlns:a16="http://schemas.microsoft.com/office/drawing/2014/main" id="{A80A3486-19FC-F300-D92C-ED985F84F2AD}"/>
                </a:ext>
              </a:extLst>
            </p:cNvPr>
            <p:cNvSpPr/>
            <p:nvPr/>
          </p:nvSpPr>
          <p:spPr>
            <a:xfrm rot="16200000">
              <a:off x="4525788" y="4475542"/>
              <a:ext cx="432000" cy="432000"/>
            </a:xfrm>
            <a:prstGeom prst="ellipse">
              <a:avLst/>
            </a:prstGeom>
            <a:solidFill>
              <a:srgbClr val="B46F8F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9" name="Elipse 5">
              <a:extLst>
                <a:ext uri="{FF2B5EF4-FFF2-40B4-BE49-F238E27FC236}">
                  <a16:creationId xmlns:a16="http://schemas.microsoft.com/office/drawing/2014/main" id="{448B5A5E-B840-EC8B-A6FA-85770EC3BD40}"/>
                </a:ext>
              </a:extLst>
            </p:cNvPr>
            <p:cNvSpPr/>
            <p:nvPr/>
          </p:nvSpPr>
          <p:spPr>
            <a:xfrm>
              <a:off x="4652201" y="3149758"/>
              <a:ext cx="179173" cy="179173"/>
            </a:xfrm>
            <a:prstGeom prst="ellipse">
              <a:avLst/>
            </a:prstGeom>
            <a:solidFill>
              <a:srgbClr val="B46F8F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1" name="Conector recto 7">
            <a:extLst>
              <a:ext uri="{FF2B5EF4-FFF2-40B4-BE49-F238E27FC236}">
                <a16:creationId xmlns:a16="http://schemas.microsoft.com/office/drawing/2014/main" id="{C75FB19A-820F-D2AC-FA07-B05460CA3B0C}"/>
              </a:ext>
            </a:extLst>
          </p:cNvPr>
          <p:cNvCxnSpPr/>
          <p:nvPr/>
        </p:nvCxnSpPr>
        <p:spPr>
          <a:xfrm rot="5400000">
            <a:off x="8742306" y="1258989"/>
            <a:ext cx="0" cy="1464872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</p:cxnSp>
      <p:sp>
        <p:nvSpPr>
          <p:cNvPr id="32" name="Elipse 8">
            <a:extLst>
              <a:ext uri="{FF2B5EF4-FFF2-40B4-BE49-F238E27FC236}">
                <a16:creationId xmlns:a16="http://schemas.microsoft.com/office/drawing/2014/main" id="{1751DB0D-1D1F-E59C-99B0-97451B4C0875}"/>
              </a:ext>
            </a:extLst>
          </p:cNvPr>
          <p:cNvSpPr/>
          <p:nvPr/>
        </p:nvSpPr>
        <p:spPr>
          <a:xfrm>
            <a:off x="7793870" y="1775425"/>
            <a:ext cx="432000" cy="432000"/>
          </a:xfrm>
          <a:prstGeom prst="ellipse">
            <a:avLst/>
          </a:prstGeom>
          <a:solidFill>
            <a:srgbClr val="1BB3B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33" name="Elipse 9">
            <a:extLst>
              <a:ext uri="{FF2B5EF4-FFF2-40B4-BE49-F238E27FC236}">
                <a16:creationId xmlns:a16="http://schemas.microsoft.com/office/drawing/2014/main" id="{BDD09C06-77C1-561F-7387-2C1412D72B3E}"/>
              </a:ext>
            </a:extLst>
          </p:cNvPr>
          <p:cNvSpPr/>
          <p:nvPr/>
        </p:nvSpPr>
        <p:spPr>
          <a:xfrm rot="5400000">
            <a:off x="9434405" y="1901839"/>
            <a:ext cx="179173" cy="179173"/>
          </a:xfrm>
          <a:prstGeom prst="ellipse">
            <a:avLst/>
          </a:prstGeom>
          <a:solidFill>
            <a:srgbClr val="1BB3B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Elipse 10">
            <a:extLst>
              <a:ext uri="{FF2B5EF4-FFF2-40B4-BE49-F238E27FC236}">
                <a16:creationId xmlns:a16="http://schemas.microsoft.com/office/drawing/2014/main" id="{FD79D888-9B7D-AC51-275D-788BB3EFB205}"/>
              </a:ext>
            </a:extLst>
          </p:cNvPr>
          <p:cNvSpPr/>
          <p:nvPr/>
        </p:nvSpPr>
        <p:spPr>
          <a:xfrm>
            <a:off x="9753212" y="1298602"/>
            <a:ext cx="1135400" cy="1179432"/>
          </a:xfrm>
          <a:prstGeom prst="ellipse">
            <a:avLst/>
          </a:prstGeom>
          <a:solidFill>
            <a:srgbClr val="1BB3B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36000" tIns="648000" rIns="36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Green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50" b="1" kern="0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</a:t>
            </a:r>
            <a:endParaRPr kumimoji="0" lang="es-E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35" name="Grupo 11">
            <a:extLst>
              <a:ext uri="{FF2B5EF4-FFF2-40B4-BE49-F238E27FC236}">
                <a16:creationId xmlns:a16="http://schemas.microsoft.com/office/drawing/2014/main" id="{D6E49264-3F30-7F77-FBF6-60A693E26FF8}"/>
              </a:ext>
            </a:extLst>
          </p:cNvPr>
          <p:cNvGrpSpPr/>
          <p:nvPr/>
        </p:nvGrpSpPr>
        <p:grpSpPr>
          <a:xfrm rot="5400000">
            <a:off x="6885500" y="1771139"/>
            <a:ext cx="1138748" cy="2237572"/>
            <a:chOff x="2721584" y="2669970"/>
            <a:chExt cx="1138748" cy="2237572"/>
          </a:xfrm>
        </p:grpSpPr>
        <p:cxnSp>
          <p:nvCxnSpPr>
            <p:cNvPr id="36" name="Conector recto 12">
              <a:extLst>
                <a:ext uri="{FF2B5EF4-FFF2-40B4-BE49-F238E27FC236}">
                  <a16:creationId xmlns:a16="http://schemas.microsoft.com/office/drawing/2014/main" id="{7D99BC80-C7D9-A05F-2135-2BA62BB8D5B7}"/>
                </a:ext>
              </a:extLst>
            </p:cNvPr>
            <p:cNvCxnSpPr/>
            <p:nvPr/>
          </p:nvCxnSpPr>
          <p:spPr>
            <a:xfrm flipH="1">
              <a:off x="3290958" y="3878065"/>
              <a:ext cx="1" cy="813477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7" name="Elipse 13">
              <a:extLst>
                <a:ext uri="{FF2B5EF4-FFF2-40B4-BE49-F238E27FC236}">
                  <a16:creationId xmlns:a16="http://schemas.microsoft.com/office/drawing/2014/main" id="{E1A9F96A-8336-D1C9-7B79-D60D9ACDDB22}"/>
                </a:ext>
              </a:extLst>
            </p:cNvPr>
            <p:cNvSpPr/>
            <p:nvPr/>
          </p:nvSpPr>
          <p:spPr>
            <a:xfrm rot="16200000">
              <a:off x="3074958" y="4475542"/>
              <a:ext cx="432000" cy="432000"/>
            </a:xfrm>
            <a:prstGeom prst="ellipse">
              <a:avLst/>
            </a:prstGeom>
            <a:solidFill>
              <a:srgbClr val="E59D27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8" name="Elipse 14">
              <a:extLst>
                <a:ext uri="{FF2B5EF4-FFF2-40B4-BE49-F238E27FC236}">
                  <a16:creationId xmlns:a16="http://schemas.microsoft.com/office/drawing/2014/main" id="{4909DDD5-08A7-9120-021C-AAD2021BFA51}"/>
                </a:ext>
              </a:extLst>
            </p:cNvPr>
            <p:cNvSpPr/>
            <p:nvPr/>
          </p:nvSpPr>
          <p:spPr>
            <a:xfrm>
              <a:off x="3201372" y="3878065"/>
              <a:ext cx="179173" cy="179173"/>
            </a:xfrm>
            <a:prstGeom prst="ellipse">
              <a:avLst/>
            </a:prstGeom>
            <a:solidFill>
              <a:srgbClr val="E59D27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Elipse 15">
              <a:extLst>
                <a:ext uri="{FF2B5EF4-FFF2-40B4-BE49-F238E27FC236}">
                  <a16:creationId xmlns:a16="http://schemas.microsoft.com/office/drawing/2014/main" id="{0AEB4EAA-813F-CA4A-D6A8-8E774298E8A3}"/>
                </a:ext>
              </a:extLst>
            </p:cNvPr>
            <p:cNvSpPr/>
            <p:nvPr/>
          </p:nvSpPr>
          <p:spPr>
            <a:xfrm rot="16200000">
              <a:off x="2721584" y="2669970"/>
              <a:ext cx="1138748" cy="1138748"/>
            </a:xfrm>
            <a:prstGeom prst="ellipse">
              <a:avLst/>
            </a:prstGeom>
            <a:solidFill>
              <a:srgbClr val="E59D27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lIns="36000" tIns="396000" rIns="36000" rtlCol="0" anchor="b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200" b="1" kern="0" dirty="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Pilar III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ESG</a:t>
              </a:r>
            </a:p>
          </p:txBody>
        </p:sp>
      </p:grpSp>
      <p:cxnSp>
        <p:nvCxnSpPr>
          <p:cNvPr id="41" name="Conector recto 17">
            <a:extLst>
              <a:ext uri="{FF2B5EF4-FFF2-40B4-BE49-F238E27FC236}">
                <a16:creationId xmlns:a16="http://schemas.microsoft.com/office/drawing/2014/main" id="{C74701BD-92EA-42E1-0163-B38C2976E99C}"/>
              </a:ext>
            </a:extLst>
          </p:cNvPr>
          <p:cNvCxnSpPr/>
          <p:nvPr/>
        </p:nvCxnSpPr>
        <p:spPr>
          <a:xfrm rot="5400000" flipH="1">
            <a:off x="7619939" y="4448414"/>
            <a:ext cx="1" cy="529838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</p:cxnSp>
      <p:sp>
        <p:nvSpPr>
          <p:cNvPr id="42" name="Elipse 18">
            <a:extLst>
              <a:ext uri="{FF2B5EF4-FFF2-40B4-BE49-F238E27FC236}">
                <a16:creationId xmlns:a16="http://schemas.microsoft.com/office/drawing/2014/main" id="{6D5C1034-0006-C883-6E5C-39CF662E37CC}"/>
              </a:ext>
            </a:extLst>
          </p:cNvPr>
          <p:cNvSpPr/>
          <p:nvPr/>
        </p:nvSpPr>
        <p:spPr>
          <a:xfrm>
            <a:off x="7139021" y="4497333"/>
            <a:ext cx="432000" cy="432000"/>
          </a:xfrm>
          <a:prstGeom prst="ellipse">
            <a:avLst/>
          </a:prstGeom>
          <a:solidFill>
            <a:srgbClr val="FF0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43" name="Elipse 19">
            <a:extLst>
              <a:ext uri="{FF2B5EF4-FFF2-40B4-BE49-F238E27FC236}">
                <a16:creationId xmlns:a16="http://schemas.microsoft.com/office/drawing/2014/main" id="{6E79C15F-5C76-B82F-EB29-D77B5FB760CD}"/>
              </a:ext>
            </a:extLst>
          </p:cNvPr>
          <p:cNvSpPr/>
          <p:nvPr/>
        </p:nvSpPr>
        <p:spPr>
          <a:xfrm rot="5400000">
            <a:off x="7884859" y="4623747"/>
            <a:ext cx="179173" cy="179173"/>
          </a:xfrm>
          <a:prstGeom prst="ellipse">
            <a:avLst/>
          </a:prstGeom>
          <a:solidFill>
            <a:srgbClr val="FF0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Elipse 20">
            <a:extLst>
              <a:ext uri="{FF2B5EF4-FFF2-40B4-BE49-F238E27FC236}">
                <a16:creationId xmlns:a16="http://schemas.microsoft.com/office/drawing/2014/main" id="{34925E69-5444-61C7-2242-7A031670A5DA}"/>
              </a:ext>
            </a:extLst>
          </p:cNvPr>
          <p:cNvSpPr/>
          <p:nvPr/>
        </p:nvSpPr>
        <p:spPr>
          <a:xfrm>
            <a:off x="8168498" y="4116246"/>
            <a:ext cx="1164380" cy="1169782"/>
          </a:xfrm>
          <a:prstGeom prst="ellipse">
            <a:avLst/>
          </a:prstGeom>
          <a:solidFill>
            <a:srgbClr val="FF0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36000" tIns="504000" rIns="36000" rtlCol="0" anchor="ctr" anchorCtr="0"/>
          <a:lstStyle/>
          <a:p>
            <a:pPr marL="0" marR="0" lvl="0" indent="0" algn="ctr" defTabSz="5400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5400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OSIs</a:t>
            </a:r>
            <a:endParaRPr kumimoji="0" lang="es-E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5400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kern="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ESG</a:t>
            </a:r>
            <a:endParaRPr kumimoji="0" lang="es-E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45" name="Grupo 21">
            <a:extLst>
              <a:ext uri="{FF2B5EF4-FFF2-40B4-BE49-F238E27FC236}">
                <a16:creationId xmlns:a16="http://schemas.microsoft.com/office/drawing/2014/main" id="{4516347F-7A8B-A5A9-49BB-D113B1C6E28C}"/>
              </a:ext>
            </a:extLst>
          </p:cNvPr>
          <p:cNvGrpSpPr/>
          <p:nvPr/>
        </p:nvGrpSpPr>
        <p:grpSpPr>
          <a:xfrm rot="5400000">
            <a:off x="9040347" y="3775836"/>
            <a:ext cx="1260234" cy="3243585"/>
            <a:chOff x="6959278" y="1663957"/>
            <a:chExt cx="1260234" cy="3243585"/>
          </a:xfrm>
        </p:grpSpPr>
        <p:cxnSp>
          <p:nvCxnSpPr>
            <p:cNvPr id="46" name="Conector recto 22">
              <a:extLst>
                <a:ext uri="{FF2B5EF4-FFF2-40B4-BE49-F238E27FC236}">
                  <a16:creationId xmlns:a16="http://schemas.microsoft.com/office/drawing/2014/main" id="{420E0335-01D9-4E14-9CD7-99B64A77FC8D}"/>
                </a:ext>
              </a:extLst>
            </p:cNvPr>
            <p:cNvCxnSpPr/>
            <p:nvPr/>
          </p:nvCxnSpPr>
          <p:spPr>
            <a:xfrm flipH="1">
              <a:off x="7633462" y="3159336"/>
              <a:ext cx="1" cy="1532206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47" name="Elipse 23">
              <a:extLst>
                <a:ext uri="{FF2B5EF4-FFF2-40B4-BE49-F238E27FC236}">
                  <a16:creationId xmlns:a16="http://schemas.microsoft.com/office/drawing/2014/main" id="{24972EF2-8E6B-E33F-2208-E0A4D39D22B6}"/>
                </a:ext>
              </a:extLst>
            </p:cNvPr>
            <p:cNvSpPr/>
            <p:nvPr/>
          </p:nvSpPr>
          <p:spPr>
            <a:xfrm rot="16200000">
              <a:off x="7417463" y="4475542"/>
              <a:ext cx="432000" cy="432000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48" name="Elipse 24">
              <a:extLst>
                <a:ext uri="{FF2B5EF4-FFF2-40B4-BE49-F238E27FC236}">
                  <a16:creationId xmlns:a16="http://schemas.microsoft.com/office/drawing/2014/main" id="{871D2FE1-D74B-7F88-D152-9FDFC2F56B64}"/>
                </a:ext>
              </a:extLst>
            </p:cNvPr>
            <p:cNvSpPr/>
            <p:nvPr/>
          </p:nvSpPr>
          <p:spPr>
            <a:xfrm>
              <a:off x="7543876" y="2980163"/>
              <a:ext cx="179173" cy="179173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Elipse 25">
              <a:extLst>
                <a:ext uri="{FF2B5EF4-FFF2-40B4-BE49-F238E27FC236}">
                  <a16:creationId xmlns:a16="http://schemas.microsoft.com/office/drawing/2014/main" id="{BED383F5-9FB2-C456-2951-DA1D85C38AFE}"/>
                </a:ext>
              </a:extLst>
            </p:cNvPr>
            <p:cNvSpPr/>
            <p:nvPr/>
          </p:nvSpPr>
          <p:spPr>
            <a:xfrm rot="16200000">
              <a:off x="6965779" y="1657456"/>
              <a:ext cx="1247232" cy="1260234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lIns="36000" tIns="324000" rIns="36000" rtlCol="0" anchor="b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Auditorías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ESG</a:t>
              </a:r>
            </a:p>
          </p:txBody>
        </p:sp>
      </p:grpSp>
      <p:grpSp>
        <p:nvGrpSpPr>
          <p:cNvPr id="50" name="Grupo 37">
            <a:extLst>
              <a:ext uri="{FF2B5EF4-FFF2-40B4-BE49-F238E27FC236}">
                <a16:creationId xmlns:a16="http://schemas.microsoft.com/office/drawing/2014/main" id="{BDF6EB99-E080-3C71-B198-9C6F5791E4CD}"/>
              </a:ext>
            </a:extLst>
          </p:cNvPr>
          <p:cNvGrpSpPr/>
          <p:nvPr/>
        </p:nvGrpSpPr>
        <p:grpSpPr>
          <a:xfrm rot="5400000">
            <a:off x="1734144" y="1700794"/>
            <a:ext cx="486335" cy="469468"/>
            <a:chOff x="5683251" y="3578225"/>
            <a:chExt cx="274638" cy="265113"/>
          </a:xfrm>
          <a:solidFill>
            <a:sysClr val="window" lastClr="FFFFFF"/>
          </a:solidFill>
        </p:grpSpPr>
        <p:sp>
          <p:nvSpPr>
            <p:cNvPr id="51" name="Freeform 202">
              <a:extLst>
                <a:ext uri="{FF2B5EF4-FFF2-40B4-BE49-F238E27FC236}">
                  <a16:creationId xmlns:a16="http://schemas.microsoft.com/office/drawing/2014/main" id="{CEABE143-FC68-B124-E71C-0ABA87D30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1051" y="3589338"/>
              <a:ext cx="63500" cy="63500"/>
            </a:xfrm>
            <a:custGeom>
              <a:avLst/>
              <a:gdLst>
                <a:gd name="T0" fmla="*/ 19 w 22"/>
                <a:gd name="T1" fmla="*/ 21 h 22"/>
                <a:gd name="T2" fmla="*/ 20 w 22"/>
                <a:gd name="T3" fmla="*/ 22 h 22"/>
                <a:gd name="T4" fmla="*/ 22 w 22"/>
                <a:gd name="T5" fmla="*/ 20 h 22"/>
                <a:gd name="T6" fmla="*/ 22 w 22"/>
                <a:gd name="T7" fmla="*/ 2 h 22"/>
                <a:gd name="T8" fmla="*/ 20 w 22"/>
                <a:gd name="T9" fmla="*/ 0 h 22"/>
                <a:gd name="T10" fmla="*/ 2 w 22"/>
                <a:gd name="T11" fmla="*/ 0 h 22"/>
                <a:gd name="T12" fmla="*/ 0 w 22"/>
                <a:gd name="T13" fmla="*/ 1 h 22"/>
                <a:gd name="T14" fmla="*/ 1 w 22"/>
                <a:gd name="T15" fmla="*/ 3 h 22"/>
                <a:gd name="T16" fmla="*/ 19 w 22"/>
                <a:gd name="T17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2">
                  <a:moveTo>
                    <a:pt x="19" y="21"/>
                  </a:moveTo>
                  <a:cubicBezTo>
                    <a:pt x="19" y="22"/>
                    <a:pt x="19" y="22"/>
                    <a:pt x="20" y="22"/>
                  </a:cubicBezTo>
                  <a:cubicBezTo>
                    <a:pt x="21" y="22"/>
                    <a:pt x="22" y="21"/>
                    <a:pt x="22" y="2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1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lnTo>
                    <a:pt x="1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2" name="Freeform 203">
              <a:extLst>
                <a:ext uri="{FF2B5EF4-FFF2-40B4-BE49-F238E27FC236}">
                  <a16:creationId xmlns:a16="http://schemas.microsoft.com/office/drawing/2014/main" id="{CF5CB557-36A3-987D-DB75-BC52BEE49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589" y="3606800"/>
              <a:ext cx="207963" cy="236538"/>
            </a:xfrm>
            <a:custGeom>
              <a:avLst/>
              <a:gdLst>
                <a:gd name="T0" fmla="*/ 0 w 131"/>
                <a:gd name="T1" fmla="*/ 65 h 149"/>
                <a:gd name="T2" fmla="*/ 0 w 131"/>
                <a:gd name="T3" fmla="*/ 149 h 149"/>
                <a:gd name="T4" fmla="*/ 51 w 131"/>
                <a:gd name="T5" fmla="*/ 149 h 149"/>
                <a:gd name="T6" fmla="*/ 51 w 131"/>
                <a:gd name="T7" fmla="*/ 98 h 149"/>
                <a:gd name="T8" fmla="*/ 80 w 131"/>
                <a:gd name="T9" fmla="*/ 98 h 149"/>
                <a:gd name="T10" fmla="*/ 80 w 131"/>
                <a:gd name="T11" fmla="*/ 149 h 149"/>
                <a:gd name="T12" fmla="*/ 131 w 131"/>
                <a:gd name="T13" fmla="*/ 149 h 149"/>
                <a:gd name="T14" fmla="*/ 131 w 131"/>
                <a:gd name="T15" fmla="*/ 65 h 149"/>
                <a:gd name="T16" fmla="*/ 66 w 131"/>
                <a:gd name="T17" fmla="*/ 0 h 149"/>
                <a:gd name="T18" fmla="*/ 0 w 131"/>
                <a:gd name="T19" fmla="*/ 6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49">
                  <a:moveTo>
                    <a:pt x="0" y="65"/>
                  </a:moveTo>
                  <a:lnTo>
                    <a:pt x="0" y="149"/>
                  </a:lnTo>
                  <a:lnTo>
                    <a:pt x="51" y="149"/>
                  </a:lnTo>
                  <a:lnTo>
                    <a:pt x="51" y="98"/>
                  </a:lnTo>
                  <a:lnTo>
                    <a:pt x="80" y="98"/>
                  </a:lnTo>
                  <a:lnTo>
                    <a:pt x="80" y="149"/>
                  </a:lnTo>
                  <a:lnTo>
                    <a:pt x="131" y="149"/>
                  </a:lnTo>
                  <a:lnTo>
                    <a:pt x="131" y="65"/>
                  </a:lnTo>
                  <a:lnTo>
                    <a:pt x="66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3" name="Freeform 204">
              <a:extLst>
                <a:ext uri="{FF2B5EF4-FFF2-40B4-BE49-F238E27FC236}">
                  <a16:creationId xmlns:a16="http://schemas.microsoft.com/office/drawing/2014/main" id="{35B54B21-2EEF-D040-167F-4AEE2F7D6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3251" y="3578225"/>
              <a:ext cx="274638" cy="144463"/>
            </a:xfrm>
            <a:custGeom>
              <a:avLst/>
              <a:gdLst>
                <a:gd name="T0" fmla="*/ 95 w 96"/>
                <a:gd name="T1" fmla="*/ 47 h 50"/>
                <a:gd name="T2" fmla="*/ 95 w 96"/>
                <a:gd name="T3" fmla="*/ 47 h 50"/>
                <a:gd name="T4" fmla="*/ 49 w 96"/>
                <a:gd name="T5" fmla="*/ 1 h 50"/>
                <a:gd name="T6" fmla="*/ 47 w 96"/>
                <a:gd name="T7" fmla="*/ 1 h 50"/>
                <a:gd name="T8" fmla="*/ 1 w 96"/>
                <a:gd name="T9" fmla="*/ 47 h 50"/>
                <a:gd name="T10" fmla="*/ 1 w 96"/>
                <a:gd name="T11" fmla="*/ 49 h 50"/>
                <a:gd name="T12" fmla="*/ 3 w 96"/>
                <a:gd name="T13" fmla="*/ 49 h 50"/>
                <a:gd name="T14" fmla="*/ 3 w 96"/>
                <a:gd name="T15" fmla="*/ 49 h 50"/>
                <a:gd name="T16" fmla="*/ 48 w 96"/>
                <a:gd name="T17" fmla="*/ 5 h 50"/>
                <a:gd name="T18" fmla="*/ 93 w 96"/>
                <a:gd name="T19" fmla="*/ 49 h 50"/>
                <a:gd name="T20" fmla="*/ 93 w 96"/>
                <a:gd name="T21" fmla="*/ 49 h 50"/>
                <a:gd name="T22" fmla="*/ 95 w 96"/>
                <a:gd name="T23" fmla="*/ 49 h 50"/>
                <a:gd name="T24" fmla="*/ 95 w 96"/>
                <a:gd name="T25" fmla="*/ 49 h 50"/>
                <a:gd name="T26" fmla="*/ 95 w 96"/>
                <a:gd name="T27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6" h="50">
                  <a:moveTo>
                    <a:pt x="95" y="47"/>
                  </a:moveTo>
                  <a:cubicBezTo>
                    <a:pt x="95" y="47"/>
                    <a:pt x="95" y="47"/>
                    <a:pt x="95" y="47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0"/>
                    <a:pt x="47" y="0"/>
                    <a:pt x="47" y="1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7"/>
                    <a:pt x="0" y="49"/>
                    <a:pt x="1" y="49"/>
                  </a:cubicBezTo>
                  <a:cubicBezTo>
                    <a:pt x="1" y="50"/>
                    <a:pt x="3" y="50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50"/>
                    <a:pt x="95" y="50"/>
                    <a:pt x="95" y="49"/>
                  </a:cubicBezTo>
                  <a:cubicBezTo>
                    <a:pt x="95" y="49"/>
                    <a:pt x="95" y="49"/>
                    <a:pt x="95" y="49"/>
                  </a:cubicBezTo>
                  <a:cubicBezTo>
                    <a:pt x="96" y="49"/>
                    <a:pt x="96" y="47"/>
                    <a:pt x="95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54" name="Freeform 26">
            <a:extLst>
              <a:ext uri="{FF2B5EF4-FFF2-40B4-BE49-F238E27FC236}">
                <a16:creationId xmlns:a16="http://schemas.microsoft.com/office/drawing/2014/main" id="{1C6BC795-2CE2-1A35-84C2-FDE11541319A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3313842" y="3000499"/>
            <a:ext cx="359470" cy="351206"/>
          </a:xfrm>
          <a:custGeom>
            <a:avLst/>
            <a:gdLst>
              <a:gd name="T0" fmla="*/ 71 w 221"/>
              <a:gd name="T1" fmla="*/ 121 h 215"/>
              <a:gd name="T2" fmla="*/ 66 w 221"/>
              <a:gd name="T3" fmla="*/ 131 h 215"/>
              <a:gd name="T4" fmla="*/ 57 w 221"/>
              <a:gd name="T5" fmla="*/ 201 h 215"/>
              <a:gd name="T6" fmla="*/ 57 w 221"/>
              <a:gd name="T7" fmla="*/ 206 h 215"/>
              <a:gd name="T8" fmla="*/ 38 w 221"/>
              <a:gd name="T9" fmla="*/ 6 h 215"/>
              <a:gd name="T10" fmla="*/ 83 w 221"/>
              <a:gd name="T11" fmla="*/ 3 h 215"/>
              <a:gd name="T12" fmla="*/ 167 w 221"/>
              <a:gd name="T13" fmla="*/ 114 h 215"/>
              <a:gd name="T14" fmla="*/ 75 w 221"/>
              <a:gd name="T15" fmla="*/ 123 h 215"/>
              <a:gd name="T16" fmla="*/ 174 w 221"/>
              <a:gd name="T17" fmla="*/ 11 h 215"/>
              <a:gd name="T18" fmla="*/ 212 w 221"/>
              <a:gd name="T19" fmla="*/ 36 h 215"/>
              <a:gd name="T20" fmla="*/ 179 w 221"/>
              <a:gd name="T21" fmla="*/ 38 h 215"/>
              <a:gd name="T22" fmla="*/ 178 w 221"/>
              <a:gd name="T23" fmla="*/ 33 h 215"/>
              <a:gd name="T24" fmla="*/ 188 w 221"/>
              <a:gd name="T25" fmla="*/ 63 h 215"/>
              <a:gd name="T26" fmla="*/ 198 w 221"/>
              <a:gd name="T27" fmla="*/ 33 h 215"/>
              <a:gd name="T28" fmla="*/ 187 w 221"/>
              <a:gd name="T29" fmla="*/ 36 h 215"/>
              <a:gd name="T30" fmla="*/ 177 w 221"/>
              <a:gd name="T31" fmla="*/ 74 h 215"/>
              <a:gd name="T32" fmla="*/ 174 w 221"/>
              <a:gd name="T33" fmla="*/ 63 h 215"/>
              <a:gd name="T34" fmla="*/ 150 w 221"/>
              <a:gd name="T35" fmla="*/ 88 h 215"/>
              <a:gd name="T36" fmla="*/ 144 w 221"/>
              <a:gd name="T37" fmla="*/ 118 h 215"/>
              <a:gd name="T38" fmla="*/ 140 w 221"/>
              <a:gd name="T39" fmla="*/ 119 h 215"/>
              <a:gd name="T40" fmla="*/ 162 w 221"/>
              <a:gd name="T41" fmla="*/ 112 h 215"/>
              <a:gd name="T42" fmla="*/ 159 w 221"/>
              <a:gd name="T43" fmla="*/ 101 h 215"/>
              <a:gd name="T44" fmla="*/ 124 w 221"/>
              <a:gd name="T45" fmla="*/ 122 h 215"/>
              <a:gd name="T46" fmla="*/ 174 w 221"/>
              <a:gd name="T47" fmla="*/ 158 h 215"/>
              <a:gd name="T48" fmla="*/ 80 w 221"/>
              <a:gd name="T49" fmla="*/ 126 h 215"/>
              <a:gd name="T50" fmla="*/ 142 w 221"/>
              <a:gd name="T51" fmla="*/ 137 h 215"/>
              <a:gd name="T52" fmla="*/ 155 w 221"/>
              <a:gd name="T53" fmla="*/ 147 h 215"/>
              <a:gd name="T54" fmla="*/ 113 w 221"/>
              <a:gd name="T55" fmla="*/ 150 h 215"/>
              <a:gd name="T56" fmla="*/ 107 w 221"/>
              <a:gd name="T57" fmla="*/ 150 h 215"/>
              <a:gd name="T58" fmla="*/ 82 w 221"/>
              <a:gd name="T59" fmla="*/ 130 h 215"/>
              <a:gd name="T60" fmla="*/ 107 w 221"/>
              <a:gd name="T61" fmla="*/ 123 h 215"/>
              <a:gd name="T62" fmla="*/ 44 w 221"/>
              <a:gd name="T63" fmla="*/ 27 h 215"/>
              <a:gd name="T64" fmla="*/ 68 w 221"/>
              <a:gd name="T65" fmla="*/ 35 h 215"/>
              <a:gd name="T66" fmla="*/ 65 w 221"/>
              <a:gd name="T67" fmla="*/ 38 h 215"/>
              <a:gd name="T68" fmla="*/ 70 w 221"/>
              <a:gd name="T69" fmla="*/ 19 h 215"/>
              <a:gd name="T70" fmla="*/ 62 w 221"/>
              <a:gd name="T71" fmla="*/ 11 h 215"/>
              <a:gd name="T72" fmla="*/ 57 w 221"/>
              <a:gd name="T73" fmla="*/ 65 h 215"/>
              <a:gd name="T74" fmla="*/ 48 w 221"/>
              <a:gd name="T75" fmla="*/ 76 h 215"/>
              <a:gd name="T76" fmla="*/ 45 w 221"/>
              <a:gd name="T77" fmla="*/ 80 h 215"/>
              <a:gd name="T78" fmla="*/ 61 w 221"/>
              <a:gd name="T79" fmla="*/ 115 h 215"/>
              <a:gd name="T80" fmla="*/ 58 w 221"/>
              <a:gd name="T81" fmla="*/ 111 h 215"/>
              <a:gd name="T82" fmla="*/ 62 w 221"/>
              <a:gd name="T83" fmla="*/ 105 h 215"/>
              <a:gd name="T84" fmla="*/ 43 w 221"/>
              <a:gd name="T85" fmla="*/ 108 h 215"/>
              <a:gd name="T86" fmla="*/ 35 w 221"/>
              <a:gd name="T87" fmla="*/ 116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21" h="215">
                <a:moveTo>
                  <a:pt x="76" y="97"/>
                </a:moveTo>
                <a:cubicBezTo>
                  <a:pt x="80" y="98"/>
                  <a:pt x="84" y="100"/>
                  <a:pt x="87" y="103"/>
                </a:cubicBezTo>
                <a:cubicBezTo>
                  <a:pt x="81" y="107"/>
                  <a:pt x="75" y="114"/>
                  <a:pt x="71" y="121"/>
                </a:cubicBezTo>
                <a:cubicBezTo>
                  <a:pt x="71" y="121"/>
                  <a:pt x="71" y="121"/>
                  <a:pt x="71" y="121"/>
                </a:cubicBezTo>
                <a:cubicBezTo>
                  <a:pt x="68" y="123"/>
                  <a:pt x="66" y="125"/>
                  <a:pt x="66" y="129"/>
                </a:cubicBezTo>
                <a:cubicBezTo>
                  <a:pt x="66" y="129"/>
                  <a:pt x="66" y="130"/>
                  <a:pt x="66" y="131"/>
                </a:cubicBezTo>
                <a:cubicBezTo>
                  <a:pt x="10" y="131"/>
                  <a:pt x="10" y="131"/>
                  <a:pt x="10" y="131"/>
                </a:cubicBezTo>
                <a:cubicBezTo>
                  <a:pt x="7" y="137"/>
                  <a:pt x="6" y="143"/>
                  <a:pt x="6" y="150"/>
                </a:cubicBezTo>
                <a:cubicBezTo>
                  <a:pt x="6" y="178"/>
                  <a:pt x="29" y="201"/>
                  <a:pt x="57" y="201"/>
                </a:cubicBezTo>
                <a:cubicBezTo>
                  <a:pt x="66" y="201"/>
                  <a:pt x="74" y="199"/>
                  <a:pt x="81" y="195"/>
                </a:cubicBezTo>
                <a:cubicBezTo>
                  <a:pt x="83" y="196"/>
                  <a:pt x="84" y="197"/>
                  <a:pt x="86" y="198"/>
                </a:cubicBezTo>
                <a:cubicBezTo>
                  <a:pt x="77" y="203"/>
                  <a:pt x="67" y="206"/>
                  <a:pt x="57" y="206"/>
                </a:cubicBezTo>
                <a:cubicBezTo>
                  <a:pt x="25" y="206"/>
                  <a:pt x="0" y="181"/>
                  <a:pt x="0" y="150"/>
                </a:cubicBezTo>
                <a:cubicBezTo>
                  <a:pt x="0" y="125"/>
                  <a:pt x="16" y="105"/>
                  <a:pt x="38" y="97"/>
                </a:cubicBezTo>
                <a:cubicBezTo>
                  <a:pt x="38" y="6"/>
                  <a:pt x="38" y="6"/>
                  <a:pt x="38" y="6"/>
                </a:cubicBezTo>
                <a:cubicBezTo>
                  <a:pt x="33" y="5"/>
                  <a:pt x="30" y="4"/>
                  <a:pt x="30" y="3"/>
                </a:cubicBezTo>
                <a:cubicBezTo>
                  <a:pt x="30" y="1"/>
                  <a:pt x="42" y="0"/>
                  <a:pt x="57" y="0"/>
                </a:cubicBezTo>
                <a:cubicBezTo>
                  <a:pt x="71" y="0"/>
                  <a:pt x="83" y="1"/>
                  <a:pt x="83" y="3"/>
                </a:cubicBezTo>
                <a:cubicBezTo>
                  <a:pt x="83" y="4"/>
                  <a:pt x="80" y="5"/>
                  <a:pt x="76" y="6"/>
                </a:cubicBezTo>
                <a:lnTo>
                  <a:pt x="76" y="97"/>
                </a:lnTo>
                <a:close/>
                <a:moveTo>
                  <a:pt x="167" y="114"/>
                </a:moveTo>
                <a:cubicBezTo>
                  <a:pt x="182" y="132"/>
                  <a:pt x="185" y="158"/>
                  <a:pt x="173" y="179"/>
                </a:cubicBezTo>
                <a:cubicBezTo>
                  <a:pt x="157" y="206"/>
                  <a:pt x="122" y="215"/>
                  <a:pt x="95" y="200"/>
                </a:cubicBezTo>
                <a:cubicBezTo>
                  <a:pt x="68" y="184"/>
                  <a:pt x="59" y="150"/>
                  <a:pt x="75" y="123"/>
                </a:cubicBezTo>
                <a:cubicBezTo>
                  <a:pt x="87" y="102"/>
                  <a:pt x="111" y="91"/>
                  <a:pt x="134" y="95"/>
                </a:cubicBezTo>
                <a:cubicBezTo>
                  <a:pt x="179" y="17"/>
                  <a:pt x="179" y="17"/>
                  <a:pt x="179" y="17"/>
                </a:cubicBezTo>
                <a:cubicBezTo>
                  <a:pt x="175" y="14"/>
                  <a:pt x="174" y="12"/>
                  <a:pt x="174" y="11"/>
                </a:cubicBezTo>
                <a:cubicBezTo>
                  <a:pt x="175" y="9"/>
                  <a:pt x="186" y="14"/>
                  <a:pt x="199" y="21"/>
                </a:cubicBezTo>
                <a:cubicBezTo>
                  <a:pt x="211" y="28"/>
                  <a:pt x="221" y="36"/>
                  <a:pt x="220" y="37"/>
                </a:cubicBezTo>
                <a:cubicBezTo>
                  <a:pt x="219" y="38"/>
                  <a:pt x="216" y="38"/>
                  <a:pt x="212" y="36"/>
                </a:cubicBezTo>
                <a:lnTo>
                  <a:pt x="167" y="114"/>
                </a:lnTo>
                <a:close/>
                <a:moveTo>
                  <a:pt x="178" y="33"/>
                </a:moveTo>
                <a:cubicBezTo>
                  <a:pt x="179" y="34"/>
                  <a:pt x="180" y="36"/>
                  <a:pt x="179" y="38"/>
                </a:cubicBezTo>
                <a:cubicBezTo>
                  <a:pt x="178" y="39"/>
                  <a:pt x="176" y="40"/>
                  <a:pt x="174" y="39"/>
                </a:cubicBezTo>
                <a:cubicBezTo>
                  <a:pt x="173" y="38"/>
                  <a:pt x="172" y="36"/>
                  <a:pt x="173" y="34"/>
                </a:cubicBezTo>
                <a:cubicBezTo>
                  <a:pt x="174" y="33"/>
                  <a:pt x="176" y="32"/>
                  <a:pt x="178" y="33"/>
                </a:cubicBezTo>
                <a:close/>
                <a:moveTo>
                  <a:pt x="191" y="57"/>
                </a:moveTo>
                <a:cubicBezTo>
                  <a:pt x="193" y="58"/>
                  <a:pt x="193" y="60"/>
                  <a:pt x="192" y="61"/>
                </a:cubicBezTo>
                <a:cubicBezTo>
                  <a:pt x="192" y="63"/>
                  <a:pt x="190" y="63"/>
                  <a:pt x="188" y="63"/>
                </a:cubicBezTo>
                <a:cubicBezTo>
                  <a:pt x="187" y="62"/>
                  <a:pt x="186" y="60"/>
                  <a:pt x="187" y="58"/>
                </a:cubicBezTo>
                <a:cubicBezTo>
                  <a:pt x="188" y="57"/>
                  <a:pt x="190" y="56"/>
                  <a:pt x="191" y="57"/>
                </a:cubicBezTo>
                <a:close/>
                <a:moveTo>
                  <a:pt x="198" y="33"/>
                </a:moveTo>
                <a:cubicBezTo>
                  <a:pt x="202" y="35"/>
                  <a:pt x="203" y="40"/>
                  <a:pt x="201" y="44"/>
                </a:cubicBezTo>
                <a:cubicBezTo>
                  <a:pt x="199" y="48"/>
                  <a:pt x="194" y="49"/>
                  <a:pt x="190" y="47"/>
                </a:cubicBezTo>
                <a:cubicBezTo>
                  <a:pt x="186" y="45"/>
                  <a:pt x="185" y="40"/>
                  <a:pt x="187" y="36"/>
                </a:cubicBezTo>
                <a:cubicBezTo>
                  <a:pt x="189" y="32"/>
                  <a:pt x="194" y="31"/>
                  <a:pt x="198" y="33"/>
                </a:cubicBezTo>
                <a:close/>
                <a:moveTo>
                  <a:pt x="174" y="63"/>
                </a:moveTo>
                <a:cubicBezTo>
                  <a:pt x="178" y="66"/>
                  <a:pt x="179" y="71"/>
                  <a:pt x="177" y="74"/>
                </a:cubicBezTo>
                <a:cubicBezTo>
                  <a:pt x="175" y="78"/>
                  <a:pt x="170" y="80"/>
                  <a:pt x="166" y="77"/>
                </a:cubicBezTo>
                <a:cubicBezTo>
                  <a:pt x="162" y="75"/>
                  <a:pt x="161" y="70"/>
                  <a:pt x="163" y="66"/>
                </a:cubicBezTo>
                <a:cubicBezTo>
                  <a:pt x="165" y="63"/>
                  <a:pt x="170" y="61"/>
                  <a:pt x="174" y="63"/>
                </a:cubicBezTo>
                <a:close/>
                <a:moveTo>
                  <a:pt x="153" y="83"/>
                </a:moveTo>
                <a:cubicBezTo>
                  <a:pt x="154" y="84"/>
                  <a:pt x="155" y="86"/>
                  <a:pt x="154" y="87"/>
                </a:cubicBezTo>
                <a:cubicBezTo>
                  <a:pt x="153" y="89"/>
                  <a:pt x="151" y="89"/>
                  <a:pt x="150" y="88"/>
                </a:cubicBezTo>
                <a:cubicBezTo>
                  <a:pt x="148" y="87"/>
                  <a:pt x="148" y="85"/>
                  <a:pt x="148" y="84"/>
                </a:cubicBezTo>
                <a:cubicBezTo>
                  <a:pt x="149" y="82"/>
                  <a:pt x="151" y="82"/>
                  <a:pt x="153" y="83"/>
                </a:cubicBezTo>
                <a:close/>
                <a:moveTo>
                  <a:pt x="144" y="118"/>
                </a:moveTo>
                <a:cubicBezTo>
                  <a:pt x="146" y="119"/>
                  <a:pt x="146" y="121"/>
                  <a:pt x="145" y="123"/>
                </a:cubicBezTo>
                <a:cubicBezTo>
                  <a:pt x="144" y="124"/>
                  <a:pt x="142" y="125"/>
                  <a:pt x="141" y="124"/>
                </a:cubicBezTo>
                <a:cubicBezTo>
                  <a:pt x="139" y="123"/>
                  <a:pt x="139" y="121"/>
                  <a:pt x="140" y="119"/>
                </a:cubicBezTo>
                <a:cubicBezTo>
                  <a:pt x="140" y="118"/>
                  <a:pt x="142" y="117"/>
                  <a:pt x="144" y="118"/>
                </a:cubicBezTo>
                <a:close/>
                <a:moveTo>
                  <a:pt x="159" y="101"/>
                </a:moveTo>
                <a:cubicBezTo>
                  <a:pt x="163" y="103"/>
                  <a:pt x="164" y="108"/>
                  <a:pt x="162" y="112"/>
                </a:cubicBezTo>
                <a:cubicBezTo>
                  <a:pt x="160" y="115"/>
                  <a:pt x="155" y="117"/>
                  <a:pt x="151" y="114"/>
                </a:cubicBezTo>
                <a:cubicBezTo>
                  <a:pt x="147" y="112"/>
                  <a:pt x="146" y="107"/>
                  <a:pt x="148" y="104"/>
                </a:cubicBezTo>
                <a:cubicBezTo>
                  <a:pt x="150" y="100"/>
                  <a:pt x="155" y="98"/>
                  <a:pt x="159" y="101"/>
                </a:cubicBezTo>
                <a:close/>
                <a:moveTo>
                  <a:pt x="132" y="108"/>
                </a:moveTo>
                <a:cubicBezTo>
                  <a:pt x="136" y="110"/>
                  <a:pt x="137" y="115"/>
                  <a:pt x="135" y="119"/>
                </a:cubicBezTo>
                <a:cubicBezTo>
                  <a:pt x="133" y="122"/>
                  <a:pt x="128" y="124"/>
                  <a:pt x="124" y="122"/>
                </a:cubicBezTo>
                <a:cubicBezTo>
                  <a:pt x="121" y="119"/>
                  <a:pt x="119" y="114"/>
                  <a:pt x="121" y="111"/>
                </a:cubicBezTo>
                <a:cubicBezTo>
                  <a:pt x="124" y="107"/>
                  <a:pt x="129" y="106"/>
                  <a:pt x="132" y="108"/>
                </a:cubicBezTo>
                <a:close/>
                <a:moveTo>
                  <a:pt x="174" y="158"/>
                </a:moveTo>
                <a:cubicBezTo>
                  <a:pt x="173" y="164"/>
                  <a:pt x="171" y="171"/>
                  <a:pt x="167" y="177"/>
                </a:cubicBezTo>
                <a:cubicBezTo>
                  <a:pt x="153" y="201"/>
                  <a:pt x="122" y="209"/>
                  <a:pt x="98" y="195"/>
                </a:cubicBezTo>
                <a:cubicBezTo>
                  <a:pt x="74" y="181"/>
                  <a:pt x="66" y="150"/>
                  <a:pt x="80" y="126"/>
                </a:cubicBezTo>
                <a:cubicBezTo>
                  <a:pt x="83" y="120"/>
                  <a:pt x="88" y="115"/>
                  <a:pt x="93" y="111"/>
                </a:cubicBezTo>
                <a:cubicBezTo>
                  <a:pt x="142" y="139"/>
                  <a:pt x="142" y="139"/>
                  <a:pt x="142" y="139"/>
                </a:cubicBezTo>
                <a:cubicBezTo>
                  <a:pt x="142" y="138"/>
                  <a:pt x="142" y="138"/>
                  <a:pt x="142" y="137"/>
                </a:cubicBezTo>
                <a:cubicBezTo>
                  <a:pt x="145" y="133"/>
                  <a:pt x="150" y="132"/>
                  <a:pt x="153" y="134"/>
                </a:cubicBezTo>
                <a:cubicBezTo>
                  <a:pt x="157" y="137"/>
                  <a:pt x="158" y="141"/>
                  <a:pt x="156" y="145"/>
                </a:cubicBezTo>
                <a:cubicBezTo>
                  <a:pt x="156" y="146"/>
                  <a:pt x="156" y="146"/>
                  <a:pt x="155" y="147"/>
                </a:cubicBezTo>
                <a:lnTo>
                  <a:pt x="174" y="158"/>
                </a:lnTo>
                <a:close/>
                <a:moveTo>
                  <a:pt x="107" y="123"/>
                </a:moveTo>
                <a:cubicBezTo>
                  <a:pt x="111" y="131"/>
                  <a:pt x="113" y="140"/>
                  <a:pt x="113" y="150"/>
                </a:cubicBezTo>
                <a:cubicBezTo>
                  <a:pt x="113" y="165"/>
                  <a:pt x="107" y="179"/>
                  <a:pt x="97" y="190"/>
                </a:cubicBezTo>
                <a:cubicBezTo>
                  <a:pt x="95" y="189"/>
                  <a:pt x="94" y="187"/>
                  <a:pt x="93" y="186"/>
                </a:cubicBezTo>
                <a:cubicBezTo>
                  <a:pt x="102" y="177"/>
                  <a:pt x="107" y="164"/>
                  <a:pt x="107" y="150"/>
                </a:cubicBezTo>
                <a:cubicBezTo>
                  <a:pt x="107" y="143"/>
                  <a:pt x="106" y="137"/>
                  <a:pt x="103" y="131"/>
                </a:cubicBezTo>
                <a:cubicBezTo>
                  <a:pt x="82" y="131"/>
                  <a:pt x="82" y="131"/>
                  <a:pt x="82" y="131"/>
                </a:cubicBezTo>
                <a:cubicBezTo>
                  <a:pt x="82" y="130"/>
                  <a:pt x="82" y="130"/>
                  <a:pt x="82" y="130"/>
                </a:cubicBezTo>
                <a:cubicBezTo>
                  <a:pt x="82" y="129"/>
                  <a:pt x="83" y="129"/>
                  <a:pt x="83" y="128"/>
                </a:cubicBezTo>
                <a:cubicBezTo>
                  <a:pt x="86" y="123"/>
                  <a:pt x="89" y="119"/>
                  <a:pt x="93" y="116"/>
                </a:cubicBezTo>
                <a:lnTo>
                  <a:pt x="107" y="123"/>
                </a:lnTo>
                <a:close/>
                <a:moveTo>
                  <a:pt x="44" y="21"/>
                </a:moveTo>
                <a:cubicBezTo>
                  <a:pt x="46" y="21"/>
                  <a:pt x="48" y="22"/>
                  <a:pt x="48" y="24"/>
                </a:cubicBezTo>
                <a:cubicBezTo>
                  <a:pt x="48" y="26"/>
                  <a:pt x="46" y="27"/>
                  <a:pt x="44" y="27"/>
                </a:cubicBezTo>
                <a:cubicBezTo>
                  <a:pt x="43" y="27"/>
                  <a:pt x="41" y="26"/>
                  <a:pt x="41" y="24"/>
                </a:cubicBezTo>
                <a:cubicBezTo>
                  <a:pt x="41" y="22"/>
                  <a:pt x="43" y="21"/>
                  <a:pt x="44" y="21"/>
                </a:cubicBezTo>
                <a:close/>
                <a:moveTo>
                  <a:pt x="68" y="35"/>
                </a:moveTo>
                <a:cubicBezTo>
                  <a:pt x="70" y="35"/>
                  <a:pt x="72" y="36"/>
                  <a:pt x="72" y="38"/>
                </a:cubicBezTo>
                <a:cubicBezTo>
                  <a:pt x="72" y="40"/>
                  <a:pt x="70" y="41"/>
                  <a:pt x="68" y="41"/>
                </a:cubicBezTo>
                <a:cubicBezTo>
                  <a:pt x="67" y="41"/>
                  <a:pt x="65" y="40"/>
                  <a:pt x="65" y="38"/>
                </a:cubicBezTo>
                <a:cubicBezTo>
                  <a:pt x="65" y="36"/>
                  <a:pt x="67" y="35"/>
                  <a:pt x="68" y="35"/>
                </a:cubicBezTo>
                <a:close/>
                <a:moveTo>
                  <a:pt x="62" y="11"/>
                </a:moveTo>
                <a:cubicBezTo>
                  <a:pt x="67" y="11"/>
                  <a:pt x="70" y="14"/>
                  <a:pt x="70" y="19"/>
                </a:cubicBezTo>
                <a:cubicBezTo>
                  <a:pt x="70" y="23"/>
                  <a:pt x="67" y="27"/>
                  <a:pt x="62" y="27"/>
                </a:cubicBezTo>
                <a:cubicBezTo>
                  <a:pt x="58" y="27"/>
                  <a:pt x="54" y="23"/>
                  <a:pt x="54" y="19"/>
                </a:cubicBezTo>
                <a:cubicBezTo>
                  <a:pt x="54" y="14"/>
                  <a:pt x="58" y="11"/>
                  <a:pt x="62" y="11"/>
                </a:cubicBezTo>
                <a:close/>
                <a:moveTo>
                  <a:pt x="57" y="49"/>
                </a:moveTo>
                <a:cubicBezTo>
                  <a:pt x="61" y="49"/>
                  <a:pt x="65" y="52"/>
                  <a:pt x="65" y="57"/>
                </a:cubicBezTo>
                <a:cubicBezTo>
                  <a:pt x="65" y="61"/>
                  <a:pt x="61" y="65"/>
                  <a:pt x="57" y="65"/>
                </a:cubicBezTo>
                <a:cubicBezTo>
                  <a:pt x="52" y="65"/>
                  <a:pt x="49" y="61"/>
                  <a:pt x="49" y="57"/>
                </a:cubicBezTo>
                <a:cubicBezTo>
                  <a:pt x="49" y="52"/>
                  <a:pt x="52" y="49"/>
                  <a:pt x="57" y="49"/>
                </a:cubicBezTo>
                <a:close/>
                <a:moveTo>
                  <a:pt x="48" y="76"/>
                </a:moveTo>
                <a:cubicBezTo>
                  <a:pt x="50" y="76"/>
                  <a:pt x="51" y="78"/>
                  <a:pt x="51" y="80"/>
                </a:cubicBezTo>
                <a:cubicBezTo>
                  <a:pt x="51" y="81"/>
                  <a:pt x="50" y="83"/>
                  <a:pt x="48" y="83"/>
                </a:cubicBezTo>
                <a:cubicBezTo>
                  <a:pt x="46" y="83"/>
                  <a:pt x="45" y="81"/>
                  <a:pt x="45" y="80"/>
                </a:cubicBezTo>
                <a:cubicBezTo>
                  <a:pt x="45" y="78"/>
                  <a:pt x="46" y="76"/>
                  <a:pt x="48" y="76"/>
                </a:cubicBezTo>
                <a:close/>
                <a:moveTo>
                  <a:pt x="58" y="111"/>
                </a:moveTo>
                <a:cubicBezTo>
                  <a:pt x="60" y="111"/>
                  <a:pt x="61" y="113"/>
                  <a:pt x="61" y="115"/>
                </a:cubicBezTo>
                <a:cubicBezTo>
                  <a:pt x="61" y="116"/>
                  <a:pt x="60" y="118"/>
                  <a:pt x="58" y="118"/>
                </a:cubicBezTo>
                <a:cubicBezTo>
                  <a:pt x="56" y="118"/>
                  <a:pt x="55" y="116"/>
                  <a:pt x="55" y="115"/>
                </a:cubicBezTo>
                <a:cubicBezTo>
                  <a:pt x="55" y="113"/>
                  <a:pt x="56" y="111"/>
                  <a:pt x="58" y="111"/>
                </a:cubicBezTo>
                <a:close/>
                <a:moveTo>
                  <a:pt x="62" y="89"/>
                </a:moveTo>
                <a:cubicBezTo>
                  <a:pt x="66" y="89"/>
                  <a:pt x="70" y="92"/>
                  <a:pt x="70" y="97"/>
                </a:cubicBezTo>
                <a:cubicBezTo>
                  <a:pt x="70" y="101"/>
                  <a:pt x="66" y="105"/>
                  <a:pt x="62" y="105"/>
                </a:cubicBezTo>
                <a:cubicBezTo>
                  <a:pt x="58" y="105"/>
                  <a:pt x="54" y="101"/>
                  <a:pt x="54" y="97"/>
                </a:cubicBezTo>
                <a:cubicBezTo>
                  <a:pt x="54" y="92"/>
                  <a:pt x="58" y="89"/>
                  <a:pt x="62" y="89"/>
                </a:cubicBezTo>
                <a:close/>
                <a:moveTo>
                  <a:pt x="43" y="108"/>
                </a:moveTo>
                <a:cubicBezTo>
                  <a:pt x="47" y="108"/>
                  <a:pt x="51" y="112"/>
                  <a:pt x="51" y="116"/>
                </a:cubicBezTo>
                <a:cubicBezTo>
                  <a:pt x="51" y="120"/>
                  <a:pt x="47" y="124"/>
                  <a:pt x="43" y="124"/>
                </a:cubicBezTo>
                <a:cubicBezTo>
                  <a:pt x="38" y="124"/>
                  <a:pt x="35" y="120"/>
                  <a:pt x="35" y="116"/>
                </a:cubicBezTo>
                <a:cubicBezTo>
                  <a:pt x="35" y="112"/>
                  <a:pt x="38" y="108"/>
                  <a:pt x="43" y="108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34D80364-AE74-9BA9-DC97-966ACA73CFE1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777079" y="3335571"/>
            <a:ext cx="377784" cy="396007"/>
          </a:xfrm>
          <a:custGeom>
            <a:avLst/>
            <a:gdLst>
              <a:gd name="T0" fmla="*/ 231 w 231"/>
              <a:gd name="T1" fmla="*/ 232 h 242"/>
              <a:gd name="T2" fmla="*/ 22 w 231"/>
              <a:gd name="T3" fmla="*/ 157 h 242"/>
              <a:gd name="T4" fmla="*/ 22 w 231"/>
              <a:gd name="T5" fmla="*/ 181 h 242"/>
              <a:gd name="T6" fmla="*/ 46 w 231"/>
              <a:gd name="T7" fmla="*/ 46 h 242"/>
              <a:gd name="T8" fmla="*/ 22 w 231"/>
              <a:gd name="T9" fmla="*/ 46 h 242"/>
              <a:gd name="T10" fmla="*/ 198 w 231"/>
              <a:gd name="T11" fmla="*/ 198 h 242"/>
              <a:gd name="T12" fmla="*/ 46 w 231"/>
              <a:gd name="T13" fmla="*/ 181 h 242"/>
              <a:gd name="T14" fmla="*/ 34 w 231"/>
              <a:gd name="T15" fmla="*/ 71 h 242"/>
              <a:gd name="T16" fmla="*/ 34 w 231"/>
              <a:gd name="T17" fmla="*/ 46 h 242"/>
              <a:gd name="T18" fmla="*/ 42 w 231"/>
              <a:gd name="T19" fmla="*/ 161 h 242"/>
              <a:gd name="T20" fmla="*/ 26 w 231"/>
              <a:gd name="T21" fmla="*/ 161 h 242"/>
              <a:gd name="T22" fmla="*/ 42 w 231"/>
              <a:gd name="T23" fmla="*/ 67 h 242"/>
              <a:gd name="T24" fmla="*/ 122 w 231"/>
              <a:gd name="T25" fmla="*/ 77 h 242"/>
              <a:gd name="T26" fmla="*/ 140 w 231"/>
              <a:gd name="T27" fmla="*/ 84 h 242"/>
              <a:gd name="T28" fmla="*/ 148 w 231"/>
              <a:gd name="T29" fmla="*/ 92 h 242"/>
              <a:gd name="T30" fmla="*/ 156 w 231"/>
              <a:gd name="T31" fmla="*/ 110 h 242"/>
              <a:gd name="T32" fmla="*/ 155 w 231"/>
              <a:gd name="T33" fmla="*/ 122 h 242"/>
              <a:gd name="T34" fmla="*/ 148 w 231"/>
              <a:gd name="T35" fmla="*/ 140 h 242"/>
              <a:gd name="T36" fmla="*/ 140 w 231"/>
              <a:gd name="T37" fmla="*/ 148 h 242"/>
              <a:gd name="T38" fmla="*/ 122 w 231"/>
              <a:gd name="T39" fmla="*/ 156 h 242"/>
              <a:gd name="T40" fmla="*/ 110 w 231"/>
              <a:gd name="T41" fmla="*/ 155 h 242"/>
              <a:gd name="T42" fmla="*/ 92 w 231"/>
              <a:gd name="T43" fmla="*/ 148 h 242"/>
              <a:gd name="T44" fmla="*/ 84 w 231"/>
              <a:gd name="T45" fmla="*/ 140 h 242"/>
              <a:gd name="T46" fmla="*/ 76 w 231"/>
              <a:gd name="T47" fmla="*/ 122 h 242"/>
              <a:gd name="T48" fmla="*/ 77 w 231"/>
              <a:gd name="T49" fmla="*/ 110 h 242"/>
              <a:gd name="T50" fmla="*/ 84 w 231"/>
              <a:gd name="T51" fmla="*/ 92 h 242"/>
              <a:gd name="T52" fmla="*/ 92 w 231"/>
              <a:gd name="T53" fmla="*/ 84 h 242"/>
              <a:gd name="T54" fmla="*/ 110 w 231"/>
              <a:gd name="T55" fmla="*/ 76 h 242"/>
              <a:gd name="T56" fmla="*/ 122 w 231"/>
              <a:gd name="T57" fmla="*/ 77 h 242"/>
              <a:gd name="T58" fmla="*/ 123 w 231"/>
              <a:gd name="T59" fmla="*/ 115 h 242"/>
              <a:gd name="T60" fmla="*/ 148 w 231"/>
              <a:gd name="T61" fmla="*/ 102 h 242"/>
              <a:gd name="T62" fmla="*/ 120 w 231"/>
              <a:gd name="T63" fmla="*/ 110 h 242"/>
              <a:gd name="T64" fmla="*/ 129 w 231"/>
              <a:gd name="T65" fmla="*/ 83 h 242"/>
              <a:gd name="T66" fmla="*/ 117 w 231"/>
              <a:gd name="T67" fmla="*/ 109 h 242"/>
              <a:gd name="T68" fmla="*/ 123 w 231"/>
              <a:gd name="T69" fmla="*/ 117 h 242"/>
              <a:gd name="T70" fmla="*/ 145 w 231"/>
              <a:gd name="T71" fmla="*/ 138 h 242"/>
              <a:gd name="T72" fmla="*/ 150 w 231"/>
              <a:gd name="T73" fmla="*/ 117 h 242"/>
              <a:gd name="T74" fmla="*/ 117 w 231"/>
              <a:gd name="T75" fmla="*/ 123 h 242"/>
              <a:gd name="T76" fmla="*/ 129 w 231"/>
              <a:gd name="T77" fmla="*/ 148 h 242"/>
              <a:gd name="T78" fmla="*/ 115 w 231"/>
              <a:gd name="T79" fmla="*/ 150 h 242"/>
              <a:gd name="T80" fmla="*/ 93 w 231"/>
              <a:gd name="T81" fmla="*/ 141 h 242"/>
              <a:gd name="T82" fmla="*/ 112 w 231"/>
              <a:gd name="T83" fmla="*/ 152 h 242"/>
              <a:gd name="T84" fmla="*/ 111 w 231"/>
              <a:gd name="T85" fmla="*/ 120 h 242"/>
              <a:gd name="T86" fmla="*/ 80 w 231"/>
              <a:gd name="T87" fmla="*/ 120 h 242"/>
              <a:gd name="T88" fmla="*/ 91 w 231"/>
              <a:gd name="T89" fmla="*/ 139 h 242"/>
              <a:gd name="T90" fmla="*/ 111 w 231"/>
              <a:gd name="T91" fmla="*/ 112 h 242"/>
              <a:gd name="T92" fmla="*/ 84 w 231"/>
              <a:gd name="T93" fmla="*/ 102 h 242"/>
              <a:gd name="T94" fmla="*/ 93 w 231"/>
              <a:gd name="T95" fmla="*/ 91 h 242"/>
              <a:gd name="T96" fmla="*/ 115 w 231"/>
              <a:gd name="T97" fmla="*/ 82 h 242"/>
              <a:gd name="T98" fmla="*/ 93 w 231"/>
              <a:gd name="T99" fmla="*/ 87 h 242"/>
              <a:gd name="T100" fmla="*/ 51 w 231"/>
              <a:gd name="T101" fmla="*/ 232 h 242"/>
              <a:gd name="T102" fmla="*/ 18 w 231"/>
              <a:gd name="T103" fmla="*/ 232 h 242"/>
              <a:gd name="T104" fmla="*/ 213 w 231"/>
              <a:gd name="T105" fmla="*/ 242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1" h="242">
                <a:moveTo>
                  <a:pt x="0" y="0"/>
                </a:moveTo>
                <a:cubicBezTo>
                  <a:pt x="231" y="0"/>
                  <a:pt x="231" y="0"/>
                  <a:pt x="231" y="0"/>
                </a:cubicBezTo>
                <a:cubicBezTo>
                  <a:pt x="231" y="232"/>
                  <a:pt x="231" y="232"/>
                  <a:pt x="231" y="232"/>
                </a:cubicBezTo>
                <a:cubicBezTo>
                  <a:pt x="0" y="232"/>
                  <a:pt x="0" y="232"/>
                  <a:pt x="0" y="232"/>
                </a:cubicBezTo>
                <a:lnTo>
                  <a:pt x="0" y="0"/>
                </a:lnTo>
                <a:close/>
                <a:moveTo>
                  <a:pt x="22" y="157"/>
                </a:moveTo>
                <a:cubicBezTo>
                  <a:pt x="46" y="157"/>
                  <a:pt x="46" y="157"/>
                  <a:pt x="46" y="157"/>
                </a:cubicBezTo>
                <a:cubicBezTo>
                  <a:pt x="46" y="181"/>
                  <a:pt x="46" y="181"/>
                  <a:pt x="46" y="181"/>
                </a:cubicBezTo>
                <a:cubicBezTo>
                  <a:pt x="22" y="181"/>
                  <a:pt x="22" y="181"/>
                  <a:pt x="22" y="181"/>
                </a:cubicBezTo>
                <a:lnTo>
                  <a:pt x="22" y="157"/>
                </a:lnTo>
                <a:close/>
                <a:moveTo>
                  <a:pt x="22" y="46"/>
                </a:moveTo>
                <a:cubicBezTo>
                  <a:pt x="46" y="46"/>
                  <a:pt x="46" y="46"/>
                  <a:pt x="46" y="46"/>
                </a:cubicBezTo>
                <a:cubicBezTo>
                  <a:pt x="46" y="71"/>
                  <a:pt x="46" y="71"/>
                  <a:pt x="46" y="71"/>
                </a:cubicBezTo>
                <a:cubicBezTo>
                  <a:pt x="22" y="71"/>
                  <a:pt x="22" y="71"/>
                  <a:pt x="22" y="71"/>
                </a:cubicBezTo>
                <a:lnTo>
                  <a:pt x="22" y="46"/>
                </a:lnTo>
                <a:close/>
                <a:moveTo>
                  <a:pt x="34" y="34"/>
                </a:moveTo>
                <a:cubicBezTo>
                  <a:pt x="198" y="34"/>
                  <a:pt x="198" y="34"/>
                  <a:pt x="198" y="34"/>
                </a:cubicBezTo>
                <a:cubicBezTo>
                  <a:pt x="198" y="198"/>
                  <a:pt x="198" y="198"/>
                  <a:pt x="198" y="198"/>
                </a:cubicBezTo>
                <a:cubicBezTo>
                  <a:pt x="34" y="198"/>
                  <a:pt x="34" y="198"/>
                  <a:pt x="34" y="198"/>
                </a:cubicBezTo>
                <a:cubicBezTo>
                  <a:pt x="34" y="181"/>
                  <a:pt x="34" y="181"/>
                  <a:pt x="34" y="181"/>
                </a:cubicBezTo>
                <a:cubicBezTo>
                  <a:pt x="46" y="181"/>
                  <a:pt x="46" y="181"/>
                  <a:pt x="46" y="181"/>
                </a:cubicBezTo>
                <a:cubicBezTo>
                  <a:pt x="46" y="157"/>
                  <a:pt x="46" y="157"/>
                  <a:pt x="46" y="157"/>
                </a:cubicBezTo>
                <a:cubicBezTo>
                  <a:pt x="34" y="157"/>
                  <a:pt x="34" y="157"/>
                  <a:pt x="34" y="157"/>
                </a:cubicBezTo>
                <a:cubicBezTo>
                  <a:pt x="34" y="71"/>
                  <a:pt x="34" y="71"/>
                  <a:pt x="34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46"/>
                  <a:pt x="46" y="46"/>
                  <a:pt x="46" y="46"/>
                </a:cubicBezTo>
                <a:cubicBezTo>
                  <a:pt x="34" y="46"/>
                  <a:pt x="34" y="46"/>
                  <a:pt x="34" y="46"/>
                </a:cubicBezTo>
                <a:lnTo>
                  <a:pt x="34" y="34"/>
                </a:lnTo>
                <a:close/>
                <a:moveTo>
                  <a:pt x="26" y="161"/>
                </a:moveTo>
                <a:cubicBezTo>
                  <a:pt x="42" y="161"/>
                  <a:pt x="42" y="161"/>
                  <a:pt x="42" y="161"/>
                </a:cubicBezTo>
                <a:cubicBezTo>
                  <a:pt x="42" y="177"/>
                  <a:pt x="42" y="177"/>
                  <a:pt x="42" y="177"/>
                </a:cubicBezTo>
                <a:cubicBezTo>
                  <a:pt x="26" y="177"/>
                  <a:pt x="26" y="177"/>
                  <a:pt x="26" y="177"/>
                </a:cubicBezTo>
                <a:lnTo>
                  <a:pt x="26" y="161"/>
                </a:lnTo>
                <a:close/>
                <a:moveTo>
                  <a:pt x="26" y="50"/>
                </a:moveTo>
                <a:cubicBezTo>
                  <a:pt x="42" y="50"/>
                  <a:pt x="42" y="50"/>
                  <a:pt x="42" y="50"/>
                </a:cubicBezTo>
                <a:cubicBezTo>
                  <a:pt x="42" y="67"/>
                  <a:pt x="42" y="67"/>
                  <a:pt x="42" y="67"/>
                </a:cubicBezTo>
                <a:cubicBezTo>
                  <a:pt x="26" y="67"/>
                  <a:pt x="26" y="67"/>
                  <a:pt x="26" y="67"/>
                </a:cubicBezTo>
                <a:lnTo>
                  <a:pt x="26" y="50"/>
                </a:lnTo>
                <a:close/>
                <a:moveTo>
                  <a:pt x="122" y="77"/>
                </a:moveTo>
                <a:cubicBezTo>
                  <a:pt x="131" y="81"/>
                  <a:pt x="131" y="81"/>
                  <a:pt x="131" y="81"/>
                </a:cubicBezTo>
                <a:cubicBezTo>
                  <a:pt x="140" y="84"/>
                  <a:pt x="140" y="84"/>
                  <a:pt x="140" y="84"/>
                </a:cubicBezTo>
                <a:cubicBezTo>
                  <a:pt x="140" y="84"/>
                  <a:pt x="140" y="84"/>
                  <a:pt x="140" y="84"/>
                </a:cubicBezTo>
                <a:cubicBezTo>
                  <a:pt x="142" y="82"/>
                  <a:pt x="146" y="82"/>
                  <a:pt x="148" y="84"/>
                </a:cubicBezTo>
                <a:cubicBezTo>
                  <a:pt x="150" y="86"/>
                  <a:pt x="150" y="90"/>
                  <a:pt x="148" y="92"/>
                </a:cubicBezTo>
                <a:cubicBezTo>
                  <a:pt x="148" y="92"/>
                  <a:pt x="148" y="92"/>
                  <a:pt x="148" y="92"/>
                </a:cubicBezTo>
                <a:cubicBezTo>
                  <a:pt x="152" y="101"/>
                  <a:pt x="152" y="101"/>
                  <a:pt x="152" y="101"/>
                </a:cubicBezTo>
                <a:cubicBezTo>
                  <a:pt x="155" y="110"/>
                  <a:pt x="155" y="110"/>
                  <a:pt x="155" y="110"/>
                </a:cubicBezTo>
                <a:cubicBezTo>
                  <a:pt x="155" y="110"/>
                  <a:pt x="155" y="110"/>
                  <a:pt x="156" y="110"/>
                </a:cubicBezTo>
                <a:cubicBezTo>
                  <a:pt x="159" y="110"/>
                  <a:pt x="161" y="113"/>
                  <a:pt x="161" y="116"/>
                </a:cubicBezTo>
                <a:cubicBezTo>
                  <a:pt x="161" y="119"/>
                  <a:pt x="159" y="122"/>
                  <a:pt x="156" y="122"/>
                </a:cubicBezTo>
                <a:cubicBezTo>
                  <a:pt x="155" y="122"/>
                  <a:pt x="155" y="122"/>
                  <a:pt x="155" y="122"/>
                </a:cubicBezTo>
                <a:cubicBezTo>
                  <a:pt x="152" y="131"/>
                  <a:pt x="152" y="131"/>
                  <a:pt x="152" y="131"/>
                </a:cubicBezTo>
                <a:cubicBezTo>
                  <a:pt x="148" y="140"/>
                  <a:pt x="148" y="140"/>
                  <a:pt x="148" y="140"/>
                </a:cubicBezTo>
                <a:cubicBezTo>
                  <a:pt x="148" y="140"/>
                  <a:pt x="148" y="140"/>
                  <a:pt x="148" y="140"/>
                </a:cubicBezTo>
                <a:cubicBezTo>
                  <a:pt x="150" y="142"/>
                  <a:pt x="150" y="146"/>
                  <a:pt x="148" y="148"/>
                </a:cubicBezTo>
                <a:cubicBezTo>
                  <a:pt x="146" y="150"/>
                  <a:pt x="142" y="150"/>
                  <a:pt x="140" y="148"/>
                </a:cubicBezTo>
                <a:cubicBezTo>
                  <a:pt x="140" y="148"/>
                  <a:pt x="140" y="148"/>
                  <a:pt x="140" y="148"/>
                </a:cubicBezTo>
                <a:cubicBezTo>
                  <a:pt x="131" y="151"/>
                  <a:pt x="131" y="151"/>
                  <a:pt x="131" y="151"/>
                </a:cubicBezTo>
                <a:cubicBezTo>
                  <a:pt x="122" y="155"/>
                  <a:pt x="122" y="155"/>
                  <a:pt x="122" y="155"/>
                </a:cubicBezTo>
                <a:cubicBezTo>
                  <a:pt x="122" y="155"/>
                  <a:pt x="122" y="155"/>
                  <a:pt x="122" y="156"/>
                </a:cubicBezTo>
                <a:cubicBezTo>
                  <a:pt x="122" y="159"/>
                  <a:pt x="119" y="161"/>
                  <a:pt x="116" y="161"/>
                </a:cubicBezTo>
                <a:cubicBezTo>
                  <a:pt x="113" y="161"/>
                  <a:pt x="110" y="159"/>
                  <a:pt x="110" y="156"/>
                </a:cubicBezTo>
                <a:cubicBezTo>
                  <a:pt x="110" y="155"/>
                  <a:pt x="110" y="155"/>
                  <a:pt x="110" y="155"/>
                </a:cubicBezTo>
                <a:cubicBezTo>
                  <a:pt x="101" y="151"/>
                  <a:pt x="101" y="151"/>
                  <a:pt x="101" y="151"/>
                </a:cubicBezTo>
                <a:cubicBezTo>
                  <a:pt x="92" y="148"/>
                  <a:pt x="92" y="148"/>
                  <a:pt x="92" y="148"/>
                </a:cubicBezTo>
                <a:cubicBezTo>
                  <a:pt x="92" y="148"/>
                  <a:pt x="92" y="148"/>
                  <a:pt x="92" y="148"/>
                </a:cubicBezTo>
                <a:cubicBezTo>
                  <a:pt x="90" y="150"/>
                  <a:pt x="86" y="150"/>
                  <a:pt x="84" y="148"/>
                </a:cubicBezTo>
                <a:cubicBezTo>
                  <a:pt x="82" y="146"/>
                  <a:pt x="82" y="142"/>
                  <a:pt x="84" y="140"/>
                </a:cubicBezTo>
                <a:cubicBezTo>
                  <a:pt x="84" y="140"/>
                  <a:pt x="84" y="140"/>
                  <a:pt x="84" y="140"/>
                </a:cubicBezTo>
                <a:cubicBezTo>
                  <a:pt x="81" y="131"/>
                  <a:pt x="81" y="131"/>
                  <a:pt x="81" y="131"/>
                </a:cubicBezTo>
                <a:cubicBezTo>
                  <a:pt x="77" y="122"/>
                  <a:pt x="77" y="122"/>
                  <a:pt x="77" y="122"/>
                </a:cubicBezTo>
                <a:cubicBezTo>
                  <a:pt x="77" y="122"/>
                  <a:pt x="76" y="122"/>
                  <a:pt x="76" y="122"/>
                </a:cubicBezTo>
                <a:cubicBezTo>
                  <a:pt x="73" y="122"/>
                  <a:pt x="71" y="119"/>
                  <a:pt x="71" y="116"/>
                </a:cubicBezTo>
                <a:cubicBezTo>
                  <a:pt x="71" y="113"/>
                  <a:pt x="73" y="110"/>
                  <a:pt x="76" y="110"/>
                </a:cubicBezTo>
                <a:cubicBezTo>
                  <a:pt x="76" y="110"/>
                  <a:pt x="77" y="110"/>
                  <a:pt x="77" y="110"/>
                </a:cubicBezTo>
                <a:cubicBezTo>
                  <a:pt x="81" y="101"/>
                  <a:pt x="81" y="101"/>
                  <a:pt x="81" y="101"/>
                </a:cubicBezTo>
                <a:cubicBezTo>
                  <a:pt x="84" y="92"/>
                  <a:pt x="84" y="92"/>
                  <a:pt x="84" y="92"/>
                </a:cubicBezTo>
                <a:cubicBezTo>
                  <a:pt x="84" y="92"/>
                  <a:pt x="84" y="92"/>
                  <a:pt x="84" y="92"/>
                </a:cubicBezTo>
                <a:cubicBezTo>
                  <a:pt x="82" y="90"/>
                  <a:pt x="82" y="86"/>
                  <a:pt x="84" y="84"/>
                </a:cubicBezTo>
                <a:cubicBezTo>
                  <a:pt x="86" y="82"/>
                  <a:pt x="90" y="82"/>
                  <a:pt x="92" y="84"/>
                </a:cubicBezTo>
                <a:cubicBezTo>
                  <a:pt x="92" y="84"/>
                  <a:pt x="92" y="84"/>
                  <a:pt x="92" y="84"/>
                </a:cubicBezTo>
                <a:cubicBezTo>
                  <a:pt x="101" y="81"/>
                  <a:pt x="101" y="81"/>
                  <a:pt x="101" y="81"/>
                </a:cubicBezTo>
                <a:cubicBezTo>
                  <a:pt x="110" y="77"/>
                  <a:pt x="110" y="77"/>
                  <a:pt x="110" y="77"/>
                </a:cubicBezTo>
                <a:cubicBezTo>
                  <a:pt x="110" y="77"/>
                  <a:pt x="110" y="76"/>
                  <a:pt x="110" y="76"/>
                </a:cubicBezTo>
                <a:cubicBezTo>
                  <a:pt x="110" y="73"/>
                  <a:pt x="113" y="71"/>
                  <a:pt x="116" y="71"/>
                </a:cubicBezTo>
                <a:cubicBezTo>
                  <a:pt x="119" y="71"/>
                  <a:pt x="122" y="73"/>
                  <a:pt x="122" y="76"/>
                </a:cubicBezTo>
                <a:cubicBezTo>
                  <a:pt x="122" y="76"/>
                  <a:pt x="122" y="77"/>
                  <a:pt x="122" y="77"/>
                </a:cubicBezTo>
                <a:close/>
                <a:moveTo>
                  <a:pt x="141" y="92"/>
                </a:moveTo>
                <a:cubicBezTo>
                  <a:pt x="122" y="112"/>
                  <a:pt x="122" y="112"/>
                  <a:pt x="122" y="112"/>
                </a:cubicBezTo>
                <a:cubicBezTo>
                  <a:pt x="122" y="113"/>
                  <a:pt x="122" y="114"/>
                  <a:pt x="123" y="115"/>
                </a:cubicBezTo>
                <a:cubicBezTo>
                  <a:pt x="150" y="115"/>
                  <a:pt x="150" y="115"/>
                  <a:pt x="150" y="115"/>
                </a:cubicBezTo>
                <a:cubicBezTo>
                  <a:pt x="151" y="114"/>
                  <a:pt x="151" y="112"/>
                  <a:pt x="152" y="112"/>
                </a:cubicBezTo>
                <a:cubicBezTo>
                  <a:pt x="148" y="102"/>
                  <a:pt x="148" y="102"/>
                  <a:pt x="148" y="102"/>
                </a:cubicBezTo>
                <a:cubicBezTo>
                  <a:pt x="145" y="93"/>
                  <a:pt x="145" y="93"/>
                  <a:pt x="145" y="93"/>
                </a:cubicBezTo>
                <a:cubicBezTo>
                  <a:pt x="143" y="94"/>
                  <a:pt x="142" y="93"/>
                  <a:pt x="141" y="92"/>
                </a:cubicBezTo>
                <a:close/>
                <a:moveTo>
                  <a:pt x="120" y="110"/>
                </a:moveTo>
                <a:cubicBezTo>
                  <a:pt x="139" y="91"/>
                  <a:pt x="139" y="91"/>
                  <a:pt x="139" y="91"/>
                </a:cubicBezTo>
                <a:cubicBezTo>
                  <a:pt x="139" y="90"/>
                  <a:pt x="138" y="89"/>
                  <a:pt x="138" y="87"/>
                </a:cubicBezTo>
                <a:cubicBezTo>
                  <a:pt x="129" y="83"/>
                  <a:pt x="129" y="83"/>
                  <a:pt x="129" y="83"/>
                </a:cubicBezTo>
                <a:cubicBezTo>
                  <a:pt x="120" y="80"/>
                  <a:pt x="120" y="80"/>
                  <a:pt x="120" y="80"/>
                </a:cubicBezTo>
                <a:cubicBezTo>
                  <a:pt x="120" y="81"/>
                  <a:pt x="119" y="82"/>
                  <a:pt x="117" y="82"/>
                </a:cubicBezTo>
                <a:cubicBezTo>
                  <a:pt x="117" y="109"/>
                  <a:pt x="117" y="109"/>
                  <a:pt x="117" y="109"/>
                </a:cubicBezTo>
                <a:cubicBezTo>
                  <a:pt x="118" y="109"/>
                  <a:pt x="119" y="110"/>
                  <a:pt x="120" y="110"/>
                </a:cubicBezTo>
                <a:close/>
                <a:moveTo>
                  <a:pt x="150" y="117"/>
                </a:moveTo>
                <a:cubicBezTo>
                  <a:pt x="123" y="117"/>
                  <a:pt x="123" y="117"/>
                  <a:pt x="123" y="117"/>
                </a:cubicBezTo>
                <a:cubicBezTo>
                  <a:pt x="122" y="118"/>
                  <a:pt x="122" y="119"/>
                  <a:pt x="122" y="120"/>
                </a:cubicBezTo>
                <a:cubicBezTo>
                  <a:pt x="141" y="139"/>
                  <a:pt x="141" y="139"/>
                  <a:pt x="141" y="139"/>
                </a:cubicBezTo>
                <a:cubicBezTo>
                  <a:pt x="142" y="139"/>
                  <a:pt x="143" y="138"/>
                  <a:pt x="145" y="138"/>
                </a:cubicBezTo>
                <a:cubicBezTo>
                  <a:pt x="148" y="129"/>
                  <a:pt x="148" y="129"/>
                  <a:pt x="148" y="129"/>
                </a:cubicBezTo>
                <a:cubicBezTo>
                  <a:pt x="152" y="120"/>
                  <a:pt x="152" y="120"/>
                  <a:pt x="152" y="120"/>
                </a:cubicBezTo>
                <a:cubicBezTo>
                  <a:pt x="151" y="119"/>
                  <a:pt x="151" y="118"/>
                  <a:pt x="150" y="117"/>
                </a:cubicBezTo>
                <a:close/>
                <a:moveTo>
                  <a:pt x="139" y="141"/>
                </a:moveTo>
                <a:cubicBezTo>
                  <a:pt x="120" y="122"/>
                  <a:pt x="120" y="122"/>
                  <a:pt x="120" y="122"/>
                </a:cubicBezTo>
                <a:cubicBezTo>
                  <a:pt x="119" y="122"/>
                  <a:pt x="118" y="122"/>
                  <a:pt x="117" y="123"/>
                </a:cubicBezTo>
                <a:cubicBezTo>
                  <a:pt x="117" y="150"/>
                  <a:pt x="117" y="150"/>
                  <a:pt x="117" y="150"/>
                </a:cubicBezTo>
                <a:cubicBezTo>
                  <a:pt x="119" y="150"/>
                  <a:pt x="120" y="151"/>
                  <a:pt x="120" y="152"/>
                </a:cubicBezTo>
                <a:cubicBezTo>
                  <a:pt x="129" y="148"/>
                  <a:pt x="129" y="148"/>
                  <a:pt x="129" y="148"/>
                </a:cubicBezTo>
                <a:cubicBezTo>
                  <a:pt x="138" y="145"/>
                  <a:pt x="138" y="145"/>
                  <a:pt x="138" y="145"/>
                </a:cubicBezTo>
                <a:cubicBezTo>
                  <a:pt x="138" y="143"/>
                  <a:pt x="139" y="142"/>
                  <a:pt x="139" y="141"/>
                </a:cubicBezTo>
                <a:close/>
                <a:moveTo>
                  <a:pt x="115" y="150"/>
                </a:moveTo>
                <a:cubicBezTo>
                  <a:pt x="115" y="123"/>
                  <a:pt x="115" y="123"/>
                  <a:pt x="115" y="123"/>
                </a:cubicBezTo>
                <a:cubicBezTo>
                  <a:pt x="114" y="122"/>
                  <a:pt x="113" y="122"/>
                  <a:pt x="112" y="122"/>
                </a:cubicBezTo>
                <a:cubicBezTo>
                  <a:pt x="93" y="141"/>
                  <a:pt x="93" y="141"/>
                  <a:pt x="93" y="141"/>
                </a:cubicBezTo>
                <a:cubicBezTo>
                  <a:pt x="93" y="142"/>
                  <a:pt x="94" y="143"/>
                  <a:pt x="93" y="145"/>
                </a:cubicBezTo>
                <a:cubicBezTo>
                  <a:pt x="102" y="148"/>
                  <a:pt x="102" y="148"/>
                  <a:pt x="102" y="148"/>
                </a:cubicBezTo>
                <a:cubicBezTo>
                  <a:pt x="112" y="152"/>
                  <a:pt x="112" y="152"/>
                  <a:pt x="112" y="152"/>
                </a:cubicBezTo>
                <a:cubicBezTo>
                  <a:pt x="112" y="151"/>
                  <a:pt x="114" y="150"/>
                  <a:pt x="115" y="150"/>
                </a:cubicBezTo>
                <a:close/>
                <a:moveTo>
                  <a:pt x="91" y="139"/>
                </a:moveTo>
                <a:cubicBezTo>
                  <a:pt x="111" y="120"/>
                  <a:pt x="111" y="120"/>
                  <a:pt x="111" y="120"/>
                </a:cubicBezTo>
                <a:cubicBezTo>
                  <a:pt x="110" y="119"/>
                  <a:pt x="109" y="118"/>
                  <a:pt x="109" y="117"/>
                </a:cubicBezTo>
                <a:cubicBezTo>
                  <a:pt x="82" y="117"/>
                  <a:pt x="82" y="117"/>
                  <a:pt x="82" y="117"/>
                </a:cubicBezTo>
                <a:cubicBezTo>
                  <a:pt x="82" y="118"/>
                  <a:pt x="81" y="119"/>
                  <a:pt x="80" y="120"/>
                </a:cubicBezTo>
                <a:cubicBezTo>
                  <a:pt x="84" y="129"/>
                  <a:pt x="84" y="129"/>
                  <a:pt x="84" y="129"/>
                </a:cubicBezTo>
                <a:cubicBezTo>
                  <a:pt x="87" y="138"/>
                  <a:pt x="87" y="138"/>
                  <a:pt x="87" y="138"/>
                </a:cubicBezTo>
                <a:cubicBezTo>
                  <a:pt x="89" y="138"/>
                  <a:pt x="90" y="139"/>
                  <a:pt x="91" y="139"/>
                </a:cubicBezTo>
                <a:close/>
                <a:moveTo>
                  <a:pt x="82" y="115"/>
                </a:moveTo>
                <a:cubicBezTo>
                  <a:pt x="109" y="115"/>
                  <a:pt x="109" y="115"/>
                  <a:pt x="109" y="115"/>
                </a:cubicBezTo>
                <a:cubicBezTo>
                  <a:pt x="109" y="114"/>
                  <a:pt x="110" y="113"/>
                  <a:pt x="111" y="112"/>
                </a:cubicBezTo>
                <a:cubicBezTo>
                  <a:pt x="91" y="92"/>
                  <a:pt x="91" y="92"/>
                  <a:pt x="91" y="92"/>
                </a:cubicBezTo>
                <a:cubicBezTo>
                  <a:pt x="90" y="93"/>
                  <a:pt x="89" y="94"/>
                  <a:pt x="87" y="93"/>
                </a:cubicBezTo>
                <a:cubicBezTo>
                  <a:pt x="84" y="102"/>
                  <a:pt x="84" y="102"/>
                  <a:pt x="84" y="102"/>
                </a:cubicBezTo>
                <a:cubicBezTo>
                  <a:pt x="80" y="112"/>
                  <a:pt x="80" y="112"/>
                  <a:pt x="80" y="112"/>
                </a:cubicBezTo>
                <a:cubicBezTo>
                  <a:pt x="81" y="112"/>
                  <a:pt x="82" y="114"/>
                  <a:pt x="82" y="115"/>
                </a:cubicBezTo>
                <a:close/>
                <a:moveTo>
                  <a:pt x="93" y="91"/>
                </a:moveTo>
                <a:cubicBezTo>
                  <a:pt x="112" y="110"/>
                  <a:pt x="112" y="110"/>
                  <a:pt x="112" y="110"/>
                </a:cubicBezTo>
                <a:cubicBezTo>
                  <a:pt x="113" y="110"/>
                  <a:pt x="114" y="109"/>
                  <a:pt x="115" y="109"/>
                </a:cubicBezTo>
                <a:cubicBezTo>
                  <a:pt x="115" y="82"/>
                  <a:pt x="115" y="82"/>
                  <a:pt x="115" y="82"/>
                </a:cubicBezTo>
                <a:cubicBezTo>
                  <a:pt x="114" y="82"/>
                  <a:pt x="112" y="81"/>
                  <a:pt x="112" y="80"/>
                </a:cubicBezTo>
                <a:cubicBezTo>
                  <a:pt x="102" y="83"/>
                  <a:pt x="102" y="83"/>
                  <a:pt x="102" y="83"/>
                </a:cubicBezTo>
                <a:cubicBezTo>
                  <a:pt x="93" y="87"/>
                  <a:pt x="93" y="87"/>
                  <a:pt x="93" y="87"/>
                </a:cubicBezTo>
                <a:cubicBezTo>
                  <a:pt x="94" y="89"/>
                  <a:pt x="93" y="90"/>
                  <a:pt x="93" y="91"/>
                </a:cubicBezTo>
                <a:close/>
                <a:moveTo>
                  <a:pt x="18" y="232"/>
                </a:moveTo>
                <a:cubicBezTo>
                  <a:pt x="51" y="232"/>
                  <a:pt x="51" y="232"/>
                  <a:pt x="51" y="232"/>
                </a:cubicBezTo>
                <a:cubicBezTo>
                  <a:pt x="51" y="242"/>
                  <a:pt x="51" y="242"/>
                  <a:pt x="51" y="242"/>
                </a:cubicBezTo>
                <a:cubicBezTo>
                  <a:pt x="18" y="242"/>
                  <a:pt x="18" y="242"/>
                  <a:pt x="18" y="242"/>
                </a:cubicBezTo>
                <a:lnTo>
                  <a:pt x="18" y="232"/>
                </a:lnTo>
                <a:close/>
                <a:moveTo>
                  <a:pt x="180" y="232"/>
                </a:moveTo>
                <a:cubicBezTo>
                  <a:pt x="213" y="232"/>
                  <a:pt x="213" y="232"/>
                  <a:pt x="213" y="232"/>
                </a:cubicBezTo>
                <a:cubicBezTo>
                  <a:pt x="213" y="242"/>
                  <a:pt x="213" y="242"/>
                  <a:pt x="213" y="242"/>
                </a:cubicBezTo>
                <a:cubicBezTo>
                  <a:pt x="180" y="242"/>
                  <a:pt x="180" y="242"/>
                  <a:pt x="180" y="242"/>
                </a:cubicBezTo>
                <a:lnTo>
                  <a:pt x="180" y="232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6" name="Freeform 30">
            <a:extLst>
              <a:ext uri="{FF2B5EF4-FFF2-40B4-BE49-F238E27FC236}">
                <a16:creationId xmlns:a16="http://schemas.microsoft.com/office/drawing/2014/main" id="{C1A0758D-DCE0-49AC-4A99-A1D4CA0E6529}"/>
              </a:ext>
            </a:extLst>
          </p:cNvPr>
          <p:cNvSpPr>
            <a:spLocks noEditPoints="1"/>
          </p:cNvSpPr>
          <p:nvPr/>
        </p:nvSpPr>
        <p:spPr bwMode="auto">
          <a:xfrm>
            <a:off x="7028797" y="2327810"/>
            <a:ext cx="345416" cy="343914"/>
          </a:xfrm>
          <a:custGeom>
            <a:avLst/>
            <a:gdLst>
              <a:gd name="T0" fmla="*/ 37 w 252"/>
              <a:gd name="T1" fmla="*/ 175 h 251"/>
              <a:gd name="T2" fmla="*/ 27 w 252"/>
              <a:gd name="T3" fmla="*/ 205 h 251"/>
              <a:gd name="T4" fmla="*/ 61 w 252"/>
              <a:gd name="T5" fmla="*/ 225 h 251"/>
              <a:gd name="T6" fmla="*/ 98 w 252"/>
              <a:gd name="T7" fmla="*/ 223 h 251"/>
              <a:gd name="T8" fmla="*/ 112 w 252"/>
              <a:gd name="T9" fmla="*/ 251 h 251"/>
              <a:gd name="T10" fmla="*/ 150 w 252"/>
              <a:gd name="T11" fmla="*/ 241 h 251"/>
              <a:gd name="T12" fmla="*/ 177 w 252"/>
              <a:gd name="T13" fmla="*/ 214 h 251"/>
              <a:gd name="T14" fmla="*/ 206 w 252"/>
              <a:gd name="T15" fmla="*/ 224 h 251"/>
              <a:gd name="T16" fmla="*/ 226 w 252"/>
              <a:gd name="T17" fmla="*/ 189 h 251"/>
              <a:gd name="T18" fmla="*/ 225 w 252"/>
              <a:gd name="T19" fmla="*/ 152 h 251"/>
              <a:gd name="T20" fmla="*/ 252 w 252"/>
              <a:gd name="T21" fmla="*/ 139 h 251"/>
              <a:gd name="T22" fmla="*/ 241 w 252"/>
              <a:gd name="T23" fmla="*/ 100 h 251"/>
              <a:gd name="T24" fmla="*/ 216 w 252"/>
              <a:gd name="T25" fmla="*/ 74 h 251"/>
              <a:gd name="T26" fmla="*/ 225 w 252"/>
              <a:gd name="T27" fmla="*/ 47 h 251"/>
              <a:gd name="T28" fmla="*/ 190 w 252"/>
              <a:gd name="T29" fmla="*/ 26 h 251"/>
              <a:gd name="T30" fmla="*/ 153 w 252"/>
              <a:gd name="T31" fmla="*/ 26 h 251"/>
              <a:gd name="T32" fmla="*/ 140 w 252"/>
              <a:gd name="T33" fmla="*/ 0 h 251"/>
              <a:gd name="T34" fmla="*/ 101 w 252"/>
              <a:gd name="T35" fmla="*/ 10 h 251"/>
              <a:gd name="T36" fmla="*/ 74 w 252"/>
              <a:gd name="T37" fmla="*/ 36 h 251"/>
              <a:gd name="T38" fmla="*/ 46 w 252"/>
              <a:gd name="T39" fmla="*/ 27 h 251"/>
              <a:gd name="T40" fmla="*/ 26 w 252"/>
              <a:gd name="T41" fmla="*/ 62 h 251"/>
              <a:gd name="T42" fmla="*/ 27 w 252"/>
              <a:gd name="T43" fmla="*/ 99 h 251"/>
              <a:gd name="T44" fmla="*/ 0 w 252"/>
              <a:gd name="T45" fmla="*/ 113 h 251"/>
              <a:gd name="T46" fmla="*/ 10 w 252"/>
              <a:gd name="T47" fmla="*/ 151 h 251"/>
              <a:gd name="T48" fmla="*/ 126 w 252"/>
              <a:gd name="T49" fmla="*/ 41 h 251"/>
              <a:gd name="T50" fmla="*/ 126 w 252"/>
              <a:gd name="T51" fmla="*/ 210 h 251"/>
              <a:gd name="T52" fmla="*/ 126 w 252"/>
              <a:gd name="T53" fmla="*/ 41 h 251"/>
              <a:gd name="T54" fmla="*/ 142 w 252"/>
              <a:gd name="T55" fmla="*/ 137 h 251"/>
              <a:gd name="T56" fmla="*/ 141 w 252"/>
              <a:gd name="T57" fmla="*/ 153 h 251"/>
              <a:gd name="T58" fmla="*/ 132 w 252"/>
              <a:gd name="T59" fmla="*/ 132 h 251"/>
              <a:gd name="T60" fmla="*/ 120 w 252"/>
              <a:gd name="T61" fmla="*/ 173 h 251"/>
              <a:gd name="T62" fmla="*/ 132 w 252"/>
              <a:gd name="T63" fmla="*/ 186 h 251"/>
              <a:gd name="T64" fmla="*/ 156 w 252"/>
              <a:gd name="T65" fmla="*/ 163 h 251"/>
              <a:gd name="T66" fmla="*/ 158 w 252"/>
              <a:gd name="T67" fmla="*/ 125 h 251"/>
              <a:gd name="T68" fmla="*/ 132 w 252"/>
              <a:gd name="T69" fmla="*/ 87 h 251"/>
              <a:gd name="T70" fmla="*/ 161 w 252"/>
              <a:gd name="T71" fmla="*/ 96 h 251"/>
              <a:gd name="T72" fmla="*/ 132 w 252"/>
              <a:gd name="T73" fmla="*/ 72 h 251"/>
              <a:gd name="T74" fmla="*/ 120 w 252"/>
              <a:gd name="T75" fmla="*/ 66 h 251"/>
              <a:gd name="T76" fmla="*/ 98 w 252"/>
              <a:gd name="T77" fmla="*/ 81 h 251"/>
              <a:gd name="T78" fmla="*/ 97 w 252"/>
              <a:gd name="T79" fmla="*/ 118 h 251"/>
              <a:gd name="T80" fmla="*/ 120 w 252"/>
              <a:gd name="T81" fmla="*/ 157 h 251"/>
              <a:gd name="T82" fmla="*/ 107 w 252"/>
              <a:gd name="T83" fmla="*/ 142 h 251"/>
              <a:gd name="T84" fmla="*/ 98 w 252"/>
              <a:gd name="T85" fmla="*/ 165 h 251"/>
              <a:gd name="T86" fmla="*/ 120 w 252"/>
              <a:gd name="T87" fmla="*/ 110 h 251"/>
              <a:gd name="T88" fmla="*/ 110 w 252"/>
              <a:gd name="T89" fmla="*/ 99 h 251"/>
              <a:gd name="T90" fmla="*/ 120 w 252"/>
              <a:gd name="T91" fmla="*/ 87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52" h="251">
                <a:moveTo>
                  <a:pt x="28" y="153"/>
                </a:moveTo>
                <a:cubicBezTo>
                  <a:pt x="30" y="161"/>
                  <a:pt x="33" y="168"/>
                  <a:pt x="37" y="175"/>
                </a:cubicBezTo>
                <a:cubicBezTo>
                  <a:pt x="26" y="189"/>
                  <a:pt x="26" y="189"/>
                  <a:pt x="26" y="189"/>
                </a:cubicBezTo>
                <a:cubicBezTo>
                  <a:pt x="22" y="194"/>
                  <a:pt x="23" y="200"/>
                  <a:pt x="27" y="205"/>
                </a:cubicBezTo>
                <a:cubicBezTo>
                  <a:pt x="46" y="224"/>
                  <a:pt x="46" y="224"/>
                  <a:pt x="46" y="224"/>
                </a:cubicBezTo>
                <a:cubicBezTo>
                  <a:pt x="50" y="228"/>
                  <a:pt x="57" y="228"/>
                  <a:pt x="61" y="225"/>
                </a:cubicBezTo>
                <a:cubicBezTo>
                  <a:pt x="75" y="214"/>
                  <a:pt x="75" y="214"/>
                  <a:pt x="75" y="214"/>
                </a:cubicBezTo>
                <a:cubicBezTo>
                  <a:pt x="82" y="218"/>
                  <a:pt x="90" y="221"/>
                  <a:pt x="98" y="223"/>
                </a:cubicBezTo>
                <a:cubicBezTo>
                  <a:pt x="100" y="241"/>
                  <a:pt x="100" y="241"/>
                  <a:pt x="100" y="241"/>
                </a:cubicBezTo>
                <a:cubicBezTo>
                  <a:pt x="101" y="247"/>
                  <a:pt x="106" y="251"/>
                  <a:pt x="112" y="251"/>
                </a:cubicBezTo>
                <a:cubicBezTo>
                  <a:pt x="139" y="251"/>
                  <a:pt x="139" y="251"/>
                  <a:pt x="139" y="251"/>
                </a:cubicBezTo>
                <a:cubicBezTo>
                  <a:pt x="145" y="251"/>
                  <a:pt x="150" y="247"/>
                  <a:pt x="150" y="241"/>
                </a:cubicBezTo>
                <a:cubicBezTo>
                  <a:pt x="152" y="224"/>
                  <a:pt x="152" y="224"/>
                  <a:pt x="152" y="224"/>
                </a:cubicBezTo>
                <a:cubicBezTo>
                  <a:pt x="161" y="222"/>
                  <a:pt x="169" y="218"/>
                  <a:pt x="177" y="214"/>
                </a:cubicBezTo>
                <a:cubicBezTo>
                  <a:pt x="190" y="225"/>
                  <a:pt x="190" y="225"/>
                  <a:pt x="190" y="225"/>
                </a:cubicBezTo>
                <a:cubicBezTo>
                  <a:pt x="195" y="228"/>
                  <a:pt x="201" y="228"/>
                  <a:pt x="206" y="224"/>
                </a:cubicBezTo>
                <a:cubicBezTo>
                  <a:pt x="225" y="205"/>
                  <a:pt x="225" y="205"/>
                  <a:pt x="225" y="205"/>
                </a:cubicBezTo>
                <a:cubicBezTo>
                  <a:pt x="229" y="200"/>
                  <a:pt x="229" y="194"/>
                  <a:pt x="226" y="189"/>
                </a:cubicBezTo>
                <a:cubicBezTo>
                  <a:pt x="215" y="176"/>
                  <a:pt x="215" y="176"/>
                  <a:pt x="215" y="176"/>
                </a:cubicBezTo>
                <a:cubicBezTo>
                  <a:pt x="220" y="168"/>
                  <a:pt x="223" y="160"/>
                  <a:pt x="225" y="152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7" y="149"/>
                  <a:pt x="252" y="144"/>
                  <a:pt x="252" y="139"/>
                </a:cubicBezTo>
                <a:cubicBezTo>
                  <a:pt x="252" y="111"/>
                  <a:pt x="252" y="111"/>
                  <a:pt x="252" y="111"/>
                </a:cubicBezTo>
                <a:cubicBezTo>
                  <a:pt x="252" y="106"/>
                  <a:pt x="247" y="101"/>
                  <a:pt x="241" y="100"/>
                </a:cubicBezTo>
                <a:cubicBezTo>
                  <a:pt x="225" y="98"/>
                  <a:pt x="225" y="98"/>
                  <a:pt x="225" y="98"/>
                </a:cubicBezTo>
                <a:cubicBezTo>
                  <a:pt x="223" y="90"/>
                  <a:pt x="220" y="82"/>
                  <a:pt x="216" y="74"/>
                </a:cubicBezTo>
                <a:cubicBezTo>
                  <a:pt x="226" y="62"/>
                  <a:pt x="226" y="62"/>
                  <a:pt x="226" y="62"/>
                </a:cubicBezTo>
                <a:cubicBezTo>
                  <a:pt x="229" y="57"/>
                  <a:pt x="229" y="51"/>
                  <a:pt x="225" y="47"/>
                </a:cubicBezTo>
                <a:cubicBezTo>
                  <a:pt x="206" y="27"/>
                  <a:pt x="206" y="27"/>
                  <a:pt x="206" y="27"/>
                </a:cubicBezTo>
                <a:cubicBezTo>
                  <a:pt x="201" y="23"/>
                  <a:pt x="195" y="23"/>
                  <a:pt x="190" y="26"/>
                </a:cubicBezTo>
                <a:cubicBezTo>
                  <a:pt x="178" y="36"/>
                  <a:pt x="178" y="36"/>
                  <a:pt x="178" y="36"/>
                </a:cubicBezTo>
                <a:cubicBezTo>
                  <a:pt x="170" y="31"/>
                  <a:pt x="162" y="28"/>
                  <a:pt x="153" y="26"/>
                </a:cubicBezTo>
                <a:cubicBezTo>
                  <a:pt x="151" y="10"/>
                  <a:pt x="151" y="10"/>
                  <a:pt x="151" y="10"/>
                </a:cubicBezTo>
                <a:cubicBezTo>
                  <a:pt x="151" y="4"/>
                  <a:pt x="146" y="0"/>
                  <a:pt x="140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07" y="0"/>
                  <a:pt x="102" y="4"/>
                  <a:pt x="101" y="10"/>
                </a:cubicBezTo>
                <a:cubicBezTo>
                  <a:pt x="99" y="26"/>
                  <a:pt x="99" y="26"/>
                  <a:pt x="99" y="26"/>
                </a:cubicBezTo>
                <a:cubicBezTo>
                  <a:pt x="90" y="28"/>
                  <a:pt x="82" y="32"/>
                  <a:pt x="74" y="36"/>
                </a:cubicBezTo>
                <a:cubicBezTo>
                  <a:pt x="61" y="26"/>
                  <a:pt x="61" y="26"/>
                  <a:pt x="61" y="26"/>
                </a:cubicBezTo>
                <a:cubicBezTo>
                  <a:pt x="57" y="23"/>
                  <a:pt x="50" y="23"/>
                  <a:pt x="46" y="27"/>
                </a:cubicBezTo>
                <a:cubicBezTo>
                  <a:pt x="27" y="47"/>
                  <a:pt x="27" y="47"/>
                  <a:pt x="27" y="47"/>
                </a:cubicBezTo>
                <a:cubicBezTo>
                  <a:pt x="23" y="51"/>
                  <a:pt x="22" y="57"/>
                  <a:pt x="26" y="62"/>
                </a:cubicBezTo>
                <a:cubicBezTo>
                  <a:pt x="36" y="75"/>
                  <a:pt x="36" y="75"/>
                  <a:pt x="36" y="75"/>
                </a:cubicBezTo>
                <a:cubicBezTo>
                  <a:pt x="32" y="83"/>
                  <a:pt x="29" y="91"/>
                  <a:pt x="27" y="99"/>
                </a:cubicBezTo>
                <a:cubicBezTo>
                  <a:pt x="10" y="101"/>
                  <a:pt x="10" y="101"/>
                  <a:pt x="10" y="101"/>
                </a:cubicBezTo>
                <a:cubicBezTo>
                  <a:pt x="4" y="102"/>
                  <a:pt x="0" y="107"/>
                  <a:pt x="0" y="113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6"/>
                  <a:pt x="4" y="151"/>
                  <a:pt x="10" y="151"/>
                </a:cubicBezTo>
                <a:lnTo>
                  <a:pt x="28" y="153"/>
                </a:lnTo>
                <a:close/>
                <a:moveTo>
                  <a:pt x="126" y="41"/>
                </a:moveTo>
                <a:cubicBezTo>
                  <a:pt x="173" y="41"/>
                  <a:pt x="211" y="79"/>
                  <a:pt x="211" y="126"/>
                </a:cubicBezTo>
                <a:cubicBezTo>
                  <a:pt x="211" y="172"/>
                  <a:pt x="173" y="210"/>
                  <a:pt x="126" y="210"/>
                </a:cubicBezTo>
                <a:cubicBezTo>
                  <a:pt x="79" y="210"/>
                  <a:pt x="41" y="172"/>
                  <a:pt x="41" y="126"/>
                </a:cubicBezTo>
                <a:cubicBezTo>
                  <a:pt x="41" y="79"/>
                  <a:pt x="79" y="41"/>
                  <a:pt x="126" y="41"/>
                </a:cubicBezTo>
                <a:close/>
                <a:moveTo>
                  <a:pt x="132" y="132"/>
                </a:moveTo>
                <a:cubicBezTo>
                  <a:pt x="136" y="133"/>
                  <a:pt x="140" y="135"/>
                  <a:pt x="142" y="137"/>
                </a:cubicBezTo>
                <a:cubicBezTo>
                  <a:pt x="144" y="139"/>
                  <a:pt x="145" y="142"/>
                  <a:pt x="145" y="145"/>
                </a:cubicBezTo>
                <a:cubicBezTo>
                  <a:pt x="145" y="148"/>
                  <a:pt x="144" y="151"/>
                  <a:pt x="141" y="153"/>
                </a:cubicBezTo>
                <a:cubicBezTo>
                  <a:pt x="139" y="156"/>
                  <a:pt x="136" y="158"/>
                  <a:pt x="132" y="158"/>
                </a:cubicBezTo>
                <a:lnTo>
                  <a:pt x="132" y="132"/>
                </a:lnTo>
                <a:close/>
                <a:moveTo>
                  <a:pt x="98" y="165"/>
                </a:moveTo>
                <a:cubicBezTo>
                  <a:pt x="103" y="169"/>
                  <a:pt x="111" y="172"/>
                  <a:pt x="120" y="173"/>
                </a:cubicBezTo>
                <a:cubicBezTo>
                  <a:pt x="120" y="186"/>
                  <a:pt x="120" y="186"/>
                  <a:pt x="120" y="186"/>
                </a:cubicBezTo>
                <a:cubicBezTo>
                  <a:pt x="132" y="186"/>
                  <a:pt x="132" y="186"/>
                  <a:pt x="132" y="186"/>
                </a:cubicBezTo>
                <a:cubicBezTo>
                  <a:pt x="132" y="173"/>
                  <a:pt x="132" y="173"/>
                  <a:pt x="132" y="173"/>
                </a:cubicBezTo>
                <a:cubicBezTo>
                  <a:pt x="142" y="172"/>
                  <a:pt x="150" y="168"/>
                  <a:pt x="156" y="163"/>
                </a:cubicBezTo>
                <a:cubicBezTo>
                  <a:pt x="162" y="157"/>
                  <a:pt x="165" y="150"/>
                  <a:pt x="165" y="142"/>
                </a:cubicBezTo>
                <a:cubicBezTo>
                  <a:pt x="165" y="135"/>
                  <a:pt x="162" y="129"/>
                  <a:pt x="158" y="125"/>
                </a:cubicBezTo>
                <a:cubicBezTo>
                  <a:pt x="153" y="120"/>
                  <a:pt x="144" y="116"/>
                  <a:pt x="132" y="113"/>
                </a:cubicBezTo>
                <a:cubicBezTo>
                  <a:pt x="132" y="87"/>
                  <a:pt x="132" y="87"/>
                  <a:pt x="132" y="87"/>
                </a:cubicBezTo>
                <a:cubicBezTo>
                  <a:pt x="137" y="89"/>
                  <a:pt x="140" y="92"/>
                  <a:pt x="141" y="98"/>
                </a:cubicBezTo>
                <a:cubicBezTo>
                  <a:pt x="161" y="96"/>
                  <a:pt x="161" y="96"/>
                  <a:pt x="161" y="96"/>
                </a:cubicBezTo>
                <a:cubicBezTo>
                  <a:pt x="160" y="89"/>
                  <a:pt x="157" y="84"/>
                  <a:pt x="152" y="79"/>
                </a:cubicBezTo>
                <a:cubicBezTo>
                  <a:pt x="147" y="75"/>
                  <a:pt x="140" y="73"/>
                  <a:pt x="132" y="72"/>
                </a:cubicBezTo>
                <a:cubicBezTo>
                  <a:pt x="132" y="66"/>
                  <a:pt x="132" y="66"/>
                  <a:pt x="132" y="66"/>
                </a:cubicBezTo>
                <a:cubicBezTo>
                  <a:pt x="120" y="66"/>
                  <a:pt x="120" y="66"/>
                  <a:pt x="120" y="66"/>
                </a:cubicBezTo>
                <a:cubicBezTo>
                  <a:pt x="120" y="72"/>
                  <a:pt x="120" y="72"/>
                  <a:pt x="120" y="72"/>
                </a:cubicBezTo>
                <a:cubicBezTo>
                  <a:pt x="111" y="73"/>
                  <a:pt x="104" y="76"/>
                  <a:pt x="98" y="81"/>
                </a:cubicBezTo>
                <a:cubicBezTo>
                  <a:pt x="93" y="86"/>
                  <a:pt x="90" y="92"/>
                  <a:pt x="90" y="99"/>
                </a:cubicBezTo>
                <a:cubicBezTo>
                  <a:pt x="90" y="107"/>
                  <a:pt x="92" y="113"/>
                  <a:pt x="97" y="118"/>
                </a:cubicBezTo>
                <a:cubicBezTo>
                  <a:pt x="102" y="123"/>
                  <a:pt x="110" y="127"/>
                  <a:pt x="120" y="129"/>
                </a:cubicBezTo>
                <a:cubicBezTo>
                  <a:pt x="120" y="157"/>
                  <a:pt x="120" y="157"/>
                  <a:pt x="120" y="157"/>
                </a:cubicBezTo>
                <a:cubicBezTo>
                  <a:pt x="117" y="156"/>
                  <a:pt x="115" y="154"/>
                  <a:pt x="112" y="152"/>
                </a:cubicBezTo>
                <a:cubicBezTo>
                  <a:pt x="110" y="149"/>
                  <a:pt x="108" y="146"/>
                  <a:pt x="107" y="142"/>
                </a:cubicBezTo>
                <a:cubicBezTo>
                  <a:pt x="87" y="144"/>
                  <a:pt x="87" y="144"/>
                  <a:pt x="87" y="144"/>
                </a:cubicBezTo>
                <a:cubicBezTo>
                  <a:pt x="88" y="153"/>
                  <a:pt x="92" y="160"/>
                  <a:pt x="98" y="165"/>
                </a:cubicBezTo>
                <a:close/>
                <a:moveTo>
                  <a:pt x="120" y="87"/>
                </a:moveTo>
                <a:cubicBezTo>
                  <a:pt x="120" y="110"/>
                  <a:pt x="120" y="110"/>
                  <a:pt x="120" y="110"/>
                </a:cubicBezTo>
                <a:cubicBezTo>
                  <a:pt x="117" y="109"/>
                  <a:pt x="114" y="107"/>
                  <a:pt x="112" y="105"/>
                </a:cubicBezTo>
                <a:cubicBezTo>
                  <a:pt x="111" y="103"/>
                  <a:pt x="110" y="101"/>
                  <a:pt x="110" y="99"/>
                </a:cubicBezTo>
                <a:cubicBezTo>
                  <a:pt x="110" y="96"/>
                  <a:pt x="111" y="94"/>
                  <a:pt x="113" y="91"/>
                </a:cubicBezTo>
                <a:cubicBezTo>
                  <a:pt x="114" y="89"/>
                  <a:pt x="117" y="88"/>
                  <a:pt x="120" y="87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7" name="Forma libre 23">
            <a:extLst>
              <a:ext uri="{FF2B5EF4-FFF2-40B4-BE49-F238E27FC236}">
                <a16:creationId xmlns:a16="http://schemas.microsoft.com/office/drawing/2014/main" id="{39137B33-7928-58D5-95A0-7B89A528B066}"/>
              </a:ext>
            </a:extLst>
          </p:cNvPr>
          <p:cNvSpPr/>
          <p:nvPr/>
        </p:nvSpPr>
        <p:spPr>
          <a:xfrm>
            <a:off x="863384" y="1957143"/>
            <a:ext cx="3027405" cy="1717440"/>
          </a:xfrm>
          <a:custGeom>
            <a:avLst/>
            <a:gdLst>
              <a:gd name="connsiteX0" fmla="*/ 0 w 3027405"/>
              <a:gd name="connsiteY0" fmla="*/ 0 h 2286000"/>
              <a:gd name="connsiteX1" fmla="*/ 889686 w 3027405"/>
              <a:gd name="connsiteY1" fmla="*/ 0 h 2286000"/>
              <a:gd name="connsiteX2" fmla="*/ 889686 w 3027405"/>
              <a:gd name="connsiteY2" fmla="*/ 426308 h 2286000"/>
              <a:gd name="connsiteX3" fmla="*/ 2137719 w 3027405"/>
              <a:gd name="connsiteY3" fmla="*/ 426308 h 2286000"/>
              <a:gd name="connsiteX4" fmla="*/ 2137719 w 3027405"/>
              <a:gd name="connsiteY4" fmla="*/ 0 h 2286000"/>
              <a:gd name="connsiteX5" fmla="*/ 3027405 w 3027405"/>
              <a:gd name="connsiteY5" fmla="*/ 0 h 2286000"/>
              <a:gd name="connsiteX6" fmla="*/ 3027405 w 3027405"/>
              <a:gd name="connsiteY6" fmla="*/ 2286000 h 2286000"/>
              <a:gd name="connsiteX7" fmla="*/ 0 w 3027405"/>
              <a:gd name="connsiteY7" fmla="*/ 2286000 h 2286000"/>
              <a:gd name="connsiteX0" fmla="*/ 889686 w 3027405"/>
              <a:gd name="connsiteY0" fmla="*/ 426308 h 2286000"/>
              <a:gd name="connsiteX1" fmla="*/ 2137719 w 3027405"/>
              <a:gd name="connsiteY1" fmla="*/ 426308 h 2286000"/>
              <a:gd name="connsiteX2" fmla="*/ 2137719 w 3027405"/>
              <a:gd name="connsiteY2" fmla="*/ 0 h 2286000"/>
              <a:gd name="connsiteX3" fmla="*/ 3027405 w 3027405"/>
              <a:gd name="connsiteY3" fmla="*/ 0 h 2286000"/>
              <a:gd name="connsiteX4" fmla="*/ 3027405 w 3027405"/>
              <a:gd name="connsiteY4" fmla="*/ 2286000 h 2286000"/>
              <a:gd name="connsiteX5" fmla="*/ 0 w 3027405"/>
              <a:gd name="connsiteY5" fmla="*/ 2286000 h 2286000"/>
              <a:gd name="connsiteX6" fmla="*/ 0 w 3027405"/>
              <a:gd name="connsiteY6" fmla="*/ 0 h 2286000"/>
              <a:gd name="connsiteX7" fmla="*/ 889686 w 3027405"/>
              <a:gd name="connsiteY7" fmla="*/ 0 h 2286000"/>
              <a:gd name="connsiteX8" fmla="*/ 981126 w 3027405"/>
              <a:gd name="connsiteY8" fmla="*/ 517748 h 2286000"/>
              <a:gd name="connsiteX0" fmla="*/ 889686 w 3027405"/>
              <a:gd name="connsiteY0" fmla="*/ 426308 h 2286000"/>
              <a:gd name="connsiteX1" fmla="*/ 2137719 w 3027405"/>
              <a:gd name="connsiteY1" fmla="*/ 426308 h 2286000"/>
              <a:gd name="connsiteX2" fmla="*/ 2137719 w 3027405"/>
              <a:gd name="connsiteY2" fmla="*/ 0 h 2286000"/>
              <a:gd name="connsiteX3" fmla="*/ 3027405 w 3027405"/>
              <a:gd name="connsiteY3" fmla="*/ 0 h 2286000"/>
              <a:gd name="connsiteX4" fmla="*/ 3027405 w 3027405"/>
              <a:gd name="connsiteY4" fmla="*/ 2286000 h 2286000"/>
              <a:gd name="connsiteX5" fmla="*/ 0 w 3027405"/>
              <a:gd name="connsiteY5" fmla="*/ 2286000 h 2286000"/>
              <a:gd name="connsiteX6" fmla="*/ 0 w 3027405"/>
              <a:gd name="connsiteY6" fmla="*/ 0 h 2286000"/>
              <a:gd name="connsiteX7" fmla="*/ 889686 w 3027405"/>
              <a:gd name="connsiteY7" fmla="*/ 0 h 2286000"/>
              <a:gd name="connsiteX0" fmla="*/ 2137719 w 3027405"/>
              <a:gd name="connsiteY0" fmla="*/ 426308 h 2286000"/>
              <a:gd name="connsiteX1" fmla="*/ 2137719 w 3027405"/>
              <a:gd name="connsiteY1" fmla="*/ 0 h 2286000"/>
              <a:gd name="connsiteX2" fmla="*/ 3027405 w 3027405"/>
              <a:gd name="connsiteY2" fmla="*/ 0 h 2286000"/>
              <a:gd name="connsiteX3" fmla="*/ 3027405 w 3027405"/>
              <a:gd name="connsiteY3" fmla="*/ 2286000 h 2286000"/>
              <a:gd name="connsiteX4" fmla="*/ 0 w 3027405"/>
              <a:gd name="connsiteY4" fmla="*/ 2286000 h 2286000"/>
              <a:gd name="connsiteX5" fmla="*/ 0 w 3027405"/>
              <a:gd name="connsiteY5" fmla="*/ 0 h 2286000"/>
              <a:gd name="connsiteX6" fmla="*/ 889686 w 3027405"/>
              <a:gd name="connsiteY6" fmla="*/ 0 h 2286000"/>
              <a:gd name="connsiteX0" fmla="*/ 2137719 w 3027405"/>
              <a:gd name="connsiteY0" fmla="*/ 0 h 2286000"/>
              <a:gd name="connsiteX1" fmla="*/ 3027405 w 3027405"/>
              <a:gd name="connsiteY1" fmla="*/ 0 h 2286000"/>
              <a:gd name="connsiteX2" fmla="*/ 3027405 w 3027405"/>
              <a:gd name="connsiteY2" fmla="*/ 2286000 h 2286000"/>
              <a:gd name="connsiteX3" fmla="*/ 0 w 3027405"/>
              <a:gd name="connsiteY3" fmla="*/ 2286000 h 2286000"/>
              <a:gd name="connsiteX4" fmla="*/ 0 w 3027405"/>
              <a:gd name="connsiteY4" fmla="*/ 0 h 2286000"/>
              <a:gd name="connsiteX5" fmla="*/ 889686 w 3027405"/>
              <a:gd name="connsiteY5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405" h="2286000">
                <a:moveTo>
                  <a:pt x="2137719" y="0"/>
                </a:moveTo>
                <a:lnTo>
                  <a:pt x="3027405" y="0"/>
                </a:lnTo>
                <a:lnTo>
                  <a:pt x="3027405" y="2286000"/>
                </a:lnTo>
                <a:lnTo>
                  <a:pt x="0" y="2286000"/>
                </a:lnTo>
                <a:lnTo>
                  <a:pt x="0" y="0"/>
                </a:lnTo>
                <a:lnTo>
                  <a:pt x="889686" y="0"/>
                </a:lnTo>
              </a:path>
            </a:pathLst>
          </a:cu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EA3FAF3-B79B-48F1-B433-89FD0042FC00}"/>
              </a:ext>
            </a:extLst>
          </p:cNvPr>
          <p:cNvGrpSpPr/>
          <p:nvPr/>
        </p:nvGrpSpPr>
        <p:grpSpPr>
          <a:xfrm rot="16200000">
            <a:off x="1918491" y="1361976"/>
            <a:ext cx="765175" cy="1098732"/>
            <a:chOff x="9655288" y="2840569"/>
            <a:chExt cx="765175" cy="1098732"/>
          </a:xfrm>
          <a:solidFill>
            <a:srgbClr val="FF0000"/>
          </a:solidFill>
        </p:grpSpPr>
        <p:sp>
          <p:nvSpPr>
            <p:cNvPr id="71" name="Freeform 26">
              <a:extLst>
                <a:ext uri="{FF2B5EF4-FFF2-40B4-BE49-F238E27FC236}">
                  <a16:creationId xmlns:a16="http://schemas.microsoft.com/office/drawing/2014/main" id="{AFE20F4E-8655-ABC2-F5A6-F6E723358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55313" y="3466044"/>
              <a:ext cx="301625" cy="139700"/>
            </a:xfrm>
            <a:custGeom>
              <a:avLst/>
              <a:gdLst>
                <a:gd name="T0" fmla="*/ 100 w 104"/>
                <a:gd name="T1" fmla="*/ 0 h 48"/>
                <a:gd name="T2" fmla="*/ 4 w 104"/>
                <a:gd name="T3" fmla="*/ 0 h 48"/>
                <a:gd name="T4" fmla="*/ 0 w 104"/>
                <a:gd name="T5" fmla="*/ 4 h 48"/>
                <a:gd name="T6" fmla="*/ 0 w 104"/>
                <a:gd name="T7" fmla="*/ 44 h 48"/>
                <a:gd name="T8" fmla="*/ 4 w 104"/>
                <a:gd name="T9" fmla="*/ 48 h 48"/>
                <a:gd name="T10" fmla="*/ 100 w 104"/>
                <a:gd name="T11" fmla="*/ 48 h 48"/>
                <a:gd name="T12" fmla="*/ 104 w 104"/>
                <a:gd name="T13" fmla="*/ 44 h 48"/>
                <a:gd name="T14" fmla="*/ 104 w 104"/>
                <a:gd name="T15" fmla="*/ 4 h 48"/>
                <a:gd name="T16" fmla="*/ 100 w 104"/>
                <a:gd name="T17" fmla="*/ 0 h 48"/>
                <a:gd name="T18" fmla="*/ 96 w 104"/>
                <a:gd name="T19" fmla="*/ 40 h 48"/>
                <a:gd name="T20" fmla="*/ 8 w 104"/>
                <a:gd name="T21" fmla="*/ 40 h 48"/>
                <a:gd name="T22" fmla="*/ 8 w 104"/>
                <a:gd name="T23" fmla="*/ 8 h 48"/>
                <a:gd name="T24" fmla="*/ 96 w 104"/>
                <a:gd name="T25" fmla="*/ 8 h 48"/>
                <a:gd name="T26" fmla="*/ 96 w 104"/>
                <a:gd name="T27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48">
                  <a:moveTo>
                    <a:pt x="10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3" y="48"/>
                    <a:pt x="104" y="46"/>
                    <a:pt x="104" y="44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4" y="2"/>
                    <a:pt x="102" y="0"/>
                    <a:pt x="100" y="0"/>
                  </a:cubicBezTo>
                  <a:close/>
                  <a:moveTo>
                    <a:pt x="96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4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6CFE3945-2DCF-197C-2DEB-6153D913E1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55313" y="3300944"/>
              <a:ext cx="501650" cy="287338"/>
            </a:xfrm>
            <a:custGeom>
              <a:avLst/>
              <a:gdLst>
                <a:gd name="T0" fmla="*/ 140 w 173"/>
                <a:gd name="T1" fmla="*/ 20 h 99"/>
                <a:gd name="T2" fmla="*/ 104 w 173"/>
                <a:gd name="T3" fmla="*/ 20 h 99"/>
                <a:gd name="T4" fmla="*/ 104 w 173"/>
                <a:gd name="T5" fmla="*/ 4 h 99"/>
                <a:gd name="T6" fmla="*/ 100 w 173"/>
                <a:gd name="T7" fmla="*/ 0 h 99"/>
                <a:gd name="T8" fmla="*/ 4 w 173"/>
                <a:gd name="T9" fmla="*/ 0 h 99"/>
                <a:gd name="T10" fmla="*/ 0 w 173"/>
                <a:gd name="T11" fmla="*/ 4 h 99"/>
                <a:gd name="T12" fmla="*/ 0 w 173"/>
                <a:gd name="T13" fmla="*/ 43 h 99"/>
                <a:gd name="T14" fmla="*/ 4 w 173"/>
                <a:gd name="T15" fmla="*/ 47 h 99"/>
                <a:gd name="T16" fmla="*/ 100 w 173"/>
                <a:gd name="T17" fmla="*/ 47 h 99"/>
                <a:gd name="T18" fmla="*/ 104 w 173"/>
                <a:gd name="T19" fmla="*/ 43 h 99"/>
                <a:gd name="T20" fmla="*/ 104 w 173"/>
                <a:gd name="T21" fmla="*/ 27 h 99"/>
                <a:gd name="T22" fmla="*/ 140 w 173"/>
                <a:gd name="T23" fmla="*/ 27 h 99"/>
                <a:gd name="T24" fmla="*/ 165 w 173"/>
                <a:gd name="T25" fmla="*/ 52 h 99"/>
                <a:gd name="T26" fmla="*/ 140 w 173"/>
                <a:gd name="T27" fmla="*/ 77 h 99"/>
                <a:gd name="T28" fmla="*/ 125 w 173"/>
                <a:gd name="T29" fmla="*/ 77 h 99"/>
                <a:gd name="T30" fmla="*/ 131 w 173"/>
                <a:gd name="T31" fmla="*/ 71 h 99"/>
                <a:gd name="T32" fmla="*/ 131 w 173"/>
                <a:gd name="T33" fmla="*/ 65 h 99"/>
                <a:gd name="T34" fmla="*/ 125 w 173"/>
                <a:gd name="T35" fmla="*/ 65 h 99"/>
                <a:gd name="T36" fmla="*/ 112 w 173"/>
                <a:gd name="T37" fmla="*/ 78 h 99"/>
                <a:gd name="T38" fmla="*/ 112 w 173"/>
                <a:gd name="T39" fmla="*/ 78 h 99"/>
                <a:gd name="T40" fmla="*/ 112 w 173"/>
                <a:gd name="T41" fmla="*/ 84 h 99"/>
                <a:gd name="T42" fmla="*/ 112 w 173"/>
                <a:gd name="T43" fmla="*/ 84 h 99"/>
                <a:gd name="T44" fmla="*/ 125 w 173"/>
                <a:gd name="T45" fmla="*/ 97 h 99"/>
                <a:gd name="T46" fmla="*/ 131 w 173"/>
                <a:gd name="T47" fmla="*/ 97 h 99"/>
                <a:gd name="T48" fmla="*/ 131 w 173"/>
                <a:gd name="T49" fmla="*/ 91 h 99"/>
                <a:gd name="T50" fmla="*/ 124 w 173"/>
                <a:gd name="T51" fmla="*/ 85 h 99"/>
                <a:gd name="T52" fmla="*/ 140 w 173"/>
                <a:gd name="T53" fmla="*/ 85 h 99"/>
                <a:gd name="T54" fmla="*/ 173 w 173"/>
                <a:gd name="T55" fmla="*/ 52 h 99"/>
                <a:gd name="T56" fmla="*/ 140 w 173"/>
                <a:gd name="T57" fmla="*/ 20 h 99"/>
                <a:gd name="T58" fmla="*/ 96 w 173"/>
                <a:gd name="T59" fmla="*/ 39 h 99"/>
                <a:gd name="T60" fmla="*/ 8 w 173"/>
                <a:gd name="T61" fmla="*/ 39 h 99"/>
                <a:gd name="T62" fmla="*/ 8 w 173"/>
                <a:gd name="T63" fmla="*/ 8 h 99"/>
                <a:gd name="T64" fmla="*/ 96 w 173"/>
                <a:gd name="T65" fmla="*/ 8 h 99"/>
                <a:gd name="T66" fmla="*/ 96 w 173"/>
                <a:gd name="T67" fmla="*/ 3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3" h="99">
                  <a:moveTo>
                    <a:pt x="140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4" y="1"/>
                    <a:pt x="103" y="0"/>
                    <a:pt x="10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6"/>
                    <a:pt x="2" y="47"/>
                    <a:pt x="4" y="47"/>
                  </a:cubicBezTo>
                  <a:cubicBezTo>
                    <a:pt x="100" y="47"/>
                    <a:pt x="100" y="47"/>
                    <a:pt x="100" y="47"/>
                  </a:cubicBezTo>
                  <a:cubicBezTo>
                    <a:pt x="103" y="47"/>
                    <a:pt x="104" y="46"/>
                    <a:pt x="104" y="43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40" y="27"/>
                    <a:pt x="140" y="27"/>
                    <a:pt x="140" y="27"/>
                  </a:cubicBezTo>
                  <a:cubicBezTo>
                    <a:pt x="154" y="27"/>
                    <a:pt x="165" y="39"/>
                    <a:pt x="165" y="52"/>
                  </a:cubicBezTo>
                  <a:cubicBezTo>
                    <a:pt x="165" y="66"/>
                    <a:pt x="154" y="77"/>
                    <a:pt x="140" y="77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31" y="71"/>
                    <a:pt x="131" y="71"/>
                    <a:pt x="131" y="71"/>
                  </a:cubicBezTo>
                  <a:cubicBezTo>
                    <a:pt x="133" y="69"/>
                    <a:pt x="133" y="67"/>
                    <a:pt x="131" y="65"/>
                  </a:cubicBezTo>
                  <a:cubicBezTo>
                    <a:pt x="129" y="63"/>
                    <a:pt x="127" y="63"/>
                    <a:pt x="125" y="65"/>
                  </a:cubicBezTo>
                  <a:cubicBezTo>
                    <a:pt x="112" y="78"/>
                    <a:pt x="112" y="78"/>
                    <a:pt x="112" y="78"/>
                  </a:cubicBezTo>
                  <a:cubicBezTo>
                    <a:pt x="112" y="78"/>
                    <a:pt x="112" y="78"/>
                    <a:pt x="112" y="78"/>
                  </a:cubicBezTo>
                  <a:cubicBezTo>
                    <a:pt x="110" y="80"/>
                    <a:pt x="110" y="82"/>
                    <a:pt x="112" y="84"/>
                  </a:cubicBezTo>
                  <a:cubicBezTo>
                    <a:pt x="112" y="84"/>
                    <a:pt x="112" y="84"/>
                    <a:pt x="112" y="84"/>
                  </a:cubicBezTo>
                  <a:cubicBezTo>
                    <a:pt x="125" y="97"/>
                    <a:pt x="125" y="97"/>
                    <a:pt x="125" y="97"/>
                  </a:cubicBezTo>
                  <a:cubicBezTo>
                    <a:pt x="127" y="99"/>
                    <a:pt x="129" y="99"/>
                    <a:pt x="131" y="97"/>
                  </a:cubicBezTo>
                  <a:cubicBezTo>
                    <a:pt x="133" y="95"/>
                    <a:pt x="133" y="93"/>
                    <a:pt x="131" y="91"/>
                  </a:cubicBezTo>
                  <a:cubicBezTo>
                    <a:pt x="124" y="85"/>
                    <a:pt x="124" y="85"/>
                    <a:pt x="124" y="85"/>
                  </a:cubicBezTo>
                  <a:cubicBezTo>
                    <a:pt x="140" y="85"/>
                    <a:pt x="140" y="85"/>
                    <a:pt x="140" y="85"/>
                  </a:cubicBezTo>
                  <a:cubicBezTo>
                    <a:pt x="158" y="85"/>
                    <a:pt x="173" y="70"/>
                    <a:pt x="173" y="52"/>
                  </a:cubicBezTo>
                  <a:cubicBezTo>
                    <a:pt x="173" y="34"/>
                    <a:pt x="158" y="20"/>
                    <a:pt x="140" y="20"/>
                  </a:cubicBezTo>
                  <a:close/>
                  <a:moveTo>
                    <a:pt x="96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3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C124D342-5C30-60E6-8583-434BF8C755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5288" y="2840569"/>
              <a:ext cx="765175" cy="579438"/>
            </a:xfrm>
            <a:custGeom>
              <a:avLst/>
              <a:gdLst>
                <a:gd name="T0" fmla="*/ 247 w 264"/>
                <a:gd name="T1" fmla="*/ 33 h 200"/>
                <a:gd name="T2" fmla="*/ 244 w 264"/>
                <a:gd name="T3" fmla="*/ 12 h 200"/>
                <a:gd name="T4" fmla="*/ 220 w 264"/>
                <a:gd name="T5" fmla="*/ 13 h 200"/>
                <a:gd name="T6" fmla="*/ 204 w 264"/>
                <a:gd name="T7" fmla="*/ 0 h 200"/>
                <a:gd name="T8" fmla="*/ 188 w 264"/>
                <a:gd name="T9" fmla="*/ 17 h 200"/>
                <a:gd name="T10" fmla="*/ 167 w 264"/>
                <a:gd name="T11" fmla="*/ 20 h 200"/>
                <a:gd name="T12" fmla="*/ 168 w 264"/>
                <a:gd name="T13" fmla="*/ 44 h 200"/>
                <a:gd name="T14" fmla="*/ 155 w 264"/>
                <a:gd name="T15" fmla="*/ 50 h 200"/>
                <a:gd name="T16" fmla="*/ 117 w 264"/>
                <a:gd name="T17" fmla="*/ 101 h 200"/>
                <a:gd name="T18" fmla="*/ 69 w 264"/>
                <a:gd name="T19" fmla="*/ 121 h 200"/>
                <a:gd name="T20" fmla="*/ 33 w 264"/>
                <a:gd name="T21" fmla="*/ 187 h 200"/>
                <a:gd name="T22" fmla="*/ 42 w 264"/>
                <a:gd name="T23" fmla="*/ 199 h 200"/>
                <a:gd name="T24" fmla="*/ 62 w 264"/>
                <a:gd name="T25" fmla="*/ 186 h 200"/>
                <a:gd name="T26" fmla="*/ 48 w 264"/>
                <a:gd name="T27" fmla="*/ 166 h 200"/>
                <a:gd name="T28" fmla="*/ 49 w 264"/>
                <a:gd name="T29" fmla="*/ 178 h 200"/>
                <a:gd name="T30" fmla="*/ 33 w 264"/>
                <a:gd name="T31" fmla="*/ 129 h 200"/>
                <a:gd name="T32" fmla="*/ 73 w 264"/>
                <a:gd name="T33" fmla="*/ 149 h 200"/>
                <a:gd name="T34" fmla="*/ 173 w 264"/>
                <a:gd name="T35" fmla="*/ 105 h 200"/>
                <a:gd name="T36" fmla="*/ 125 w 264"/>
                <a:gd name="T37" fmla="*/ 59 h 200"/>
                <a:gd name="T38" fmla="*/ 158 w 264"/>
                <a:gd name="T39" fmla="*/ 64 h 200"/>
                <a:gd name="T40" fmla="*/ 166 w 264"/>
                <a:gd name="T41" fmla="*/ 84 h 200"/>
                <a:gd name="T42" fmla="*/ 180 w 264"/>
                <a:gd name="T43" fmla="*/ 98 h 200"/>
                <a:gd name="T44" fmla="*/ 200 w 264"/>
                <a:gd name="T45" fmla="*/ 106 h 200"/>
                <a:gd name="T46" fmla="*/ 219 w 264"/>
                <a:gd name="T47" fmla="*/ 106 h 200"/>
                <a:gd name="T48" fmla="*/ 238 w 264"/>
                <a:gd name="T49" fmla="*/ 98 h 200"/>
                <a:gd name="T50" fmla="*/ 252 w 264"/>
                <a:gd name="T51" fmla="*/ 84 h 200"/>
                <a:gd name="T52" fmla="*/ 260 w 264"/>
                <a:gd name="T53" fmla="*/ 64 h 200"/>
                <a:gd name="T54" fmla="*/ 260 w 264"/>
                <a:gd name="T55" fmla="*/ 45 h 200"/>
                <a:gd name="T56" fmla="*/ 77 w 264"/>
                <a:gd name="T57" fmla="*/ 125 h 200"/>
                <a:gd name="T58" fmla="*/ 77 w 264"/>
                <a:gd name="T59" fmla="*/ 109 h 200"/>
                <a:gd name="T60" fmla="*/ 256 w 264"/>
                <a:gd name="T61" fmla="*/ 57 h 200"/>
                <a:gd name="T62" fmla="*/ 238 w 264"/>
                <a:gd name="T63" fmla="*/ 74 h 200"/>
                <a:gd name="T64" fmla="*/ 240 w 264"/>
                <a:gd name="T65" fmla="*/ 89 h 200"/>
                <a:gd name="T66" fmla="*/ 216 w 264"/>
                <a:gd name="T67" fmla="*/ 90 h 200"/>
                <a:gd name="T68" fmla="*/ 207 w 264"/>
                <a:gd name="T69" fmla="*/ 102 h 200"/>
                <a:gd name="T70" fmla="*/ 190 w 264"/>
                <a:gd name="T71" fmla="*/ 84 h 200"/>
                <a:gd name="T72" fmla="*/ 175 w 264"/>
                <a:gd name="T73" fmla="*/ 86 h 200"/>
                <a:gd name="T74" fmla="*/ 175 w 264"/>
                <a:gd name="T75" fmla="*/ 61 h 200"/>
                <a:gd name="T76" fmla="*/ 162 w 264"/>
                <a:gd name="T77" fmla="*/ 52 h 200"/>
                <a:gd name="T78" fmla="*/ 180 w 264"/>
                <a:gd name="T79" fmla="*/ 35 h 200"/>
                <a:gd name="T80" fmla="*/ 178 w 264"/>
                <a:gd name="T81" fmla="*/ 20 h 200"/>
                <a:gd name="T82" fmla="*/ 203 w 264"/>
                <a:gd name="T83" fmla="*/ 20 h 200"/>
                <a:gd name="T84" fmla="*/ 212 w 264"/>
                <a:gd name="T85" fmla="*/ 8 h 200"/>
                <a:gd name="T86" fmla="*/ 229 w 264"/>
                <a:gd name="T87" fmla="*/ 26 h 200"/>
                <a:gd name="T88" fmla="*/ 244 w 264"/>
                <a:gd name="T89" fmla="*/ 23 h 200"/>
                <a:gd name="T90" fmla="*/ 244 w 264"/>
                <a:gd name="T91" fmla="*/ 48 h 200"/>
                <a:gd name="T92" fmla="*/ 257 w 264"/>
                <a:gd name="T93" fmla="*/ 5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4" h="200">
                  <a:moveTo>
                    <a:pt x="260" y="45"/>
                  </a:moveTo>
                  <a:cubicBezTo>
                    <a:pt x="251" y="44"/>
                    <a:pt x="251" y="44"/>
                    <a:pt x="251" y="44"/>
                  </a:cubicBezTo>
                  <a:cubicBezTo>
                    <a:pt x="250" y="40"/>
                    <a:pt x="249" y="36"/>
                    <a:pt x="247" y="33"/>
                  </a:cubicBezTo>
                  <a:cubicBezTo>
                    <a:pt x="252" y="26"/>
                    <a:pt x="252" y="26"/>
                    <a:pt x="252" y="26"/>
                  </a:cubicBezTo>
                  <a:cubicBezTo>
                    <a:pt x="254" y="24"/>
                    <a:pt x="253" y="21"/>
                    <a:pt x="252" y="20"/>
                  </a:cubicBezTo>
                  <a:cubicBezTo>
                    <a:pt x="244" y="12"/>
                    <a:pt x="244" y="12"/>
                    <a:pt x="244" y="12"/>
                  </a:cubicBezTo>
                  <a:cubicBezTo>
                    <a:pt x="242" y="10"/>
                    <a:pt x="240" y="10"/>
                    <a:pt x="239" y="12"/>
                  </a:cubicBezTo>
                  <a:cubicBezTo>
                    <a:pt x="231" y="17"/>
                    <a:pt x="231" y="17"/>
                    <a:pt x="231" y="17"/>
                  </a:cubicBezTo>
                  <a:cubicBezTo>
                    <a:pt x="228" y="15"/>
                    <a:pt x="224" y="14"/>
                    <a:pt x="220" y="13"/>
                  </a:cubicBezTo>
                  <a:cubicBezTo>
                    <a:pt x="219" y="4"/>
                    <a:pt x="219" y="4"/>
                    <a:pt x="219" y="4"/>
                  </a:cubicBezTo>
                  <a:cubicBezTo>
                    <a:pt x="219" y="2"/>
                    <a:pt x="217" y="0"/>
                    <a:pt x="215" y="0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2" y="0"/>
                    <a:pt x="200" y="2"/>
                    <a:pt x="200" y="4"/>
                  </a:cubicBezTo>
                  <a:cubicBezTo>
                    <a:pt x="198" y="13"/>
                    <a:pt x="198" y="13"/>
                    <a:pt x="198" y="13"/>
                  </a:cubicBezTo>
                  <a:cubicBezTo>
                    <a:pt x="194" y="14"/>
                    <a:pt x="191" y="15"/>
                    <a:pt x="188" y="17"/>
                  </a:cubicBezTo>
                  <a:cubicBezTo>
                    <a:pt x="180" y="12"/>
                    <a:pt x="180" y="12"/>
                    <a:pt x="180" y="12"/>
                  </a:cubicBezTo>
                  <a:cubicBezTo>
                    <a:pt x="178" y="10"/>
                    <a:pt x="176" y="10"/>
                    <a:pt x="175" y="12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65" y="22"/>
                    <a:pt x="165" y="24"/>
                    <a:pt x="166" y="25"/>
                  </a:cubicBezTo>
                  <a:cubicBezTo>
                    <a:pt x="172" y="33"/>
                    <a:pt x="172" y="33"/>
                    <a:pt x="172" y="33"/>
                  </a:cubicBezTo>
                  <a:cubicBezTo>
                    <a:pt x="170" y="36"/>
                    <a:pt x="168" y="40"/>
                    <a:pt x="168" y="44"/>
                  </a:cubicBezTo>
                  <a:cubicBezTo>
                    <a:pt x="158" y="45"/>
                    <a:pt x="158" y="45"/>
                    <a:pt x="158" y="45"/>
                  </a:cubicBezTo>
                  <a:cubicBezTo>
                    <a:pt x="156" y="45"/>
                    <a:pt x="155" y="47"/>
                    <a:pt x="155" y="49"/>
                  </a:cubicBezTo>
                  <a:cubicBezTo>
                    <a:pt x="155" y="50"/>
                    <a:pt x="155" y="50"/>
                    <a:pt x="155" y="50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19" y="50"/>
                    <a:pt x="117" y="52"/>
                    <a:pt x="117" y="54"/>
                  </a:cubicBezTo>
                  <a:cubicBezTo>
                    <a:pt x="117" y="101"/>
                    <a:pt x="117" y="101"/>
                    <a:pt x="117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1" y="101"/>
                    <a:pt x="69" y="103"/>
                    <a:pt x="69" y="105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33" y="121"/>
                    <a:pt x="33" y="121"/>
                    <a:pt x="33" y="121"/>
                  </a:cubicBezTo>
                  <a:cubicBezTo>
                    <a:pt x="15" y="121"/>
                    <a:pt x="0" y="136"/>
                    <a:pt x="0" y="154"/>
                  </a:cubicBezTo>
                  <a:cubicBezTo>
                    <a:pt x="0" y="172"/>
                    <a:pt x="15" y="187"/>
                    <a:pt x="33" y="187"/>
                  </a:cubicBezTo>
                  <a:cubicBezTo>
                    <a:pt x="49" y="187"/>
                    <a:pt x="49" y="187"/>
                    <a:pt x="49" y="187"/>
                  </a:cubicBezTo>
                  <a:cubicBezTo>
                    <a:pt x="42" y="193"/>
                    <a:pt x="42" y="193"/>
                    <a:pt x="42" y="193"/>
                  </a:cubicBezTo>
                  <a:cubicBezTo>
                    <a:pt x="41" y="195"/>
                    <a:pt x="41" y="197"/>
                    <a:pt x="42" y="199"/>
                  </a:cubicBezTo>
                  <a:cubicBezTo>
                    <a:pt x="44" y="200"/>
                    <a:pt x="46" y="200"/>
                    <a:pt x="48" y="199"/>
                  </a:cubicBezTo>
                  <a:cubicBezTo>
                    <a:pt x="62" y="186"/>
                    <a:pt x="62" y="186"/>
                    <a:pt x="62" y="186"/>
                  </a:cubicBezTo>
                  <a:cubicBezTo>
                    <a:pt x="62" y="186"/>
                    <a:pt x="62" y="186"/>
                    <a:pt x="62" y="186"/>
                  </a:cubicBezTo>
                  <a:cubicBezTo>
                    <a:pt x="63" y="184"/>
                    <a:pt x="63" y="182"/>
                    <a:pt x="62" y="180"/>
                  </a:cubicBezTo>
                  <a:cubicBezTo>
                    <a:pt x="62" y="180"/>
                    <a:pt x="62" y="180"/>
                    <a:pt x="62" y="180"/>
                  </a:cubicBezTo>
                  <a:cubicBezTo>
                    <a:pt x="48" y="166"/>
                    <a:pt x="48" y="166"/>
                    <a:pt x="48" y="166"/>
                  </a:cubicBezTo>
                  <a:cubicBezTo>
                    <a:pt x="46" y="165"/>
                    <a:pt x="44" y="165"/>
                    <a:pt x="42" y="166"/>
                  </a:cubicBezTo>
                  <a:cubicBezTo>
                    <a:pt x="41" y="168"/>
                    <a:pt x="41" y="170"/>
                    <a:pt x="42" y="172"/>
                  </a:cubicBezTo>
                  <a:cubicBezTo>
                    <a:pt x="49" y="178"/>
                    <a:pt x="49" y="178"/>
                    <a:pt x="49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19" y="178"/>
                    <a:pt x="8" y="167"/>
                    <a:pt x="8" y="154"/>
                  </a:cubicBezTo>
                  <a:cubicBezTo>
                    <a:pt x="8" y="140"/>
                    <a:pt x="19" y="129"/>
                    <a:pt x="33" y="129"/>
                  </a:cubicBezTo>
                  <a:cubicBezTo>
                    <a:pt x="69" y="129"/>
                    <a:pt x="69" y="129"/>
                    <a:pt x="69" y="129"/>
                  </a:cubicBezTo>
                  <a:cubicBezTo>
                    <a:pt x="69" y="145"/>
                    <a:pt x="69" y="145"/>
                    <a:pt x="69" y="145"/>
                  </a:cubicBezTo>
                  <a:cubicBezTo>
                    <a:pt x="69" y="147"/>
                    <a:pt x="71" y="149"/>
                    <a:pt x="73" y="149"/>
                  </a:cubicBezTo>
                  <a:cubicBezTo>
                    <a:pt x="169" y="149"/>
                    <a:pt x="169" y="149"/>
                    <a:pt x="169" y="149"/>
                  </a:cubicBezTo>
                  <a:cubicBezTo>
                    <a:pt x="172" y="149"/>
                    <a:pt x="173" y="147"/>
                    <a:pt x="173" y="145"/>
                  </a:cubicBezTo>
                  <a:cubicBezTo>
                    <a:pt x="173" y="105"/>
                    <a:pt x="173" y="105"/>
                    <a:pt x="173" y="105"/>
                  </a:cubicBezTo>
                  <a:cubicBezTo>
                    <a:pt x="173" y="103"/>
                    <a:pt x="172" y="101"/>
                    <a:pt x="169" y="101"/>
                  </a:cubicBezTo>
                  <a:cubicBezTo>
                    <a:pt x="125" y="101"/>
                    <a:pt x="125" y="101"/>
                    <a:pt x="125" y="101"/>
                  </a:cubicBezTo>
                  <a:cubicBezTo>
                    <a:pt x="125" y="59"/>
                    <a:pt x="125" y="59"/>
                    <a:pt x="125" y="59"/>
                  </a:cubicBezTo>
                  <a:cubicBezTo>
                    <a:pt x="155" y="59"/>
                    <a:pt x="155" y="59"/>
                    <a:pt x="155" y="59"/>
                  </a:cubicBezTo>
                  <a:cubicBezTo>
                    <a:pt x="155" y="60"/>
                    <a:pt x="155" y="60"/>
                    <a:pt x="155" y="60"/>
                  </a:cubicBezTo>
                  <a:cubicBezTo>
                    <a:pt x="155" y="62"/>
                    <a:pt x="156" y="64"/>
                    <a:pt x="158" y="64"/>
                  </a:cubicBezTo>
                  <a:cubicBezTo>
                    <a:pt x="168" y="66"/>
                    <a:pt x="168" y="66"/>
                    <a:pt x="168" y="66"/>
                  </a:cubicBezTo>
                  <a:cubicBezTo>
                    <a:pt x="169" y="70"/>
                    <a:pt x="170" y="73"/>
                    <a:pt x="172" y="76"/>
                  </a:cubicBezTo>
                  <a:cubicBezTo>
                    <a:pt x="166" y="84"/>
                    <a:pt x="166" y="84"/>
                    <a:pt x="166" y="84"/>
                  </a:cubicBezTo>
                  <a:cubicBezTo>
                    <a:pt x="165" y="86"/>
                    <a:pt x="165" y="88"/>
                    <a:pt x="167" y="89"/>
                  </a:cubicBezTo>
                  <a:cubicBezTo>
                    <a:pt x="175" y="97"/>
                    <a:pt x="175" y="97"/>
                    <a:pt x="175" y="97"/>
                  </a:cubicBezTo>
                  <a:cubicBezTo>
                    <a:pt x="176" y="99"/>
                    <a:pt x="178" y="99"/>
                    <a:pt x="180" y="98"/>
                  </a:cubicBezTo>
                  <a:cubicBezTo>
                    <a:pt x="188" y="92"/>
                    <a:pt x="188" y="92"/>
                    <a:pt x="188" y="92"/>
                  </a:cubicBezTo>
                  <a:cubicBezTo>
                    <a:pt x="191" y="94"/>
                    <a:pt x="195" y="96"/>
                    <a:pt x="198" y="96"/>
                  </a:cubicBezTo>
                  <a:cubicBezTo>
                    <a:pt x="200" y="106"/>
                    <a:pt x="200" y="106"/>
                    <a:pt x="200" y="106"/>
                  </a:cubicBezTo>
                  <a:cubicBezTo>
                    <a:pt x="200" y="108"/>
                    <a:pt x="202" y="109"/>
                    <a:pt x="204" y="109"/>
                  </a:cubicBezTo>
                  <a:cubicBezTo>
                    <a:pt x="215" y="109"/>
                    <a:pt x="215" y="109"/>
                    <a:pt x="215" y="109"/>
                  </a:cubicBezTo>
                  <a:cubicBezTo>
                    <a:pt x="217" y="109"/>
                    <a:pt x="219" y="108"/>
                    <a:pt x="219" y="106"/>
                  </a:cubicBezTo>
                  <a:cubicBezTo>
                    <a:pt x="220" y="96"/>
                    <a:pt x="220" y="96"/>
                    <a:pt x="220" y="96"/>
                  </a:cubicBezTo>
                  <a:cubicBezTo>
                    <a:pt x="224" y="96"/>
                    <a:pt x="228" y="94"/>
                    <a:pt x="231" y="92"/>
                  </a:cubicBezTo>
                  <a:cubicBezTo>
                    <a:pt x="238" y="98"/>
                    <a:pt x="238" y="98"/>
                    <a:pt x="238" y="98"/>
                  </a:cubicBezTo>
                  <a:cubicBezTo>
                    <a:pt x="240" y="99"/>
                    <a:pt x="242" y="98"/>
                    <a:pt x="244" y="97"/>
                  </a:cubicBezTo>
                  <a:cubicBezTo>
                    <a:pt x="252" y="89"/>
                    <a:pt x="252" y="89"/>
                    <a:pt x="252" y="89"/>
                  </a:cubicBezTo>
                  <a:cubicBezTo>
                    <a:pt x="254" y="88"/>
                    <a:pt x="254" y="86"/>
                    <a:pt x="252" y="84"/>
                  </a:cubicBezTo>
                  <a:cubicBezTo>
                    <a:pt x="247" y="76"/>
                    <a:pt x="247" y="76"/>
                    <a:pt x="247" y="76"/>
                  </a:cubicBezTo>
                  <a:cubicBezTo>
                    <a:pt x="249" y="73"/>
                    <a:pt x="250" y="69"/>
                    <a:pt x="251" y="66"/>
                  </a:cubicBezTo>
                  <a:cubicBezTo>
                    <a:pt x="260" y="64"/>
                    <a:pt x="260" y="64"/>
                    <a:pt x="260" y="64"/>
                  </a:cubicBezTo>
                  <a:cubicBezTo>
                    <a:pt x="262" y="64"/>
                    <a:pt x="264" y="62"/>
                    <a:pt x="264" y="60"/>
                  </a:cubicBezTo>
                  <a:cubicBezTo>
                    <a:pt x="264" y="49"/>
                    <a:pt x="264" y="49"/>
                    <a:pt x="264" y="49"/>
                  </a:cubicBezTo>
                  <a:cubicBezTo>
                    <a:pt x="264" y="47"/>
                    <a:pt x="262" y="45"/>
                    <a:pt x="260" y="45"/>
                  </a:cubicBezTo>
                  <a:close/>
                  <a:moveTo>
                    <a:pt x="165" y="141"/>
                  </a:moveTo>
                  <a:cubicBezTo>
                    <a:pt x="77" y="141"/>
                    <a:pt x="77" y="141"/>
                    <a:pt x="77" y="141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165" y="109"/>
                    <a:pt x="165" y="109"/>
                    <a:pt x="165" y="109"/>
                  </a:cubicBezTo>
                  <a:lnTo>
                    <a:pt x="165" y="141"/>
                  </a:lnTo>
                  <a:close/>
                  <a:moveTo>
                    <a:pt x="256" y="57"/>
                  </a:moveTo>
                  <a:cubicBezTo>
                    <a:pt x="247" y="58"/>
                    <a:pt x="247" y="58"/>
                    <a:pt x="247" y="58"/>
                  </a:cubicBezTo>
                  <a:cubicBezTo>
                    <a:pt x="246" y="58"/>
                    <a:pt x="244" y="60"/>
                    <a:pt x="244" y="61"/>
                  </a:cubicBezTo>
                  <a:cubicBezTo>
                    <a:pt x="243" y="66"/>
                    <a:pt x="241" y="70"/>
                    <a:pt x="238" y="74"/>
                  </a:cubicBezTo>
                  <a:cubicBezTo>
                    <a:pt x="237" y="76"/>
                    <a:pt x="237" y="78"/>
                    <a:pt x="238" y="79"/>
                  </a:cubicBezTo>
                  <a:cubicBezTo>
                    <a:pt x="243" y="86"/>
                    <a:pt x="243" y="86"/>
                    <a:pt x="243" y="86"/>
                  </a:cubicBezTo>
                  <a:cubicBezTo>
                    <a:pt x="240" y="89"/>
                    <a:pt x="240" y="89"/>
                    <a:pt x="240" y="89"/>
                  </a:cubicBezTo>
                  <a:cubicBezTo>
                    <a:pt x="234" y="84"/>
                    <a:pt x="234" y="84"/>
                    <a:pt x="234" y="84"/>
                  </a:cubicBezTo>
                  <a:cubicBezTo>
                    <a:pt x="233" y="83"/>
                    <a:pt x="231" y="83"/>
                    <a:pt x="229" y="84"/>
                  </a:cubicBezTo>
                  <a:cubicBezTo>
                    <a:pt x="225" y="87"/>
                    <a:pt x="221" y="88"/>
                    <a:pt x="216" y="90"/>
                  </a:cubicBezTo>
                  <a:cubicBezTo>
                    <a:pt x="214" y="90"/>
                    <a:pt x="213" y="91"/>
                    <a:pt x="213" y="93"/>
                  </a:cubicBezTo>
                  <a:cubicBezTo>
                    <a:pt x="212" y="102"/>
                    <a:pt x="212" y="102"/>
                    <a:pt x="212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2"/>
                    <a:pt x="204" y="90"/>
                    <a:pt x="203" y="90"/>
                  </a:cubicBezTo>
                  <a:cubicBezTo>
                    <a:pt x="198" y="89"/>
                    <a:pt x="194" y="87"/>
                    <a:pt x="190" y="84"/>
                  </a:cubicBezTo>
                  <a:cubicBezTo>
                    <a:pt x="188" y="83"/>
                    <a:pt x="186" y="83"/>
                    <a:pt x="185" y="84"/>
                  </a:cubicBezTo>
                  <a:cubicBezTo>
                    <a:pt x="178" y="89"/>
                    <a:pt x="178" y="89"/>
                    <a:pt x="178" y="89"/>
                  </a:cubicBezTo>
                  <a:cubicBezTo>
                    <a:pt x="175" y="86"/>
                    <a:pt x="175" y="86"/>
                    <a:pt x="175" y="86"/>
                  </a:cubicBezTo>
                  <a:cubicBezTo>
                    <a:pt x="180" y="79"/>
                    <a:pt x="180" y="79"/>
                    <a:pt x="180" y="79"/>
                  </a:cubicBezTo>
                  <a:cubicBezTo>
                    <a:pt x="181" y="78"/>
                    <a:pt x="181" y="76"/>
                    <a:pt x="180" y="74"/>
                  </a:cubicBezTo>
                  <a:cubicBezTo>
                    <a:pt x="177" y="70"/>
                    <a:pt x="176" y="66"/>
                    <a:pt x="175" y="61"/>
                  </a:cubicBezTo>
                  <a:cubicBezTo>
                    <a:pt x="174" y="60"/>
                    <a:pt x="173" y="58"/>
                    <a:pt x="171" y="58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2"/>
                    <a:pt x="162" y="52"/>
                    <a:pt x="162" y="52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73" y="51"/>
                    <a:pt x="174" y="50"/>
                    <a:pt x="175" y="48"/>
                  </a:cubicBezTo>
                  <a:cubicBezTo>
                    <a:pt x="176" y="43"/>
                    <a:pt x="178" y="39"/>
                    <a:pt x="180" y="35"/>
                  </a:cubicBezTo>
                  <a:cubicBezTo>
                    <a:pt x="181" y="33"/>
                    <a:pt x="181" y="32"/>
                    <a:pt x="180" y="30"/>
                  </a:cubicBezTo>
                  <a:cubicBezTo>
                    <a:pt x="175" y="23"/>
                    <a:pt x="175" y="23"/>
                    <a:pt x="175" y="23"/>
                  </a:cubicBezTo>
                  <a:cubicBezTo>
                    <a:pt x="178" y="20"/>
                    <a:pt x="178" y="20"/>
                    <a:pt x="178" y="20"/>
                  </a:cubicBezTo>
                  <a:cubicBezTo>
                    <a:pt x="185" y="25"/>
                    <a:pt x="185" y="25"/>
                    <a:pt x="185" y="25"/>
                  </a:cubicBezTo>
                  <a:cubicBezTo>
                    <a:pt x="186" y="26"/>
                    <a:pt x="188" y="26"/>
                    <a:pt x="190" y="25"/>
                  </a:cubicBezTo>
                  <a:cubicBezTo>
                    <a:pt x="194" y="22"/>
                    <a:pt x="198" y="21"/>
                    <a:pt x="203" y="20"/>
                  </a:cubicBezTo>
                  <a:cubicBezTo>
                    <a:pt x="204" y="20"/>
                    <a:pt x="206" y="18"/>
                    <a:pt x="206" y="16"/>
                  </a:cubicBezTo>
                  <a:cubicBezTo>
                    <a:pt x="207" y="8"/>
                    <a:pt x="207" y="8"/>
                    <a:pt x="207" y="8"/>
                  </a:cubicBezTo>
                  <a:cubicBezTo>
                    <a:pt x="212" y="8"/>
                    <a:pt x="212" y="8"/>
                    <a:pt x="212" y="8"/>
                  </a:cubicBezTo>
                  <a:cubicBezTo>
                    <a:pt x="213" y="17"/>
                    <a:pt x="213" y="17"/>
                    <a:pt x="213" y="17"/>
                  </a:cubicBezTo>
                  <a:cubicBezTo>
                    <a:pt x="213" y="18"/>
                    <a:pt x="214" y="20"/>
                    <a:pt x="216" y="20"/>
                  </a:cubicBezTo>
                  <a:cubicBezTo>
                    <a:pt x="221" y="21"/>
                    <a:pt x="225" y="23"/>
                    <a:pt x="229" y="26"/>
                  </a:cubicBezTo>
                  <a:cubicBezTo>
                    <a:pt x="231" y="26"/>
                    <a:pt x="232" y="26"/>
                    <a:pt x="234" y="26"/>
                  </a:cubicBezTo>
                  <a:cubicBezTo>
                    <a:pt x="241" y="20"/>
                    <a:pt x="241" y="20"/>
                    <a:pt x="241" y="20"/>
                  </a:cubicBezTo>
                  <a:cubicBezTo>
                    <a:pt x="244" y="23"/>
                    <a:pt x="244" y="23"/>
                    <a:pt x="244" y="23"/>
                  </a:cubicBezTo>
                  <a:cubicBezTo>
                    <a:pt x="239" y="30"/>
                    <a:pt x="239" y="30"/>
                    <a:pt x="239" y="30"/>
                  </a:cubicBezTo>
                  <a:cubicBezTo>
                    <a:pt x="238" y="31"/>
                    <a:pt x="238" y="33"/>
                    <a:pt x="239" y="35"/>
                  </a:cubicBezTo>
                  <a:cubicBezTo>
                    <a:pt x="242" y="39"/>
                    <a:pt x="243" y="43"/>
                    <a:pt x="244" y="48"/>
                  </a:cubicBezTo>
                  <a:cubicBezTo>
                    <a:pt x="245" y="50"/>
                    <a:pt x="246" y="51"/>
                    <a:pt x="248" y="51"/>
                  </a:cubicBezTo>
                  <a:cubicBezTo>
                    <a:pt x="257" y="52"/>
                    <a:pt x="257" y="52"/>
                    <a:pt x="257" y="52"/>
                  </a:cubicBezTo>
                  <a:cubicBezTo>
                    <a:pt x="257" y="57"/>
                    <a:pt x="257" y="57"/>
                    <a:pt x="257" y="57"/>
                  </a:cubicBezTo>
                  <a:lnTo>
                    <a:pt x="256" y="5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" name="Freeform 29">
              <a:extLst>
                <a:ext uri="{FF2B5EF4-FFF2-40B4-BE49-F238E27FC236}">
                  <a16:creationId xmlns:a16="http://schemas.microsoft.com/office/drawing/2014/main" id="{F1018D67-1966-72B1-0F91-4F8555C2E9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82338" y="2921532"/>
              <a:ext cx="157163" cy="153988"/>
            </a:xfrm>
            <a:custGeom>
              <a:avLst/>
              <a:gdLst>
                <a:gd name="T0" fmla="*/ 27 w 54"/>
                <a:gd name="T1" fmla="*/ 0 h 53"/>
                <a:gd name="T2" fmla="*/ 0 w 54"/>
                <a:gd name="T3" fmla="*/ 26 h 53"/>
                <a:gd name="T4" fmla="*/ 27 w 54"/>
                <a:gd name="T5" fmla="*/ 53 h 53"/>
                <a:gd name="T6" fmla="*/ 54 w 54"/>
                <a:gd name="T7" fmla="*/ 26 h 53"/>
                <a:gd name="T8" fmla="*/ 27 w 54"/>
                <a:gd name="T9" fmla="*/ 0 h 53"/>
                <a:gd name="T10" fmla="*/ 27 w 54"/>
                <a:gd name="T11" fmla="*/ 46 h 53"/>
                <a:gd name="T12" fmla="*/ 8 w 54"/>
                <a:gd name="T13" fmla="*/ 27 h 53"/>
                <a:gd name="T14" fmla="*/ 27 w 54"/>
                <a:gd name="T15" fmla="*/ 8 h 53"/>
                <a:gd name="T16" fmla="*/ 46 w 54"/>
                <a:gd name="T17" fmla="*/ 27 h 53"/>
                <a:gd name="T18" fmla="*/ 27 w 54"/>
                <a:gd name="T19" fmla="*/ 4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53">
                  <a:moveTo>
                    <a:pt x="27" y="0"/>
                  </a:move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7" y="53"/>
                  </a:cubicBezTo>
                  <a:cubicBezTo>
                    <a:pt x="42" y="53"/>
                    <a:pt x="54" y="41"/>
                    <a:pt x="54" y="26"/>
                  </a:cubicBezTo>
                  <a:cubicBezTo>
                    <a:pt x="54" y="12"/>
                    <a:pt x="42" y="0"/>
                    <a:pt x="27" y="0"/>
                  </a:cubicBezTo>
                  <a:close/>
                  <a:moveTo>
                    <a:pt x="27" y="46"/>
                  </a:moveTo>
                  <a:cubicBezTo>
                    <a:pt x="17" y="46"/>
                    <a:pt x="8" y="37"/>
                    <a:pt x="8" y="27"/>
                  </a:cubicBezTo>
                  <a:cubicBezTo>
                    <a:pt x="8" y="16"/>
                    <a:pt x="17" y="8"/>
                    <a:pt x="27" y="8"/>
                  </a:cubicBezTo>
                  <a:cubicBezTo>
                    <a:pt x="38" y="8"/>
                    <a:pt x="46" y="16"/>
                    <a:pt x="46" y="27"/>
                  </a:cubicBezTo>
                  <a:cubicBezTo>
                    <a:pt x="46" y="37"/>
                    <a:pt x="38" y="46"/>
                    <a:pt x="27" y="4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2F0BC7DE-E29F-6D83-C44A-AD2A74BF418A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9655288" y="3480069"/>
              <a:ext cx="501650" cy="287338"/>
            </a:xfrm>
            <a:custGeom>
              <a:avLst/>
              <a:gdLst>
                <a:gd name="T0" fmla="*/ 140 w 173"/>
                <a:gd name="T1" fmla="*/ 20 h 99"/>
                <a:gd name="T2" fmla="*/ 104 w 173"/>
                <a:gd name="T3" fmla="*/ 20 h 99"/>
                <a:gd name="T4" fmla="*/ 104 w 173"/>
                <a:gd name="T5" fmla="*/ 4 h 99"/>
                <a:gd name="T6" fmla="*/ 100 w 173"/>
                <a:gd name="T7" fmla="*/ 0 h 99"/>
                <a:gd name="T8" fmla="*/ 4 w 173"/>
                <a:gd name="T9" fmla="*/ 0 h 99"/>
                <a:gd name="T10" fmla="*/ 0 w 173"/>
                <a:gd name="T11" fmla="*/ 4 h 99"/>
                <a:gd name="T12" fmla="*/ 0 w 173"/>
                <a:gd name="T13" fmla="*/ 43 h 99"/>
                <a:gd name="T14" fmla="*/ 4 w 173"/>
                <a:gd name="T15" fmla="*/ 47 h 99"/>
                <a:gd name="T16" fmla="*/ 100 w 173"/>
                <a:gd name="T17" fmla="*/ 47 h 99"/>
                <a:gd name="T18" fmla="*/ 104 w 173"/>
                <a:gd name="T19" fmla="*/ 43 h 99"/>
                <a:gd name="T20" fmla="*/ 104 w 173"/>
                <a:gd name="T21" fmla="*/ 27 h 99"/>
                <a:gd name="T22" fmla="*/ 140 w 173"/>
                <a:gd name="T23" fmla="*/ 27 h 99"/>
                <a:gd name="T24" fmla="*/ 165 w 173"/>
                <a:gd name="T25" fmla="*/ 52 h 99"/>
                <a:gd name="T26" fmla="*/ 140 w 173"/>
                <a:gd name="T27" fmla="*/ 77 h 99"/>
                <a:gd name="T28" fmla="*/ 125 w 173"/>
                <a:gd name="T29" fmla="*/ 77 h 99"/>
                <a:gd name="T30" fmla="*/ 131 w 173"/>
                <a:gd name="T31" fmla="*/ 71 h 99"/>
                <a:gd name="T32" fmla="*/ 131 w 173"/>
                <a:gd name="T33" fmla="*/ 65 h 99"/>
                <a:gd name="T34" fmla="*/ 125 w 173"/>
                <a:gd name="T35" fmla="*/ 65 h 99"/>
                <a:gd name="T36" fmla="*/ 112 w 173"/>
                <a:gd name="T37" fmla="*/ 78 h 99"/>
                <a:gd name="T38" fmla="*/ 112 w 173"/>
                <a:gd name="T39" fmla="*/ 78 h 99"/>
                <a:gd name="T40" fmla="*/ 112 w 173"/>
                <a:gd name="T41" fmla="*/ 84 h 99"/>
                <a:gd name="T42" fmla="*/ 112 w 173"/>
                <a:gd name="T43" fmla="*/ 84 h 99"/>
                <a:gd name="T44" fmla="*/ 125 w 173"/>
                <a:gd name="T45" fmla="*/ 97 h 99"/>
                <a:gd name="T46" fmla="*/ 131 w 173"/>
                <a:gd name="T47" fmla="*/ 97 h 99"/>
                <a:gd name="T48" fmla="*/ 131 w 173"/>
                <a:gd name="T49" fmla="*/ 91 h 99"/>
                <a:gd name="T50" fmla="*/ 124 w 173"/>
                <a:gd name="T51" fmla="*/ 85 h 99"/>
                <a:gd name="T52" fmla="*/ 140 w 173"/>
                <a:gd name="T53" fmla="*/ 85 h 99"/>
                <a:gd name="T54" fmla="*/ 173 w 173"/>
                <a:gd name="T55" fmla="*/ 52 h 99"/>
                <a:gd name="T56" fmla="*/ 140 w 173"/>
                <a:gd name="T57" fmla="*/ 20 h 99"/>
                <a:gd name="T58" fmla="*/ 96 w 173"/>
                <a:gd name="T59" fmla="*/ 39 h 99"/>
                <a:gd name="T60" fmla="*/ 8 w 173"/>
                <a:gd name="T61" fmla="*/ 39 h 99"/>
                <a:gd name="T62" fmla="*/ 8 w 173"/>
                <a:gd name="T63" fmla="*/ 8 h 99"/>
                <a:gd name="T64" fmla="*/ 96 w 173"/>
                <a:gd name="T65" fmla="*/ 8 h 99"/>
                <a:gd name="T66" fmla="*/ 96 w 173"/>
                <a:gd name="T67" fmla="*/ 3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3" h="99">
                  <a:moveTo>
                    <a:pt x="140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4" y="1"/>
                    <a:pt x="103" y="0"/>
                    <a:pt x="10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6"/>
                    <a:pt x="2" y="47"/>
                    <a:pt x="4" y="47"/>
                  </a:cubicBezTo>
                  <a:cubicBezTo>
                    <a:pt x="100" y="47"/>
                    <a:pt x="100" y="47"/>
                    <a:pt x="100" y="47"/>
                  </a:cubicBezTo>
                  <a:cubicBezTo>
                    <a:pt x="103" y="47"/>
                    <a:pt x="104" y="46"/>
                    <a:pt x="104" y="43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40" y="27"/>
                    <a:pt x="140" y="27"/>
                    <a:pt x="140" y="27"/>
                  </a:cubicBezTo>
                  <a:cubicBezTo>
                    <a:pt x="154" y="27"/>
                    <a:pt x="165" y="39"/>
                    <a:pt x="165" y="52"/>
                  </a:cubicBezTo>
                  <a:cubicBezTo>
                    <a:pt x="165" y="66"/>
                    <a:pt x="154" y="77"/>
                    <a:pt x="140" y="77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31" y="71"/>
                    <a:pt x="131" y="71"/>
                    <a:pt x="131" y="71"/>
                  </a:cubicBezTo>
                  <a:cubicBezTo>
                    <a:pt x="133" y="69"/>
                    <a:pt x="133" y="67"/>
                    <a:pt x="131" y="65"/>
                  </a:cubicBezTo>
                  <a:cubicBezTo>
                    <a:pt x="129" y="63"/>
                    <a:pt x="127" y="63"/>
                    <a:pt x="125" y="65"/>
                  </a:cubicBezTo>
                  <a:cubicBezTo>
                    <a:pt x="112" y="78"/>
                    <a:pt x="112" y="78"/>
                    <a:pt x="112" y="78"/>
                  </a:cubicBezTo>
                  <a:cubicBezTo>
                    <a:pt x="112" y="78"/>
                    <a:pt x="112" y="78"/>
                    <a:pt x="112" y="78"/>
                  </a:cubicBezTo>
                  <a:cubicBezTo>
                    <a:pt x="110" y="80"/>
                    <a:pt x="110" y="82"/>
                    <a:pt x="112" y="84"/>
                  </a:cubicBezTo>
                  <a:cubicBezTo>
                    <a:pt x="112" y="84"/>
                    <a:pt x="112" y="84"/>
                    <a:pt x="112" y="84"/>
                  </a:cubicBezTo>
                  <a:cubicBezTo>
                    <a:pt x="125" y="97"/>
                    <a:pt x="125" y="97"/>
                    <a:pt x="125" y="97"/>
                  </a:cubicBezTo>
                  <a:cubicBezTo>
                    <a:pt x="127" y="99"/>
                    <a:pt x="129" y="99"/>
                    <a:pt x="131" y="97"/>
                  </a:cubicBezTo>
                  <a:cubicBezTo>
                    <a:pt x="133" y="95"/>
                    <a:pt x="133" y="93"/>
                    <a:pt x="131" y="91"/>
                  </a:cubicBezTo>
                  <a:cubicBezTo>
                    <a:pt x="124" y="85"/>
                    <a:pt x="124" y="85"/>
                    <a:pt x="124" y="85"/>
                  </a:cubicBezTo>
                  <a:cubicBezTo>
                    <a:pt x="140" y="85"/>
                    <a:pt x="140" y="85"/>
                    <a:pt x="140" y="85"/>
                  </a:cubicBezTo>
                  <a:cubicBezTo>
                    <a:pt x="158" y="85"/>
                    <a:pt x="173" y="70"/>
                    <a:pt x="173" y="52"/>
                  </a:cubicBezTo>
                  <a:cubicBezTo>
                    <a:pt x="173" y="34"/>
                    <a:pt x="158" y="20"/>
                    <a:pt x="140" y="20"/>
                  </a:cubicBezTo>
                  <a:close/>
                  <a:moveTo>
                    <a:pt x="96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3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1692D5A8-E5C3-E6EF-C9FF-A23F76A7B4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58107" y="3632217"/>
              <a:ext cx="501650" cy="287338"/>
            </a:xfrm>
            <a:custGeom>
              <a:avLst/>
              <a:gdLst>
                <a:gd name="T0" fmla="*/ 140 w 173"/>
                <a:gd name="T1" fmla="*/ 20 h 99"/>
                <a:gd name="T2" fmla="*/ 104 w 173"/>
                <a:gd name="T3" fmla="*/ 20 h 99"/>
                <a:gd name="T4" fmla="*/ 104 w 173"/>
                <a:gd name="T5" fmla="*/ 4 h 99"/>
                <a:gd name="T6" fmla="*/ 100 w 173"/>
                <a:gd name="T7" fmla="*/ 0 h 99"/>
                <a:gd name="T8" fmla="*/ 4 w 173"/>
                <a:gd name="T9" fmla="*/ 0 h 99"/>
                <a:gd name="T10" fmla="*/ 0 w 173"/>
                <a:gd name="T11" fmla="*/ 4 h 99"/>
                <a:gd name="T12" fmla="*/ 0 w 173"/>
                <a:gd name="T13" fmla="*/ 43 h 99"/>
                <a:gd name="T14" fmla="*/ 4 w 173"/>
                <a:gd name="T15" fmla="*/ 47 h 99"/>
                <a:gd name="T16" fmla="*/ 100 w 173"/>
                <a:gd name="T17" fmla="*/ 47 h 99"/>
                <a:gd name="T18" fmla="*/ 104 w 173"/>
                <a:gd name="T19" fmla="*/ 43 h 99"/>
                <a:gd name="T20" fmla="*/ 104 w 173"/>
                <a:gd name="T21" fmla="*/ 27 h 99"/>
                <a:gd name="T22" fmla="*/ 140 w 173"/>
                <a:gd name="T23" fmla="*/ 27 h 99"/>
                <a:gd name="T24" fmla="*/ 165 w 173"/>
                <a:gd name="T25" fmla="*/ 52 h 99"/>
                <a:gd name="T26" fmla="*/ 140 w 173"/>
                <a:gd name="T27" fmla="*/ 77 h 99"/>
                <a:gd name="T28" fmla="*/ 125 w 173"/>
                <a:gd name="T29" fmla="*/ 77 h 99"/>
                <a:gd name="T30" fmla="*/ 131 w 173"/>
                <a:gd name="T31" fmla="*/ 71 h 99"/>
                <a:gd name="T32" fmla="*/ 131 w 173"/>
                <a:gd name="T33" fmla="*/ 65 h 99"/>
                <a:gd name="T34" fmla="*/ 125 w 173"/>
                <a:gd name="T35" fmla="*/ 65 h 99"/>
                <a:gd name="T36" fmla="*/ 112 w 173"/>
                <a:gd name="T37" fmla="*/ 78 h 99"/>
                <a:gd name="T38" fmla="*/ 112 w 173"/>
                <a:gd name="T39" fmla="*/ 78 h 99"/>
                <a:gd name="T40" fmla="*/ 112 w 173"/>
                <a:gd name="T41" fmla="*/ 84 h 99"/>
                <a:gd name="T42" fmla="*/ 112 w 173"/>
                <a:gd name="T43" fmla="*/ 84 h 99"/>
                <a:gd name="T44" fmla="*/ 125 w 173"/>
                <a:gd name="T45" fmla="*/ 97 h 99"/>
                <a:gd name="T46" fmla="*/ 131 w 173"/>
                <a:gd name="T47" fmla="*/ 97 h 99"/>
                <a:gd name="T48" fmla="*/ 131 w 173"/>
                <a:gd name="T49" fmla="*/ 91 h 99"/>
                <a:gd name="T50" fmla="*/ 124 w 173"/>
                <a:gd name="T51" fmla="*/ 85 h 99"/>
                <a:gd name="T52" fmla="*/ 140 w 173"/>
                <a:gd name="T53" fmla="*/ 85 h 99"/>
                <a:gd name="T54" fmla="*/ 173 w 173"/>
                <a:gd name="T55" fmla="*/ 52 h 99"/>
                <a:gd name="T56" fmla="*/ 140 w 173"/>
                <a:gd name="T57" fmla="*/ 20 h 99"/>
                <a:gd name="T58" fmla="*/ 96 w 173"/>
                <a:gd name="T59" fmla="*/ 39 h 99"/>
                <a:gd name="T60" fmla="*/ 8 w 173"/>
                <a:gd name="T61" fmla="*/ 39 h 99"/>
                <a:gd name="T62" fmla="*/ 8 w 173"/>
                <a:gd name="T63" fmla="*/ 8 h 99"/>
                <a:gd name="T64" fmla="*/ 96 w 173"/>
                <a:gd name="T65" fmla="*/ 8 h 99"/>
                <a:gd name="T66" fmla="*/ 96 w 173"/>
                <a:gd name="T67" fmla="*/ 3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3" h="99">
                  <a:moveTo>
                    <a:pt x="140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4" y="1"/>
                    <a:pt x="103" y="0"/>
                    <a:pt x="10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6"/>
                    <a:pt x="2" y="47"/>
                    <a:pt x="4" y="47"/>
                  </a:cubicBezTo>
                  <a:cubicBezTo>
                    <a:pt x="100" y="47"/>
                    <a:pt x="100" y="47"/>
                    <a:pt x="100" y="47"/>
                  </a:cubicBezTo>
                  <a:cubicBezTo>
                    <a:pt x="103" y="47"/>
                    <a:pt x="104" y="46"/>
                    <a:pt x="104" y="43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40" y="27"/>
                    <a:pt x="140" y="27"/>
                    <a:pt x="140" y="27"/>
                  </a:cubicBezTo>
                  <a:cubicBezTo>
                    <a:pt x="154" y="27"/>
                    <a:pt x="165" y="39"/>
                    <a:pt x="165" y="52"/>
                  </a:cubicBezTo>
                  <a:cubicBezTo>
                    <a:pt x="165" y="66"/>
                    <a:pt x="154" y="77"/>
                    <a:pt x="140" y="77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31" y="71"/>
                    <a:pt x="131" y="71"/>
                    <a:pt x="131" y="71"/>
                  </a:cubicBezTo>
                  <a:cubicBezTo>
                    <a:pt x="133" y="69"/>
                    <a:pt x="133" y="67"/>
                    <a:pt x="131" y="65"/>
                  </a:cubicBezTo>
                  <a:cubicBezTo>
                    <a:pt x="129" y="63"/>
                    <a:pt x="127" y="63"/>
                    <a:pt x="125" y="65"/>
                  </a:cubicBezTo>
                  <a:cubicBezTo>
                    <a:pt x="112" y="78"/>
                    <a:pt x="112" y="78"/>
                    <a:pt x="112" y="78"/>
                  </a:cubicBezTo>
                  <a:cubicBezTo>
                    <a:pt x="112" y="78"/>
                    <a:pt x="112" y="78"/>
                    <a:pt x="112" y="78"/>
                  </a:cubicBezTo>
                  <a:cubicBezTo>
                    <a:pt x="110" y="80"/>
                    <a:pt x="110" y="82"/>
                    <a:pt x="112" y="84"/>
                  </a:cubicBezTo>
                  <a:cubicBezTo>
                    <a:pt x="112" y="84"/>
                    <a:pt x="112" y="84"/>
                    <a:pt x="112" y="84"/>
                  </a:cubicBezTo>
                  <a:cubicBezTo>
                    <a:pt x="125" y="97"/>
                    <a:pt x="125" y="97"/>
                    <a:pt x="125" y="97"/>
                  </a:cubicBezTo>
                  <a:cubicBezTo>
                    <a:pt x="127" y="99"/>
                    <a:pt x="129" y="99"/>
                    <a:pt x="131" y="97"/>
                  </a:cubicBezTo>
                  <a:cubicBezTo>
                    <a:pt x="133" y="95"/>
                    <a:pt x="133" y="93"/>
                    <a:pt x="131" y="91"/>
                  </a:cubicBezTo>
                  <a:cubicBezTo>
                    <a:pt x="124" y="85"/>
                    <a:pt x="124" y="85"/>
                    <a:pt x="124" y="85"/>
                  </a:cubicBezTo>
                  <a:cubicBezTo>
                    <a:pt x="140" y="85"/>
                    <a:pt x="140" y="85"/>
                    <a:pt x="140" y="85"/>
                  </a:cubicBezTo>
                  <a:cubicBezTo>
                    <a:pt x="158" y="85"/>
                    <a:pt x="173" y="70"/>
                    <a:pt x="173" y="52"/>
                  </a:cubicBezTo>
                  <a:cubicBezTo>
                    <a:pt x="173" y="34"/>
                    <a:pt x="158" y="20"/>
                    <a:pt x="140" y="20"/>
                  </a:cubicBezTo>
                  <a:close/>
                  <a:moveTo>
                    <a:pt x="96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3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" name="Freeform 26">
              <a:extLst>
                <a:ext uri="{FF2B5EF4-FFF2-40B4-BE49-F238E27FC236}">
                  <a16:creationId xmlns:a16="http://schemas.microsoft.com/office/drawing/2014/main" id="{C4425856-44B9-FDB8-04DA-83A5FFE094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57417" y="3799601"/>
              <a:ext cx="301625" cy="139700"/>
            </a:xfrm>
            <a:custGeom>
              <a:avLst/>
              <a:gdLst>
                <a:gd name="T0" fmla="*/ 100 w 104"/>
                <a:gd name="T1" fmla="*/ 0 h 48"/>
                <a:gd name="T2" fmla="*/ 4 w 104"/>
                <a:gd name="T3" fmla="*/ 0 h 48"/>
                <a:gd name="T4" fmla="*/ 0 w 104"/>
                <a:gd name="T5" fmla="*/ 4 h 48"/>
                <a:gd name="T6" fmla="*/ 0 w 104"/>
                <a:gd name="T7" fmla="*/ 44 h 48"/>
                <a:gd name="T8" fmla="*/ 4 w 104"/>
                <a:gd name="T9" fmla="*/ 48 h 48"/>
                <a:gd name="T10" fmla="*/ 100 w 104"/>
                <a:gd name="T11" fmla="*/ 48 h 48"/>
                <a:gd name="T12" fmla="*/ 104 w 104"/>
                <a:gd name="T13" fmla="*/ 44 h 48"/>
                <a:gd name="T14" fmla="*/ 104 w 104"/>
                <a:gd name="T15" fmla="*/ 4 h 48"/>
                <a:gd name="T16" fmla="*/ 100 w 104"/>
                <a:gd name="T17" fmla="*/ 0 h 48"/>
                <a:gd name="T18" fmla="*/ 96 w 104"/>
                <a:gd name="T19" fmla="*/ 40 h 48"/>
                <a:gd name="T20" fmla="*/ 8 w 104"/>
                <a:gd name="T21" fmla="*/ 40 h 48"/>
                <a:gd name="T22" fmla="*/ 8 w 104"/>
                <a:gd name="T23" fmla="*/ 8 h 48"/>
                <a:gd name="T24" fmla="*/ 96 w 104"/>
                <a:gd name="T25" fmla="*/ 8 h 48"/>
                <a:gd name="T26" fmla="*/ 96 w 104"/>
                <a:gd name="T27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48">
                  <a:moveTo>
                    <a:pt x="10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3" y="48"/>
                    <a:pt x="104" y="46"/>
                    <a:pt x="104" y="44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4" y="2"/>
                    <a:pt x="102" y="0"/>
                    <a:pt x="100" y="0"/>
                  </a:cubicBezTo>
                  <a:close/>
                  <a:moveTo>
                    <a:pt x="96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4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78" name="Freeform 17">
            <a:extLst>
              <a:ext uri="{FF2B5EF4-FFF2-40B4-BE49-F238E27FC236}">
                <a16:creationId xmlns:a16="http://schemas.microsoft.com/office/drawing/2014/main" id="{187E706C-85B5-3B20-124D-DEFDC277EA6B}"/>
              </a:ext>
            </a:extLst>
          </p:cNvPr>
          <p:cNvSpPr>
            <a:spLocks noEditPoints="1"/>
          </p:cNvSpPr>
          <p:nvPr/>
        </p:nvSpPr>
        <p:spPr bwMode="auto">
          <a:xfrm>
            <a:off x="1988871" y="3940523"/>
            <a:ext cx="713231" cy="744386"/>
          </a:xfrm>
          <a:custGeom>
            <a:avLst/>
            <a:gdLst>
              <a:gd name="T0" fmla="*/ 667 w 838"/>
              <a:gd name="T1" fmla="*/ 400 h 838"/>
              <a:gd name="T2" fmla="*/ 537 w 838"/>
              <a:gd name="T3" fmla="*/ 329 h 838"/>
              <a:gd name="T4" fmla="*/ 608 w 838"/>
              <a:gd name="T5" fmla="*/ 257 h 838"/>
              <a:gd name="T6" fmla="*/ 716 w 838"/>
              <a:gd name="T7" fmla="*/ 122 h 838"/>
              <a:gd name="T8" fmla="*/ 581 w 838"/>
              <a:gd name="T9" fmla="*/ 230 h 838"/>
              <a:gd name="T10" fmla="*/ 438 w 838"/>
              <a:gd name="T11" fmla="*/ 272 h 838"/>
              <a:gd name="T12" fmla="*/ 438 w 838"/>
              <a:gd name="T13" fmla="*/ 171 h 838"/>
              <a:gd name="T14" fmla="*/ 419 w 838"/>
              <a:gd name="T15" fmla="*/ 0 h 838"/>
              <a:gd name="T16" fmla="*/ 400 w 838"/>
              <a:gd name="T17" fmla="*/ 171 h 838"/>
              <a:gd name="T18" fmla="*/ 329 w 838"/>
              <a:gd name="T19" fmla="*/ 301 h 838"/>
              <a:gd name="T20" fmla="*/ 258 w 838"/>
              <a:gd name="T21" fmla="*/ 230 h 838"/>
              <a:gd name="T22" fmla="*/ 123 w 838"/>
              <a:gd name="T23" fmla="*/ 122 h 838"/>
              <a:gd name="T24" fmla="*/ 230 w 838"/>
              <a:gd name="T25" fmla="*/ 257 h 838"/>
              <a:gd name="T26" fmla="*/ 272 w 838"/>
              <a:gd name="T27" fmla="*/ 400 h 838"/>
              <a:gd name="T28" fmla="*/ 172 w 838"/>
              <a:gd name="T29" fmla="*/ 400 h 838"/>
              <a:gd name="T30" fmla="*/ 0 w 838"/>
              <a:gd name="T31" fmla="*/ 419 h 838"/>
              <a:gd name="T32" fmla="*/ 172 w 838"/>
              <a:gd name="T33" fmla="*/ 438 h 838"/>
              <a:gd name="T34" fmla="*/ 301 w 838"/>
              <a:gd name="T35" fmla="*/ 509 h 838"/>
              <a:gd name="T36" fmla="*/ 123 w 838"/>
              <a:gd name="T37" fmla="*/ 592 h 838"/>
              <a:gd name="T38" fmla="*/ 246 w 838"/>
              <a:gd name="T39" fmla="*/ 715 h 838"/>
              <a:gd name="T40" fmla="*/ 328 w 838"/>
              <a:gd name="T41" fmla="*/ 537 h 838"/>
              <a:gd name="T42" fmla="*/ 400 w 838"/>
              <a:gd name="T43" fmla="*/ 667 h 838"/>
              <a:gd name="T44" fmla="*/ 419 w 838"/>
              <a:gd name="T45" fmla="*/ 838 h 838"/>
              <a:gd name="T46" fmla="*/ 438 w 838"/>
              <a:gd name="T47" fmla="*/ 667 h 838"/>
              <a:gd name="T48" fmla="*/ 438 w 838"/>
              <a:gd name="T49" fmla="*/ 566 h 838"/>
              <a:gd name="T50" fmla="*/ 581 w 838"/>
              <a:gd name="T51" fmla="*/ 607 h 838"/>
              <a:gd name="T52" fmla="*/ 716 w 838"/>
              <a:gd name="T53" fmla="*/ 715 h 838"/>
              <a:gd name="T54" fmla="*/ 608 w 838"/>
              <a:gd name="T55" fmla="*/ 580 h 838"/>
              <a:gd name="T56" fmla="*/ 537 w 838"/>
              <a:gd name="T57" fmla="*/ 509 h 838"/>
              <a:gd name="T58" fmla="*/ 566 w 838"/>
              <a:gd name="T59" fmla="*/ 438 h 838"/>
              <a:gd name="T60" fmla="*/ 751 w 838"/>
              <a:gd name="T61" fmla="*/ 506 h 838"/>
              <a:gd name="T62" fmla="*/ 751 w 838"/>
              <a:gd name="T63" fmla="*/ 332 h 838"/>
              <a:gd name="T64" fmla="*/ 688 w 838"/>
              <a:gd name="T65" fmla="*/ 150 h 838"/>
              <a:gd name="T66" fmla="*/ 620 w 838"/>
              <a:gd name="T67" fmla="*/ 218 h 838"/>
              <a:gd name="T68" fmla="*/ 218 w 838"/>
              <a:gd name="T69" fmla="*/ 218 h 838"/>
              <a:gd name="T70" fmla="*/ 150 w 838"/>
              <a:gd name="T71" fmla="*/ 150 h 838"/>
              <a:gd name="T72" fmla="*/ 218 w 838"/>
              <a:gd name="T73" fmla="*/ 218 h 838"/>
              <a:gd name="T74" fmla="*/ 39 w 838"/>
              <a:gd name="T75" fmla="*/ 419 h 838"/>
              <a:gd name="T76" fmla="*/ 135 w 838"/>
              <a:gd name="T77" fmla="*/ 419 h 838"/>
              <a:gd name="T78" fmla="*/ 218 w 838"/>
              <a:gd name="T79" fmla="*/ 687 h 838"/>
              <a:gd name="T80" fmla="*/ 150 w 838"/>
              <a:gd name="T81" fmla="*/ 619 h 838"/>
              <a:gd name="T82" fmla="*/ 218 w 838"/>
              <a:gd name="T83" fmla="*/ 687 h 838"/>
              <a:gd name="T84" fmla="*/ 419 w 838"/>
              <a:gd name="T85" fmla="*/ 38 h 838"/>
              <a:gd name="T86" fmla="*/ 419 w 838"/>
              <a:gd name="T87" fmla="*/ 135 h 838"/>
              <a:gd name="T88" fmla="*/ 467 w 838"/>
              <a:gd name="T89" fmla="*/ 751 h 838"/>
              <a:gd name="T90" fmla="*/ 371 w 838"/>
              <a:gd name="T91" fmla="*/ 751 h 838"/>
              <a:gd name="T92" fmla="*/ 467 w 838"/>
              <a:gd name="T93" fmla="*/ 751 h 838"/>
              <a:gd name="T94" fmla="*/ 303 w 838"/>
              <a:gd name="T95" fmla="*/ 419 h 838"/>
              <a:gd name="T96" fmla="*/ 535 w 838"/>
              <a:gd name="T97" fmla="*/ 419 h 838"/>
              <a:gd name="T98" fmla="*/ 620 w 838"/>
              <a:gd name="T99" fmla="*/ 619 h 838"/>
              <a:gd name="T100" fmla="*/ 688 w 838"/>
              <a:gd name="T101" fmla="*/ 687 h 838"/>
              <a:gd name="T102" fmla="*/ 620 w 838"/>
              <a:gd name="T103" fmla="*/ 619 h 838"/>
              <a:gd name="T104" fmla="*/ 703 w 838"/>
              <a:gd name="T105" fmla="*/ 419 h 838"/>
              <a:gd name="T106" fmla="*/ 800 w 838"/>
              <a:gd name="T107" fmla="*/ 419 h 838"/>
              <a:gd name="T108" fmla="*/ 408 w 838"/>
              <a:gd name="T109" fmla="*/ 462 h 838"/>
              <a:gd name="T110" fmla="*/ 343 w 838"/>
              <a:gd name="T111" fmla="*/ 456 h 838"/>
              <a:gd name="T112" fmla="*/ 417 w 838"/>
              <a:gd name="T113" fmla="*/ 500 h 838"/>
              <a:gd name="T114" fmla="*/ 495 w 838"/>
              <a:gd name="T115" fmla="*/ 371 h 838"/>
              <a:gd name="T116" fmla="*/ 408 w 838"/>
              <a:gd name="T117" fmla="*/ 462 h 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38" h="838">
                <a:moveTo>
                  <a:pt x="751" y="332"/>
                </a:moveTo>
                <a:cubicBezTo>
                  <a:pt x="710" y="332"/>
                  <a:pt x="675" y="361"/>
                  <a:pt x="667" y="400"/>
                </a:cubicBezTo>
                <a:cubicBezTo>
                  <a:pt x="566" y="400"/>
                  <a:pt x="566" y="400"/>
                  <a:pt x="566" y="400"/>
                </a:cubicBezTo>
                <a:cubicBezTo>
                  <a:pt x="563" y="373"/>
                  <a:pt x="552" y="349"/>
                  <a:pt x="537" y="329"/>
                </a:cubicBezTo>
                <a:cubicBezTo>
                  <a:pt x="537" y="329"/>
                  <a:pt x="537" y="329"/>
                  <a:pt x="537" y="329"/>
                </a:cubicBezTo>
                <a:cubicBezTo>
                  <a:pt x="608" y="257"/>
                  <a:pt x="608" y="257"/>
                  <a:pt x="608" y="257"/>
                </a:cubicBezTo>
                <a:cubicBezTo>
                  <a:pt x="642" y="278"/>
                  <a:pt x="687" y="274"/>
                  <a:pt x="716" y="245"/>
                </a:cubicBezTo>
                <a:cubicBezTo>
                  <a:pt x="750" y="211"/>
                  <a:pt x="750" y="156"/>
                  <a:pt x="716" y="122"/>
                </a:cubicBezTo>
                <a:cubicBezTo>
                  <a:pt x="682" y="88"/>
                  <a:pt x="627" y="88"/>
                  <a:pt x="593" y="122"/>
                </a:cubicBezTo>
                <a:cubicBezTo>
                  <a:pt x="564" y="151"/>
                  <a:pt x="560" y="196"/>
                  <a:pt x="581" y="230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489" y="286"/>
                  <a:pt x="465" y="275"/>
                  <a:pt x="438" y="272"/>
                </a:cubicBezTo>
                <a:cubicBezTo>
                  <a:pt x="438" y="272"/>
                  <a:pt x="438" y="272"/>
                  <a:pt x="438" y="272"/>
                </a:cubicBezTo>
                <a:cubicBezTo>
                  <a:pt x="438" y="171"/>
                  <a:pt x="438" y="171"/>
                  <a:pt x="438" y="171"/>
                </a:cubicBezTo>
                <a:cubicBezTo>
                  <a:pt x="477" y="163"/>
                  <a:pt x="506" y="128"/>
                  <a:pt x="506" y="87"/>
                </a:cubicBezTo>
                <a:cubicBezTo>
                  <a:pt x="506" y="39"/>
                  <a:pt x="467" y="0"/>
                  <a:pt x="419" y="0"/>
                </a:cubicBezTo>
                <a:cubicBezTo>
                  <a:pt x="371" y="0"/>
                  <a:pt x="332" y="39"/>
                  <a:pt x="332" y="87"/>
                </a:cubicBezTo>
                <a:cubicBezTo>
                  <a:pt x="332" y="128"/>
                  <a:pt x="361" y="163"/>
                  <a:pt x="400" y="171"/>
                </a:cubicBezTo>
                <a:cubicBezTo>
                  <a:pt x="400" y="272"/>
                  <a:pt x="400" y="272"/>
                  <a:pt x="400" y="272"/>
                </a:cubicBezTo>
                <a:cubicBezTo>
                  <a:pt x="373" y="275"/>
                  <a:pt x="349" y="286"/>
                  <a:pt x="329" y="301"/>
                </a:cubicBezTo>
                <a:cubicBezTo>
                  <a:pt x="329" y="301"/>
                  <a:pt x="329" y="301"/>
                  <a:pt x="329" y="301"/>
                </a:cubicBezTo>
                <a:cubicBezTo>
                  <a:pt x="258" y="230"/>
                  <a:pt x="258" y="230"/>
                  <a:pt x="258" y="230"/>
                </a:cubicBezTo>
                <a:cubicBezTo>
                  <a:pt x="279" y="196"/>
                  <a:pt x="275" y="151"/>
                  <a:pt x="246" y="122"/>
                </a:cubicBezTo>
                <a:cubicBezTo>
                  <a:pt x="212" y="88"/>
                  <a:pt x="157" y="88"/>
                  <a:pt x="123" y="122"/>
                </a:cubicBezTo>
                <a:cubicBezTo>
                  <a:pt x="89" y="156"/>
                  <a:pt x="89" y="211"/>
                  <a:pt x="123" y="245"/>
                </a:cubicBezTo>
                <a:cubicBezTo>
                  <a:pt x="152" y="274"/>
                  <a:pt x="197" y="278"/>
                  <a:pt x="230" y="257"/>
                </a:cubicBezTo>
                <a:cubicBezTo>
                  <a:pt x="302" y="328"/>
                  <a:pt x="302" y="328"/>
                  <a:pt x="302" y="328"/>
                </a:cubicBezTo>
                <a:cubicBezTo>
                  <a:pt x="286" y="349"/>
                  <a:pt x="275" y="373"/>
                  <a:pt x="272" y="400"/>
                </a:cubicBezTo>
                <a:cubicBezTo>
                  <a:pt x="272" y="400"/>
                  <a:pt x="272" y="400"/>
                  <a:pt x="272" y="400"/>
                </a:cubicBezTo>
                <a:cubicBezTo>
                  <a:pt x="172" y="400"/>
                  <a:pt x="172" y="400"/>
                  <a:pt x="172" y="400"/>
                </a:cubicBezTo>
                <a:cubicBezTo>
                  <a:pt x="163" y="361"/>
                  <a:pt x="128" y="332"/>
                  <a:pt x="87" y="332"/>
                </a:cubicBezTo>
                <a:cubicBezTo>
                  <a:pt x="39" y="332"/>
                  <a:pt x="0" y="371"/>
                  <a:pt x="0" y="419"/>
                </a:cubicBezTo>
                <a:cubicBezTo>
                  <a:pt x="0" y="467"/>
                  <a:pt x="39" y="506"/>
                  <a:pt x="87" y="506"/>
                </a:cubicBezTo>
                <a:cubicBezTo>
                  <a:pt x="128" y="506"/>
                  <a:pt x="163" y="477"/>
                  <a:pt x="172" y="438"/>
                </a:cubicBezTo>
                <a:cubicBezTo>
                  <a:pt x="272" y="438"/>
                  <a:pt x="272" y="438"/>
                  <a:pt x="272" y="438"/>
                </a:cubicBezTo>
                <a:cubicBezTo>
                  <a:pt x="275" y="465"/>
                  <a:pt x="286" y="489"/>
                  <a:pt x="301" y="509"/>
                </a:cubicBezTo>
                <a:cubicBezTo>
                  <a:pt x="230" y="580"/>
                  <a:pt x="230" y="580"/>
                  <a:pt x="230" y="580"/>
                </a:cubicBezTo>
                <a:cubicBezTo>
                  <a:pt x="197" y="559"/>
                  <a:pt x="152" y="563"/>
                  <a:pt x="123" y="592"/>
                </a:cubicBezTo>
                <a:cubicBezTo>
                  <a:pt x="89" y="626"/>
                  <a:pt x="89" y="681"/>
                  <a:pt x="123" y="715"/>
                </a:cubicBezTo>
                <a:cubicBezTo>
                  <a:pt x="157" y="749"/>
                  <a:pt x="212" y="749"/>
                  <a:pt x="246" y="715"/>
                </a:cubicBezTo>
                <a:cubicBezTo>
                  <a:pt x="275" y="686"/>
                  <a:pt x="279" y="641"/>
                  <a:pt x="258" y="607"/>
                </a:cubicBezTo>
                <a:cubicBezTo>
                  <a:pt x="328" y="537"/>
                  <a:pt x="328" y="537"/>
                  <a:pt x="328" y="537"/>
                </a:cubicBezTo>
                <a:cubicBezTo>
                  <a:pt x="349" y="552"/>
                  <a:pt x="373" y="563"/>
                  <a:pt x="400" y="5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61" y="676"/>
                  <a:pt x="332" y="710"/>
                  <a:pt x="332" y="752"/>
                </a:cubicBezTo>
                <a:cubicBezTo>
                  <a:pt x="332" y="799"/>
                  <a:pt x="371" y="838"/>
                  <a:pt x="419" y="838"/>
                </a:cubicBezTo>
                <a:cubicBezTo>
                  <a:pt x="467" y="838"/>
                  <a:pt x="506" y="799"/>
                  <a:pt x="506" y="752"/>
                </a:cubicBezTo>
                <a:cubicBezTo>
                  <a:pt x="506" y="710"/>
                  <a:pt x="477" y="676"/>
                  <a:pt x="438" y="667"/>
                </a:cubicBezTo>
                <a:cubicBezTo>
                  <a:pt x="438" y="566"/>
                  <a:pt x="438" y="566"/>
                  <a:pt x="438" y="566"/>
                </a:cubicBezTo>
                <a:cubicBezTo>
                  <a:pt x="438" y="566"/>
                  <a:pt x="438" y="566"/>
                  <a:pt x="438" y="566"/>
                </a:cubicBezTo>
                <a:cubicBezTo>
                  <a:pt x="465" y="563"/>
                  <a:pt x="490" y="552"/>
                  <a:pt x="510" y="536"/>
                </a:cubicBezTo>
                <a:cubicBezTo>
                  <a:pt x="581" y="607"/>
                  <a:pt x="581" y="607"/>
                  <a:pt x="581" y="607"/>
                </a:cubicBezTo>
                <a:cubicBezTo>
                  <a:pt x="560" y="641"/>
                  <a:pt x="564" y="686"/>
                  <a:pt x="593" y="715"/>
                </a:cubicBezTo>
                <a:cubicBezTo>
                  <a:pt x="627" y="749"/>
                  <a:pt x="682" y="749"/>
                  <a:pt x="716" y="715"/>
                </a:cubicBezTo>
                <a:cubicBezTo>
                  <a:pt x="750" y="681"/>
                  <a:pt x="750" y="626"/>
                  <a:pt x="716" y="592"/>
                </a:cubicBezTo>
                <a:cubicBezTo>
                  <a:pt x="687" y="563"/>
                  <a:pt x="642" y="559"/>
                  <a:pt x="608" y="580"/>
                </a:cubicBezTo>
                <a:cubicBezTo>
                  <a:pt x="537" y="509"/>
                  <a:pt x="537" y="509"/>
                  <a:pt x="537" y="509"/>
                </a:cubicBezTo>
                <a:cubicBezTo>
                  <a:pt x="537" y="509"/>
                  <a:pt x="537" y="509"/>
                  <a:pt x="537" y="509"/>
                </a:cubicBezTo>
                <a:cubicBezTo>
                  <a:pt x="553" y="489"/>
                  <a:pt x="563" y="465"/>
                  <a:pt x="566" y="438"/>
                </a:cubicBezTo>
                <a:cubicBezTo>
                  <a:pt x="566" y="438"/>
                  <a:pt x="566" y="438"/>
                  <a:pt x="566" y="438"/>
                </a:cubicBezTo>
                <a:cubicBezTo>
                  <a:pt x="667" y="438"/>
                  <a:pt x="667" y="438"/>
                  <a:pt x="667" y="438"/>
                </a:cubicBezTo>
                <a:cubicBezTo>
                  <a:pt x="675" y="477"/>
                  <a:pt x="710" y="506"/>
                  <a:pt x="751" y="506"/>
                </a:cubicBezTo>
                <a:cubicBezTo>
                  <a:pt x="799" y="506"/>
                  <a:pt x="838" y="467"/>
                  <a:pt x="838" y="419"/>
                </a:cubicBezTo>
                <a:cubicBezTo>
                  <a:pt x="838" y="371"/>
                  <a:pt x="799" y="332"/>
                  <a:pt x="751" y="332"/>
                </a:cubicBezTo>
                <a:close/>
                <a:moveTo>
                  <a:pt x="620" y="150"/>
                </a:moveTo>
                <a:cubicBezTo>
                  <a:pt x="639" y="131"/>
                  <a:pt x="670" y="131"/>
                  <a:pt x="688" y="150"/>
                </a:cubicBezTo>
                <a:cubicBezTo>
                  <a:pt x="707" y="168"/>
                  <a:pt x="707" y="199"/>
                  <a:pt x="688" y="218"/>
                </a:cubicBezTo>
                <a:cubicBezTo>
                  <a:pt x="670" y="237"/>
                  <a:pt x="639" y="237"/>
                  <a:pt x="620" y="218"/>
                </a:cubicBezTo>
                <a:cubicBezTo>
                  <a:pt x="601" y="199"/>
                  <a:pt x="601" y="168"/>
                  <a:pt x="620" y="150"/>
                </a:cubicBezTo>
                <a:close/>
                <a:moveTo>
                  <a:pt x="218" y="218"/>
                </a:moveTo>
                <a:cubicBezTo>
                  <a:pt x="200" y="237"/>
                  <a:pt x="169" y="237"/>
                  <a:pt x="150" y="218"/>
                </a:cubicBezTo>
                <a:cubicBezTo>
                  <a:pt x="131" y="199"/>
                  <a:pt x="131" y="168"/>
                  <a:pt x="150" y="150"/>
                </a:cubicBezTo>
                <a:cubicBezTo>
                  <a:pt x="169" y="131"/>
                  <a:pt x="199" y="131"/>
                  <a:pt x="218" y="150"/>
                </a:cubicBezTo>
                <a:cubicBezTo>
                  <a:pt x="237" y="168"/>
                  <a:pt x="237" y="199"/>
                  <a:pt x="218" y="218"/>
                </a:cubicBezTo>
                <a:close/>
                <a:moveTo>
                  <a:pt x="87" y="467"/>
                </a:moveTo>
                <a:cubicBezTo>
                  <a:pt x="60" y="467"/>
                  <a:pt x="39" y="446"/>
                  <a:pt x="39" y="419"/>
                </a:cubicBezTo>
                <a:cubicBezTo>
                  <a:pt x="39" y="392"/>
                  <a:pt x="60" y="371"/>
                  <a:pt x="87" y="371"/>
                </a:cubicBezTo>
                <a:cubicBezTo>
                  <a:pt x="114" y="371"/>
                  <a:pt x="135" y="392"/>
                  <a:pt x="135" y="419"/>
                </a:cubicBezTo>
                <a:cubicBezTo>
                  <a:pt x="135" y="446"/>
                  <a:pt x="114" y="467"/>
                  <a:pt x="87" y="467"/>
                </a:cubicBezTo>
                <a:close/>
                <a:moveTo>
                  <a:pt x="218" y="687"/>
                </a:moveTo>
                <a:cubicBezTo>
                  <a:pt x="199" y="706"/>
                  <a:pt x="169" y="706"/>
                  <a:pt x="150" y="687"/>
                </a:cubicBezTo>
                <a:cubicBezTo>
                  <a:pt x="131" y="669"/>
                  <a:pt x="131" y="638"/>
                  <a:pt x="150" y="619"/>
                </a:cubicBezTo>
                <a:cubicBezTo>
                  <a:pt x="169" y="600"/>
                  <a:pt x="200" y="600"/>
                  <a:pt x="218" y="619"/>
                </a:cubicBezTo>
                <a:cubicBezTo>
                  <a:pt x="237" y="638"/>
                  <a:pt x="237" y="669"/>
                  <a:pt x="218" y="687"/>
                </a:cubicBezTo>
                <a:close/>
                <a:moveTo>
                  <a:pt x="371" y="87"/>
                </a:moveTo>
                <a:cubicBezTo>
                  <a:pt x="371" y="60"/>
                  <a:pt x="392" y="38"/>
                  <a:pt x="419" y="38"/>
                </a:cubicBezTo>
                <a:cubicBezTo>
                  <a:pt x="446" y="38"/>
                  <a:pt x="467" y="60"/>
                  <a:pt x="467" y="87"/>
                </a:cubicBezTo>
                <a:cubicBezTo>
                  <a:pt x="467" y="113"/>
                  <a:pt x="446" y="135"/>
                  <a:pt x="419" y="135"/>
                </a:cubicBezTo>
                <a:cubicBezTo>
                  <a:pt x="392" y="135"/>
                  <a:pt x="371" y="113"/>
                  <a:pt x="371" y="87"/>
                </a:cubicBezTo>
                <a:close/>
                <a:moveTo>
                  <a:pt x="467" y="751"/>
                </a:moveTo>
                <a:cubicBezTo>
                  <a:pt x="467" y="778"/>
                  <a:pt x="446" y="800"/>
                  <a:pt x="419" y="800"/>
                </a:cubicBezTo>
                <a:cubicBezTo>
                  <a:pt x="392" y="800"/>
                  <a:pt x="371" y="778"/>
                  <a:pt x="371" y="751"/>
                </a:cubicBezTo>
                <a:cubicBezTo>
                  <a:pt x="371" y="725"/>
                  <a:pt x="392" y="703"/>
                  <a:pt x="419" y="703"/>
                </a:cubicBezTo>
                <a:cubicBezTo>
                  <a:pt x="446" y="703"/>
                  <a:pt x="467" y="725"/>
                  <a:pt x="467" y="751"/>
                </a:cubicBezTo>
                <a:close/>
                <a:moveTo>
                  <a:pt x="419" y="535"/>
                </a:moveTo>
                <a:cubicBezTo>
                  <a:pt x="355" y="535"/>
                  <a:pt x="303" y="483"/>
                  <a:pt x="303" y="419"/>
                </a:cubicBezTo>
                <a:cubicBezTo>
                  <a:pt x="303" y="355"/>
                  <a:pt x="355" y="303"/>
                  <a:pt x="419" y="303"/>
                </a:cubicBezTo>
                <a:cubicBezTo>
                  <a:pt x="483" y="303"/>
                  <a:pt x="535" y="355"/>
                  <a:pt x="535" y="419"/>
                </a:cubicBezTo>
                <a:cubicBezTo>
                  <a:pt x="535" y="483"/>
                  <a:pt x="483" y="535"/>
                  <a:pt x="419" y="535"/>
                </a:cubicBezTo>
                <a:close/>
                <a:moveTo>
                  <a:pt x="620" y="619"/>
                </a:moveTo>
                <a:cubicBezTo>
                  <a:pt x="639" y="600"/>
                  <a:pt x="670" y="600"/>
                  <a:pt x="688" y="619"/>
                </a:cubicBezTo>
                <a:cubicBezTo>
                  <a:pt x="707" y="638"/>
                  <a:pt x="707" y="669"/>
                  <a:pt x="688" y="687"/>
                </a:cubicBezTo>
                <a:cubicBezTo>
                  <a:pt x="670" y="706"/>
                  <a:pt x="639" y="706"/>
                  <a:pt x="620" y="687"/>
                </a:cubicBezTo>
                <a:cubicBezTo>
                  <a:pt x="601" y="669"/>
                  <a:pt x="601" y="638"/>
                  <a:pt x="620" y="619"/>
                </a:cubicBezTo>
                <a:close/>
                <a:moveTo>
                  <a:pt x="751" y="467"/>
                </a:moveTo>
                <a:cubicBezTo>
                  <a:pt x="725" y="467"/>
                  <a:pt x="703" y="446"/>
                  <a:pt x="703" y="419"/>
                </a:cubicBezTo>
                <a:cubicBezTo>
                  <a:pt x="703" y="392"/>
                  <a:pt x="725" y="371"/>
                  <a:pt x="751" y="371"/>
                </a:cubicBezTo>
                <a:cubicBezTo>
                  <a:pt x="778" y="371"/>
                  <a:pt x="800" y="392"/>
                  <a:pt x="800" y="419"/>
                </a:cubicBezTo>
                <a:cubicBezTo>
                  <a:pt x="800" y="446"/>
                  <a:pt x="778" y="467"/>
                  <a:pt x="751" y="467"/>
                </a:cubicBezTo>
                <a:close/>
                <a:moveTo>
                  <a:pt x="408" y="462"/>
                </a:moveTo>
                <a:cubicBezTo>
                  <a:pt x="358" y="432"/>
                  <a:pt x="358" y="432"/>
                  <a:pt x="358" y="432"/>
                </a:cubicBezTo>
                <a:cubicBezTo>
                  <a:pt x="343" y="456"/>
                  <a:pt x="343" y="456"/>
                  <a:pt x="343" y="456"/>
                </a:cubicBezTo>
                <a:cubicBezTo>
                  <a:pt x="417" y="500"/>
                  <a:pt x="417" y="500"/>
                  <a:pt x="417" y="500"/>
                </a:cubicBezTo>
                <a:cubicBezTo>
                  <a:pt x="417" y="500"/>
                  <a:pt x="417" y="500"/>
                  <a:pt x="417" y="500"/>
                </a:cubicBezTo>
                <a:cubicBezTo>
                  <a:pt x="417" y="500"/>
                  <a:pt x="417" y="500"/>
                  <a:pt x="417" y="500"/>
                </a:cubicBezTo>
                <a:cubicBezTo>
                  <a:pt x="495" y="371"/>
                  <a:pt x="495" y="371"/>
                  <a:pt x="495" y="371"/>
                </a:cubicBezTo>
                <a:cubicBezTo>
                  <a:pt x="471" y="357"/>
                  <a:pt x="471" y="357"/>
                  <a:pt x="471" y="357"/>
                </a:cubicBezTo>
                <a:lnTo>
                  <a:pt x="408" y="46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3" name="CuadroTexto 2">
            <a:extLst>
              <a:ext uri="{FF2B5EF4-FFF2-40B4-BE49-F238E27FC236}">
                <a16:creationId xmlns:a16="http://schemas.microsoft.com/office/drawing/2014/main" id="{968A7B95-3F60-A76C-1437-A3F81F9B61E1}"/>
              </a:ext>
            </a:extLst>
          </p:cNvPr>
          <p:cNvSpPr txBox="1"/>
          <p:nvPr/>
        </p:nvSpPr>
        <p:spPr>
          <a:xfrm>
            <a:off x="738176" y="1116881"/>
            <a:ext cx="4298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1pPr algn="ctr">
              <a:defRPr sz="1400" b="1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dirty="0"/>
              <a:t>Reaprovechando las infraestructuras existentes…</a:t>
            </a:r>
          </a:p>
        </p:txBody>
      </p:sp>
      <p:sp>
        <p:nvSpPr>
          <p:cNvPr id="84" name="CuadroTexto 2">
            <a:extLst>
              <a:ext uri="{FF2B5EF4-FFF2-40B4-BE49-F238E27FC236}">
                <a16:creationId xmlns:a16="http://schemas.microsoft.com/office/drawing/2014/main" id="{DECBD889-EF21-C7FC-764A-0502D5AC8A18}"/>
              </a:ext>
            </a:extLst>
          </p:cNvPr>
          <p:cNvSpPr txBox="1"/>
          <p:nvPr/>
        </p:nvSpPr>
        <p:spPr>
          <a:xfrm>
            <a:off x="4004817" y="3571720"/>
            <a:ext cx="2898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s-ES" sz="14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 pretende dar </a:t>
            </a:r>
          </a:p>
          <a:p>
            <a:pPr algn="ctr">
              <a:defRPr/>
            </a:pPr>
            <a:r>
              <a:rPr lang="es-ES" sz="14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respuesta a …</a:t>
            </a:r>
          </a:p>
        </p:txBody>
      </p:sp>
      <p:sp>
        <p:nvSpPr>
          <p:cNvPr id="86" name="Right Brace 85">
            <a:extLst>
              <a:ext uri="{FF2B5EF4-FFF2-40B4-BE49-F238E27FC236}">
                <a16:creationId xmlns:a16="http://schemas.microsoft.com/office/drawing/2014/main" id="{08FAC0D4-4E38-3A32-BDB3-0F0648DE9C09}"/>
              </a:ext>
            </a:extLst>
          </p:cNvPr>
          <p:cNvSpPr/>
          <p:nvPr/>
        </p:nvSpPr>
        <p:spPr>
          <a:xfrm>
            <a:off x="4002209" y="2496884"/>
            <a:ext cx="443984" cy="2659834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5">
            <a:extLst>
              <a:ext uri="{FF2B5EF4-FFF2-40B4-BE49-F238E27FC236}">
                <a16:creationId xmlns:a16="http://schemas.microsoft.com/office/drawing/2014/main" id="{6E513F83-4505-71BA-B43B-19D20740A3A2}"/>
              </a:ext>
            </a:extLst>
          </p:cNvPr>
          <p:cNvSpPr>
            <a:spLocks noEditPoints="1"/>
          </p:cNvSpPr>
          <p:nvPr/>
        </p:nvSpPr>
        <p:spPr bwMode="auto">
          <a:xfrm>
            <a:off x="10171896" y="1462667"/>
            <a:ext cx="298032" cy="440347"/>
          </a:xfrm>
          <a:custGeom>
            <a:avLst/>
            <a:gdLst>
              <a:gd name="T0" fmla="*/ 397 w 519"/>
              <a:gd name="T1" fmla="*/ 854 h 854"/>
              <a:gd name="T2" fmla="*/ 82 w 519"/>
              <a:gd name="T3" fmla="*/ 692 h 854"/>
              <a:gd name="T4" fmla="*/ 463 w 519"/>
              <a:gd name="T5" fmla="*/ 658 h 854"/>
              <a:gd name="T6" fmla="*/ 63 w 519"/>
              <a:gd name="T7" fmla="*/ 668 h 854"/>
              <a:gd name="T8" fmla="*/ 463 w 519"/>
              <a:gd name="T9" fmla="*/ 678 h 854"/>
              <a:gd name="T10" fmla="*/ 463 w 519"/>
              <a:gd name="T11" fmla="*/ 658 h 854"/>
              <a:gd name="T12" fmla="*/ 278 w 519"/>
              <a:gd name="T13" fmla="*/ 634 h 854"/>
              <a:gd name="T14" fmla="*/ 268 w 519"/>
              <a:gd name="T15" fmla="*/ 502 h 854"/>
              <a:gd name="T16" fmla="*/ 258 w 519"/>
              <a:gd name="T17" fmla="*/ 634 h 854"/>
              <a:gd name="T18" fmla="*/ 135 w 519"/>
              <a:gd name="T19" fmla="*/ 312 h 854"/>
              <a:gd name="T20" fmla="*/ 23 w 519"/>
              <a:gd name="T21" fmla="*/ 312 h 854"/>
              <a:gd name="T22" fmla="*/ 135 w 519"/>
              <a:gd name="T23" fmla="*/ 312 h 854"/>
              <a:gd name="T24" fmla="*/ 266 w 519"/>
              <a:gd name="T25" fmla="*/ 456 h 854"/>
              <a:gd name="T26" fmla="*/ 154 w 519"/>
              <a:gd name="T27" fmla="*/ 456 h 854"/>
              <a:gd name="T28" fmla="*/ 113 w 519"/>
              <a:gd name="T29" fmla="*/ 180 h 854"/>
              <a:gd name="T30" fmla="*/ 113 w 519"/>
              <a:gd name="T31" fmla="*/ 68 h 854"/>
              <a:gd name="T32" fmla="*/ 113 w 519"/>
              <a:gd name="T33" fmla="*/ 180 h 854"/>
              <a:gd name="T34" fmla="*/ 407 w 519"/>
              <a:gd name="T35" fmla="*/ 192 h 854"/>
              <a:gd name="T36" fmla="*/ 519 w 519"/>
              <a:gd name="T37" fmla="*/ 192 h 854"/>
              <a:gd name="T38" fmla="*/ 324 w 519"/>
              <a:gd name="T39" fmla="*/ 256 h 854"/>
              <a:gd name="T40" fmla="*/ 212 w 519"/>
              <a:gd name="T41" fmla="*/ 256 h 854"/>
              <a:gd name="T42" fmla="*/ 324 w 519"/>
              <a:gd name="T43" fmla="*/ 256 h 854"/>
              <a:gd name="T44" fmla="*/ 361 w 519"/>
              <a:gd name="T45" fmla="*/ 410 h 854"/>
              <a:gd name="T46" fmla="*/ 473 w 519"/>
              <a:gd name="T47" fmla="*/ 410 h 854"/>
              <a:gd name="T48" fmla="*/ 303 w 519"/>
              <a:gd name="T49" fmla="*/ 112 h 854"/>
              <a:gd name="T50" fmla="*/ 303 w 519"/>
              <a:gd name="T51" fmla="*/ 0 h 854"/>
              <a:gd name="T52" fmla="*/ 303 w 519"/>
              <a:gd name="T53" fmla="*/ 112 h 854"/>
              <a:gd name="T54" fmla="*/ 23 w 519"/>
              <a:gd name="T55" fmla="*/ 177 h 854"/>
              <a:gd name="T56" fmla="*/ 23 w 519"/>
              <a:gd name="T57" fmla="*/ 223 h 854"/>
              <a:gd name="T58" fmla="*/ 69 w 519"/>
              <a:gd name="T59" fmla="*/ 424 h 854"/>
              <a:gd name="T60" fmla="*/ 109 w 519"/>
              <a:gd name="T61" fmla="*/ 424 h 854"/>
              <a:gd name="T62" fmla="*/ 69 w 519"/>
              <a:gd name="T63" fmla="*/ 424 h 854"/>
              <a:gd name="T64" fmla="*/ 461 w 519"/>
              <a:gd name="T65" fmla="*/ 79 h 854"/>
              <a:gd name="T66" fmla="*/ 394 w 519"/>
              <a:gd name="T67" fmla="*/ 79 h 854"/>
              <a:gd name="T68" fmla="*/ 324 w 519"/>
              <a:gd name="T69" fmla="*/ 156 h 854"/>
              <a:gd name="T70" fmla="*/ 370 w 519"/>
              <a:gd name="T71" fmla="*/ 156 h 854"/>
              <a:gd name="T72" fmla="*/ 324 w 519"/>
              <a:gd name="T73" fmla="*/ 156 h 854"/>
              <a:gd name="T74" fmla="*/ 347 w 519"/>
              <a:gd name="T75" fmla="*/ 479 h 854"/>
              <a:gd name="T76" fmla="*/ 301 w 519"/>
              <a:gd name="T77" fmla="*/ 479 h 854"/>
              <a:gd name="T78" fmla="*/ 159 w 519"/>
              <a:gd name="T79" fmla="*/ 200 h 854"/>
              <a:gd name="T80" fmla="*/ 159 w 519"/>
              <a:gd name="T81" fmla="*/ 267 h 854"/>
              <a:gd name="T82" fmla="*/ 159 w 519"/>
              <a:gd name="T83" fmla="*/ 200 h 854"/>
              <a:gd name="T84" fmla="*/ 301 w 519"/>
              <a:gd name="T85" fmla="*/ 333 h 854"/>
              <a:gd name="T86" fmla="*/ 301 w 519"/>
              <a:gd name="T87" fmla="*/ 400 h 854"/>
              <a:gd name="T88" fmla="*/ 169 w 519"/>
              <a:gd name="T89" fmla="*/ 349 h 854"/>
              <a:gd name="T90" fmla="*/ 201 w 519"/>
              <a:gd name="T91" fmla="*/ 349 h 854"/>
              <a:gd name="T92" fmla="*/ 169 w 519"/>
              <a:gd name="T93" fmla="*/ 349 h 854"/>
              <a:gd name="T94" fmla="*/ 441 w 519"/>
              <a:gd name="T95" fmla="*/ 301 h 854"/>
              <a:gd name="T96" fmla="*/ 481 w 519"/>
              <a:gd name="T97" fmla="*/ 301 h 854"/>
              <a:gd name="T98" fmla="*/ 354 w 519"/>
              <a:gd name="T99" fmla="*/ 281 h 854"/>
              <a:gd name="T100" fmla="*/ 386 w 519"/>
              <a:gd name="T101" fmla="*/ 281 h 854"/>
              <a:gd name="T102" fmla="*/ 354 w 519"/>
              <a:gd name="T103" fmla="*/ 281 h 854"/>
              <a:gd name="T104" fmla="*/ 242 w 519"/>
              <a:gd name="T105" fmla="*/ 156 h 854"/>
              <a:gd name="T106" fmla="*/ 210 w 519"/>
              <a:gd name="T107" fmla="*/ 156 h 854"/>
              <a:gd name="T108" fmla="*/ 196 w 519"/>
              <a:gd name="T109" fmla="*/ 72 h 854"/>
              <a:gd name="T110" fmla="*/ 196 w 519"/>
              <a:gd name="T111" fmla="*/ 40 h 854"/>
              <a:gd name="T112" fmla="*/ 196 w 519"/>
              <a:gd name="T113" fmla="*/ 72 h 8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19" h="854">
                <a:moveTo>
                  <a:pt x="139" y="854"/>
                </a:moveTo>
                <a:cubicBezTo>
                  <a:pt x="397" y="854"/>
                  <a:pt x="397" y="854"/>
                  <a:pt x="397" y="854"/>
                </a:cubicBezTo>
                <a:cubicBezTo>
                  <a:pt x="454" y="692"/>
                  <a:pt x="454" y="692"/>
                  <a:pt x="454" y="692"/>
                </a:cubicBezTo>
                <a:cubicBezTo>
                  <a:pt x="82" y="692"/>
                  <a:pt x="82" y="692"/>
                  <a:pt x="82" y="692"/>
                </a:cubicBezTo>
                <a:lnTo>
                  <a:pt x="139" y="854"/>
                </a:lnTo>
                <a:close/>
                <a:moveTo>
                  <a:pt x="463" y="658"/>
                </a:moveTo>
                <a:cubicBezTo>
                  <a:pt x="73" y="658"/>
                  <a:pt x="73" y="658"/>
                  <a:pt x="73" y="658"/>
                </a:cubicBezTo>
                <a:cubicBezTo>
                  <a:pt x="67" y="658"/>
                  <a:pt x="63" y="662"/>
                  <a:pt x="63" y="668"/>
                </a:cubicBezTo>
                <a:cubicBezTo>
                  <a:pt x="63" y="673"/>
                  <a:pt x="67" y="678"/>
                  <a:pt x="73" y="678"/>
                </a:cubicBezTo>
                <a:cubicBezTo>
                  <a:pt x="463" y="678"/>
                  <a:pt x="463" y="678"/>
                  <a:pt x="463" y="678"/>
                </a:cubicBezTo>
                <a:cubicBezTo>
                  <a:pt x="469" y="678"/>
                  <a:pt x="473" y="673"/>
                  <a:pt x="473" y="668"/>
                </a:cubicBezTo>
                <a:cubicBezTo>
                  <a:pt x="473" y="662"/>
                  <a:pt x="469" y="658"/>
                  <a:pt x="463" y="658"/>
                </a:cubicBezTo>
                <a:close/>
                <a:moveTo>
                  <a:pt x="268" y="644"/>
                </a:moveTo>
                <a:cubicBezTo>
                  <a:pt x="274" y="644"/>
                  <a:pt x="278" y="640"/>
                  <a:pt x="278" y="634"/>
                </a:cubicBezTo>
                <a:cubicBezTo>
                  <a:pt x="278" y="512"/>
                  <a:pt x="278" y="512"/>
                  <a:pt x="278" y="512"/>
                </a:cubicBezTo>
                <a:cubicBezTo>
                  <a:pt x="278" y="506"/>
                  <a:pt x="274" y="502"/>
                  <a:pt x="268" y="502"/>
                </a:cubicBezTo>
                <a:cubicBezTo>
                  <a:pt x="262" y="502"/>
                  <a:pt x="258" y="506"/>
                  <a:pt x="258" y="512"/>
                </a:cubicBezTo>
                <a:cubicBezTo>
                  <a:pt x="258" y="634"/>
                  <a:pt x="258" y="634"/>
                  <a:pt x="258" y="634"/>
                </a:cubicBezTo>
                <a:cubicBezTo>
                  <a:pt x="258" y="640"/>
                  <a:pt x="262" y="644"/>
                  <a:pt x="268" y="644"/>
                </a:cubicBezTo>
                <a:close/>
                <a:moveTo>
                  <a:pt x="135" y="312"/>
                </a:moveTo>
                <a:cubicBezTo>
                  <a:pt x="135" y="281"/>
                  <a:pt x="110" y="256"/>
                  <a:pt x="79" y="256"/>
                </a:cubicBezTo>
                <a:cubicBezTo>
                  <a:pt x="48" y="256"/>
                  <a:pt x="23" y="281"/>
                  <a:pt x="23" y="312"/>
                </a:cubicBezTo>
                <a:cubicBezTo>
                  <a:pt x="23" y="343"/>
                  <a:pt x="48" y="368"/>
                  <a:pt x="79" y="368"/>
                </a:cubicBezTo>
                <a:cubicBezTo>
                  <a:pt x="110" y="368"/>
                  <a:pt x="135" y="343"/>
                  <a:pt x="135" y="312"/>
                </a:cubicBezTo>
                <a:close/>
                <a:moveTo>
                  <a:pt x="210" y="512"/>
                </a:moveTo>
                <a:cubicBezTo>
                  <a:pt x="241" y="512"/>
                  <a:pt x="266" y="487"/>
                  <a:pt x="266" y="456"/>
                </a:cubicBezTo>
                <a:cubicBezTo>
                  <a:pt x="266" y="425"/>
                  <a:pt x="241" y="400"/>
                  <a:pt x="210" y="400"/>
                </a:cubicBezTo>
                <a:cubicBezTo>
                  <a:pt x="179" y="400"/>
                  <a:pt x="154" y="425"/>
                  <a:pt x="154" y="456"/>
                </a:cubicBezTo>
                <a:cubicBezTo>
                  <a:pt x="154" y="487"/>
                  <a:pt x="179" y="512"/>
                  <a:pt x="210" y="512"/>
                </a:cubicBezTo>
                <a:close/>
                <a:moveTo>
                  <a:pt x="113" y="180"/>
                </a:moveTo>
                <a:cubicBezTo>
                  <a:pt x="144" y="180"/>
                  <a:pt x="169" y="155"/>
                  <a:pt x="169" y="124"/>
                </a:cubicBezTo>
                <a:cubicBezTo>
                  <a:pt x="169" y="93"/>
                  <a:pt x="144" y="68"/>
                  <a:pt x="113" y="68"/>
                </a:cubicBezTo>
                <a:cubicBezTo>
                  <a:pt x="82" y="68"/>
                  <a:pt x="57" y="93"/>
                  <a:pt x="57" y="124"/>
                </a:cubicBezTo>
                <a:cubicBezTo>
                  <a:pt x="57" y="155"/>
                  <a:pt x="82" y="180"/>
                  <a:pt x="113" y="180"/>
                </a:cubicBezTo>
                <a:close/>
                <a:moveTo>
                  <a:pt x="463" y="136"/>
                </a:moveTo>
                <a:cubicBezTo>
                  <a:pt x="432" y="136"/>
                  <a:pt x="407" y="161"/>
                  <a:pt x="407" y="192"/>
                </a:cubicBezTo>
                <a:cubicBezTo>
                  <a:pt x="407" y="223"/>
                  <a:pt x="432" y="248"/>
                  <a:pt x="463" y="248"/>
                </a:cubicBezTo>
                <a:cubicBezTo>
                  <a:pt x="494" y="248"/>
                  <a:pt x="519" y="223"/>
                  <a:pt x="519" y="192"/>
                </a:cubicBezTo>
                <a:cubicBezTo>
                  <a:pt x="519" y="161"/>
                  <a:pt x="494" y="136"/>
                  <a:pt x="463" y="136"/>
                </a:cubicBezTo>
                <a:close/>
                <a:moveTo>
                  <a:pt x="324" y="256"/>
                </a:moveTo>
                <a:cubicBezTo>
                  <a:pt x="324" y="225"/>
                  <a:pt x="299" y="200"/>
                  <a:pt x="268" y="200"/>
                </a:cubicBezTo>
                <a:cubicBezTo>
                  <a:pt x="237" y="200"/>
                  <a:pt x="212" y="225"/>
                  <a:pt x="212" y="256"/>
                </a:cubicBezTo>
                <a:cubicBezTo>
                  <a:pt x="212" y="287"/>
                  <a:pt x="237" y="312"/>
                  <a:pt x="268" y="312"/>
                </a:cubicBezTo>
                <a:cubicBezTo>
                  <a:pt x="299" y="312"/>
                  <a:pt x="324" y="287"/>
                  <a:pt x="324" y="256"/>
                </a:cubicBezTo>
                <a:close/>
                <a:moveTo>
                  <a:pt x="417" y="354"/>
                </a:moveTo>
                <a:cubicBezTo>
                  <a:pt x="386" y="354"/>
                  <a:pt x="361" y="379"/>
                  <a:pt x="361" y="410"/>
                </a:cubicBezTo>
                <a:cubicBezTo>
                  <a:pt x="361" y="441"/>
                  <a:pt x="386" y="466"/>
                  <a:pt x="417" y="466"/>
                </a:cubicBezTo>
                <a:cubicBezTo>
                  <a:pt x="448" y="466"/>
                  <a:pt x="473" y="441"/>
                  <a:pt x="473" y="410"/>
                </a:cubicBezTo>
                <a:cubicBezTo>
                  <a:pt x="473" y="379"/>
                  <a:pt x="448" y="354"/>
                  <a:pt x="417" y="354"/>
                </a:cubicBezTo>
                <a:close/>
                <a:moveTo>
                  <a:pt x="303" y="112"/>
                </a:moveTo>
                <a:cubicBezTo>
                  <a:pt x="334" y="112"/>
                  <a:pt x="359" y="87"/>
                  <a:pt x="359" y="56"/>
                </a:cubicBezTo>
                <a:cubicBezTo>
                  <a:pt x="359" y="25"/>
                  <a:pt x="334" y="0"/>
                  <a:pt x="303" y="0"/>
                </a:cubicBezTo>
                <a:cubicBezTo>
                  <a:pt x="272" y="0"/>
                  <a:pt x="247" y="25"/>
                  <a:pt x="247" y="56"/>
                </a:cubicBezTo>
                <a:cubicBezTo>
                  <a:pt x="247" y="87"/>
                  <a:pt x="272" y="112"/>
                  <a:pt x="303" y="112"/>
                </a:cubicBezTo>
                <a:close/>
                <a:moveTo>
                  <a:pt x="46" y="200"/>
                </a:moveTo>
                <a:cubicBezTo>
                  <a:pt x="46" y="187"/>
                  <a:pt x="36" y="177"/>
                  <a:pt x="23" y="177"/>
                </a:cubicBezTo>
                <a:cubicBezTo>
                  <a:pt x="10" y="177"/>
                  <a:pt x="0" y="187"/>
                  <a:pt x="0" y="200"/>
                </a:cubicBezTo>
                <a:cubicBezTo>
                  <a:pt x="0" y="213"/>
                  <a:pt x="10" y="223"/>
                  <a:pt x="23" y="223"/>
                </a:cubicBezTo>
                <a:cubicBezTo>
                  <a:pt x="36" y="223"/>
                  <a:pt x="46" y="213"/>
                  <a:pt x="46" y="200"/>
                </a:cubicBezTo>
                <a:close/>
                <a:moveTo>
                  <a:pt x="69" y="424"/>
                </a:moveTo>
                <a:cubicBezTo>
                  <a:pt x="69" y="435"/>
                  <a:pt x="78" y="443"/>
                  <a:pt x="89" y="443"/>
                </a:cubicBezTo>
                <a:cubicBezTo>
                  <a:pt x="100" y="443"/>
                  <a:pt x="109" y="435"/>
                  <a:pt x="109" y="424"/>
                </a:cubicBezTo>
                <a:cubicBezTo>
                  <a:pt x="109" y="413"/>
                  <a:pt x="100" y="404"/>
                  <a:pt x="89" y="404"/>
                </a:cubicBezTo>
                <a:cubicBezTo>
                  <a:pt x="78" y="404"/>
                  <a:pt x="69" y="413"/>
                  <a:pt x="69" y="424"/>
                </a:cubicBezTo>
                <a:close/>
                <a:moveTo>
                  <a:pt x="428" y="112"/>
                </a:moveTo>
                <a:cubicBezTo>
                  <a:pt x="446" y="112"/>
                  <a:pt x="461" y="97"/>
                  <a:pt x="461" y="79"/>
                </a:cubicBezTo>
                <a:cubicBezTo>
                  <a:pt x="461" y="60"/>
                  <a:pt x="446" y="45"/>
                  <a:pt x="428" y="45"/>
                </a:cubicBezTo>
                <a:cubicBezTo>
                  <a:pt x="409" y="45"/>
                  <a:pt x="394" y="60"/>
                  <a:pt x="394" y="79"/>
                </a:cubicBezTo>
                <a:cubicBezTo>
                  <a:pt x="394" y="97"/>
                  <a:pt x="409" y="112"/>
                  <a:pt x="428" y="112"/>
                </a:cubicBezTo>
                <a:close/>
                <a:moveTo>
                  <a:pt x="324" y="156"/>
                </a:moveTo>
                <a:cubicBezTo>
                  <a:pt x="324" y="169"/>
                  <a:pt x="334" y="179"/>
                  <a:pt x="347" y="179"/>
                </a:cubicBezTo>
                <a:cubicBezTo>
                  <a:pt x="360" y="179"/>
                  <a:pt x="370" y="169"/>
                  <a:pt x="370" y="156"/>
                </a:cubicBezTo>
                <a:cubicBezTo>
                  <a:pt x="370" y="143"/>
                  <a:pt x="360" y="133"/>
                  <a:pt x="347" y="133"/>
                </a:cubicBezTo>
                <a:cubicBezTo>
                  <a:pt x="334" y="133"/>
                  <a:pt x="324" y="143"/>
                  <a:pt x="324" y="156"/>
                </a:cubicBezTo>
                <a:close/>
                <a:moveTo>
                  <a:pt x="324" y="502"/>
                </a:moveTo>
                <a:cubicBezTo>
                  <a:pt x="337" y="502"/>
                  <a:pt x="347" y="492"/>
                  <a:pt x="347" y="479"/>
                </a:cubicBezTo>
                <a:cubicBezTo>
                  <a:pt x="347" y="466"/>
                  <a:pt x="337" y="456"/>
                  <a:pt x="324" y="456"/>
                </a:cubicBezTo>
                <a:cubicBezTo>
                  <a:pt x="311" y="456"/>
                  <a:pt x="301" y="466"/>
                  <a:pt x="301" y="479"/>
                </a:cubicBezTo>
                <a:cubicBezTo>
                  <a:pt x="301" y="492"/>
                  <a:pt x="311" y="502"/>
                  <a:pt x="324" y="502"/>
                </a:cubicBezTo>
                <a:close/>
                <a:moveTo>
                  <a:pt x="159" y="200"/>
                </a:moveTo>
                <a:cubicBezTo>
                  <a:pt x="140" y="200"/>
                  <a:pt x="125" y="215"/>
                  <a:pt x="125" y="234"/>
                </a:cubicBezTo>
                <a:cubicBezTo>
                  <a:pt x="125" y="252"/>
                  <a:pt x="140" y="267"/>
                  <a:pt x="159" y="267"/>
                </a:cubicBezTo>
                <a:cubicBezTo>
                  <a:pt x="177" y="267"/>
                  <a:pt x="192" y="252"/>
                  <a:pt x="192" y="234"/>
                </a:cubicBezTo>
                <a:cubicBezTo>
                  <a:pt x="192" y="215"/>
                  <a:pt x="177" y="200"/>
                  <a:pt x="159" y="200"/>
                </a:cubicBezTo>
                <a:close/>
                <a:moveTo>
                  <a:pt x="335" y="367"/>
                </a:moveTo>
                <a:cubicBezTo>
                  <a:pt x="335" y="348"/>
                  <a:pt x="320" y="333"/>
                  <a:pt x="301" y="333"/>
                </a:cubicBezTo>
                <a:cubicBezTo>
                  <a:pt x="282" y="333"/>
                  <a:pt x="268" y="348"/>
                  <a:pt x="268" y="367"/>
                </a:cubicBezTo>
                <a:cubicBezTo>
                  <a:pt x="268" y="385"/>
                  <a:pt x="282" y="400"/>
                  <a:pt x="301" y="400"/>
                </a:cubicBezTo>
                <a:cubicBezTo>
                  <a:pt x="320" y="400"/>
                  <a:pt x="335" y="385"/>
                  <a:pt x="335" y="367"/>
                </a:cubicBezTo>
                <a:close/>
                <a:moveTo>
                  <a:pt x="169" y="349"/>
                </a:moveTo>
                <a:cubicBezTo>
                  <a:pt x="169" y="358"/>
                  <a:pt x="176" y="365"/>
                  <a:pt x="185" y="365"/>
                </a:cubicBezTo>
                <a:cubicBezTo>
                  <a:pt x="194" y="365"/>
                  <a:pt x="201" y="358"/>
                  <a:pt x="201" y="349"/>
                </a:cubicBezTo>
                <a:cubicBezTo>
                  <a:pt x="201" y="340"/>
                  <a:pt x="194" y="333"/>
                  <a:pt x="185" y="333"/>
                </a:cubicBezTo>
                <a:cubicBezTo>
                  <a:pt x="176" y="333"/>
                  <a:pt x="169" y="340"/>
                  <a:pt x="169" y="349"/>
                </a:cubicBezTo>
                <a:close/>
                <a:moveTo>
                  <a:pt x="461" y="281"/>
                </a:moveTo>
                <a:cubicBezTo>
                  <a:pt x="450" y="281"/>
                  <a:pt x="441" y="290"/>
                  <a:pt x="441" y="301"/>
                </a:cubicBezTo>
                <a:cubicBezTo>
                  <a:pt x="441" y="312"/>
                  <a:pt x="450" y="321"/>
                  <a:pt x="461" y="321"/>
                </a:cubicBezTo>
                <a:cubicBezTo>
                  <a:pt x="472" y="321"/>
                  <a:pt x="481" y="312"/>
                  <a:pt x="481" y="301"/>
                </a:cubicBezTo>
                <a:cubicBezTo>
                  <a:pt x="481" y="290"/>
                  <a:pt x="472" y="281"/>
                  <a:pt x="461" y="281"/>
                </a:cubicBezTo>
                <a:close/>
                <a:moveTo>
                  <a:pt x="354" y="281"/>
                </a:moveTo>
                <a:cubicBezTo>
                  <a:pt x="354" y="290"/>
                  <a:pt x="361" y="297"/>
                  <a:pt x="370" y="297"/>
                </a:cubicBezTo>
                <a:cubicBezTo>
                  <a:pt x="379" y="297"/>
                  <a:pt x="386" y="290"/>
                  <a:pt x="386" y="281"/>
                </a:cubicBezTo>
                <a:cubicBezTo>
                  <a:pt x="386" y="273"/>
                  <a:pt x="379" y="265"/>
                  <a:pt x="370" y="265"/>
                </a:cubicBezTo>
                <a:cubicBezTo>
                  <a:pt x="361" y="265"/>
                  <a:pt x="354" y="273"/>
                  <a:pt x="354" y="281"/>
                </a:cubicBezTo>
                <a:close/>
                <a:moveTo>
                  <a:pt x="226" y="172"/>
                </a:moveTo>
                <a:cubicBezTo>
                  <a:pt x="235" y="172"/>
                  <a:pt x="242" y="165"/>
                  <a:pt x="242" y="156"/>
                </a:cubicBezTo>
                <a:cubicBezTo>
                  <a:pt x="242" y="147"/>
                  <a:pt x="235" y="140"/>
                  <a:pt x="226" y="140"/>
                </a:cubicBezTo>
                <a:cubicBezTo>
                  <a:pt x="217" y="140"/>
                  <a:pt x="210" y="147"/>
                  <a:pt x="210" y="156"/>
                </a:cubicBezTo>
                <a:cubicBezTo>
                  <a:pt x="210" y="165"/>
                  <a:pt x="217" y="172"/>
                  <a:pt x="226" y="172"/>
                </a:cubicBezTo>
                <a:close/>
                <a:moveTo>
                  <a:pt x="196" y="72"/>
                </a:moveTo>
                <a:cubicBezTo>
                  <a:pt x="205" y="72"/>
                  <a:pt x="212" y="65"/>
                  <a:pt x="212" y="56"/>
                </a:cubicBezTo>
                <a:cubicBezTo>
                  <a:pt x="212" y="47"/>
                  <a:pt x="205" y="40"/>
                  <a:pt x="196" y="40"/>
                </a:cubicBezTo>
                <a:cubicBezTo>
                  <a:pt x="187" y="40"/>
                  <a:pt x="180" y="47"/>
                  <a:pt x="180" y="56"/>
                </a:cubicBezTo>
                <a:cubicBezTo>
                  <a:pt x="180" y="65"/>
                  <a:pt x="187" y="72"/>
                  <a:pt x="196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93" name="Grupo 70">
            <a:extLst>
              <a:ext uri="{FF2B5EF4-FFF2-40B4-BE49-F238E27FC236}">
                <a16:creationId xmlns:a16="http://schemas.microsoft.com/office/drawing/2014/main" id="{552DE84E-ED77-61E2-9F9D-8FA0B96C2D56}"/>
              </a:ext>
            </a:extLst>
          </p:cNvPr>
          <p:cNvGrpSpPr/>
          <p:nvPr/>
        </p:nvGrpSpPr>
        <p:grpSpPr>
          <a:xfrm>
            <a:off x="7868253" y="2434447"/>
            <a:ext cx="246812" cy="401537"/>
            <a:chOff x="568326" y="2994025"/>
            <a:chExt cx="539749" cy="596900"/>
          </a:xfrm>
          <a:solidFill>
            <a:schemeClr val="bg1"/>
          </a:solidFill>
        </p:grpSpPr>
        <p:sp>
          <p:nvSpPr>
            <p:cNvPr id="94" name="Freeform 49">
              <a:extLst>
                <a:ext uri="{FF2B5EF4-FFF2-40B4-BE49-F238E27FC236}">
                  <a16:creationId xmlns:a16="http://schemas.microsoft.com/office/drawing/2014/main" id="{946A9D5C-330E-D527-7DEE-A730C86BD9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425" y="3225800"/>
              <a:ext cx="463550" cy="327025"/>
            </a:xfrm>
            <a:custGeom>
              <a:avLst/>
              <a:gdLst>
                <a:gd name="T0" fmla="*/ 2 w 96"/>
                <a:gd name="T1" fmla="*/ 0 h 68"/>
                <a:gd name="T2" fmla="*/ 0 w 96"/>
                <a:gd name="T3" fmla="*/ 2 h 68"/>
                <a:gd name="T4" fmla="*/ 0 w 96"/>
                <a:gd name="T5" fmla="*/ 56 h 68"/>
                <a:gd name="T6" fmla="*/ 2 w 96"/>
                <a:gd name="T7" fmla="*/ 58 h 68"/>
                <a:gd name="T8" fmla="*/ 36 w 96"/>
                <a:gd name="T9" fmla="*/ 58 h 68"/>
                <a:gd name="T10" fmla="*/ 46 w 96"/>
                <a:gd name="T11" fmla="*/ 68 h 68"/>
                <a:gd name="T12" fmla="*/ 50 w 96"/>
                <a:gd name="T13" fmla="*/ 68 h 68"/>
                <a:gd name="T14" fmla="*/ 60 w 96"/>
                <a:gd name="T15" fmla="*/ 58 h 68"/>
                <a:gd name="T16" fmla="*/ 94 w 96"/>
                <a:gd name="T17" fmla="*/ 58 h 68"/>
                <a:gd name="T18" fmla="*/ 96 w 96"/>
                <a:gd name="T19" fmla="*/ 56 h 68"/>
                <a:gd name="T20" fmla="*/ 96 w 96"/>
                <a:gd name="T21" fmla="*/ 2 h 68"/>
                <a:gd name="T22" fmla="*/ 94 w 96"/>
                <a:gd name="T23" fmla="*/ 0 h 68"/>
                <a:gd name="T24" fmla="*/ 60 w 96"/>
                <a:gd name="T25" fmla="*/ 0 h 68"/>
                <a:gd name="T26" fmla="*/ 48 w 96"/>
                <a:gd name="T27" fmla="*/ 7 h 68"/>
                <a:gd name="T28" fmla="*/ 36 w 96"/>
                <a:gd name="T29" fmla="*/ 0 h 68"/>
                <a:gd name="T30" fmla="*/ 2 w 96"/>
                <a:gd name="T31" fmla="*/ 0 h 68"/>
                <a:gd name="T32" fmla="*/ 4 w 96"/>
                <a:gd name="T33" fmla="*/ 4 h 68"/>
                <a:gd name="T34" fmla="*/ 36 w 96"/>
                <a:gd name="T35" fmla="*/ 4 h 68"/>
                <a:gd name="T36" fmla="*/ 46 w 96"/>
                <a:gd name="T37" fmla="*/ 14 h 68"/>
                <a:gd name="T38" fmla="*/ 46 w 96"/>
                <a:gd name="T39" fmla="*/ 58 h 68"/>
                <a:gd name="T40" fmla="*/ 36 w 96"/>
                <a:gd name="T41" fmla="*/ 54 h 68"/>
                <a:gd name="T42" fmla="*/ 4 w 96"/>
                <a:gd name="T43" fmla="*/ 54 h 68"/>
                <a:gd name="T44" fmla="*/ 4 w 96"/>
                <a:gd name="T45" fmla="*/ 4 h 68"/>
                <a:gd name="T46" fmla="*/ 60 w 96"/>
                <a:gd name="T47" fmla="*/ 4 h 68"/>
                <a:gd name="T48" fmla="*/ 92 w 96"/>
                <a:gd name="T49" fmla="*/ 4 h 68"/>
                <a:gd name="T50" fmla="*/ 92 w 96"/>
                <a:gd name="T51" fmla="*/ 54 h 68"/>
                <a:gd name="T52" fmla="*/ 60 w 96"/>
                <a:gd name="T53" fmla="*/ 54 h 68"/>
                <a:gd name="T54" fmla="*/ 50 w 96"/>
                <a:gd name="T55" fmla="*/ 58 h 68"/>
                <a:gd name="T56" fmla="*/ 50 w 96"/>
                <a:gd name="T57" fmla="*/ 14 h 68"/>
                <a:gd name="T58" fmla="*/ 60 w 96"/>
                <a:gd name="T59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6" h="68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7"/>
                    <a:pt x="1" y="58"/>
                    <a:pt x="2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42" y="58"/>
                    <a:pt x="46" y="62"/>
                    <a:pt x="46" y="68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50" y="62"/>
                    <a:pt x="54" y="58"/>
                    <a:pt x="60" y="58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5" y="58"/>
                    <a:pt x="96" y="57"/>
                    <a:pt x="96" y="56"/>
                  </a:cubicBezTo>
                  <a:cubicBezTo>
                    <a:pt x="96" y="2"/>
                    <a:pt x="96" y="2"/>
                    <a:pt x="96" y="2"/>
                  </a:cubicBezTo>
                  <a:cubicBezTo>
                    <a:pt x="96" y="1"/>
                    <a:pt x="95" y="0"/>
                    <a:pt x="94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5" y="0"/>
                    <a:pt x="50" y="3"/>
                    <a:pt x="48" y="7"/>
                  </a:cubicBezTo>
                  <a:cubicBezTo>
                    <a:pt x="46" y="3"/>
                    <a:pt x="41" y="0"/>
                    <a:pt x="36" y="0"/>
                  </a:cubicBezTo>
                  <a:lnTo>
                    <a:pt x="2" y="0"/>
                  </a:lnTo>
                  <a:close/>
                  <a:moveTo>
                    <a:pt x="4" y="4"/>
                  </a:moveTo>
                  <a:cubicBezTo>
                    <a:pt x="36" y="4"/>
                    <a:pt x="36" y="4"/>
                    <a:pt x="36" y="4"/>
                  </a:cubicBezTo>
                  <a:cubicBezTo>
                    <a:pt x="42" y="4"/>
                    <a:pt x="46" y="8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3" y="56"/>
                    <a:pt x="40" y="54"/>
                    <a:pt x="36" y="54"/>
                  </a:cubicBezTo>
                  <a:cubicBezTo>
                    <a:pt x="4" y="54"/>
                    <a:pt x="4" y="54"/>
                    <a:pt x="4" y="54"/>
                  </a:cubicBezTo>
                  <a:lnTo>
                    <a:pt x="4" y="4"/>
                  </a:lnTo>
                  <a:close/>
                  <a:moveTo>
                    <a:pt x="60" y="4"/>
                  </a:moveTo>
                  <a:cubicBezTo>
                    <a:pt x="92" y="4"/>
                    <a:pt x="92" y="4"/>
                    <a:pt x="92" y="4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56" y="54"/>
                    <a:pt x="53" y="56"/>
                    <a:pt x="50" y="58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8"/>
                    <a:pt x="54" y="4"/>
                    <a:pt x="6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Freeform 50">
              <a:extLst>
                <a:ext uri="{FF2B5EF4-FFF2-40B4-BE49-F238E27FC236}">
                  <a16:creationId xmlns:a16="http://schemas.microsoft.com/office/drawing/2014/main" id="{3B68F08E-CEC8-0EA4-3BEB-B1A338E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326" y="3273425"/>
              <a:ext cx="539749" cy="317500"/>
            </a:xfrm>
            <a:custGeom>
              <a:avLst/>
              <a:gdLst>
                <a:gd name="T0" fmla="*/ 2 w 112"/>
                <a:gd name="T1" fmla="*/ 0 h 66"/>
                <a:gd name="T2" fmla="*/ 0 w 112"/>
                <a:gd name="T3" fmla="*/ 2 h 66"/>
                <a:gd name="T4" fmla="*/ 0 w 112"/>
                <a:gd name="T5" fmla="*/ 2 h 66"/>
                <a:gd name="T6" fmla="*/ 0 w 112"/>
                <a:gd name="T7" fmla="*/ 54 h 66"/>
                <a:gd name="T8" fmla="*/ 2 w 112"/>
                <a:gd name="T9" fmla="*/ 56 h 66"/>
                <a:gd name="T10" fmla="*/ 40 w 112"/>
                <a:gd name="T11" fmla="*/ 56 h 66"/>
                <a:gd name="T12" fmla="*/ 47 w 112"/>
                <a:gd name="T13" fmla="*/ 58 h 66"/>
                <a:gd name="T14" fmla="*/ 50 w 112"/>
                <a:gd name="T15" fmla="*/ 64 h 66"/>
                <a:gd name="T16" fmla="*/ 52 w 112"/>
                <a:gd name="T17" fmla="*/ 66 h 66"/>
                <a:gd name="T18" fmla="*/ 60 w 112"/>
                <a:gd name="T19" fmla="*/ 66 h 66"/>
                <a:gd name="T20" fmla="*/ 62 w 112"/>
                <a:gd name="T21" fmla="*/ 64 h 66"/>
                <a:gd name="T22" fmla="*/ 65 w 112"/>
                <a:gd name="T23" fmla="*/ 58 h 66"/>
                <a:gd name="T24" fmla="*/ 72 w 112"/>
                <a:gd name="T25" fmla="*/ 56 h 66"/>
                <a:gd name="T26" fmla="*/ 110 w 112"/>
                <a:gd name="T27" fmla="*/ 56 h 66"/>
                <a:gd name="T28" fmla="*/ 112 w 112"/>
                <a:gd name="T29" fmla="*/ 54 h 66"/>
                <a:gd name="T30" fmla="*/ 112 w 112"/>
                <a:gd name="T31" fmla="*/ 2 h 66"/>
                <a:gd name="T32" fmla="*/ 110 w 112"/>
                <a:gd name="T33" fmla="*/ 0 h 66"/>
                <a:gd name="T34" fmla="*/ 108 w 112"/>
                <a:gd name="T35" fmla="*/ 2 h 66"/>
                <a:gd name="T36" fmla="*/ 108 w 112"/>
                <a:gd name="T37" fmla="*/ 2 h 66"/>
                <a:gd name="T38" fmla="*/ 108 w 112"/>
                <a:gd name="T39" fmla="*/ 52 h 66"/>
                <a:gd name="T40" fmla="*/ 72 w 112"/>
                <a:gd name="T41" fmla="*/ 52 h 66"/>
                <a:gd name="T42" fmla="*/ 62 w 112"/>
                <a:gd name="T43" fmla="*/ 55 h 66"/>
                <a:gd name="T44" fmla="*/ 58 w 112"/>
                <a:gd name="T45" fmla="*/ 62 h 66"/>
                <a:gd name="T46" fmla="*/ 54 w 112"/>
                <a:gd name="T47" fmla="*/ 62 h 66"/>
                <a:gd name="T48" fmla="*/ 50 w 112"/>
                <a:gd name="T49" fmla="*/ 55 h 66"/>
                <a:gd name="T50" fmla="*/ 40 w 112"/>
                <a:gd name="T51" fmla="*/ 52 h 66"/>
                <a:gd name="T52" fmla="*/ 4 w 112"/>
                <a:gd name="T53" fmla="*/ 52 h 66"/>
                <a:gd name="T54" fmla="*/ 4 w 112"/>
                <a:gd name="T55" fmla="*/ 2 h 66"/>
                <a:gd name="T56" fmla="*/ 2 w 112"/>
                <a:gd name="T57" fmla="*/ 0 h 66"/>
                <a:gd name="T58" fmla="*/ 2 w 112"/>
                <a:gd name="T5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2" h="66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1" y="56"/>
                    <a:pt x="2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3" y="56"/>
                    <a:pt x="45" y="57"/>
                    <a:pt x="47" y="58"/>
                  </a:cubicBezTo>
                  <a:cubicBezTo>
                    <a:pt x="49" y="60"/>
                    <a:pt x="50" y="62"/>
                    <a:pt x="50" y="64"/>
                  </a:cubicBezTo>
                  <a:cubicBezTo>
                    <a:pt x="50" y="65"/>
                    <a:pt x="51" y="66"/>
                    <a:pt x="52" y="66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61" y="66"/>
                    <a:pt x="62" y="65"/>
                    <a:pt x="62" y="64"/>
                  </a:cubicBezTo>
                  <a:cubicBezTo>
                    <a:pt x="62" y="62"/>
                    <a:pt x="63" y="60"/>
                    <a:pt x="65" y="58"/>
                  </a:cubicBezTo>
                  <a:cubicBezTo>
                    <a:pt x="67" y="57"/>
                    <a:pt x="69" y="56"/>
                    <a:pt x="72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1" y="56"/>
                    <a:pt x="112" y="55"/>
                    <a:pt x="112" y="54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2" y="1"/>
                    <a:pt x="111" y="0"/>
                    <a:pt x="110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2"/>
                    <a:pt x="108" y="2"/>
                    <a:pt x="108" y="2"/>
                  </a:cubicBezTo>
                  <a:cubicBezTo>
                    <a:pt x="108" y="52"/>
                    <a:pt x="108" y="52"/>
                    <a:pt x="108" y="52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68" y="52"/>
                    <a:pt x="65" y="53"/>
                    <a:pt x="62" y="55"/>
                  </a:cubicBezTo>
                  <a:cubicBezTo>
                    <a:pt x="60" y="57"/>
                    <a:pt x="59" y="59"/>
                    <a:pt x="58" y="62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3" y="59"/>
                    <a:pt x="52" y="57"/>
                    <a:pt x="50" y="55"/>
                  </a:cubicBezTo>
                  <a:cubicBezTo>
                    <a:pt x="47" y="53"/>
                    <a:pt x="44" y="52"/>
                    <a:pt x="40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 51">
              <a:extLst>
                <a:ext uri="{FF2B5EF4-FFF2-40B4-BE49-F238E27FC236}">
                  <a16:creationId xmlns:a16="http://schemas.microsoft.com/office/drawing/2014/main" id="{49D3AF4F-079C-BBF5-14C1-A274866FF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675" y="2994025"/>
              <a:ext cx="19050" cy="192088"/>
            </a:xfrm>
            <a:custGeom>
              <a:avLst/>
              <a:gdLst>
                <a:gd name="T0" fmla="*/ 2 w 4"/>
                <a:gd name="T1" fmla="*/ 0 h 40"/>
                <a:gd name="T2" fmla="*/ 0 w 4"/>
                <a:gd name="T3" fmla="*/ 2 h 40"/>
                <a:gd name="T4" fmla="*/ 0 w 4"/>
                <a:gd name="T5" fmla="*/ 2 h 40"/>
                <a:gd name="T6" fmla="*/ 0 w 4"/>
                <a:gd name="T7" fmla="*/ 38 h 40"/>
                <a:gd name="T8" fmla="*/ 2 w 4"/>
                <a:gd name="T9" fmla="*/ 40 h 40"/>
                <a:gd name="T10" fmla="*/ 4 w 4"/>
                <a:gd name="T11" fmla="*/ 38 h 40"/>
                <a:gd name="T12" fmla="*/ 4 w 4"/>
                <a:gd name="T13" fmla="*/ 38 h 40"/>
                <a:gd name="T14" fmla="*/ 4 w 4"/>
                <a:gd name="T15" fmla="*/ 2 h 40"/>
                <a:gd name="T16" fmla="*/ 2 w 4"/>
                <a:gd name="T17" fmla="*/ 0 h 40"/>
                <a:gd name="T18" fmla="*/ 2 w 4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0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1" y="39"/>
                    <a:pt x="2" y="40"/>
                  </a:cubicBezTo>
                  <a:cubicBezTo>
                    <a:pt x="3" y="40"/>
                    <a:pt x="4" y="39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Rectangle 52">
              <a:extLst>
                <a:ext uri="{FF2B5EF4-FFF2-40B4-BE49-F238E27FC236}">
                  <a16:creationId xmlns:a16="http://schemas.microsoft.com/office/drawing/2014/main" id="{5EAA41A7-E526-37B6-1662-A3018A0E0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3" y="3013075"/>
              <a:ext cx="23177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Freeform 53">
              <a:extLst>
                <a:ext uri="{FF2B5EF4-FFF2-40B4-BE49-F238E27FC236}">
                  <a16:creationId xmlns:a16="http://schemas.microsoft.com/office/drawing/2014/main" id="{15FB7C10-9C6B-2D31-1B0D-3AB23B092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050" y="3167063"/>
              <a:ext cx="114300" cy="19050"/>
            </a:xfrm>
            <a:custGeom>
              <a:avLst/>
              <a:gdLst>
                <a:gd name="T0" fmla="*/ 2 w 24"/>
                <a:gd name="T1" fmla="*/ 0 h 4"/>
                <a:gd name="T2" fmla="*/ 0 w 24"/>
                <a:gd name="T3" fmla="*/ 2 h 4"/>
                <a:gd name="T4" fmla="*/ 2 w 24"/>
                <a:gd name="T5" fmla="*/ 4 h 4"/>
                <a:gd name="T6" fmla="*/ 2 w 24"/>
                <a:gd name="T7" fmla="*/ 4 h 4"/>
                <a:gd name="T8" fmla="*/ 22 w 24"/>
                <a:gd name="T9" fmla="*/ 4 h 4"/>
                <a:gd name="T10" fmla="*/ 24 w 24"/>
                <a:gd name="T11" fmla="*/ 2 h 4"/>
                <a:gd name="T12" fmla="*/ 22 w 24"/>
                <a:gd name="T13" fmla="*/ 0 h 4"/>
                <a:gd name="T14" fmla="*/ 22 w 24"/>
                <a:gd name="T15" fmla="*/ 0 h 4"/>
                <a:gd name="T16" fmla="*/ 2 w 2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Freeform 54">
              <a:extLst>
                <a:ext uri="{FF2B5EF4-FFF2-40B4-BE49-F238E27FC236}">
                  <a16:creationId xmlns:a16="http://schemas.microsoft.com/office/drawing/2014/main" id="{6B059BA2-CE91-71FA-06FF-E4B147859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688" y="3013075"/>
              <a:ext cx="95250" cy="153988"/>
            </a:xfrm>
            <a:custGeom>
              <a:avLst/>
              <a:gdLst>
                <a:gd name="T0" fmla="*/ 10 w 20"/>
                <a:gd name="T1" fmla="*/ 0 h 32"/>
                <a:gd name="T2" fmla="*/ 8 w 20"/>
                <a:gd name="T3" fmla="*/ 1 h 32"/>
                <a:gd name="T4" fmla="*/ 0 w 20"/>
                <a:gd name="T5" fmla="*/ 21 h 32"/>
                <a:gd name="T6" fmla="*/ 0 w 20"/>
                <a:gd name="T7" fmla="*/ 22 h 32"/>
                <a:gd name="T8" fmla="*/ 10 w 20"/>
                <a:gd name="T9" fmla="*/ 32 h 32"/>
                <a:gd name="T10" fmla="*/ 10 w 20"/>
                <a:gd name="T11" fmla="*/ 32 h 32"/>
                <a:gd name="T12" fmla="*/ 20 w 20"/>
                <a:gd name="T13" fmla="*/ 22 h 32"/>
                <a:gd name="T14" fmla="*/ 20 w 20"/>
                <a:gd name="T15" fmla="*/ 21 h 32"/>
                <a:gd name="T16" fmla="*/ 12 w 20"/>
                <a:gd name="T17" fmla="*/ 1 h 32"/>
                <a:gd name="T18" fmla="*/ 10 w 20"/>
                <a:gd name="T19" fmla="*/ 0 h 32"/>
                <a:gd name="T20" fmla="*/ 10 w 20"/>
                <a:gd name="T21" fmla="*/ 7 h 32"/>
                <a:gd name="T22" fmla="*/ 16 w 20"/>
                <a:gd name="T23" fmla="*/ 22 h 32"/>
                <a:gd name="T24" fmla="*/ 10 w 20"/>
                <a:gd name="T25" fmla="*/ 28 h 32"/>
                <a:gd name="T26" fmla="*/ 4 w 20"/>
                <a:gd name="T27" fmla="*/ 22 h 32"/>
                <a:gd name="T28" fmla="*/ 10 w 20"/>
                <a:gd name="T29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32">
                  <a:moveTo>
                    <a:pt x="10" y="0"/>
                  </a:moveTo>
                  <a:cubicBezTo>
                    <a:pt x="9" y="0"/>
                    <a:pt x="8" y="1"/>
                    <a:pt x="8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6" y="32"/>
                    <a:pt x="20" y="27"/>
                    <a:pt x="20" y="22"/>
                  </a:cubicBezTo>
                  <a:cubicBezTo>
                    <a:pt x="20" y="22"/>
                    <a:pt x="20" y="21"/>
                    <a:pt x="20" y="2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lose/>
                  <a:moveTo>
                    <a:pt x="10" y="7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6" y="25"/>
                    <a:pt x="13" y="28"/>
                    <a:pt x="10" y="28"/>
                  </a:cubicBezTo>
                  <a:cubicBezTo>
                    <a:pt x="7" y="28"/>
                    <a:pt x="4" y="25"/>
                    <a:pt x="4" y="22"/>
                  </a:cubicBezTo>
                  <a:lnTo>
                    <a:pt x="1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 55">
              <a:extLst>
                <a:ext uri="{FF2B5EF4-FFF2-40B4-BE49-F238E27FC236}">
                  <a16:creationId xmlns:a16="http://schemas.microsoft.com/office/drawing/2014/main" id="{4CD6645C-B3CF-8FCD-B85B-3CD6CC974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3109913"/>
              <a:ext cx="7620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Freeform 56">
              <a:extLst>
                <a:ext uri="{FF2B5EF4-FFF2-40B4-BE49-F238E27FC236}">
                  <a16:creationId xmlns:a16="http://schemas.microsoft.com/office/drawing/2014/main" id="{887B32E5-BA52-C096-A3E1-D089895A46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4875" y="3013075"/>
              <a:ext cx="96837" cy="153988"/>
            </a:xfrm>
            <a:custGeom>
              <a:avLst/>
              <a:gdLst>
                <a:gd name="T0" fmla="*/ 10 w 20"/>
                <a:gd name="T1" fmla="*/ 0 h 32"/>
                <a:gd name="T2" fmla="*/ 8 w 20"/>
                <a:gd name="T3" fmla="*/ 1 h 32"/>
                <a:gd name="T4" fmla="*/ 0 w 20"/>
                <a:gd name="T5" fmla="*/ 21 h 32"/>
                <a:gd name="T6" fmla="*/ 0 w 20"/>
                <a:gd name="T7" fmla="*/ 22 h 32"/>
                <a:gd name="T8" fmla="*/ 10 w 20"/>
                <a:gd name="T9" fmla="*/ 32 h 32"/>
                <a:gd name="T10" fmla="*/ 10 w 20"/>
                <a:gd name="T11" fmla="*/ 32 h 32"/>
                <a:gd name="T12" fmla="*/ 20 w 20"/>
                <a:gd name="T13" fmla="*/ 22 h 32"/>
                <a:gd name="T14" fmla="*/ 20 w 20"/>
                <a:gd name="T15" fmla="*/ 21 h 32"/>
                <a:gd name="T16" fmla="*/ 12 w 20"/>
                <a:gd name="T17" fmla="*/ 1 h 32"/>
                <a:gd name="T18" fmla="*/ 10 w 20"/>
                <a:gd name="T19" fmla="*/ 0 h 32"/>
                <a:gd name="T20" fmla="*/ 10 w 20"/>
                <a:gd name="T21" fmla="*/ 7 h 32"/>
                <a:gd name="T22" fmla="*/ 16 w 20"/>
                <a:gd name="T23" fmla="*/ 22 h 32"/>
                <a:gd name="T24" fmla="*/ 10 w 20"/>
                <a:gd name="T25" fmla="*/ 28 h 32"/>
                <a:gd name="T26" fmla="*/ 4 w 20"/>
                <a:gd name="T27" fmla="*/ 22 h 32"/>
                <a:gd name="T28" fmla="*/ 10 w 20"/>
                <a:gd name="T29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32">
                  <a:moveTo>
                    <a:pt x="10" y="0"/>
                  </a:moveTo>
                  <a:cubicBezTo>
                    <a:pt x="9" y="0"/>
                    <a:pt x="8" y="1"/>
                    <a:pt x="8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6" y="32"/>
                    <a:pt x="20" y="27"/>
                    <a:pt x="20" y="22"/>
                  </a:cubicBezTo>
                  <a:cubicBezTo>
                    <a:pt x="20" y="22"/>
                    <a:pt x="20" y="21"/>
                    <a:pt x="20" y="2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lose/>
                  <a:moveTo>
                    <a:pt x="10" y="7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6" y="25"/>
                    <a:pt x="13" y="28"/>
                    <a:pt x="10" y="28"/>
                  </a:cubicBezTo>
                  <a:cubicBezTo>
                    <a:pt x="7" y="28"/>
                    <a:pt x="4" y="25"/>
                    <a:pt x="4" y="22"/>
                  </a:cubicBezTo>
                  <a:cubicBezTo>
                    <a:pt x="10" y="7"/>
                    <a:pt x="10" y="7"/>
                    <a:pt x="1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 57">
              <a:extLst>
                <a:ext uri="{FF2B5EF4-FFF2-40B4-BE49-F238E27FC236}">
                  <a16:creationId xmlns:a16="http://schemas.microsoft.com/office/drawing/2014/main" id="{AC844A0C-FC18-B87B-F537-95A9B83CA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988" y="3109913"/>
              <a:ext cx="7620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03" name="Grupo 76">
            <a:extLst>
              <a:ext uri="{FF2B5EF4-FFF2-40B4-BE49-F238E27FC236}">
                <a16:creationId xmlns:a16="http://schemas.microsoft.com/office/drawing/2014/main" id="{C8741DD0-BD48-FF11-8ABE-44A628DC5F7F}"/>
              </a:ext>
            </a:extLst>
          </p:cNvPr>
          <p:cNvGrpSpPr/>
          <p:nvPr/>
        </p:nvGrpSpPr>
        <p:grpSpPr>
          <a:xfrm>
            <a:off x="9670465" y="3323161"/>
            <a:ext cx="348263" cy="278947"/>
            <a:chOff x="1012825" y="3702050"/>
            <a:chExt cx="862013" cy="744538"/>
          </a:xfrm>
          <a:solidFill>
            <a:schemeClr val="bg1"/>
          </a:solidFill>
        </p:grpSpPr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ABB50D8F-897C-D733-1A86-03519A071F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2825" y="3702050"/>
              <a:ext cx="862013" cy="744538"/>
            </a:xfrm>
            <a:custGeom>
              <a:avLst/>
              <a:gdLst>
                <a:gd name="T0" fmla="*/ 543 w 543"/>
                <a:gd name="T1" fmla="*/ 390 h 469"/>
                <a:gd name="T2" fmla="*/ 543 w 543"/>
                <a:gd name="T3" fmla="*/ 0 h 469"/>
                <a:gd name="T4" fmla="*/ 281 w 543"/>
                <a:gd name="T5" fmla="*/ 0 h 469"/>
                <a:gd name="T6" fmla="*/ 262 w 543"/>
                <a:gd name="T7" fmla="*/ 0 h 469"/>
                <a:gd name="T8" fmla="*/ 0 w 543"/>
                <a:gd name="T9" fmla="*/ 0 h 469"/>
                <a:gd name="T10" fmla="*/ 0 w 543"/>
                <a:gd name="T11" fmla="*/ 390 h 469"/>
                <a:gd name="T12" fmla="*/ 0 w 543"/>
                <a:gd name="T13" fmla="*/ 390 h 469"/>
                <a:gd name="T14" fmla="*/ 0 w 543"/>
                <a:gd name="T15" fmla="*/ 443 h 469"/>
                <a:gd name="T16" fmla="*/ 229 w 543"/>
                <a:gd name="T17" fmla="*/ 443 h 469"/>
                <a:gd name="T18" fmla="*/ 229 w 543"/>
                <a:gd name="T19" fmla="*/ 469 h 469"/>
                <a:gd name="T20" fmla="*/ 314 w 543"/>
                <a:gd name="T21" fmla="*/ 469 h 469"/>
                <a:gd name="T22" fmla="*/ 314 w 543"/>
                <a:gd name="T23" fmla="*/ 443 h 469"/>
                <a:gd name="T24" fmla="*/ 543 w 543"/>
                <a:gd name="T25" fmla="*/ 443 h 469"/>
                <a:gd name="T26" fmla="*/ 543 w 543"/>
                <a:gd name="T27" fmla="*/ 390 h 469"/>
                <a:gd name="T28" fmla="*/ 543 w 543"/>
                <a:gd name="T29" fmla="*/ 390 h 469"/>
                <a:gd name="T30" fmla="*/ 524 w 543"/>
                <a:gd name="T31" fmla="*/ 19 h 469"/>
                <a:gd name="T32" fmla="*/ 524 w 543"/>
                <a:gd name="T33" fmla="*/ 390 h 469"/>
                <a:gd name="T34" fmla="*/ 281 w 543"/>
                <a:gd name="T35" fmla="*/ 390 h 469"/>
                <a:gd name="T36" fmla="*/ 281 w 543"/>
                <a:gd name="T37" fmla="*/ 19 h 469"/>
                <a:gd name="T38" fmla="*/ 524 w 543"/>
                <a:gd name="T39" fmla="*/ 19 h 469"/>
                <a:gd name="T40" fmla="*/ 20 w 543"/>
                <a:gd name="T41" fmla="*/ 19 h 469"/>
                <a:gd name="T42" fmla="*/ 262 w 543"/>
                <a:gd name="T43" fmla="*/ 19 h 469"/>
                <a:gd name="T44" fmla="*/ 262 w 543"/>
                <a:gd name="T45" fmla="*/ 390 h 469"/>
                <a:gd name="T46" fmla="*/ 20 w 543"/>
                <a:gd name="T47" fmla="*/ 390 h 469"/>
                <a:gd name="T48" fmla="*/ 20 w 543"/>
                <a:gd name="T49" fmla="*/ 19 h 469"/>
                <a:gd name="T50" fmla="*/ 295 w 543"/>
                <a:gd name="T51" fmla="*/ 422 h 469"/>
                <a:gd name="T52" fmla="*/ 295 w 543"/>
                <a:gd name="T53" fmla="*/ 450 h 469"/>
                <a:gd name="T54" fmla="*/ 250 w 543"/>
                <a:gd name="T55" fmla="*/ 450 h 469"/>
                <a:gd name="T56" fmla="*/ 250 w 543"/>
                <a:gd name="T57" fmla="*/ 422 h 469"/>
                <a:gd name="T58" fmla="*/ 20 w 543"/>
                <a:gd name="T59" fmla="*/ 422 h 469"/>
                <a:gd name="T60" fmla="*/ 20 w 543"/>
                <a:gd name="T61" fmla="*/ 410 h 469"/>
                <a:gd name="T62" fmla="*/ 262 w 543"/>
                <a:gd name="T63" fmla="*/ 410 h 469"/>
                <a:gd name="T64" fmla="*/ 281 w 543"/>
                <a:gd name="T65" fmla="*/ 410 h 469"/>
                <a:gd name="T66" fmla="*/ 524 w 543"/>
                <a:gd name="T67" fmla="*/ 410 h 469"/>
                <a:gd name="T68" fmla="*/ 524 w 543"/>
                <a:gd name="T69" fmla="*/ 422 h 469"/>
                <a:gd name="T70" fmla="*/ 295 w 543"/>
                <a:gd name="T71" fmla="*/ 422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3" h="469">
                  <a:moveTo>
                    <a:pt x="543" y="390"/>
                  </a:moveTo>
                  <a:lnTo>
                    <a:pt x="543" y="0"/>
                  </a:lnTo>
                  <a:lnTo>
                    <a:pt x="281" y="0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0" y="443"/>
                  </a:lnTo>
                  <a:lnTo>
                    <a:pt x="229" y="443"/>
                  </a:lnTo>
                  <a:lnTo>
                    <a:pt x="229" y="469"/>
                  </a:lnTo>
                  <a:lnTo>
                    <a:pt x="314" y="469"/>
                  </a:lnTo>
                  <a:lnTo>
                    <a:pt x="314" y="443"/>
                  </a:lnTo>
                  <a:lnTo>
                    <a:pt x="543" y="443"/>
                  </a:lnTo>
                  <a:lnTo>
                    <a:pt x="543" y="390"/>
                  </a:lnTo>
                  <a:lnTo>
                    <a:pt x="543" y="390"/>
                  </a:lnTo>
                  <a:close/>
                  <a:moveTo>
                    <a:pt x="524" y="19"/>
                  </a:moveTo>
                  <a:lnTo>
                    <a:pt x="524" y="390"/>
                  </a:lnTo>
                  <a:lnTo>
                    <a:pt x="281" y="390"/>
                  </a:lnTo>
                  <a:lnTo>
                    <a:pt x="281" y="19"/>
                  </a:lnTo>
                  <a:lnTo>
                    <a:pt x="524" y="19"/>
                  </a:lnTo>
                  <a:close/>
                  <a:moveTo>
                    <a:pt x="20" y="19"/>
                  </a:moveTo>
                  <a:lnTo>
                    <a:pt x="262" y="19"/>
                  </a:lnTo>
                  <a:lnTo>
                    <a:pt x="262" y="390"/>
                  </a:lnTo>
                  <a:lnTo>
                    <a:pt x="20" y="390"/>
                  </a:lnTo>
                  <a:lnTo>
                    <a:pt x="20" y="19"/>
                  </a:lnTo>
                  <a:close/>
                  <a:moveTo>
                    <a:pt x="295" y="422"/>
                  </a:moveTo>
                  <a:lnTo>
                    <a:pt x="295" y="450"/>
                  </a:lnTo>
                  <a:lnTo>
                    <a:pt x="250" y="450"/>
                  </a:lnTo>
                  <a:lnTo>
                    <a:pt x="250" y="422"/>
                  </a:lnTo>
                  <a:lnTo>
                    <a:pt x="20" y="422"/>
                  </a:lnTo>
                  <a:lnTo>
                    <a:pt x="20" y="410"/>
                  </a:lnTo>
                  <a:lnTo>
                    <a:pt x="262" y="410"/>
                  </a:lnTo>
                  <a:lnTo>
                    <a:pt x="281" y="410"/>
                  </a:lnTo>
                  <a:lnTo>
                    <a:pt x="524" y="410"/>
                  </a:lnTo>
                  <a:lnTo>
                    <a:pt x="524" y="422"/>
                  </a:lnTo>
                  <a:lnTo>
                    <a:pt x="295" y="4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Rectangle 6">
              <a:extLst>
                <a:ext uri="{FF2B5EF4-FFF2-40B4-BE49-F238E27FC236}">
                  <a16:creationId xmlns:a16="http://schemas.microsoft.com/office/drawing/2014/main" id="{3558FF17-BDC7-EC9F-72EC-CE6973DB2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3800475"/>
              <a:ext cx="242888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Rectangle 7">
              <a:extLst>
                <a:ext uri="{FF2B5EF4-FFF2-40B4-BE49-F238E27FC236}">
                  <a16:creationId xmlns:a16="http://schemas.microsoft.com/office/drawing/2014/main" id="{E691E123-73A8-6B93-B1C8-AFA63D076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3884613"/>
              <a:ext cx="242888" cy="3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Rectangle 8">
              <a:extLst>
                <a:ext uri="{FF2B5EF4-FFF2-40B4-BE49-F238E27FC236}">
                  <a16:creationId xmlns:a16="http://schemas.microsoft.com/office/drawing/2014/main" id="{8F76FA00-42E8-9FC4-183A-05DE65D4C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38" y="4222750"/>
              <a:ext cx="241300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Rectangle 9">
              <a:extLst>
                <a:ext uri="{FF2B5EF4-FFF2-40B4-BE49-F238E27FC236}">
                  <a16:creationId xmlns:a16="http://schemas.microsoft.com/office/drawing/2014/main" id="{F61E7800-12D5-D59E-6DD9-641EF5F05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4137025"/>
              <a:ext cx="242888" cy="3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9CBE447-4600-8C4E-C54C-F086EFFCC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4054475"/>
              <a:ext cx="24288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Rectangle 11">
              <a:extLst>
                <a:ext uri="{FF2B5EF4-FFF2-40B4-BE49-F238E27FC236}">
                  <a16:creationId xmlns:a16="http://schemas.microsoft.com/office/drawing/2014/main" id="{549F4D98-4B7B-8AB0-19A9-7057FEC0C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3970338"/>
              <a:ext cx="24288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Rectangle 12">
              <a:extLst>
                <a:ext uri="{FF2B5EF4-FFF2-40B4-BE49-F238E27FC236}">
                  <a16:creationId xmlns:a16="http://schemas.microsoft.com/office/drawing/2014/main" id="{C4782390-C852-BCEC-5C38-239FB2D58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938" y="3800475"/>
              <a:ext cx="242888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Rectangle 13">
              <a:extLst>
                <a:ext uri="{FF2B5EF4-FFF2-40B4-BE49-F238E27FC236}">
                  <a16:creationId xmlns:a16="http://schemas.microsoft.com/office/drawing/2014/main" id="{742581F9-7E35-9AF8-C137-E935E1062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938" y="3884613"/>
              <a:ext cx="242888" cy="3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Rectangle 14">
              <a:extLst>
                <a:ext uri="{FF2B5EF4-FFF2-40B4-BE49-F238E27FC236}">
                  <a16:creationId xmlns:a16="http://schemas.microsoft.com/office/drawing/2014/main" id="{16050201-67BD-C10C-2FBD-71AD08A8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763" y="4222750"/>
              <a:ext cx="241300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6D90797F-0630-0EAF-3EF8-102C75412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938" y="4137025"/>
              <a:ext cx="242888" cy="3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Rectangle 16">
              <a:extLst>
                <a:ext uri="{FF2B5EF4-FFF2-40B4-BE49-F238E27FC236}">
                  <a16:creationId xmlns:a16="http://schemas.microsoft.com/office/drawing/2014/main" id="{19044AAE-C177-FB68-E719-7866589D6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938" y="4054475"/>
              <a:ext cx="24288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Rectangle 17">
              <a:extLst>
                <a:ext uri="{FF2B5EF4-FFF2-40B4-BE49-F238E27FC236}">
                  <a16:creationId xmlns:a16="http://schemas.microsoft.com/office/drawing/2014/main" id="{133BD3E2-647C-B884-2250-897D605F1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938" y="3970338"/>
              <a:ext cx="24288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18" name="Grupo 52">
            <a:extLst>
              <a:ext uri="{FF2B5EF4-FFF2-40B4-BE49-F238E27FC236}">
                <a16:creationId xmlns:a16="http://schemas.microsoft.com/office/drawing/2014/main" id="{7AB762E6-5E8E-B77F-12EB-93D9F0746EB5}"/>
              </a:ext>
            </a:extLst>
          </p:cNvPr>
          <p:cNvGrpSpPr/>
          <p:nvPr/>
        </p:nvGrpSpPr>
        <p:grpSpPr>
          <a:xfrm>
            <a:off x="10479392" y="4895275"/>
            <a:ext cx="409220" cy="427445"/>
            <a:chOff x="4662488" y="2568575"/>
            <a:chExt cx="763587" cy="765176"/>
          </a:xfrm>
          <a:solidFill>
            <a:schemeClr val="bg1"/>
          </a:solidFill>
        </p:grpSpPr>
        <p:sp>
          <p:nvSpPr>
            <p:cNvPr id="119" name="Freeform 30">
              <a:extLst>
                <a:ext uri="{FF2B5EF4-FFF2-40B4-BE49-F238E27FC236}">
                  <a16:creationId xmlns:a16="http://schemas.microsoft.com/office/drawing/2014/main" id="{33733A10-A84B-DBD3-166A-C88BED23E1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2488" y="2568575"/>
              <a:ext cx="627062" cy="765175"/>
            </a:xfrm>
            <a:custGeom>
              <a:avLst/>
              <a:gdLst>
                <a:gd name="T0" fmla="*/ 201 w 217"/>
                <a:gd name="T1" fmla="*/ 37 h 264"/>
                <a:gd name="T2" fmla="*/ 166 w 217"/>
                <a:gd name="T3" fmla="*/ 37 h 264"/>
                <a:gd name="T4" fmla="*/ 166 w 217"/>
                <a:gd name="T5" fmla="*/ 28 h 264"/>
                <a:gd name="T6" fmla="*/ 162 w 217"/>
                <a:gd name="T7" fmla="*/ 24 h 264"/>
                <a:gd name="T8" fmla="*/ 146 w 217"/>
                <a:gd name="T9" fmla="*/ 24 h 264"/>
                <a:gd name="T10" fmla="*/ 146 w 217"/>
                <a:gd name="T11" fmla="*/ 20 h 264"/>
                <a:gd name="T12" fmla="*/ 124 w 217"/>
                <a:gd name="T13" fmla="*/ 0 h 264"/>
                <a:gd name="T14" fmla="*/ 92 w 217"/>
                <a:gd name="T15" fmla="*/ 0 h 264"/>
                <a:gd name="T16" fmla="*/ 70 w 217"/>
                <a:gd name="T17" fmla="*/ 20 h 264"/>
                <a:gd name="T18" fmla="*/ 70 w 217"/>
                <a:gd name="T19" fmla="*/ 23 h 264"/>
                <a:gd name="T20" fmla="*/ 54 w 217"/>
                <a:gd name="T21" fmla="*/ 23 h 264"/>
                <a:gd name="T22" fmla="*/ 50 w 217"/>
                <a:gd name="T23" fmla="*/ 27 h 264"/>
                <a:gd name="T24" fmla="*/ 50 w 217"/>
                <a:gd name="T25" fmla="*/ 37 h 264"/>
                <a:gd name="T26" fmla="*/ 16 w 217"/>
                <a:gd name="T27" fmla="*/ 37 h 264"/>
                <a:gd name="T28" fmla="*/ 0 w 217"/>
                <a:gd name="T29" fmla="*/ 51 h 264"/>
                <a:gd name="T30" fmla="*/ 0 w 217"/>
                <a:gd name="T31" fmla="*/ 249 h 264"/>
                <a:gd name="T32" fmla="*/ 16 w 217"/>
                <a:gd name="T33" fmla="*/ 264 h 264"/>
                <a:gd name="T34" fmla="*/ 201 w 217"/>
                <a:gd name="T35" fmla="*/ 264 h 264"/>
                <a:gd name="T36" fmla="*/ 217 w 217"/>
                <a:gd name="T37" fmla="*/ 249 h 264"/>
                <a:gd name="T38" fmla="*/ 217 w 217"/>
                <a:gd name="T39" fmla="*/ 52 h 264"/>
                <a:gd name="T40" fmla="*/ 201 w 217"/>
                <a:gd name="T41" fmla="*/ 37 h 264"/>
                <a:gd name="T42" fmla="*/ 78 w 217"/>
                <a:gd name="T43" fmla="*/ 20 h 264"/>
                <a:gd name="T44" fmla="*/ 92 w 217"/>
                <a:gd name="T45" fmla="*/ 8 h 264"/>
                <a:gd name="T46" fmla="*/ 124 w 217"/>
                <a:gd name="T47" fmla="*/ 8 h 264"/>
                <a:gd name="T48" fmla="*/ 139 w 217"/>
                <a:gd name="T49" fmla="*/ 20 h 264"/>
                <a:gd name="T50" fmla="*/ 139 w 217"/>
                <a:gd name="T51" fmla="*/ 23 h 264"/>
                <a:gd name="T52" fmla="*/ 78 w 217"/>
                <a:gd name="T53" fmla="*/ 23 h 264"/>
                <a:gd name="T54" fmla="*/ 78 w 217"/>
                <a:gd name="T55" fmla="*/ 20 h 264"/>
                <a:gd name="T56" fmla="*/ 158 w 217"/>
                <a:gd name="T57" fmla="*/ 32 h 264"/>
                <a:gd name="T58" fmla="*/ 158 w 217"/>
                <a:gd name="T59" fmla="*/ 53 h 264"/>
                <a:gd name="T60" fmla="*/ 59 w 217"/>
                <a:gd name="T61" fmla="*/ 53 h 264"/>
                <a:gd name="T62" fmla="*/ 59 w 217"/>
                <a:gd name="T63" fmla="*/ 32 h 264"/>
                <a:gd name="T64" fmla="*/ 158 w 217"/>
                <a:gd name="T65" fmla="*/ 32 h 264"/>
                <a:gd name="T66" fmla="*/ 209 w 217"/>
                <a:gd name="T67" fmla="*/ 250 h 264"/>
                <a:gd name="T68" fmla="*/ 201 w 217"/>
                <a:gd name="T69" fmla="*/ 256 h 264"/>
                <a:gd name="T70" fmla="*/ 16 w 217"/>
                <a:gd name="T71" fmla="*/ 256 h 264"/>
                <a:gd name="T72" fmla="*/ 8 w 217"/>
                <a:gd name="T73" fmla="*/ 250 h 264"/>
                <a:gd name="T74" fmla="*/ 8 w 217"/>
                <a:gd name="T75" fmla="*/ 52 h 264"/>
                <a:gd name="T76" fmla="*/ 16 w 217"/>
                <a:gd name="T77" fmla="*/ 45 h 264"/>
                <a:gd name="T78" fmla="*/ 51 w 217"/>
                <a:gd name="T79" fmla="*/ 45 h 264"/>
                <a:gd name="T80" fmla="*/ 51 w 217"/>
                <a:gd name="T81" fmla="*/ 57 h 264"/>
                <a:gd name="T82" fmla="*/ 55 w 217"/>
                <a:gd name="T83" fmla="*/ 61 h 264"/>
                <a:gd name="T84" fmla="*/ 162 w 217"/>
                <a:gd name="T85" fmla="*/ 61 h 264"/>
                <a:gd name="T86" fmla="*/ 166 w 217"/>
                <a:gd name="T87" fmla="*/ 57 h 264"/>
                <a:gd name="T88" fmla="*/ 166 w 217"/>
                <a:gd name="T89" fmla="*/ 45 h 264"/>
                <a:gd name="T90" fmla="*/ 202 w 217"/>
                <a:gd name="T91" fmla="*/ 45 h 264"/>
                <a:gd name="T92" fmla="*/ 209 w 217"/>
                <a:gd name="T93" fmla="*/ 52 h 264"/>
                <a:gd name="T94" fmla="*/ 209 w 217"/>
                <a:gd name="T95" fmla="*/ 25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7" h="264">
                  <a:moveTo>
                    <a:pt x="201" y="37"/>
                  </a:moveTo>
                  <a:cubicBezTo>
                    <a:pt x="166" y="37"/>
                    <a:pt x="166" y="37"/>
                    <a:pt x="166" y="37"/>
                  </a:cubicBezTo>
                  <a:cubicBezTo>
                    <a:pt x="166" y="28"/>
                    <a:pt x="166" y="28"/>
                    <a:pt x="166" y="28"/>
                  </a:cubicBezTo>
                  <a:cubicBezTo>
                    <a:pt x="166" y="25"/>
                    <a:pt x="164" y="24"/>
                    <a:pt x="162" y="24"/>
                  </a:cubicBezTo>
                  <a:cubicBezTo>
                    <a:pt x="146" y="24"/>
                    <a:pt x="146" y="24"/>
                    <a:pt x="146" y="24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9"/>
                    <a:pt x="136" y="0"/>
                    <a:pt x="124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80" y="0"/>
                    <a:pt x="70" y="9"/>
                    <a:pt x="70" y="20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2" y="23"/>
                    <a:pt x="50" y="25"/>
                    <a:pt x="50" y="2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7" y="37"/>
                    <a:pt x="0" y="43"/>
                    <a:pt x="0" y="5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57"/>
                    <a:pt x="7" y="264"/>
                    <a:pt x="16" y="264"/>
                  </a:cubicBezTo>
                  <a:cubicBezTo>
                    <a:pt x="201" y="264"/>
                    <a:pt x="201" y="264"/>
                    <a:pt x="201" y="264"/>
                  </a:cubicBezTo>
                  <a:cubicBezTo>
                    <a:pt x="210" y="264"/>
                    <a:pt x="217" y="257"/>
                    <a:pt x="217" y="249"/>
                  </a:cubicBezTo>
                  <a:cubicBezTo>
                    <a:pt x="217" y="52"/>
                    <a:pt x="217" y="52"/>
                    <a:pt x="217" y="52"/>
                  </a:cubicBezTo>
                  <a:cubicBezTo>
                    <a:pt x="217" y="44"/>
                    <a:pt x="210" y="37"/>
                    <a:pt x="201" y="37"/>
                  </a:cubicBezTo>
                  <a:close/>
                  <a:moveTo>
                    <a:pt x="78" y="20"/>
                  </a:moveTo>
                  <a:cubicBezTo>
                    <a:pt x="78" y="14"/>
                    <a:pt x="84" y="8"/>
                    <a:pt x="92" y="8"/>
                  </a:cubicBezTo>
                  <a:cubicBezTo>
                    <a:pt x="124" y="8"/>
                    <a:pt x="124" y="8"/>
                    <a:pt x="124" y="8"/>
                  </a:cubicBezTo>
                  <a:cubicBezTo>
                    <a:pt x="132" y="8"/>
                    <a:pt x="139" y="14"/>
                    <a:pt x="139" y="20"/>
                  </a:cubicBezTo>
                  <a:cubicBezTo>
                    <a:pt x="139" y="23"/>
                    <a:pt x="139" y="23"/>
                    <a:pt x="139" y="23"/>
                  </a:cubicBezTo>
                  <a:cubicBezTo>
                    <a:pt x="78" y="23"/>
                    <a:pt x="78" y="23"/>
                    <a:pt x="78" y="23"/>
                  </a:cubicBezTo>
                  <a:lnTo>
                    <a:pt x="78" y="20"/>
                  </a:lnTo>
                  <a:close/>
                  <a:moveTo>
                    <a:pt x="158" y="32"/>
                  </a:moveTo>
                  <a:cubicBezTo>
                    <a:pt x="158" y="53"/>
                    <a:pt x="158" y="53"/>
                    <a:pt x="158" y="53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9" y="45"/>
                    <a:pt x="59" y="40"/>
                    <a:pt x="59" y="32"/>
                  </a:cubicBezTo>
                  <a:cubicBezTo>
                    <a:pt x="140" y="32"/>
                    <a:pt x="142" y="32"/>
                    <a:pt x="158" y="32"/>
                  </a:cubicBezTo>
                  <a:close/>
                  <a:moveTo>
                    <a:pt x="209" y="250"/>
                  </a:moveTo>
                  <a:cubicBezTo>
                    <a:pt x="209" y="253"/>
                    <a:pt x="205" y="256"/>
                    <a:pt x="201" y="256"/>
                  </a:cubicBezTo>
                  <a:cubicBezTo>
                    <a:pt x="16" y="256"/>
                    <a:pt x="16" y="256"/>
                    <a:pt x="16" y="256"/>
                  </a:cubicBezTo>
                  <a:cubicBezTo>
                    <a:pt x="12" y="256"/>
                    <a:pt x="8" y="253"/>
                    <a:pt x="8" y="250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48"/>
                    <a:pt x="12" y="45"/>
                    <a:pt x="16" y="45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1" y="59"/>
                    <a:pt x="52" y="61"/>
                    <a:pt x="55" y="61"/>
                  </a:cubicBezTo>
                  <a:cubicBezTo>
                    <a:pt x="162" y="61"/>
                    <a:pt x="162" y="61"/>
                    <a:pt x="162" y="61"/>
                  </a:cubicBezTo>
                  <a:cubicBezTo>
                    <a:pt x="165" y="61"/>
                    <a:pt x="166" y="59"/>
                    <a:pt x="166" y="57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202" y="45"/>
                    <a:pt x="202" y="45"/>
                    <a:pt x="202" y="45"/>
                  </a:cubicBezTo>
                  <a:cubicBezTo>
                    <a:pt x="206" y="45"/>
                    <a:pt x="209" y="48"/>
                    <a:pt x="209" y="52"/>
                  </a:cubicBezTo>
                  <a:cubicBezTo>
                    <a:pt x="209" y="250"/>
                    <a:pt x="209" y="250"/>
                    <a:pt x="209" y="2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Freeform 31">
              <a:extLst>
                <a:ext uri="{FF2B5EF4-FFF2-40B4-BE49-F238E27FC236}">
                  <a16:creationId xmlns:a16="http://schemas.microsoft.com/office/drawing/2014/main" id="{185FC18C-51C4-ED85-7F09-1D268ECE2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18125" y="2782888"/>
              <a:ext cx="107950" cy="550863"/>
            </a:xfrm>
            <a:custGeom>
              <a:avLst/>
              <a:gdLst>
                <a:gd name="T0" fmla="*/ 21 w 37"/>
                <a:gd name="T1" fmla="*/ 0 h 190"/>
                <a:gd name="T2" fmla="*/ 16 w 37"/>
                <a:gd name="T3" fmla="*/ 0 h 190"/>
                <a:gd name="T4" fmla="*/ 0 w 37"/>
                <a:gd name="T5" fmla="*/ 16 h 190"/>
                <a:gd name="T6" fmla="*/ 0 w 37"/>
                <a:gd name="T7" fmla="*/ 129 h 190"/>
                <a:gd name="T8" fmla="*/ 0 w 37"/>
                <a:gd name="T9" fmla="*/ 129 h 190"/>
                <a:gd name="T10" fmla="*/ 0 w 37"/>
                <a:gd name="T11" fmla="*/ 130 h 190"/>
                <a:gd name="T12" fmla="*/ 14 w 37"/>
                <a:gd name="T13" fmla="*/ 186 h 190"/>
                <a:gd name="T14" fmla="*/ 18 w 37"/>
                <a:gd name="T15" fmla="*/ 190 h 190"/>
                <a:gd name="T16" fmla="*/ 22 w 37"/>
                <a:gd name="T17" fmla="*/ 186 h 190"/>
                <a:gd name="T18" fmla="*/ 37 w 37"/>
                <a:gd name="T19" fmla="*/ 130 h 190"/>
                <a:gd name="T20" fmla="*/ 37 w 37"/>
                <a:gd name="T21" fmla="*/ 129 h 190"/>
                <a:gd name="T22" fmla="*/ 37 w 37"/>
                <a:gd name="T23" fmla="*/ 129 h 190"/>
                <a:gd name="T24" fmla="*/ 37 w 37"/>
                <a:gd name="T25" fmla="*/ 16 h 190"/>
                <a:gd name="T26" fmla="*/ 21 w 37"/>
                <a:gd name="T27" fmla="*/ 0 h 190"/>
                <a:gd name="T28" fmla="*/ 8 w 37"/>
                <a:gd name="T29" fmla="*/ 37 h 190"/>
                <a:gd name="T30" fmla="*/ 29 w 37"/>
                <a:gd name="T31" fmla="*/ 37 h 190"/>
                <a:gd name="T32" fmla="*/ 29 w 37"/>
                <a:gd name="T33" fmla="*/ 124 h 190"/>
                <a:gd name="T34" fmla="*/ 8 w 37"/>
                <a:gd name="T35" fmla="*/ 124 h 190"/>
                <a:gd name="T36" fmla="*/ 8 w 37"/>
                <a:gd name="T37" fmla="*/ 37 h 190"/>
                <a:gd name="T38" fmla="*/ 16 w 37"/>
                <a:gd name="T39" fmla="*/ 8 h 190"/>
                <a:gd name="T40" fmla="*/ 21 w 37"/>
                <a:gd name="T41" fmla="*/ 8 h 190"/>
                <a:gd name="T42" fmla="*/ 29 w 37"/>
                <a:gd name="T43" fmla="*/ 16 h 190"/>
                <a:gd name="T44" fmla="*/ 29 w 37"/>
                <a:gd name="T45" fmla="*/ 30 h 190"/>
                <a:gd name="T46" fmla="*/ 8 w 37"/>
                <a:gd name="T47" fmla="*/ 30 h 190"/>
                <a:gd name="T48" fmla="*/ 8 w 37"/>
                <a:gd name="T49" fmla="*/ 16 h 190"/>
                <a:gd name="T50" fmla="*/ 16 w 37"/>
                <a:gd name="T51" fmla="*/ 8 h 190"/>
                <a:gd name="T52" fmla="*/ 19 w 37"/>
                <a:gd name="T53" fmla="*/ 169 h 190"/>
                <a:gd name="T54" fmla="*/ 9 w 37"/>
                <a:gd name="T55" fmla="*/ 133 h 190"/>
                <a:gd name="T56" fmla="*/ 28 w 37"/>
                <a:gd name="T57" fmla="*/ 133 h 190"/>
                <a:gd name="T58" fmla="*/ 19 w 37"/>
                <a:gd name="T59" fmla="*/ 16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" h="190">
                  <a:moveTo>
                    <a:pt x="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14" y="186"/>
                    <a:pt x="14" y="186"/>
                    <a:pt x="14" y="186"/>
                  </a:cubicBezTo>
                  <a:cubicBezTo>
                    <a:pt x="15" y="188"/>
                    <a:pt x="16" y="190"/>
                    <a:pt x="18" y="190"/>
                  </a:cubicBezTo>
                  <a:cubicBezTo>
                    <a:pt x="20" y="190"/>
                    <a:pt x="22" y="188"/>
                    <a:pt x="22" y="186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29"/>
                    <a:pt x="37" y="129"/>
                    <a:pt x="37" y="129"/>
                  </a:cubicBezTo>
                  <a:cubicBezTo>
                    <a:pt x="37" y="129"/>
                    <a:pt x="37" y="129"/>
                    <a:pt x="37" y="129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7"/>
                    <a:pt x="30" y="0"/>
                    <a:pt x="21" y="0"/>
                  </a:cubicBezTo>
                  <a:close/>
                  <a:moveTo>
                    <a:pt x="8" y="37"/>
                  </a:moveTo>
                  <a:cubicBezTo>
                    <a:pt x="29" y="37"/>
                    <a:pt x="29" y="37"/>
                    <a:pt x="29" y="37"/>
                  </a:cubicBezTo>
                  <a:cubicBezTo>
                    <a:pt x="29" y="124"/>
                    <a:pt x="29" y="124"/>
                    <a:pt x="29" y="124"/>
                  </a:cubicBezTo>
                  <a:cubicBezTo>
                    <a:pt x="8" y="124"/>
                    <a:pt x="8" y="124"/>
                    <a:pt x="8" y="124"/>
                  </a:cubicBezTo>
                  <a:lnTo>
                    <a:pt x="8" y="37"/>
                  </a:lnTo>
                  <a:close/>
                  <a:moveTo>
                    <a:pt x="16" y="8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25" y="8"/>
                    <a:pt x="29" y="12"/>
                    <a:pt x="29" y="1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2"/>
                    <a:pt x="12" y="8"/>
                    <a:pt x="16" y="8"/>
                  </a:cubicBezTo>
                  <a:close/>
                  <a:moveTo>
                    <a:pt x="19" y="169"/>
                  </a:moveTo>
                  <a:cubicBezTo>
                    <a:pt x="9" y="133"/>
                    <a:pt x="9" y="133"/>
                    <a:pt x="9" y="133"/>
                  </a:cubicBezTo>
                  <a:cubicBezTo>
                    <a:pt x="28" y="133"/>
                    <a:pt x="28" y="133"/>
                    <a:pt x="28" y="133"/>
                  </a:cubicBezTo>
                  <a:lnTo>
                    <a:pt x="19" y="1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Freeform 32">
              <a:extLst>
                <a:ext uri="{FF2B5EF4-FFF2-40B4-BE49-F238E27FC236}">
                  <a16:creationId xmlns:a16="http://schemas.microsoft.com/office/drawing/2014/main" id="{48FF1481-E0DF-C6EA-17CA-74E11BA80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40275" y="2757488"/>
              <a:ext cx="355600" cy="333375"/>
            </a:xfrm>
            <a:custGeom>
              <a:avLst/>
              <a:gdLst>
                <a:gd name="T0" fmla="*/ 2 w 123"/>
                <a:gd name="T1" fmla="*/ 59 h 115"/>
                <a:gd name="T2" fmla="*/ 2 w 123"/>
                <a:gd name="T3" fmla="*/ 107 h 115"/>
                <a:gd name="T4" fmla="*/ 9 w 123"/>
                <a:gd name="T5" fmla="*/ 115 h 115"/>
                <a:gd name="T6" fmla="*/ 61 w 123"/>
                <a:gd name="T7" fmla="*/ 115 h 115"/>
                <a:gd name="T8" fmla="*/ 65 w 123"/>
                <a:gd name="T9" fmla="*/ 111 h 115"/>
                <a:gd name="T10" fmla="*/ 61 w 123"/>
                <a:gd name="T11" fmla="*/ 107 h 115"/>
                <a:gd name="T12" fmla="*/ 10 w 123"/>
                <a:gd name="T13" fmla="*/ 107 h 115"/>
                <a:gd name="T14" fmla="*/ 10 w 123"/>
                <a:gd name="T15" fmla="*/ 63 h 115"/>
                <a:gd name="T16" fmla="*/ 49 w 123"/>
                <a:gd name="T17" fmla="*/ 77 h 115"/>
                <a:gd name="T18" fmla="*/ 49 w 123"/>
                <a:gd name="T19" fmla="*/ 86 h 115"/>
                <a:gd name="T20" fmla="*/ 53 w 123"/>
                <a:gd name="T21" fmla="*/ 90 h 115"/>
                <a:gd name="T22" fmla="*/ 71 w 123"/>
                <a:gd name="T23" fmla="*/ 90 h 115"/>
                <a:gd name="T24" fmla="*/ 75 w 123"/>
                <a:gd name="T25" fmla="*/ 86 h 115"/>
                <a:gd name="T26" fmla="*/ 75 w 123"/>
                <a:gd name="T27" fmla="*/ 77 h 115"/>
                <a:gd name="T28" fmla="*/ 113 w 123"/>
                <a:gd name="T29" fmla="*/ 63 h 115"/>
                <a:gd name="T30" fmla="*/ 113 w 123"/>
                <a:gd name="T31" fmla="*/ 63 h 115"/>
                <a:gd name="T32" fmla="*/ 117 w 123"/>
                <a:gd name="T33" fmla="*/ 67 h 115"/>
                <a:gd name="T34" fmla="*/ 121 w 123"/>
                <a:gd name="T35" fmla="*/ 63 h 115"/>
                <a:gd name="T36" fmla="*/ 121 w 123"/>
                <a:gd name="T37" fmla="*/ 59 h 115"/>
                <a:gd name="T38" fmla="*/ 123 w 123"/>
                <a:gd name="T39" fmla="*/ 56 h 115"/>
                <a:gd name="T40" fmla="*/ 123 w 123"/>
                <a:gd name="T41" fmla="*/ 29 h 115"/>
                <a:gd name="T42" fmla="*/ 116 w 123"/>
                <a:gd name="T43" fmla="*/ 21 h 115"/>
                <a:gd name="T44" fmla="*/ 85 w 123"/>
                <a:gd name="T45" fmla="*/ 21 h 115"/>
                <a:gd name="T46" fmla="*/ 85 w 123"/>
                <a:gd name="T47" fmla="*/ 16 h 115"/>
                <a:gd name="T48" fmla="*/ 69 w 123"/>
                <a:gd name="T49" fmla="*/ 0 h 115"/>
                <a:gd name="T50" fmla="*/ 54 w 123"/>
                <a:gd name="T51" fmla="*/ 0 h 115"/>
                <a:gd name="T52" fmla="*/ 38 w 123"/>
                <a:gd name="T53" fmla="*/ 16 h 115"/>
                <a:gd name="T54" fmla="*/ 38 w 123"/>
                <a:gd name="T55" fmla="*/ 21 h 115"/>
                <a:gd name="T56" fmla="*/ 7 w 123"/>
                <a:gd name="T57" fmla="*/ 21 h 115"/>
                <a:gd name="T58" fmla="*/ 0 w 123"/>
                <a:gd name="T59" fmla="*/ 29 h 115"/>
                <a:gd name="T60" fmla="*/ 0 w 123"/>
                <a:gd name="T61" fmla="*/ 56 h 115"/>
                <a:gd name="T62" fmla="*/ 2 w 123"/>
                <a:gd name="T63" fmla="*/ 59 h 115"/>
                <a:gd name="T64" fmla="*/ 57 w 123"/>
                <a:gd name="T65" fmla="*/ 82 h 115"/>
                <a:gd name="T66" fmla="*/ 57 w 123"/>
                <a:gd name="T67" fmla="*/ 68 h 115"/>
                <a:gd name="T68" fmla="*/ 67 w 123"/>
                <a:gd name="T69" fmla="*/ 68 h 115"/>
                <a:gd name="T70" fmla="*/ 67 w 123"/>
                <a:gd name="T71" fmla="*/ 82 h 115"/>
                <a:gd name="T72" fmla="*/ 57 w 123"/>
                <a:gd name="T73" fmla="*/ 82 h 115"/>
                <a:gd name="T74" fmla="*/ 46 w 123"/>
                <a:gd name="T75" fmla="*/ 16 h 115"/>
                <a:gd name="T76" fmla="*/ 54 w 123"/>
                <a:gd name="T77" fmla="*/ 9 h 115"/>
                <a:gd name="T78" fmla="*/ 69 w 123"/>
                <a:gd name="T79" fmla="*/ 9 h 115"/>
                <a:gd name="T80" fmla="*/ 77 w 123"/>
                <a:gd name="T81" fmla="*/ 16 h 115"/>
                <a:gd name="T82" fmla="*/ 77 w 123"/>
                <a:gd name="T83" fmla="*/ 22 h 115"/>
                <a:gd name="T84" fmla="*/ 46 w 123"/>
                <a:gd name="T85" fmla="*/ 22 h 115"/>
                <a:gd name="T86" fmla="*/ 46 w 123"/>
                <a:gd name="T87" fmla="*/ 16 h 115"/>
                <a:gd name="T88" fmla="*/ 116 w 123"/>
                <a:gd name="T89" fmla="*/ 29 h 115"/>
                <a:gd name="T90" fmla="*/ 116 w 123"/>
                <a:gd name="T91" fmla="*/ 53 h 115"/>
                <a:gd name="T92" fmla="*/ 75 w 123"/>
                <a:gd name="T93" fmla="*/ 68 h 115"/>
                <a:gd name="T94" fmla="*/ 75 w 123"/>
                <a:gd name="T95" fmla="*/ 64 h 115"/>
                <a:gd name="T96" fmla="*/ 71 w 123"/>
                <a:gd name="T97" fmla="*/ 60 h 115"/>
                <a:gd name="T98" fmla="*/ 53 w 123"/>
                <a:gd name="T99" fmla="*/ 60 h 115"/>
                <a:gd name="T100" fmla="*/ 49 w 123"/>
                <a:gd name="T101" fmla="*/ 64 h 115"/>
                <a:gd name="T102" fmla="*/ 49 w 123"/>
                <a:gd name="T103" fmla="*/ 68 h 115"/>
                <a:gd name="T104" fmla="*/ 8 w 123"/>
                <a:gd name="T105" fmla="*/ 53 h 115"/>
                <a:gd name="T106" fmla="*/ 8 w 123"/>
                <a:gd name="T107" fmla="*/ 53 h 115"/>
                <a:gd name="T108" fmla="*/ 8 w 123"/>
                <a:gd name="T109" fmla="*/ 29 h 115"/>
                <a:gd name="T110" fmla="*/ 116 w 123"/>
                <a:gd name="T111" fmla="*/ 2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3" h="115">
                  <a:moveTo>
                    <a:pt x="2" y="59"/>
                  </a:moveTo>
                  <a:cubicBezTo>
                    <a:pt x="2" y="107"/>
                    <a:pt x="2" y="107"/>
                    <a:pt x="2" y="107"/>
                  </a:cubicBezTo>
                  <a:cubicBezTo>
                    <a:pt x="2" y="111"/>
                    <a:pt x="5" y="115"/>
                    <a:pt x="9" y="115"/>
                  </a:cubicBezTo>
                  <a:cubicBezTo>
                    <a:pt x="61" y="115"/>
                    <a:pt x="61" y="115"/>
                    <a:pt x="61" y="115"/>
                  </a:cubicBezTo>
                  <a:cubicBezTo>
                    <a:pt x="63" y="115"/>
                    <a:pt x="65" y="113"/>
                    <a:pt x="65" y="111"/>
                  </a:cubicBezTo>
                  <a:cubicBezTo>
                    <a:pt x="65" y="108"/>
                    <a:pt x="63" y="107"/>
                    <a:pt x="61" y="107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9" y="86"/>
                    <a:pt x="49" y="86"/>
                    <a:pt x="49" y="86"/>
                  </a:cubicBezTo>
                  <a:cubicBezTo>
                    <a:pt x="49" y="89"/>
                    <a:pt x="50" y="90"/>
                    <a:pt x="53" y="90"/>
                  </a:cubicBezTo>
                  <a:cubicBezTo>
                    <a:pt x="71" y="90"/>
                    <a:pt x="71" y="90"/>
                    <a:pt x="71" y="90"/>
                  </a:cubicBezTo>
                  <a:cubicBezTo>
                    <a:pt x="73" y="90"/>
                    <a:pt x="75" y="89"/>
                    <a:pt x="75" y="86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13" y="65"/>
                    <a:pt x="115" y="67"/>
                    <a:pt x="117" y="67"/>
                  </a:cubicBezTo>
                  <a:cubicBezTo>
                    <a:pt x="120" y="67"/>
                    <a:pt x="121" y="65"/>
                    <a:pt x="121" y="63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123" y="59"/>
                    <a:pt x="123" y="57"/>
                    <a:pt x="123" y="56"/>
                  </a:cubicBezTo>
                  <a:cubicBezTo>
                    <a:pt x="123" y="29"/>
                    <a:pt x="123" y="29"/>
                    <a:pt x="123" y="29"/>
                  </a:cubicBezTo>
                  <a:cubicBezTo>
                    <a:pt x="123" y="25"/>
                    <a:pt x="120" y="21"/>
                    <a:pt x="116" y="21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7"/>
                    <a:pt x="78" y="0"/>
                    <a:pt x="69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5" y="0"/>
                    <a:pt x="38" y="7"/>
                    <a:pt x="38" y="16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3" y="21"/>
                    <a:pt x="0" y="25"/>
                    <a:pt x="0" y="2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7"/>
                    <a:pt x="1" y="59"/>
                    <a:pt x="2" y="59"/>
                  </a:cubicBezTo>
                  <a:close/>
                  <a:moveTo>
                    <a:pt x="57" y="82"/>
                  </a:moveTo>
                  <a:cubicBezTo>
                    <a:pt x="57" y="68"/>
                    <a:pt x="57" y="68"/>
                    <a:pt x="57" y="68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67" y="75"/>
                    <a:pt x="67" y="75"/>
                    <a:pt x="67" y="82"/>
                  </a:cubicBezTo>
                  <a:lnTo>
                    <a:pt x="57" y="82"/>
                  </a:lnTo>
                  <a:close/>
                  <a:moveTo>
                    <a:pt x="46" y="16"/>
                  </a:moveTo>
                  <a:cubicBezTo>
                    <a:pt x="46" y="12"/>
                    <a:pt x="50" y="9"/>
                    <a:pt x="54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74" y="9"/>
                    <a:pt x="77" y="12"/>
                    <a:pt x="77" y="16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6" y="16"/>
                    <a:pt x="46" y="16"/>
                    <a:pt x="46" y="16"/>
                  </a:cubicBezTo>
                  <a:close/>
                  <a:moveTo>
                    <a:pt x="116" y="29"/>
                  </a:moveTo>
                  <a:cubicBezTo>
                    <a:pt x="116" y="53"/>
                    <a:pt x="116" y="53"/>
                    <a:pt x="116" y="53"/>
                  </a:cubicBezTo>
                  <a:cubicBezTo>
                    <a:pt x="75" y="68"/>
                    <a:pt x="75" y="68"/>
                    <a:pt x="75" y="68"/>
                  </a:cubicBezTo>
                  <a:cubicBezTo>
                    <a:pt x="75" y="64"/>
                    <a:pt x="75" y="64"/>
                    <a:pt x="75" y="64"/>
                  </a:cubicBezTo>
                  <a:cubicBezTo>
                    <a:pt x="75" y="61"/>
                    <a:pt x="73" y="60"/>
                    <a:pt x="71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1" y="60"/>
                    <a:pt x="49" y="61"/>
                    <a:pt x="49" y="64"/>
                  </a:cubicBezTo>
                  <a:cubicBezTo>
                    <a:pt x="49" y="68"/>
                    <a:pt x="49" y="68"/>
                    <a:pt x="49" y="68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103" y="29"/>
                    <a:pt x="21" y="29"/>
                    <a:pt x="116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Freeform 33">
              <a:extLst>
                <a:ext uri="{FF2B5EF4-FFF2-40B4-BE49-F238E27FC236}">
                  <a16:creationId xmlns:a16="http://schemas.microsoft.com/office/drawing/2014/main" id="{B27ABDE0-F4EC-19F2-D03A-9C1A5EEB8E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45063" y="2960688"/>
              <a:ext cx="273050" cy="277813"/>
            </a:xfrm>
            <a:custGeom>
              <a:avLst/>
              <a:gdLst>
                <a:gd name="T0" fmla="*/ 83 w 94"/>
                <a:gd name="T1" fmla="*/ 38 h 96"/>
                <a:gd name="T2" fmla="*/ 84 w 94"/>
                <a:gd name="T3" fmla="*/ 23 h 96"/>
                <a:gd name="T4" fmla="*/ 78 w 94"/>
                <a:gd name="T5" fmla="*/ 11 h 96"/>
                <a:gd name="T6" fmla="*/ 72 w 94"/>
                <a:gd name="T7" fmla="*/ 11 h 96"/>
                <a:gd name="T8" fmla="*/ 57 w 94"/>
                <a:gd name="T9" fmla="*/ 11 h 96"/>
                <a:gd name="T10" fmla="*/ 52 w 94"/>
                <a:gd name="T11" fmla="*/ 0 h 96"/>
                <a:gd name="T12" fmla="*/ 38 w 94"/>
                <a:gd name="T13" fmla="*/ 4 h 96"/>
                <a:gd name="T14" fmla="*/ 28 w 94"/>
                <a:gd name="T15" fmla="*/ 15 h 96"/>
                <a:gd name="T16" fmla="*/ 17 w 94"/>
                <a:gd name="T17" fmla="*/ 11 h 96"/>
                <a:gd name="T18" fmla="*/ 10 w 94"/>
                <a:gd name="T19" fmla="*/ 23 h 96"/>
                <a:gd name="T20" fmla="*/ 11 w 94"/>
                <a:gd name="T21" fmla="*/ 39 h 96"/>
                <a:gd name="T22" fmla="*/ 0 w 94"/>
                <a:gd name="T23" fmla="*/ 44 h 96"/>
                <a:gd name="T24" fmla="*/ 3 w 94"/>
                <a:gd name="T25" fmla="*/ 57 h 96"/>
                <a:gd name="T26" fmla="*/ 14 w 94"/>
                <a:gd name="T27" fmla="*/ 67 h 96"/>
                <a:gd name="T28" fmla="*/ 10 w 94"/>
                <a:gd name="T29" fmla="*/ 79 h 96"/>
                <a:gd name="T30" fmla="*/ 22 w 94"/>
                <a:gd name="T31" fmla="*/ 86 h 96"/>
                <a:gd name="T32" fmla="*/ 37 w 94"/>
                <a:gd name="T33" fmla="*/ 85 h 96"/>
                <a:gd name="T34" fmla="*/ 42 w 94"/>
                <a:gd name="T35" fmla="*/ 96 h 96"/>
                <a:gd name="T36" fmla="*/ 56 w 94"/>
                <a:gd name="T37" fmla="*/ 93 h 96"/>
                <a:gd name="T38" fmla="*/ 66 w 94"/>
                <a:gd name="T39" fmla="*/ 81 h 96"/>
                <a:gd name="T40" fmla="*/ 74 w 94"/>
                <a:gd name="T41" fmla="*/ 87 h 96"/>
                <a:gd name="T42" fmla="*/ 84 w 94"/>
                <a:gd name="T43" fmla="*/ 79 h 96"/>
                <a:gd name="T44" fmla="*/ 80 w 94"/>
                <a:gd name="T45" fmla="*/ 67 h 96"/>
                <a:gd name="T46" fmla="*/ 91 w 94"/>
                <a:gd name="T47" fmla="*/ 57 h 96"/>
                <a:gd name="T48" fmla="*/ 94 w 94"/>
                <a:gd name="T49" fmla="*/ 43 h 96"/>
                <a:gd name="T50" fmla="*/ 86 w 94"/>
                <a:gd name="T51" fmla="*/ 50 h 96"/>
                <a:gd name="T52" fmla="*/ 76 w 94"/>
                <a:gd name="T53" fmla="*/ 54 h 96"/>
                <a:gd name="T54" fmla="*/ 71 w 94"/>
                <a:gd name="T55" fmla="*/ 70 h 96"/>
                <a:gd name="T56" fmla="*/ 74 w 94"/>
                <a:gd name="T57" fmla="*/ 77 h 96"/>
                <a:gd name="T58" fmla="*/ 64 w 94"/>
                <a:gd name="T59" fmla="*/ 73 h 96"/>
                <a:gd name="T60" fmla="*/ 49 w 94"/>
                <a:gd name="T61" fmla="*/ 81 h 96"/>
                <a:gd name="T62" fmla="*/ 46 w 94"/>
                <a:gd name="T63" fmla="*/ 89 h 96"/>
                <a:gd name="T64" fmla="*/ 41 w 94"/>
                <a:gd name="T65" fmla="*/ 77 h 96"/>
                <a:gd name="T66" fmla="*/ 25 w 94"/>
                <a:gd name="T67" fmla="*/ 73 h 96"/>
                <a:gd name="T68" fmla="*/ 18 w 94"/>
                <a:gd name="T69" fmla="*/ 75 h 96"/>
                <a:gd name="T70" fmla="*/ 22 w 94"/>
                <a:gd name="T71" fmla="*/ 65 h 96"/>
                <a:gd name="T72" fmla="*/ 14 w 94"/>
                <a:gd name="T73" fmla="*/ 50 h 96"/>
                <a:gd name="T74" fmla="*/ 7 w 94"/>
                <a:gd name="T75" fmla="*/ 47 h 96"/>
                <a:gd name="T76" fmla="*/ 18 w 94"/>
                <a:gd name="T77" fmla="*/ 43 h 96"/>
                <a:gd name="T78" fmla="*/ 22 w 94"/>
                <a:gd name="T79" fmla="*/ 27 h 96"/>
                <a:gd name="T80" fmla="*/ 20 w 94"/>
                <a:gd name="T81" fmla="*/ 19 h 96"/>
                <a:gd name="T82" fmla="*/ 30 w 94"/>
                <a:gd name="T83" fmla="*/ 23 h 96"/>
                <a:gd name="T84" fmla="*/ 44 w 94"/>
                <a:gd name="T85" fmla="*/ 15 h 96"/>
                <a:gd name="T86" fmla="*/ 48 w 94"/>
                <a:gd name="T87" fmla="*/ 8 h 96"/>
                <a:gd name="T88" fmla="*/ 52 w 94"/>
                <a:gd name="T89" fmla="*/ 19 h 96"/>
                <a:gd name="T90" fmla="*/ 68 w 94"/>
                <a:gd name="T91" fmla="*/ 24 h 96"/>
                <a:gd name="T92" fmla="*/ 76 w 94"/>
                <a:gd name="T93" fmla="*/ 21 h 96"/>
                <a:gd name="T94" fmla="*/ 71 w 94"/>
                <a:gd name="T95" fmla="*/ 32 h 96"/>
                <a:gd name="T96" fmla="*/ 79 w 94"/>
                <a:gd name="T97" fmla="*/ 46 h 96"/>
                <a:gd name="T98" fmla="*/ 86 w 94"/>
                <a:gd name="T99" fmla="*/ 5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4" h="96">
                  <a:moveTo>
                    <a:pt x="91" y="39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2" y="35"/>
                    <a:pt x="81" y="32"/>
                    <a:pt x="80" y="29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6" y="22"/>
                    <a:pt x="86" y="19"/>
                    <a:pt x="84" y="18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77" y="10"/>
                    <a:pt x="76" y="10"/>
                    <a:pt x="74" y="10"/>
                  </a:cubicBezTo>
                  <a:cubicBezTo>
                    <a:pt x="74" y="10"/>
                    <a:pt x="72" y="10"/>
                    <a:pt x="72" y="11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3" y="13"/>
                    <a:pt x="60" y="12"/>
                    <a:pt x="57" y="11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5" y="2"/>
                    <a:pt x="54" y="0"/>
                    <a:pt x="5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0" y="0"/>
                    <a:pt x="38" y="2"/>
                    <a:pt x="38" y="4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4" y="12"/>
                    <a:pt x="31" y="13"/>
                    <a:pt x="28" y="15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0" y="9"/>
                    <a:pt x="18" y="9"/>
                    <a:pt x="17" y="11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8" y="20"/>
                    <a:pt x="8" y="22"/>
                    <a:pt x="10" y="23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3"/>
                    <a:pt x="12" y="35"/>
                    <a:pt x="11" y="39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1" y="40"/>
                    <a:pt x="0" y="42"/>
                    <a:pt x="0" y="4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1" y="57"/>
                    <a:pt x="3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1"/>
                    <a:pt x="13" y="64"/>
                    <a:pt x="14" y="67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8" y="75"/>
                    <a:pt x="8" y="77"/>
                    <a:pt x="10" y="79"/>
                  </a:cubicBezTo>
                  <a:cubicBezTo>
                    <a:pt x="17" y="86"/>
                    <a:pt x="17" y="86"/>
                    <a:pt x="17" y="86"/>
                  </a:cubicBezTo>
                  <a:cubicBezTo>
                    <a:pt x="18" y="87"/>
                    <a:pt x="20" y="87"/>
                    <a:pt x="22" y="86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31" y="83"/>
                    <a:pt x="34" y="84"/>
                    <a:pt x="37" y="85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38" y="95"/>
                    <a:pt x="40" y="96"/>
                    <a:pt x="42" y="96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4" y="96"/>
                    <a:pt x="56" y="95"/>
                    <a:pt x="56" y="93"/>
                  </a:cubicBezTo>
                  <a:cubicBezTo>
                    <a:pt x="57" y="85"/>
                    <a:pt x="57" y="85"/>
                    <a:pt x="57" y="85"/>
                  </a:cubicBezTo>
                  <a:cubicBezTo>
                    <a:pt x="60" y="84"/>
                    <a:pt x="63" y="83"/>
                    <a:pt x="66" y="81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3" y="87"/>
                    <a:pt x="74" y="87"/>
                    <a:pt x="74" y="87"/>
                  </a:cubicBezTo>
                  <a:cubicBezTo>
                    <a:pt x="76" y="87"/>
                    <a:pt x="77" y="87"/>
                    <a:pt x="77" y="86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6" y="77"/>
                    <a:pt x="86" y="75"/>
                    <a:pt x="84" y="74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81" y="65"/>
                    <a:pt x="82" y="62"/>
                    <a:pt x="83" y="59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93" y="57"/>
                    <a:pt x="94" y="55"/>
                    <a:pt x="94" y="5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41"/>
                    <a:pt x="93" y="39"/>
                    <a:pt x="91" y="39"/>
                  </a:cubicBezTo>
                  <a:close/>
                  <a:moveTo>
                    <a:pt x="86" y="50"/>
                  </a:moveTo>
                  <a:cubicBezTo>
                    <a:pt x="79" y="51"/>
                    <a:pt x="79" y="51"/>
                    <a:pt x="79" y="51"/>
                  </a:cubicBezTo>
                  <a:cubicBezTo>
                    <a:pt x="78" y="51"/>
                    <a:pt x="76" y="52"/>
                    <a:pt x="76" y="54"/>
                  </a:cubicBezTo>
                  <a:cubicBezTo>
                    <a:pt x="75" y="58"/>
                    <a:pt x="74" y="62"/>
                    <a:pt x="71" y="65"/>
                  </a:cubicBezTo>
                  <a:cubicBezTo>
                    <a:pt x="70" y="67"/>
                    <a:pt x="70" y="68"/>
                    <a:pt x="71" y="70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68" y="73"/>
                    <a:pt x="68" y="73"/>
                    <a:pt x="68" y="73"/>
                  </a:cubicBezTo>
                  <a:cubicBezTo>
                    <a:pt x="67" y="72"/>
                    <a:pt x="65" y="72"/>
                    <a:pt x="64" y="73"/>
                  </a:cubicBezTo>
                  <a:cubicBezTo>
                    <a:pt x="60" y="75"/>
                    <a:pt x="56" y="77"/>
                    <a:pt x="52" y="78"/>
                  </a:cubicBezTo>
                  <a:cubicBezTo>
                    <a:pt x="51" y="78"/>
                    <a:pt x="50" y="79"/>
                    <a:pt x="49" y="81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46" y="89"/>
                    <a:pt x="46" y="89"/>
                    <a:pt x="46" y="89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79"/>
                    <a:pt x="43" y="78"/>
                    <a:pt x="41" y="77"/>
                  </a:cubicBezTo>
                  <a:cubicBezTo>
                    <a:pt x="37" y="77"/>
                    <a:pt x="33" y="75"/>
                    <a:pt x="30" y="73"/>
                  </a:cubicBezTo>
                  <a:cubicBezTo>
                    <a:pt x="28" y="72"/>
                    <a:pt x="27" y="72"/>
                    <a:pt x="25" y="73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3" y="68"/>
                    <a:pt x="23" y="66"/>
                    <a:pt x="22" y="65"/>
                  </a:cubicBezTo>
                  <a:cubicBezTo>
                    <a:pt x="20" y="61"/>
                    <a:pt x="18" y="57"/>
                    <a:pt x="18" y="53"/>
                  </a:cubicBezTo>
                  <a:cubicBezTo>
                    <a:pt x="17" y="52"/>
                    <a:pt x="16" y="51"/>
                    <a:pt x="14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6" y="45"/>
                    <a:pt x="18" y="44"/>
                    <a:pt x="18" y="43"/>
                  </a:cubicBezTo>
                  <a:cubicBezTo>
                    <a:pt x="18" y="39"/>
                    <a:pt x="20" y="35"/>
                    <a:pt x="22" y="31"/>
                  </a:cubicBezTo>
                  <a:cubicBezTo>
                    <a:pt x="23" y="30"/>
                    <a:pt x="23" y="28"/>
                    <a:pt x="22" y="27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6" y="25"/>
                    <a:pt x="29" y="25"/>
                    <a:pt x="30" y="23"/>
                  </a:cubicBezTo>
                  <a:cubicBezTo>
                    <a:pt x="33" y="21"/>
                    <a:pt x="37" y="19"/>
                    <a:pt x="41" y="19"/>
                  </a:cubicBezTo>
                  <a:cubicBezTo>
                    <a:pt x="43" y="19"/>
                    <a:pt x="44" y="17"/>
                    <a:pt x="44" y="15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9" y="17"/>
                    <a:pt x="50" y="19"/>
                    <a:pt x="52" y="19"/>
                  </a:cubicBezTo>
                  <a:cubicBezTo>
                    <a:pt x="56" y="20"/>
                    <a:pt x="60" y="21"/>
                    <a:pt x="63" y="24"/>
                  </a:cubicBezTo>
                  <a:cubicBezTo>
                    <a:pt x="65" y="25"/>
                    <a:pt x="66" y="25"/>
                    <a:pt x="68" y="24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0" y="28"/>
                    <a:pt x="70" y="30"/>
                    <a:pt x="71" y="32"/>
                  </a:cubicBezTo>
                  <a:cubicBezTo>
                    <a:pt x="74" y="35"/>
                    <a:pt x="75" y="39"/>
                    <a:pt x="76" y="43"/>
                  </a:cubicBezTo>
                  <a:cubicBezTo>
                    <a:pt x="76" y="45"/>
                    <a:pt x="78" y="46"/>
                    <a:pt x="79" y="46"/>
                  </a:cubicBezTo>
                  <a:cubicBezTo>
                    <a:pt x="86" y="47"/>
                    <a:pt x="86" y="47"/>
                    <a:pt x="86" y="47"/>
                  </a:cubicBezTo>
                  <a:lnTo>
                    <a:pt x="86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Freeform 34">
              <a:extLst>
                <a:ext uri="{FF2B5EF4-FFF2-40B4-BE49-F238E27FC236}">
                  <a16:creationId xmlns:a16="http://schemas.microsoft.com/office/drawing/2014/main" id="{59BEE561-3C59-15E9-67F7-2436B647D6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4913" y="3035300"/>
              <a:ext cx="130175" cy="130175"/>
            </a:xfrm>
            <a:custGeom>
              <a:avLst/>
              <a:gdLst>
                <a:gd name="T0" fmla="*/ 23 w 45"/>
                <a:gd name="T1" fmla="*/ 0 h 45"/>
                <a:gd name="T2" fmla="*/ 0 w 45"/>
                <a:gd name="T3" fmla="*/ 22 h 45"/>
                <a:gd name="T4" fmla="*/ 23 w 45"/>
                <a:gd name="T5" fmla="*/ 45 h 45"/>
                <a:gd name="T6" fmla="*/ 45 w 45"/>
                <a:gd name="T7" fmla="*/ 22 h 45"/>
                <a:gd name="T8" fmla="*/ 23 w 45"/>
                <a:gd name="T9" fmla="*/ 0 h 45"/>
                <a:gd name="T10" fmla="*/ 23 w 45"/>
                <a:gd name="T11" fmla="*/ 37 h 45"/>
                <a:gd name="T12" fmla="*/ 8 w 45"/>
                <a:gd name="T13" fmla="*/ 22 h 45"/>
                <a:gd name="T14" fmla="*/ 23 w 45"/>
                <a:gd name="T15" fmla="*/ 8 h 45"/>
                <a:gd name="T16" fmla="*/ 37 w 45"/>
                <a:gd name="T17" fmla="*/ 22 h 45"/>
                <a:gd name="T18" fmla="*/ 23 w 45"/>
                <a:gd name="T19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45">
                  <a:moveTo>
                    <a:pt x="23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5"/>
                    <a:pt x="10" y="45"/>
                    <a:pt x="23" y="45"/>
                  </a:cubicBezTo>
                  <a:cubicBezTo>
                    <a:pt x="35" y="45"/>
                    <a:pt x="45" y="35"/>
                    <a:pt x="45" y="22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37"/>
                  </a:moveTo>
                  <a:cubicBezTo>
                    <a:pt x="15" y="37"/>
                    <a:pt x="8" y="30"/>
                    <a:pt x="8" y="22"/>
                  </a:cubicBezTo>
                  <a:cubicBezTo>
                    <a:pt x="8" y="14"/>
                    <a:pt x="15" y="8"/>
                    <a:pt x="23" y="8"/>
                  </a:cubicBezTo>
                  <a:cubicBezTo>
                    <a:pt x="31" y="8"/>
                    <a:pt x="37" y="14"/>
                    <a:pt x="37" y="22"/>
                  </a:cubicBezTo>
                  <a:cubicBezTo>
                    <a:pt x="37" y="30"/>
                    <a:pt x="31" y="37"/>
                    <a:pt x="23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Freeform 35">
              <a:extLst>
                <a:ext uri="{FF2B5EF4-FFF2-40B4-BE49-F238E27FC236}">
                  <a16:creationId xmlns:a16="http://schemas.microsoft.com/office/drawing/2014/main" id="{85583434-ACB9-823D-3052-5026BE482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988" y="3133725"/>
              <a:ext cx="217487" cy="23813"/>
            </a:xfrm>
            <a:custGeom>
              <a:avLst/>
              <a:gdLst>
                <a:gd name="T0" fmla="*/ 4 w 75"/>
                <a:gd name="T1" fmla="*/ 8 h 8"/>
                <a:gd name="T2" fmla="*/ 71 w 75"/>
                <a:gd name="T3" fmla="*/ 8 h 8"/>
                <a:gd name="T4" fmla="*/ 75 w 75"/>
                <a:gd name="T5" fmla="*/ 4 h 8"/>
                <a:gd name="T6" fmla="*/ 71 w 75"/>
                <a:gd name="T7" fmla="*/ 0 h 8"/>
                <a:gd name="T8" fmla="*/ 4 w 75"/>
                <a:gd name="T9" fmla="*/ 0 h 8"/>
                <a:gd name="T10" fmla="*/ 0 w 75"/>
                <a:gd name="T11" fmla="*/ 4 h 8"/>
                <a:gd name="T12" fmla="*/ 4 w 75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8">
                  <a:moveTo>
                    <a:pt x="4" y="8"/>
                  </a:moveTo>
                  <a:cubicBezTo>
                    <a:pt x="71" y="8"/>
                    <a:pt x="71" y="8"/>
                    <a:pt x="71" y="8"/>
                  </a:cubicBezTo>
                  <a:cubicBezTo>
                    <a:pt x="73" y="8"/>
                    <a:pt x="75" y="6"/>
                    <a:pt x="75" y="4"/>
                  </a:cubicBezTo>
                  <a:cubicBezTo>
                    <a:pt x="75" y="1"/>
                    <a:pt x="73" y="0"/>
                    <a:pt x="7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Freeform 36">
              <a:extLst>
                <a:ext uri="{FF2B5EF4-FFF2-40B4-BE49-F238E27FC236}">
                  <a16:creationId xmlns:a16="http://schemas.microsoft.com/office/drawing/2014/main" id="{2622AE3D-FEA9-7F48-E062-E98C909A0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988" y="3194050"/>
              <a:ext cx="236537" cy="23813"/>
            </a:xfrm>
            <a:custGeom>
              <a:avLst/>
              <a:gdLst>
                <a:gd name="T0" fmla="*/ 4 w 82"/>
                <a:gd name="T1" fmla="*/ 8 h 8"/>
                <a:gd name="T2" fmla="*/ 78 w 82"/>
                <a:gd name="T3" fmla="*/ 8 h 8"/>
                <a:gd name="T4" fmla="*/ 82 w 82"/>
                <a:gd name="T5" fmla="*/ 4 h 8"/>
                <a:gd name="T6" fmla="*/ 78 w 82"/>
                <a:gd name="T7" fmla="*/ 0 h 8"/>
                <a:gd name="T8" fmla="*/ 4 w 82"/>
                <a:gd name="T9" fmla="*/ 0 h 8"/>
                <a:gd name="T10" fmla="*/ 0 w 82"/>
                <a:gd name="T11" fmla="*/ 4 h 8"/>
                <a:gd name="T12" fmla="*/ 4 w 8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8">
                  <a:moveTo>
                    <a:pt x="4" y="8"/>
                  </a:moveTo>
                  <a:cubicBezTo>
                    <a:pt x="78" y="8"/>
                    <a:pt x="78" y="8"/>
                    <a:pt x="78" y="8"/>
                  </a:cubicBezTo>
                  <a:cubicBezTo>
                    <a:pt x="80" y="8"/>
                    <a:pt x="82" y="7"/>
                    <a:pt x="82" y="4"/>
                  </a:cubicBezTo>
                  <a:cubicBezTo>
                    <a:pt x="82" y="2"/>
                    <a:pt x="80" y="0"/>
                    <a:pt x="7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8"/>
                    <a:pt x="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Freeform 37">
              <a:extLst>
                <a:ext uri="{FF2B5EF4-FFF2-40B4-BE49-F238E27FC236}">
                  <a16:creationId xmlns:a16="http://schemas.microsoft.com/office/drawing/2014/main" id="{39EAE3F9-4CAE-E0E1-D7BF-7A4977752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988" y="3259138"/>
              <a:ext cx="492125" cy="22225"/>
            </a:xfrm>
            <a:custGeom>
              <a:avLst/>
              <a:gdLst>
                <a:gd name="T0" fmla="*/ 166 w 170"/>
                <a:gd name="T1" fmla="*/ 0 h 8"/>
                <a:gd name="T2" fmla="*/ 4 w 170"/>
                <a:gd name="T3" fmla="*/ 0 h 8"/>
                <a:gd name="T4" fmla="*/ 0 w 170"/>
                <a:gd name="T5" fmla="*/ 4 h 8"/>
                <a:gd name="T6" fmla="*/ 4 w 170"/>
                <a:gd name="T7" fmla="*/ 8 h 8"/>
                <a:gd name="T8" fmla="*/ 166 w 170"/>
                <a:gd name="T9" fmla="*/ 8 h 8"/>
                <a:gd name="T10" fmla="*/ 170 w 170"/>
                <a:gd name="T11" fmla="*/ 4 h 8"/>
                <a:gd name="T12" fmla="*/ 166 w 170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8">
                  <a:moveTo>
                    <a:pt x="16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69" y="8"/>
                    <a:pt x="170" y="6"/>
                    <a:pt x="170" y="4"/>
                  </a:cubicBezTo>
                  <a:cubicBezTo>
                    <a:pt x="170" y="2"/>
                    <a:pt x="16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27" name="Grupo 138">
            <a:extLst>
              <a:ext uri="{FF2B5EF4-FFF2-40B4-BE49-F238E27FC236}">
                <a16:creationId xmlns:a16="http://schemas.microsoft.com/office/drawing/2014/main" id="{E3D1895E-C26C-A1C1-B78D-5595FCF9821F}"/>
              </a:ext>
            </a:extLst>
          </p:cNvPr>
          <p:cNvGrpSpPr/>
          <p:nvPr/>
        </p:nvGrpSpPr>
        <p:grpSpPr>
          <a:xfrm>
            <a:off x="8551785" y="4386699"/>
            <a:ext cx="451936" cy="433142"/>
            <a:chOff x="6362630" y="5063562"/>
            <a:chExt cx="492415" cy="518089"/>
          </a:xfrm>
          <a:solidFill>
            <a:schemeClr val="bg1"/>
          </a:solidFill>
        </p:grpSpPr>
        <p:grpSp>
          <p:nvGrpSpPr>
            <p:cNvPr id="128" name="Grupo 152">
              <a:extLst>
                <a:ext uri="{FF2B5EF4-FFF2-40B4-BE49-F238E27FC236}">
                  <a16:creationId xmlns:a16="http://schemas.microsoft.com/office/drawing/2014/main" id="{A3587FCE-E132-0FD1-DE24-1E8B9A077AC9}"/>
                </a:ext>
              </a:extLst>
            </p:cNvPr>
            <p:cNvGrpSpPr/>
            <p:nvPr/>
          </p:nvGrpSpPr>
          <p:grpSpPr>
            <a:xfrm>
              <a:off x="6362630" y="5063562"/>
              <a:ext cx="444822" cy="467344"/>
              <a:chOff x="-3697288" y="4862513"/>
              <a:chExt cx="1128713" cy="1185862"/>
            </a:xfrm>
            <a:grpFill/>
          </p:grpSpPr>
          <p:sp>
            <p:nvSpPr>
              <p:cNvPr id="130" name="Freeform 15">
                <a:extLst>
                  <a:ext uri="{FF2B5EF4-FFF2-40B4-BE49-F238E27FC236}">
                    <a16:creationId xmlns:a16="http://schemas.microsoft.com/office/drawing/2014/main" id="{85ED0410-867C-A66E-C178-DBFBD890A7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697288" y="4862513"/>
                <a:ext cx="1128713" cy="1185862"/>
              </a:xfrm>
              <a:custGeom>
                <a:avLst/>
                <a:gdLst>
                  <a:gd name="T0" fmla="*/ 256 w 391"/>
                  <a:gd name="T1" fmla="*/ 180 h 410"/>
                  <a:gd name="T2" fmla="*/ 290 w 391"/>
                  <a:gd name="T3" fmla="*/ 117 h 410"/>
                  <a:gd name="T4" fmla="*/ 270 w 391"/>
                  <a:gd name="T5" fmla="*/ 70 h 410"/>
                  <a:gd name="T6" fmla="*/ 290 w 391"/>
                  <a:gd name="T7" fmla="*/ 8 h 410"/>
                  <a:gd name="T8" fmla="*/ 56 w 391"/>
                  <a:gd name="T9" fmla="*/ 8 h 410"/>
                  <a:gd name="T10" fmla="*/ 37 w 391"/>
                  <a:gd name="T11" fmla="*/ 62 h 410"/>
                  <a:gd name="T12" fmla="*/ 56 w 391"/>
                  <a:gd name="T13" fmla="*/ 125 h 410"/>
                  <a:gd name="T14" fmla="*/ 23 w 391"/>
                  <a:gd name="T15" fmla="*/ 172 h 410"/>
                  <a:gd name="T16" fmla="*/ 0 w 391"/>
                  <a:gd name="T17" fmla="*/ 227 h 410"/>
                  <a:gd name="T18" fmla="*/ 23 w 391"/>
                  <a:gd name="T19" fmla="*/ 290 h 410"/>
                  <a:gd name="T20" fmla="*/ 182 w 391"/>
                  <a:gd name="T21" fmla="*/ 344 h 410"/>
                  <a:gd name="T22" fmla="*/ 282 w 391"/>
                  <a:gd name="T23" fmla="*/ 192 h 410"/>
                  <a:gd name="T24" fmla="*/ 274 w 391"/>
                  <a:gd name="T25" fmla="*/ 55 h 410"/>
                  <a:gd name="T26" fmla="*/ 72 w 391"/>
                  <a:gd name="T27" fmla="*/ 16 h 410"/>
                  <a:gd name="T28" fmla="*/ 255 w 391"/>
                  <a:gd name="T29" fmla="*/ 71 h 410"/>
                  <a:gd name="T30" fmla="*/ 53 w 391"/>
                  <a:gd name="T31" fmla="*/ 110 h 410"/>
                  <a:gd name="T32" fmla="*/ 263 w 391"/>
                  <a:gd name="T33" fmla="*/ 126 h 410"/>
                  <a:gd name="T34" fmla="*/ 249 w 391"/>
                  <a:gd name="T35" fmla="*/ 164 h 410"/>
                  <a:gd name="T36" fmla="*/ 39 w 391"/>
                  <a:gd name="T37" fmla="*/ 180 h 410"/>
                  <a:gd name="T38" fmla="*/ 241 w 391"/>
                  <a:gd name="T39" fmla="*/ 199 h 410"/>
                  <a:gd name="T40" fmla="*/ 232 w 391"/>
                  <a:gd name="T41" fmla="*/ 204 h 410"/>
                  <a:gd name="T42" fmla="*/ 218 w 391"/>
                  <a:gd name="T43" fmla="*/ 212 h 410"/>
                  <a:gd name="T44" fmla="*/ 210 w 391"/>
                  <a:gd name="T45" fmla="*/ 220 h 410"/>
                  <a:gd name="T46" fmla="*/ 39 w 391"/>
                  <a:gd name="T47" fmla="*/ 180 h 410"/>
                  <a:gd name="T48" fmla="*/ 195 w 391"/>
                  <a:gd name="T49" fmla="*/ 235 h 410"/>
                  <a:gd name="T50" fmla="*/ 178 w 391"/>
                  <a:gd name="T51" fmla="*/ 270 h 410"/>
                  <a:gd name="T52" fmla="*/ 16 w 391"/>
                  <a:gd name="T53" fmla="*/ 274 h 410"/>
                  <a:gd name="T54" fmla="*/ 39 w 391"/>
                  <a:gd name="T55" fmla="*/ 328 h 410"/>
                  <a:gd name="T56" fmla="*/ 173 w 391"/>
                  <a:gd name="T57" fmla="*/ 300 h 410"/>
                  <a:gd name="T58" fmla="*/ 174 w 391"/>
                  <a:gd name="T59" fmla="*/ 313 h 410"/>
                  <a:gd name="T60" fmla="*/ 175 w 391"/>
                  <a:gd name="T61" fmla="*/ 321 h 410"/>
                  <a:gd name="T62" fmla="*/ 194 w 391"/>
                  <a:gd name="T63" fmla="*/ 333 h 410"/>
                  <a:gd name="T64" fmla="*/ 190 w 391"/>
                  <a:gd name="T65" fmla="*/ 318 h 410"/>
                  <a:gd name="T66" fmla="*/ 189 w 391"/>
                  <a:gd name="T67" fmla="*/ 308 h 410"/>
                  <a:gd name="T68" fmla="*/ 189 w 391"/>
                  <a:gd name="T69" fmla="*/ 292 h 410"/>
                  <a:gd name="T70" fmla="*/ 192 w 391"/>
                  <a:gd name="T71" fmla="*/ 276 h 410"/>
                  <a:gd name="T72" fmla="*/ 194 w 391"/>
                  <a:gd name="T73" fmla="*/ 268 h 410"/>
                  <a:gd name="T74" fmla="*/ 199 w 391"/>
                  <a:gd name="T75" fmla="*/ 258 h 410"/>
                  <a:gd name="T76" fmla="*/ 204 w 391"/>
                  <a:gd name="T77" fmla="*/ 248 h 410"/>
                  <a:gd name="T78" fmla="*/ 211 w 391"/>
                  <a:gd name="T79" fmla="*/ 239 h 410"/>
                  <a:gd name="T80" fmla="*/ 218 w 391"/>
                  <a:gd name="T81" fmla="*/ 232 h 410"/>
                  <a:gd name="T82" fmla="*/ 222 w 391"/>
                  <a:gd name="T83" fmla="*/ 229 h 410"/>
                  <a:gd name="T84" fmla="*/ 243 w 391"/>
                  <a:gd name="T85" fmla="*/ 216 h 410"/>
                  <a:gd name="T86" fmla="*/ 250 w 391"/>
                  <a:gd name="T87" fmla="*/ 213 h 410"/>
                  <a:gd name="T88" fmla="*/ 282 w 391"/>
                  <a:gd name="T89" fmla="*/ 394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91" h="410">
                    <a:moveTo>
                      <a:pt x="282" y="192"/>
                    </a:moveTo>
                    <a:cubicBezTo>
                      <a:pt x="273" y="192"/>
                      <a:pt x="265" y="193"/>
                      <a:pt x="256" y="194"/>
                    </a:cubicBezTo>
                    <a:cubicBezTo>
                      <a:pt x="256" y="180"/>
                      <a:pt x="256" y="180"/>
                      <a:pt x="256" y="180"/>
                    </a:cubicBezTo>
                    <a:cubicBezTo>
                      <a:pt x="282" y="180"/>
                      <a:pt x="282" y="180"/>
                      <a:pt x="282" y="180"/>
                    </a:cubicBezTo>
                    <a:cubicBezTo>
                      <a:pt x="286" y="180"/>
                      <a:pt x="290" y="176"/>
                      <a:pt x="290" y="172"/>
                    </a:cubicBezTo>
                    <a:cubicBezTo>
                      <a:pt x="290" y="117"/>
                      <a:pt x="290" y="117"/>
                      <a:pt x="290" y="117"/>
                    </a:cubicBezTo>
                    <a:cubicBezTo>
                      <a:pt x="290" y="113"/>
                      <a:pt x="286" y="109"/>
                      <a:pt x="282" y="109"/>
                    </a:cubicBezTo>
                    <a:cubicBezTo>
                      <a:pt x="270" y="109"/>
                      <a:pt x="270" y="109"/>
                      <a:pt x="270" y="109"/>
                    </a:cubicBezTo>
                    <a:cubicBezTo>
                      <a:pt x="270" y="70"/>
                      <a:pt x="270" y="70"/>
                      <a:pt x="270" y="70"/>
                    </a:cubicBezTo>
                    <a:cubicBezTo>
                      <a:pt x="282" y="70"/>
                      <a:pt x="282" y="70"/>
                      <a:pt x="282" y="70"/>
                    </a:cubicBezTo>
                    <a:cubicBezTo>
                      <a:pt x="286" y="70"/>
                      <a:pt x="290" y="67"/>
                      <a:pt x="290" y="62"/>
                    </a:cubicBezTo>
                    <a:cubicBezTo>
                      <a:pt x="290" y="8"/>
                      <a:pt x="290" y="8"/>
                      <a:pt x="290" y="8"/>
                    </a:cubicBezTo>
                    <a:cubicBezTo>
                      <a:pt x="290" y="3"/>
                      <a:pt x="286" y="0"/>
                      <a:pt x="282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0" y="0"/>
                      <a:pt x="56" y="3"/>
                      <a:pt x="56" y="8"/>
                    </a:cubicBezTo>
                    <a:cubicBezTo>
                      <a:pt x="56" y="54"/>
                      <a:pt x="56" y="54"/>
                      <a:pt x="56" y="54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1" y="54"/>
                      <a:pt x="37" y="58"/>
                      <a:pt x="37" y="62"/>
                    </a:cubicBezTo>
                    <a:cubicBezTo>
                      <a:pt x="37" y="117"/>
                      <a:pt x="37" y="117"/>
                      <a:pt x="37" y="117"/>
                    </a:cubicBezTo>
                    <a:cubicBezTo>
                      <a:pt x="37" y="122"/>
                      <a:pt x="41" y="125"/>
                      <a:pt x="45" y="125"/>
                    </a:cubicBezTo>
                    <a:cubicBezTo>
                      <a:pt x="56" y="125"/>
                      <a:pt x="56" y="125"/>
                      <a:pt x="56" y="125"/>
                    </a:cubicBezTo>
                    <a:cubicBezTo>
                      <a:pt x="56" y="164"/>
                      <a:pt x="56" y="164"/>
                      <a:pt x="56" y="164"/>
                    </a:cubicBezTo>
                    <a:cubicBezTo>
                      <a:pt x="31" y="164"/>
                      <a:pt x="31" y="164"/>
                      <a:pt x="31" y="164"/>
                    </a:cubicBezTo>
                    <a:cubicBezTo>
                      <a:pt x="27" y="164"/>
                      <a:pt x="23" y="168"/>
                      <a:pt x="23" y="172"/>
                    </a:cubicBezTo>
                    <a:cubicBezTo>
                      <a:pt x="23" y="219"/>
                      <a:pt x="23" y="219"/>
                      <a:pt x="23" y="219"/>
                    </a:cubicBezTo>
                    <a:cubicBezTo>
                      <a:pt x="8" y="219"/>
                      <a:pt x="8" y="219"/>
                      <a:pt x="8" y="219"/>
                    </a:cubicBezTo>
                    <a:cubicBezTo>
                      <a:pt x="4" y="219"/>
                      <a:pt x="0" y="222"/>
                      <a:pt x="0" y="227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6"/>
                      <a:pt x="4" y="290"/>
                      <a:pt x="8" y="290"/>
                    </a:cubicBezTo>
                    <a:cubicBezTo>
                      <a:pt x="23" y="290"/>
                      <a:pt x="23" y="290"/>
                      <a:pt x="23" y="290"/>
                    </a:cubicBezTo>
                    <a:cubicBezTo>
                      <a:pt x="23" y="336"/>
                      <a:pt x="23" y="336"/>
                      <a:pt x="23" y="336"/>
                    </a:cubicBezTo>
                    <a:cubicBezTo>
                      <a:pt x="23" y="341"/>
                      <a:pt x="27" y="344"/>
                      <a:pt x="31" y="344"/>
                    </a:cubicBezTo>
                    <a:cubicBezTo>
                      <a:pt x="182" y="344"/>
                      <a:pt x="182" y="344"/>
                      <a:pt x="182" y="344"/>
                    </a:cubicBezTo>
                    <a:cubicBezTo>
                      <a:pt x="198" y="383"/>
                      <a:pt x="237" y="410"/>
                      <a:pt x="282" y="410"/>
                    </a:cubicBezTo>
                    <a:cubicBezTo>
                      <a:pt x="342" y="410"/>
                      <a:pt x="391" y="361"/>
                      <a:pt x="391" y="300"/>
                    </a:cubicBezTo>
                    <a:cubicBezTo>
                      <a:pt x="391" y="240"/>
                      <a:pt x="342" y="192"/>
                      <a:pt x="282" y="192"/>
                    </a:cubicBezTo>
                    <a:close/>
                    <a:moveTo>
                      <a:pt x="72" y="16"/>
                    </a:moveTo>
                    <a:cubicBezTo>
                      <a:pt x="274" y="16"/>
                      <a:pt x="274" y="16"/>
                      <a:pt x="274" y="16"/>
                    </a:cubicBezTo>
                    <a:cubicBezTo>
                      <a:pt x="274" y="55"/>
                      <a:pt x="274" y="55"/>
                      <a:pt x="274" y="55"/>
                    </a:cubicBezTo>
                    <a:cubicBezTo>
                      <a:pt x="262" y="55"/>
                      <a:pt x="262" y="55"/>
                      <a:pt x="262" y="55"/>
                    </a:cubicBezTo>
                    <a:cubicBezTo>
                      <a:pt x="72" y="55"/>
                      <a:pt x="72" y="55"/>
                      <a:pt x="72" y="55"/>
                    </a:cubicBezTo>
                    <a:cubicBezTo>
                      <a:pt x="72" y="16"/>
                      <a:pt x="72" y="16"/>
                      <a:pt x="72" y="16"/>
                    </a:cubicBezTo>
                    <a:close/>
                    <a:moveTo>
                      <a:pt x="53" y="71"/>
                    </a:moveTo>
                    <a:cubicBezTo>
                      <a:pt x="64" y="71"/>
                      <a:pt x="64" y="71"/>
                      <a:pt x="64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110"/>
                      <a:pt x="255" y="110"/>
                      <a:pt x="255" y="110"/>
                    </a:cubicBezTo>
                    <a:cubicBezTo>
                      <a:pt x="64" y="110"/>
                      <a:pt x="64" y="110"/>
                      <a:pt x="64" y="110"/>
                    </a:cubicBezTo>
                    <a:cubicBezTo>
                      <a:pt x="53" y="110"/>
                      <a:pt x="53" y="110"/>
                      <a:pt x="53" y="110"/>
                    </a:cubicBezTo>
                    <a:lnTo>
                      <a:pt x="53" y="71"/>
                    </a:lnTo>
                    <a:close/>
                    <a:moveTo>
                      <a:pt x="72" y="126"/>
                    </a:moveTo>
                    <a:cubicBezTo>
                      <a:pt x="263" y="126"/>
                      <a:pt x="263" y="126"/>
                      <a:pt x="263" y="126"/>
                    </a:cubicBezTo>
                    <a:cubicBezTo>
                      <a:pt x="274" y="126"/>
                      <a:pt x="274" y="126"/>
                      <a:pt x="274" y="126"/>
                    </a:cubicBezTo>
                    <a:cubicBezTo>
                      <a:pt x="274" y="164"/>
                      <a:pt x="274" y="164"/>
                      <a:pt x="274" y="164"/>
                    </a:cubicBezTo>
                    <a:cubicBezTo>
                      <a:pt x="249" y="164"/>
                      <a:pt x="249" y="164"/>
                      <a:pt x="249" y="164"/>
                    </a:cubicBezTo>
                    <a:cubicBezTo>
                      <a:pt x="72" y="164"/>
                      <a:pt x="72" y="164"/>
                      <a:pt x="72" y="164"/>
                    </a:cubicBezTo>
                    <a:lnTo>
                      <a:pt x="72" y="126"/>
                    </a:lnTo>
                    <a:close/>
                    <a:moveTo>
                      <a:pt x="39" y="180"/>
                    </a:moveTo>
                    <a:cubicBezTo>
                      <a:pt x="64" y="180"/>
                      <a:pt x="64" y="180"/>
                      <a:pt x="64" y="180"/>
                    </a:cubicBezTo>
                    <a:cubicBezTo>
                      <a:pt x="241" y="180"/>
                      <a:pt x="241" y="180"/>
                      <a:pt x="241" y="180"/>
                    </a:cubicBezTo>
                    <a:cubicBezTo>
                      <a:pt x="241" y="199"/>
                      <a:pt x="241" y="199"/>
                      <a:pt x="241" y="199"/>
                    </a:cubicBezTo>
                    <a:cubicBezTo>
                      <a:pt x="241" y="199"/>
                      <a:pt x="240" y="199"/>
                      <a:pt x="240" y="200"/>
                    </a:cubicBezTo>
                    <a:cubicBezTo>
                      <a:pt x="238" y="200"/>
                      <a:pt x="236" y="202"/>
                      <a:pt x="234" y="203"/>
                    </a:cubicBezTo>
                    <a:cubicBezTo>
                      <a:pt x="233" y="203"/>
                      <a:pt x="232" y="204"/>
                      <a:pt x="232" y="204"/>
                    </a:cubicBezTo>
                    <a:cubicBezTo>
                      <a:pt x="230" y="205"/>
                      <a:pt x="228" y="206"/>
                      <a:pt x="226" y="208"/>
                    </a:cubicBezTo>
                    <a:cubicBezTo>
                      <a:pt x="225" y="208"/>
                      <a:pt x="224" y="208"/>
                      <a:pt x="223" y="209"/>
                    </a:cubicBezTo>
                    <a:cubicBezTo>
                      <a:pt x="222" y="210"/>
                      <a:pt x="220" y="211"/>
                      <a:pt x="218" y="212"/>
                    </a:cubicBezTo>
                    <a:cubicBezTo>
                      <a:pt x="218" y="213"/>
                      <a:pt x="217" y="214"/>
                      <a:pt x="216" y="214"/>
                    </a:cubicBezTo>
                    <a:cubicBezTo>
                      <a:pt x="214" y="216"/>
                      <a:pt x="213" y="217"/>
                      <a:pt x="211" y="218"/>
                    </a:cubicBezTo>
                    <a:cubicBezTo>
                      <a:pt x="211" y="219"/>
                      <a:pt x="210" y="219"/>
                      <a:pt x="210" y="220"/>
                    </a:cubicBezTo>
                    <a:cubicBezTo>
                      <a:pt x="40" y="220"/>
                      <a:pt x="40" y="220"/>
                      <a:pt x="40" y="220"/>
                    </a:cubicBezTo>
                    <a:cubicBezTo>
                      <a:pt x="40" y="180"/>
                      <a:pt x="40" y="180"/>
                      <a:pt x="40" y="180"/>
                    </a:cubicBezTo>
                    <a:lnTo>
                      <a:pt x="39" y="180"/>
                    </a:lnTo>
                    <a:close/>
                    <a:moveTo>
                      <a:pt x="16" y="235"/>
                    </a:moveTo>
                    <a:cubicBezTo>
                      <a:pt x="32" y="235"/>
                      <a:pt x="32" y="235"/>
                      <a:pt x="32" y="235"/>
                    </a:cubicBezTo>
                    <a:cubicBezTo>
                      <a:pt x="195" y="235"/>
                      <a:pt x="195" y="235"/>
                      <a:pt x="195" y="235"/>
                    </a:cubicBezTo>
                    <a:cubicBezTo>
                      <a:pt x="187" y="245"/>
                      <a:pt x="182" y="256"/>
                      <a:pt x="178" y="268"/>
                    </a:cubicBezTo>
                    <a:cubicBezTo>
                      <a:pt x="178" y="268"/>
                      <a:pt x="178" y="268"/>
                      <a:pt x="178" y="268"/>
                    </a:cubicBezTo>
                    <a:cubicBezTo>
                      <a:pt x="178" y="268"/>
                      <a:pt x="178" y="269"/>
                      <a:pt x="178" y="270"/>
                    </a:cubicBezTo>
                    <a:cubicBezTo>
                      <a:pt x="177" y="271"/>
                      <a:pt x="177" y="272"/>
                      <a:pt x="176" y="274"/>
                    </a:cubicBezTo>
                    <a:cubicBezTo>
                      <a:pt x="32" y="274"/>
                      <a:pt x="32" y="274"/>
                      <a:pt x="32" y="274"/>
                    </a:cubicBezTo>
                    <a:cubicBezTo>
                      <a:pt x="16" y="274"/>
                      <a:pt x="16" y="274"/>
                      <a:pt x="16" y="274"/>
                    </a:cubicBezTo>
                    <a:lnTo>
                      <a:pt x="16" y="235"/>
                    </a:lnTo>
                    <a:close/>
                    <a:moveTo>
                      <a:pt x="176" y="328"/>
                    </a:moveTo>
                    <a:cubicBezTo>
                      <a:pt x="39" y="328"/>
                      <a:pt x="39" y="328"/>
                      <a:pt x="39" y="328"/>
                    </a:cubicBezTo>
                    <a:cubicBezTo>
                      <a:pt x="39" y="289"/>
                      <a:pt x="39" y="289"/>
                      <a:pt x="39" y="289"/>
                    </a:cubicBezTo>
                    <a:cubicBezTo>
                      <a:pt x="173" y="289"/>
                      <a:pt x="173" y="289"/>
                      <a:pt x="173" y="289"/>
                    </a:cubicBezTo>
                    <a:cubicBezTo>
                      <a:pt x="173" y="293"/>
                      <a:pt x="173" y="296"/>
                      <a:pt x="173" y="300"/>
                    </a:cubicBezTo>
                    <a:cubicBezTo>
                      <a:pt x="173" y="302"/>
                      <a:pt x="173" y="305"/>
                      <a:pt x="173" y="307"/>
                    </a:cubicBezTo>
                    <a:cubicBezTo>
                      <a:pt x="173" y="308"/>
                      <a:pt x="173" y="308"/>
                      <a:pt x="173" y="309"/>
                    </a:cubicBezTo>
                    <a:cubicBezTo>
                      <a:pt x="173" y="310"/>
                      <a:pt x="174" y="312"/>
                      <a:pt x="174" y="313"/>
                    </a:cubicBezTo>
                    <a:cubicBezTo>
                      <a:pt x="174" y="314"/>
                      <a:pt x="174" y="315"/>
                      <a:pt x="174" y="315"/>
                    </a:cubicBezTo>
                    <a:cubicBezTo>
                      <a:pt x="174" y="317"/>
                      <a:pt x="174" y="318"/>
                      <a:pt x="175" y="320"/>
                    </a:cubicBezTo>
                    <a:cubicBezTo>
                      <a:pt x="175" y="320"/>
                      <a:pt x="175" y="321"/>
                      <a:pt x="175" y="321"/>
                    </a:cubicBezTo>
                    <a:cubicBezTo>
                      <a:pt x="175" y="324"/>
                      <a:pt x="176" y="326"/>
                      <a:pt x="176" y="328"/>
                    </a:cubicBezTo>
                    <a:close/>
                    <a:moveTo>
                      <a:pt x="282" y="394"/>
                    </a:moveTo>
                    <a:cubicBezTo>
                      <a:pt x="242" y="394"/>
                      <a:pt x="208" y="368"/>
                      <a:pt x="194" y="333"/>
                    </a:cubicBezTo>
                    <a:cubicBezTo>
                      <a:pt x="194" y="331"/>
                      <a:pt x="193" y="329"/>
                      <a:pt x="192" y="326"/>
                    </a:cubicBezTo>
                    <a:cubicBezTo>
                      <a:pt x="192" y="326"/>
                      <a:pt x="192" y="326"/>
                      <a:pt x="192" y="325"/>
                    </a:cubicBezTo>
                    <a:cubicBezTo>
                      <a:pt x="191" y="323"/>
                      <a:pt x="190" y="320"/>
                      <a:pt x="190" y="318"/>
                    </a:cubicBezTo>
                    <a:cubicBezTo>
                      <a:pt x="190" y="318"/>
                      <a:pt x="190" y="317"/>
                      <a:pt x="190" y="317"/>
                    </a:cubicBezTo>
                    <a:cubicBezTo>
                      <a:pt x="189" y="314"/>
                      <a:pt x="189" y="312"/>
                      <a:pt x="189" y="310"/>
                    </a:cubicBezTo>
                    <a:cubicBezTo>
                      <a:pt x="189" y="309"/>
                      <a:pt x="189" y="309"/>
                      <a:pt x="189" y="308"/>
                    </a:cubicBezTo>
                    <a:cubicBezTo>
                      <a:pt x="188" y="306"/>
                      <a:pt x="188" y="303"/>
                      <a:pt x="188" y="301"/>
                    </a:cubicBezTo>
                    <a:cubicBezTo>
                      <a:pt x="188" y="298"/>
                      <a:pt x="188" y="295"/>
                      <a:pt x="189" y="292"/>
                    </a:cubicBezTo>
                    <a:cubicBezTo>
                      <a:pt x="189" y="292"/>
                      <a:pt x="189" y="292"/>
                      <a:pt x="189" y="292"/>
                    </a:cubicBezTo>
                    <a:cubicBezTo>
                      <a:pt x="189" y="289"/>
                      <a:pt x="190" y="286"/>
                      <a:pt x="190" y="284"/>
                    </a:cubicBezTo>
                    <a:cubicBezTo>
                      <a:pt x="190" y="284"/>
                      <a:pt x="190" y="284"/>
                      <a:pt x="190" y="283"/>
                    </a:cubicBezTo>
                    <a:cubicBezTo>
                      <a:pt x="190" y="281"/>
                      <a:pt x="191" y="279"/>
                      <a:pt x="192" y="276"/>
                    </a:cubicBezTo>
                    <a:cubicBezTo>
                      <a:pt x="192" y="276"/>
                      <a:pt x="192" y="276"/>
                      <a:pt x="192" y="275"/>
                    </a:cubicBezTo>
                    <a:cubicBezTo>
                      <a:pt x="192" y="273"/>
                      <a:pt x="193" y="272"/>
                      <a:pt x="194" y="270"/>
                    </a:cubicBezTo>
                    <a:cubicBezTo>
                      <a:pt x="194" y="269"/>
                      <a:pt x="194" y="269"/>
                      <a:pt x="194" y="268"/>
                    </a:cubicBezTo>
                    <a:cubicBezTo>
                      <a:pt x="195" y="267"/>
                      <a:pt x="195" y="265"/>
                      <a:pt x="196" y="263"/>
                    </a:cubicBezTo>
                    <a:cubicBezTo>
                      <a:pt x="196" y="262"/>
                      <a:pt x="197" y="262"/>
                      <a:pt x="197" y="261"/>
                    </a:cubicBezTo>
                    <a:cubicBezTo>
                      <a:pt x="198" y="260"/>
                      <a:pt x="198" y="258"/>
                      <a:pt x="199" y="258"/>
                    </a:cubicBezTo>
                    <a:cubicBezTo>
                      <a:pt x="200" y="256"/>
                      <a:pt x="200" y="255"/>
                      <a:pt x="201" y="254"/>
                    </a:cubicBezTo>
                    <a:cubicBezTo>
                      <a:pt x="201" y="253"/>
                      <a:pt x="202" y="252"/>
                      <a:pt x="202" y="251"/>
                    </a:cubicBezTo>
                    <a:cubicBezTo>
                      <a:pt x="203" y="250"/>
                      <a:pt x="203" y="249"/>
                      <a:pt x="204" y="248"/>
                    </a:cubicBezTo>
                    <a:cubicBezTo>
                      <a:pt x="205" y="247"/>
                      <a:pt x="206" y="246"/>
                      <a:pt x="206" y="244"/>
                    </a:cubicBezTo>
                    <a:cubicBezTo>
                      <a:pt x="207" y="244"/>
                      <a:pt x="208" y="243"/>
                      <a:pt x="208" y="242"/>
                    </a:cubicBezTo>
                    <a:cubicBezTo>
                      <a:pt x="209" y="241"/>
                      <a:pt x="210" y="240"/>
                      <a:pt x="211" y="239"/>
                    </a:cubicBezTo>
                    <a:cubicBezTo>
                      <a:pt x="212" y="238"/>
                      <a:pt x="212" y="238"/>
                      <a:pt x="213" y="237"/>
                    </a:cubicBezTo>
                    <a:cubicBezTo>
                      <a:pt x="214" y="236"/>
                      <a:pt x="215" y="235"/>
                      <a:pt x="216" y="234"/>
                    </a:cubicBezTo>
                    <a:cubicBezTo>
                      <a:pt x="217" y="233"/>
                      <a:pt x="217" y="232"/>
                      <a:pt x="218" y="232"/>
                    </a:cubicBezTo>
                    <a:cubicBezTo>
                      <a:pt x="218" y="232"/>
                      <a:pt x="218" y="232"/>
                      <a:pt x="219" y="232"/>
                    </a:cubicBezTo>
                    <a:cubicBezTo>
                      <a:pt x="220" y="231"/>
                      <a:pt x="221" y="230"/>
                      <a:pt x="222" y="229"/>
                    </a:cubicBezTo>
                    <a:cubicBezTo>
                      <a:pt x="222" y="229"/>
                      <a:pt x="222" y="229"/>
                      <a:pt x="222" y="229"/>
                    </a:cubicBezTo>
                    <a:cubicBezTo>
                      <a:pt x="227" y="225"/>
                      <a:pt x="233" y="221"/>
                      <a:pt x="240" y="218"/>
                    </a:cubicBezTo>
                    <a:cubicBezTo>
                      <a:pt x="240" y="218"/>
                      <a:pt x="240" y="217"/>
                      <a:pt x="241" y="217"/>
                    </a:cubicBezTo>
                    <a:cubicBezTo>
                      <a:pt x="242" y="217"/>
                      <a:pt x="242" y="216"/>
                      <a:pt x="243" y="216"/>
                    </a:cubicBezTo>
                    <a:cubicBezTo>
                      <a:pt x="244" y="216"/>
                      <a:pt x="245" y="215"/>
                      <a:pt x="246" y="215"/>
                    </a:cubicBezTo>
                    <a:cubicBezTo>
                      <a:pt x="246" y="215"/>
                      <a:pt x="247" y="215"/>
                      <a:pt x="247" y="214"/>
                    </a:cubicBezTo>
                    <a:cubicBezTo>
                      <a:pt x="248" y="214"/>
                      <a:pt x="249" y="214"/>
                      <a:pt x="250" y="213"/>
                    </a:cubicBezTo>
                    <a:cubicBezTo>
                      <a:pt x="260" y="210"/>
                      <a:pt x="270" y="208"/>
                      <a:pt x="281" y="208"/>
                    </a:cubicBezTo>
                    <a:cubicBezTo>
                      <a:pt x="332" y="208"/>
                      <a:pt x="374" y="250"/>
                      <a:pt x="374" y="301"/>
                    </a:cubicBezTo>
                    <a:cubicBezTo>
                      <a:pt x="374" y="353"/>
                      <a:pt x="333" y="394"/>
                      <a:pt x="282" y="3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1" name="Freeform 16">
                <a:extLst>
                  <a:ext uri="{FF2B5EF4-FFF2-40B4-BE49-F238E27FC236}">
                    <a16:creationId xmlns:a16="http://schemas.microsoft.com/office/drawing/2014/main" id="{012149E5-37D3-B2EB-3607-D6DF75DB24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2995613" y="5513388"/>
                <a:ext cx="222250" cy="433387"/>
              </a:xfrm>
              <a:custGeom>
                <a:avLst/>
                <a:gdLst>
                  <a:gd name="T0" fmla="*/ 67 w 77"/>
                  <a:gd name="T1" fmla="*/ 69 h 150"/>
                  <a:gd name="T2" fmla="*/ 58 w 77"/>
                  <a:gd name="T3" fmla="*/ 63 h 150"/>
                  <a:gd name="T4" fmla="*/ 43 w 77"/>
                  <a:gd name="T5" fmla="*/ 59 h 150"/>
                  <a:gd name="T6" fmla="*/ 43 w 77"/>
                  <a:gd name="T7" fmla="*/ 29 h 150"/>
                  <a:gd name="T8" fmla="*/ 55 w 77"/>
                  <a:gd name="T9" fmla="*/ 41 h 150"/>
                  <a:gd name="T10" fmla="*/ 64 w 77"/>
                  <a:gd name="T11" fmla="*/ 49 h 150"/>
                  <a:gd name="T12" fmla="*/ 71 w 77"/>
                  <a:gd name="T13" fmla="*/ 46 h 150"/>
                  <a:gd name="T14" fmla="*/ 73 w 77"/>
                  <a:gd name="T15" fmla="*/ 39 h 150"/>
                  <a:gd name="T16" fmla="*/ 72 w 77"/>
                  <a:gd name="T17" fmla="*/ 32 h 150"/>
                  <a:gd name="T18" fmla="*/ 67 w 77"/>
                  <a:gd name="T19" fmla="*/ 25 h 150"/>
                  <a:gd name="T20" fmla="*/ 57 w 77"/>
                  <a:gd name="T21" fmla="*/ 17 h 150"/>
                  <a:gd name="T22" fmla="*/ 44 w 77"/>
                  <a:gd name="T23" fmla="*/ 14 h 150"/>
                  <a:gd name="T24" fmla="*/ 44 w 77"/>
                  <a:gd name="T25" fmla="*/ 6 h 150"/>
                  <a:gd name="T26" fmla="*/ 39 w 77"/>
                  <a:gd name="T27" fmla="*/ 0 h 150"/>
                  <a:gd name="T28" fmla="*/ 35 w 77"/>
                  <a:gd name="T29" fmla="*/ 6 h 150"/>
                  <a:gd name="T30" fmla="*/ 35 w 77"/>
                  <a:gd name="T31" fmla="*/ 14 h 150"/>
                  <a:gd name="T32" fmla="*/ 11 w 77"/>
                  <a:gd name="T33" fmla="*/ 23 h 150"/>
                  <a:gd name="T34" fmla="*/ 3 w 77"/>
                  <a:gd name="T35" fmla="*/ 43 h 150"/>
                  <a:gd name="T36" fmla="*/ 7 w 77"/>
                  <a:gd name="T37" fmla="*/ 59 h 150"/>
                  <a:gd name="T38" fmla="*/ 18 w 77"/>
                  <a:gd name="T39" fmla="*/ 69 h 150"/>
                  <a:gd name="T40" fmla="*/ 35 w 77"/>
                  <a:gd name="T41" fmla="*/ 75 h 150"/>
                  <a:gd name="T42" fmla="*/ 35 w 77"/>
                  <a:gd name="T43" fmla="*/ 109 h 150"/>
                  <a:gd name="T44" fmla="*/ 27 w 77"/>
                  <a:gd name="T45" fmla="*/ 105 h 150"/>
                  <a:gd name="T46" fmla="*/ 22 w 77"/>
                  <a:gd name="T47" fmla="*/ 99 h 150"/>
                  <a:gd name="T48" fmla="*/ 19 w 77"/>
                  <a:gd name="T49" fmla="*/ 90 h 150"/>
                  <a:gd name="T50" fmla="*/ 15 w 77"/>
                  <a:gd name="T51" fmla="*/ 85 h 150"/>
                  <a:gd name="T52" fmla="*/ 10 w 77"/>
                  <a:gd name="T53" fmla="*/ 84 h 150"/>
                  <a:gd name="T54" fmla="*/ 3 w 77"/>
                  <a:gd name="T55" fmla="*/ 87 h 150"/>
                  <a:gd name="T56" fmla="*/ 0 w 77"/>
                  <a:gd name="T57" fmla="*/ 93 h 150"/>
                  <a:gd name="T58" fmla="*/ 2 w 77"/>
                  <a:gd name="T59" fmla="*/ 103 h 150"/>
                  <a:gd name="T60" fmla="*/ 9 w 77"/>
                  <a:gd name="T61" fmla="*/ 112 h 150"/>
                  <a:gd name="T62" fmla="*/ 19 w 77"/>
                  <a:gd name="T63" fmla="*/ 120 h 150"/>
                  <a:gd name="T64" fmla="*/ 34 w 77"/>
                  <a:gd name="T65" fmla="*/ 124 h 150"/>
                  <a:gd name="T66" fmla="*/ 34 w 77"/>
                  <a:gd name="T67" fmla="*/ 143 h 150"/>
                  <a:gd name="T68" fmla="*/ 35 w 77"/>
                  <a:gd name="T69" fmla="*/ 148 h 150"/>
                  <a:gd name="T70" fmla="*/ 39 w 77"/>
                  <a:gd name="T71" fmla="*/ 150 h 150"/>
                  <a:gd name="T72" fmla="*/ 43 w 77"/>
                  <a:gd name="T73" fmla="*/ 148 h 150"/>
                  <a:gd name="T74" fmla="*/ 43 w 77"/>
                  <a:gd name="T75" fmla="*/ 141 h 150"/>
                  <a:gd name="T76" fmla="*/ 43 w 77"/>
                  <a:gd name="T77" fmla="*/ 123 h 150"/>
                  <a:gd name="T78" fmla="*/ 61 w 77"/>
                  <a:gd name="T79" fmla="*/ 118 h 150"/>
                  <a:gd name="T80" fmla="*/ 73 w 77"/>
                  <a:gd name="T81" fmla="*/ 106 h 150"/>
                  <a:gd name="T82" fmla="*/ 77 w 77"/>
                  <a:gd name="T83" fmla="*/ 90 h 150"/>
                  <a:gd name="T84" fmla="*/ 75 w 77"/>
                  <a:gd name="T85" fmla="*/ 78 h 150"/>
                  <a:gd name="T86" fmla="*/ 67 w 77"/>
                  <a:gd name="T87" fmla="*/ 69 h 150"/>
                  <a:gd name="T88" fmla="*/ 34 w 77"/>
                  <a:gd name="T89" fmla="*/ 57 h 150"/>
                  <a:gd name="T90" fmla="*/ 25 w 77"/>
                  <a:gd name="T91" fmla="*/ 51 h 150"/>
                  <a:gd name="T92" fmla="*/ 21 w 77"/>
                  <a:gd name="T93" fmla="*/ 43 h 150"/>
                  <a:gd name="T94" fmla="*/ 25 w 77"/>
                  <a:gd name="T95" fmla="*/ 33 h 150"/>
                  <a:gd name="T96" fmla="*/ 35 w 77"/>
                  <a:gd name="T97" fmla="*/ 29 h 150"/>
                  <a:gd name="T98" fmla="*/ 35 w 77"/>
                  <a:gd name="T99" fmla="*/ 57 h 150"/>
                  <a:gd name="T100" fmla="*/ 34 w 77"/>
                  <a:gd name="T101" fmla="*/ 57 h 150"/>
                  <a:gd name="T102" fmla="*/ 55 w 77"/>
                  <a:gd name="T103" fmla="*/ 104 h 150"/>
                  <a:gd name="T104" fmla="*/ 44 w 77"/>
                  <a:gd name="T105" fmla="*/ 110 h 150"/>
                  <a:gd name="T106" fmla="*/ 44 w 77"/>
                  <a:gd name="T107" fmla="*/ 78 h 150"/>
                  <a:gd name="T108" fmla="*/ 55 w 77"/>
                  <a:gd name="T109" fmla="*/ 84 h 150"/>
                  <a:gd name="T110" fmla="*/ 59 w 77"/>
                  <a:gd name="T111" fmla="*/ 94 h 150"/>
                  <a:gd name="T112" fmla="*/ 55 w 77"/>
                  <a:gd name="T113" fmla="*/ 104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7" h="150">
                    <a:moveTo>
                      <a:pt x="67" y="69"/>
                    </a:moveTo>
                    <a:cubicBezTo>
                      <a:pt x="65" y="67"/>
                      <a:pt x="61" y="65"/>
                      <a:pt x="58" y="63"/>
                    </a:cubicBezTo>
                    <a:cubicBezTo>
                      <a:pt x="54" y="62"/>
                      <a:pt x="49" y="61"/>
                      <a:pt x="43" y="5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9" y="31"/>
                      <a:pt x="53" y="35"/>
                      <a:pt x="55" y="41"/>
                    </a:cubicBezTo>
                    <a:cubicBezTo>
                      <a:pt x="57" y="46"/>
                      <a:pt x="59" y="49"/>
                      <a:pt x="64" y="49"/>
                    </a:cubicBezTo>
                    <a:cubicBezTo>
                      <a:pt x="67" y="49"/>
                      <a:pt x="69" y="48"/>
                      <a:pt x="71" y="46"/>
                    </a:cubicBezTo>
                    <a:cubicBezTo>
                      <a:pt x="72" y="44"/>
                      <a:pt x="73" y="42"/>
                      <a:pt x="73" y="39"/>
                    </a:cubicBezTo>
                    <a:cubicBezTo>
                      <a:pt x="73" y="37"/>
                      <a:pt x="73" y="35"/>
                      <a:pt x="72" y="32"/>
                    </a:cubicBezTo>
                    <a:cubicBezTo>
                      <a:pt x="71" y="29"/>
                      <a:pt x="69" y="27"/>
                      <a:pt x="67" y="25"/>
                    </a:cubicBezTo>
                    <a:cubicBezTo>
                      <a:pt x="64" y="21"/>
                      <a:pt x="61" y="19"/>
                      <a:pt x="57" y="17"/>
                    </a:cubicBezTo>
                    <a:cubicBezTo>
                      <a:pt x="53" y="16"/>
                      <a:pt x="49" y="15"/>
                      <a:pt x="44" y="14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4" y="2"/>
                      <a:pt x="42" y="0"/>
                      <a:pt x="39" y="0"/>
                    </a:cubicBezTo>
                    <a:cubicBezTo>
                      <a:pt x="36" y="0"/>
                      <a:pt x="35" y="2"/>
                      <a:pt x="35" y="6"/>
                    </a:cubicBezTo>
                    <a:cubicBezTo>
                      <a:pt x="35" y="14"/>
                      <a:pt x="35" y="14"/>
                      <a:pt x="35" y="14"/>
                    </a:cubicBezTo>
                    <a:cubicBezTo>
                      <a:pt x="25" y="15"/>
                      <a:pt x="17" y="18"/>
                      <a:pt x="11" y="23"/>
                    </a:cubicBezTo>
                    <a:cubicBezTo>
                      <a:pt x="6" y="28"/>
                      <a:pt x="3" y="35"/>
                      <a:pt x="3" y="43"/>
                    </a:cubicBezTo>
                    <a:cubicBezTo>
                      <a:pt x="3" y="50"/>
                      <a:pt x="5" y="55"/>
                      <a:pt x="7" y="59"/>
                    </a:cubicBezTo>
                    <a:cubicBezTo>
                      <a:pt x="10" y="63"/>
                      <a:pt x="14" y="66"/>
                      <a:pt x="18" y="69"/>
                    </a:cubicBezTo>
                    <a:cubicBezTo>
                      <a:pt x="23" y="71"/>
                      <a:pt x="28" y="73"/>
                      <a:pt x="35" y="75"/>
                    </a:cubicBezTo>
                    <a:cubicBezTo>
                      <a:pt x="35" y="109"/>
                      <a:pt x="35" y="109"/>
                      <a:pt x="35" y="109"/>
                    </a:cubicBezTo>
                    <a:cubicBezTo>
                      <a:pt x="31" y="108"/>
                      <a:pt x="29" y="106"/>
                      <a:pt x="27" y="105"/>
                    </a:cubicBezTo>
                    <a:cubicBezTo>
                      <a:pt x="25" y="103"/>
                      <a:pt x="23" y="101"/>
                      <a:pt x="22" y="99"/>
                    </a:cubicBezTo>
                    <a:cubicBezTo>
                      <a:pt x="21" y="97"/>
                      <a:pt x="20" y="94"/>
                      <a:pt x="19" y="90"/>
                    </a:cubicBezTo>
                    <a:cubicBezTo>
                      <a:pt x="18" y="88"/>
                      <a:pt x="17" y="87"/>
                      <a:pt x="15" y="85"/>
                    </a:cubicBezTo>
                    <a:cubicBezTo>
                      <a:pt x="14" y="84"/>
                      <a:pt x="12" y="84"/>
                      <a:pt x="10" y="84"/>
                    </a:cubicBezTo>
                    <a:cubicBezTo>
                      <a:pt x="7" y="84"/>
                      <a:pt x="5" y="85"/>
                      <a:pt x="3" y="87"/>
                    </a:cubicBezTo>
                    <a:cubicBezTo>
                      <a:pt x="1" y="89"/>
                      <a:pt x="0" y="91"/>
                      <a:pt x="0" y="93"/>
                    </a:cubicBezTo>
                    <a:cubicBezTo>
                      <a:pt x="0" y="96"/>
                      <a:pt x="1" y="99"/>
                      <a:pt x="2" y="103"/>
                    </a:cubicBezTo>
                    <a:cubicBezTo>
                      <a:pt x="3" y="106"/>
                      <a:pt x="6" y="109"/>
                      <a:pt x="9" y="112"/>
                    </a:cubicBezTo>
                    <a:cubicBezTo>
                      <a:pt x="11" y="115"/>
                      <a:pt x="15" y="118"/>
                      <a:pt x="19" y="120"/>
                    </a:cubicBezTo>
                    <a:cubicBezTo>
                      <a:pt x="24" y="122"/>
                      <a:pt x="29" y="123"/>
                      <a:pt x="34" y="124"/>
                    </a:cubicBezTo>
                    <a:cubicBezTo>
                      <a:pt x="34" y="143"/>
                      <a:pt x="34" y="143"/>
                      <a:pt x="34" y="143"/>
                    </a:cubicBezTo>
                    <a:cubicBezTo>
                      <a:pt x="34" y="146"/>
                      <a:pt x="35" y="147"/>
                      <a:pt x="35" y="148"/>
                    </a:cubicBezTo>
                    <a:cubicBezTo>
                      <a:pt x="36" y="149"/>
                      <a:pt x="37" y="150"/>
                      <a:pt x="39" y="150"/>
                    </a:cubicBezTo>
                    <a:cubicBezTo>
                      <a:pt x="41" y="150"/>
                      <a:pt x="42" y="149"/>
                      <a:pt x="43" y="148"/>
                    </a:cubicBezTo>
                    <a:cubicBezTo>
                      <a:pt x="43" y="147"/>
                      <a:pt x="43" y="145"/>
                      <a:pt x="43" y="141"/>
                    </a:cubicBezTo>
                    <a:cubicBezTo>
                      <a:pt x="43" y="123"/>
                      <a:pt x="43" y="123"/>
                      <a:pt x="43" y="123"/>
                    </a:cubicBezTo>
                    <a:cubicBezTo>
                      <a:pt x="50" y="123"/>
                      <a:pt x="56" y="121"/>
                      <a:pt x="61" y="118"/>
                    </a:cubicBezTo>
                    <a:cubicBezTo>
                      <a:pt x="67" y="115"/>
                      <a:pt x="70" y="111"/>
                      <a:pt x="73" y="106"/>
                    </a:cubicBezTo>
                    <a:cubicBezTo>
                      <a:pt x="75" y="101"/>
                      <a:pt x="77" y="96"/>
                      <a:pt x="77" y="90"/>
                    </a:cubicBezTo>
                    <a:cubicBezTo>
                      <a:pt x="77" y="86"/>
                      <a:pt x="76" y="82"/>
                      <a:pt x="75" y="78"/>
                    </a:cubicBezTo>
                    <a:cubicBezTo>
                      <a:pt x="73" y="75"/>
                      <a:pt x="71" y="72"/>
                      <a:pt x="67" y="69"/>
                    </a:cubicBezTo>
                    <a:close/>
                    <a:moveTo>
                      <a:pt x="34" y="57"/>
                    </a:moveTo>
                    <a:cubicBezTo>
                      <a:pt x="30" y="55"/>
                      <a:pt x="27" y="53"/>
                      <a:pt x="25" y="51"/>
                    </a:cubicBezTo>
                    <a:cubicBezTo>
                      <a:pt x="23" y="49"/>
                      <a:pt x="21" y="47"/>
                      <a:pt x="21" y="43"/>
                    </a:cubicBezTo>
                    <a:cubicBezTo>
                      <a:pt x="21" y="39"/>
                      <a:pt x="23" y="35"/>
                      <a:pt x="25" y="33"/>
                    </a:cubicBezTo>
                    <a:cubicBezTo>
                      <a:pt x="27" y="31"/>
                      <a:pt x="31" y="30"/>
                      <a:pt x="35" y="29"/>
                    </a:cubicBezTo>
                    <a:cubicBezTo>
                      <a:pt x="35" y="57"/>
                      <a:pt x="35" y="57"/>
                      <a:pt x="35" y="57"/>
                    </a:cubicBezTo>
                    <a:lnTo>
                      <a:pt x="34" y="57"/>
                    </a:lnTo>
                    <a:close/>
                    <a:moveTo>
                      <a:pt x="55" y="104"/>
                    </a:moveTo>
                    <a:cubicBezTo>
                      <a:pt x="52" y="107"/>
                      <a:pt x="49" y="109"/>
                      <a:pt x="44" y="110"/>
                    </a:cubicBezTo>
                    <a:cubicBezTo>
                      <a:pt x="44" y="78"/>
                      <a:pt x="44" y="78"/>
                      <a:pt x="44" y="78"/>
                    </a:cubicBezTo>
                    <a:cubicBezTo>
                      <a:pt x="49" y="80"/>
                      <a:pt x="53" y="82"/>
                      <a:pt x="55" y="84"/>
                    </a:cubicBezTo>
                    <a:cubicBezTo>
                      <a:pt x="58" y="87"/>
                      <a:pt x="59" y="90"/>
                      <a:pt x="59" y="94"/>
                    </a:cubicBezTo>
                    <a:cubicBezTo>
                      <a:pt x="59" y="98"/>
                      <a:pt x="57" y="101"/>
                      <a:pt x="55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9" name="Freeform 88">
              <a:extLst>
                <a:ext uri="{FF2B5EF4-FFF2-40B4-BE49-F238E27FC236}">
                  <a16:creationId xmlns:a16="http://schemas.microsoft.com/office/drawing/2014/main" id="{910E2B69-B363-7DD9-8120-3A201FC3E8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03196" y="5229231"/>
              <a:ext cx="351849" cy="352420"/>
            </a:xfrm>
            <a:custGeom>
              <a:avLst/>
              <a:gdLst>
                <a:gd name="T0" fmla="*/ 529 w 541"/>
                <a:gd name="T1" fmla="*/ 235 h 541"/>
                <a:gd name="T2" fmla="*/ 473 w 541"/>
                <a:gd name="T3" fmla="*/ 226 h 541"/>
                <a:gd name="T4" fmla="*/ 439 w 541"/>
                <a:gd name="T5" fmla="*/ 152 h 541"/>
                <a:gd name="T6" fmla="*/ 474 w 541"/>
                <a:gd name="T7" fmla="*/ 106 h 541"/>
                <a:gd name="T8" fmla="*/ 429 w 541"/>
                <a:gd name="T9" fmla="*/ 63 h 541"/>
                <a:gd name="T10" fmla="*/ 381 w 541"/>
                <a:gd name="T11" fmla="*/ 98 h 541"/>
                <a:gd name="T12" fmla="*/ 307 w 541"/>
                <a:gd name="T13" fmla="*/ 70 h 541"/>
                <a:gd name="T14" fmla="*/ 299 w 541"/>
                <a:gd name="T15" fmla="*/ 10 h 541"/>
                <a:gd name="T16" fmla="*/ 237 w 541"/>
                <a:gd name="T17" fmla="*/ 12 h 541"/>
                <a:gd name="T18" fmla="*/ 228 w 541"/>
                <a:gd name="T19" fmla="*/ 72 h 541"/>
                <a:gd name="T20" fmla="*/ 152 w 541"/>
                <a:gd name="T21" fmla="*/ 107 h 541"/>
                <a:gd name="T22" fmla="*/ 99 w 541"/>
                <a:gd name="T23" fmla="*/ 70 h 541"/>
                <a:gd name="T24" fmla="*/ 56 w 541"/>
                <a:gd name="T25" fmla="*/ 115 h 541"/>
                <a:gd name="T26" fmla="*/ 99 w 541"/>
                <a:gd name="T27" fmla="*/ 165 h 541"/>
                <a:gd name="T28" fmla="*/ 72 w 541"/>
                <a:gd name="T29" fmla="*/ 239 h 541"/>
                <a:gd name="T30" fmla="*/ 9 w 541"/>
                <a:gd name="T31" fmla="*/ 250 h 541"/>
                <a:gd name="T32" fmla="*/ 10 w 541"/>
                <a:gd name="T33" fmla="*/ 313 h 541"/>
                <a:gd name="T34" fmla="*/ 74 w 541"/>
                <a:gd name="T35" fmla="*/ 317 h 541"/>
                <a:gd name="T36" fmla="*/ 107 w 541"/>
                <a:gd name="T37" fmla="*/ 390 h 541"/>
                <a:gd name="T38" fmla="*/ 72 w 541"/>
                <a:gd name="T39" fmla="*/ 442 h 541"/>
                <a:gd name="T40" fmla="*/ 117 w 541"/>
                <a:gd name="T41" fmla="*/ 485 h 541"/>
                <a:gd name="T42" fmla="*/ 164 w 541"/>
                <a:gd name="T43" fmla="*/ 444 h 541"/>
                <a:gd name="T44" fmla="*/ 241 w 541"/>
                <a:gd name="T45" fmla="*/ 473 h 541"/>
                <a:gd name="T46" fmla="*/ 252 w 541"/>
                <a:gd name="T47" fmla="*/ 532 h 541"/>
                <a:gd name="T48" fmla="*/ 315 w 541"/>
                <a:gd name="T49" fmla="*/ 531 h 541"/>
                <a:gd name="T50" fmla="*/ 319 w 541"/>
                <a:gd name="T51" fmla="*/ 471 h 541"/>
                <a:gd name="T52" fmla="*/ 391 w 541"/>
                <a:gd name="T53" fmla="*/ 438 h 541"/>
                <a:gd name="T54" fmla="*/ 435 w 541"/>
                <a:gd name="T55" fmla="*/ 472 h 541"/>
                <a:gd name="T56" fmla="*/ 478 w 541"/>
                <a:gd name="T57" fmla="*/ 427 h 541"/>
                <a:gd name="T58" fmla="*/ 445 w 541"/>
                <a:gd name="T59" fmla="*/ 382 h 541"/>
                <a:gd name="T60" fmla="*/ 475 w 541"/>
                <a:gd name="T61" fmla="*/ 305 h 541"/>
                <a:gd name="T62" fmla="*/ 531 w 541"/>
                <a:gd name="T63" fmla="*/ 297 h 541"/>
                <a:gd name="T64" fmla="*/ 529 w 541"/>
                <a:gd name="T65" fmla="*/ 235 h 541"/>
                <a:gd name="T66" fmla="*/ 276 w 541"/>
                <a:gd name="T67" fmla="*/ 432 h 541"/>
                <a:gd name="T68" fmla="*/ 113 w 541"/>
                <a:gd name="T69" fmla="*/ 274 h 541"/>
                <a:gd name="T70" fmla="*/ 270 w 541"/>
                <a:gd name="T71" fmla="*/ 111 h 541"/>
                <a:gd name="T72" fmla="*/ 434 w 541"/>
                <a:gd name="T73" fmla="*/ 268 h 541"/>
                <a:gd name="T74" fmla="*/ 276 w 541"/>
                <a:gd name="T75" fmla="*/ 432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41" h="541">
                  <a:moveTo>
                    <a:pt x="529" y="235"/>
                  </a:moveTo>
                  <a:cubicBezTo>
                    <a:pt x="528" y="233"/>
                    <a:pt x="505" y="229"/>
                    <a:pt x="473" y="226"/>
                  </a:cubicBezTo>
                  <a:cubicBezTo>
                    <a:pt x="467" y="199"/>
                    <a:pt x="455" y="174"/>
                    <a:pt x="439" y="152"/>
                  </a:cubicBezTo>
                  <a:cubicBezTo>
                    <a:pt x="459" y="127"/>
                    <a:pt x="473" y="108"/>
                    <a:pt x="474" y="106"/>
                  </a:cubicBezTo>
                  <a:cubicBezTo>
                    <a:pt x="478" y="98"/>
                    <a:pt x="449" y="66"/>
                    <a:pt x="429" y="63"/>
                  </a:cubicBezTo>
                  <a:cubicBezTo>
                    <a:pt x="427" y="62"/>
                    <a:pt x="407" y="77"/>
                    <a:pt x="381" y="98"/>
                  </a:cubicBezTo>
                  <a:cubicBezTo>
                    <a:pt x="359" y="84"/>
                    <a:pt x="334" y="74"/>
                    <a:pt x="307" y="70"/>
                  </a:cubicBezTo>
                  <a:cubicBezTo>
                    <a:pt x="303" y="37"/>
                    <a:pt x="300" y="13"/>
                    <a:pt x="299" y="10"/>
                  </a:cubicBezTo>
                  <a:cubicBezTo>
                    <a:pt x="296" y="2"/>
                    <a:pt x="254" y="0"/>
                    <a:pt x="237" y="12"/>
                  </a:cubicBezTo>
                  <a:cubicBezTo>
                    <a:pt x="234" y="13"/>
                    <a:pt x="231" y="38"/>
                    <a:pt x="228" y="72"/>
                  </a:cubicBezTo>
                  <a:cubicBezTo>
                    <a:pt x="200" y="78"/>
                    <a:pt x="175" y="90"/>
                    <a:pt x="152" y="107"/>
                  </a:cubicBezTo>
                  <a:cubicBezTo>
                    <a:pt x="124" y="86"/>
                    <a:pt x="103" y="71"/>
                    <a:pt x="99" y="70"/>
                  </a:cubicBezTo>
                  <a:cubicBezTo>
                    <a:pt x="89" y="68"/>
                    <a:pt x="56" y="115"/>
                    <a:pt x="56" y="115"/>
                  </a:cubicBezTo>
                  <a:cubicBezTo>
                    <a:pt x="56" y="115"/>
                    <a:pt x="74" y="136"/>
                    <a:pt x="99" y="165"/>
                  </a:cubicBezTo>
                  <a:cubicBezTo>
                    <a:pt x="86" y="187"/>
                    <a:pt x="76" y="212"/>
                    <a:pt x="72" y="239"/>
                  </a:cubicBezTo>
                  <a:cubicBezTo>
                    <a:pt x="37" y="244"/>
                    <a:pt x="11" y="249"/>
                    <a:pt x="9" y="250"/>
                  </a:cubicBezTo>
                  <a:cubicBezTo>
                    <a:pt x="0" y="256"/>
                    <a:pt x="10" y="313"/>
                    <a:pt x="10" y="313"/>
                  </a:cubicBezTo>
                  <a:cubicBezTo>
                    <a:pt x="10" y="313"/>
                    <a:pt x="37" y="315"/>
                    <a:pt x="74" y="317"/>
                  </a:cubicBezTo>
                  <a:cubicBezTo>
                    <a:pt x="80" y="344"/>
                    <a:pt x="92" y="369"/>
                    <a:pt x="107" y="390"/>
                  </a:cubicBezTo>
                  <a:cubicBezTo>
                    <a:pt x="87" y="418"/>
                    <a:pt x="73" y="439"/>
                    <a:pt x="72" y="442"/>
                  </a:cubicBezTo>
                  <a:cubicBezTo>
                    <a:pt x="70" y="452"/>
                    <a:pt x="117" y="485"/>
                    <a:pt x="117" y="485"/>
                  </a:cubicBezTo>
                  <a:cubicBezTo>
                    <a:pt x="117" y="485"/>
                    <a:pt x="137" y="468"/>
                    <a:pt x="164" y="444"/>
                  </a:cubicBezTo>
                  <a:cubicBezTo>
                    <a:pt x="187" y="459"/>
                    <a:pt x="213" y="469"/>
                    <a:pt x="241" y="473"/>
                  </a:cubicBezTo>
                  <a:cubicBezTo>
                    <a:pt x="246" y="506"/>
                    <a:pt x="250" y="530"/>
                    <a:pt x="252" y="532"/>
                  </a:cubicBezTo>
                  <a:cubicBezTo>
                    <a:pt x="258" y="541"/>
                    <a:pt x="315" y="531"/>
                    <a:pt x="315" y="531"/>
                  </a:cubicBezTo>
                  <a:cubicBezTo>
                    <a:pt x="315" y="531"/>
                    <a:pt x="316" y="506"/>
                    <a:pt x="319" y="471"/>
                  </a:cubicBezTo>
                  <a:cubicBezTo>
                    <a:pt x="345" y="465"/>
                    <a:pt x="370" y="454"/>
                    <a:pt x="391" y="438"/>
                  </a:cubicBezTo>
                  <a:cubicBezTo>
                    <a:pt x="415" y="457"/>
                    <a:pt x="433" y="471"/>
                    <a:pt x="435" y="472"/>
                  </a:cubicBezTo>
                  <a:cubicBezTo>
                    <a:pt x="443" y="476"/>
                    <a:pt x="475" y="448"/>
                    <a:pt x="478" y="427"/>
                  </a:cubicBezTo>
                  <a:cubicBezTo>
                    <a:pt x="479" y="425"/>
                    <a:pt x="465" y="406"/>
                    <a:pt x="445" y="382"/>
                  </a:cubicBezTo>
                  <a:cubicBezTo>
                    <a:pt x="460" y="359"/>
                    <a:pt x="470" y="333"/>
                    <a:pt x="475" y="305"/>
                  </a:cubicBezTo>
                  <a:cubicBezTo>
                    <a:pt x="505" y="301"/>
                    <a:pt x="528" y="298"/>
                    <a:pt x="531" y="297"/>
                  </a:cubicBezTo>
                  <a:cubicBezTo>
                    <a:pt x="539" y="294"/>
                    <a:pt x="541" y="252"/>
                    <a:pt x="529" y="235"/>
                  </a:cubicBezTo>
                  <a:close/>
                  <a:moveTo>
                    <a:pt x="276" y="432"/>
                  </a:moveTo>
                  <a:cubicBezTo>
                    <a:pt x="188" y="433"/>
                    <a:pt x="114" y="363"/>
                    <a:pt x="113" y="274"/>
                  </a:cubicBezTo>
                  <a:cubicBezTo>
                    <a:pt x="111" y="186"/>
                    <a:pt x="182" y="113"/>
                    <a:pt x="270" y="111"/>
                  </a:cubicBezTo>
                  <a:cubicBezTo>
                    <a:pt x="359" y="109"/>
                    <a:pt x="432" y="180"/>
                    <a:pt x="434" y="268"/>
                  </a:cubicBezTo>
                  <a:cubicBezTo>
                    <a:pt x="435" y="357"/>
                    <a:pt x="365" y="430"/>
                    <a:pt x="276" y="4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FD4649D-F76F-2A71-B7E0-7BB3F59346DC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Marcador de texto 5">
            <a:extLst>
              <a:ext uri="{FF2B5EF4-FFF2-40B4-BE49-F238E27FC236}">
                <a16:creationId xmlns:a16="http://schemas.microsoft.com/office/drawing/2014/main" id="{3382ADF5-0D97-115F-879A-E0EB81E2B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-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s-ES" altLang="es-ES" sz="2000" b="1" dirty="0">
                <a:solidFill>
                  <a:srgbClr val="7F7F7F"/>
                </a:solidFill>
                <a:latin typeface="Calibri" panose="020F0502020204030204" pitchFamily="34" charset="0"/>
              </a:rPr>
              <a:t>Objetivo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BD27687-D0C5-E58F-17D1-FE54CFF35EF5}"/>
              </a:ext>
            </a:extLst>
          </p:cNvPr>
          <p:cNvGrpSpPr/>
          <p:nvPr/>
        </p:nvGrpSpPr>
        <p:grpSpPr>
          <a:xfrm>
            <a:off x="4661366" y="4941050"/>
            <a:ext cx="2302538" cy="1480787"/>
            <a:chOff x="4349239" y="4328579"/>
            <a:chExt cx="2302538" cy="1480787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6562B6BA-C044-32C3-2510-E6C60665ED07}"/>
                </a:ext>
              </a:extLst>
            </p:cNvPr>
            <p:cNvSpPr/>
            <p:nvPr/>
          </p:nvSpPr>
          <p:spPr>
            <a:xfrm>
              <a:off x="4349239" y="4328579"/>
              <a:ext cx="2240484" cy="1480787"/>
            </a:xfrm>
            <a:prstGeom prst="roundRect">
              <a:avLst>
                <a:gd name="adj" fmla="val 5209"/>
              </a:avLst>
            </a:prstGeom>
            <a:solidFill>
              <a:sysClr val="window" lastClr="FFFFFF"/>
            </a:solidFill>
            <a:ln w="9525" cap="flat" cmpd="sng" algn="ctr">
              <a:solidFill>
                <a:srgbClr val="E7E6E6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3" name="Freeform 223">
              <a:extLst>
                <a:ext uri="{FF2B5EF4-FFF2-40B4-BE49-F238E27FC236}">
                  <a16:creationId xmlns:a16="http://schemas.microsoft.com/office/drawing/2014/main" id="{B71D8296-3814-22C4-EC12-F8670A2EBB27}"/>
                </a:ext>
              </a:extLst>
            </p:cNvPr>
            <p:cNvSpPr/>
            <p:nvPr/>
          </p:nvSpPr>
          <p:spPr>
            <a:xfrm rot="10800000" flipH="1" flipV="1">
              <a:off x="4470600" y="4926575"/>
              <a:ext cx="293393" cy="185277"/>
            </a:xfrm>
            <a:custGeom>
              <a:avLst/>
              <a:gdLst/>
              <a:ahLst/>
              <a:cxnLst/>
              <a:rect l="l" t="t" r="r" b="b"/>
              <a:pathLst>
                <a:path w="576943" h="360589">
                  <a:moveTo>
                    <a:pt x="180294" y="0"/>
                  </a:moveTo>
                  <a:lnTo>
                    <a:pt x="396648" y="0"/>
                  </a:lnTo>
                  <a:cubicBezTo>
                    <a:pt x="421063" y="0"/>
                    <a:pt x="444398" y="4789"/>
                    <a:pt x="466653" y="14367"/>
                  </a:cubicBezTo>
                  <a:cubicBezTo>
                    <a:pt x="488908" y="23945"/>
                    <a:pt x="508064" y="36763"/>
                    <a:pt x="524122" y="52820"/>
                  </a:cubicBezTo>
                  <a:cubicBezTo>
                    <a:pt x="540179" y="68878"/>
                    <a:pt x="552997" y="88034"/>
                    <a:pt x="562575" y="110289"/>
                  </a:cubicBezTo>
                  <a:cubicBezTo>
                    <a:pt x="572153" y="132545"/>
                    <a:pt x="576943" y="155880"/>
                    <a:pt x="576943" y="180294"/>
                  </a:cubicBezTo>
                  <a:cubicBezTo>
                    <a:pt x="576943" y="204709"/>
                    <a:pt x="572153" y="228044"/>
                    <a:pt x="562575" y="250299"/>
                  </a:cubicBezTo>
                  <a:cubicBezTo>
                    <a:pt x="552997" y="272555"/>
                    <a:pt x="540179" y="291711"/>
                    <a:pt x="524122" y="307768"/>
                  </a:cubicBezTo>
                  <a:cubicBezTo>
                    <a:pt x="508064" y="323826"/>
                    <a:pt x="488908" y="336644"/>
                    <a:pt x="466653" y="346222"/>
                  </a:cubicBezTo>
                  <a:cubicBezTo>
                    <a:pt x="444398" y="355800"/>
                    <a:pt x="421063" y="360589"/>
                    <a:pt x="396648" y="360589"/>
                  </a:cubicBezTo>
                  <a:lnTo>
                    <a:pt x="180294" y="360589"/>
                  </a:lnTo>
                  <a:cubicBezTo>
                    <a:pt x="155879" y="360589"/>
                    <a:pt x="132544" y="355800"/>
                    <a:pt x="110289" y="346222"/>
                  </a:cubicBezTo>
                  <a:cubicBezTo>
                    <a:pt x="88034" y="336644"/>
                    <a:pt x="68878" y="323826"/>
                    <a:pt x="52821" y="307768"/>
                  </a:cubicBezTo>
                  <a:cubicBezTo>
                    <a:pt x="36763" y="291711"/>
                    <a:pt x="23945" y="272555"/>
                    <a:pt x="14367" y="250299"/>
                  </a:cubicBezTo>
                  <a:cubicBezTo>
                    <a:pt x="4789" y="228044"/>
                    <a:pt x="0" y="204709"/>
                    <a:pt x="0" y="180294"/>
                  </a:cubicBezTo>
                  <a:cubicBezTo>
                    <a:pt x="0" y="155880"/>
                    <a:pt x="4789" y="132545"/>
                    <a:pt x="14367" y="110289"/>
                  </a:cubicBezTo>
                  <a:cubicBezTo>
                    <a:pt x="23945" y="88034"/>
                    <a:pt x="36763" y="68878"/>
                    <a:pt x="52821" y="52820"/>
                  </a:cubicBezTo>
                  <a:cubicBezTo>
                    <a:pt x="68878" y="36763"/>
                    <a:pt x="88034" y="23945"/>
                    <a:pt x="110289" y="14367"/>
                  </a:cubicBezTo>
                  <a:cubicBezTo>
                    <a:pt x="132544" y="4789"/>
                    <a:pt x="155879" y="0"/>
                    <a:pt x="180294" y="0"/>
                  </a:cubicBezTo>
                  <a:close/>
                  <a:moveTo>
                    <a:pt x="396648" y="36059"/>
                  </a:moveTo>
                  <a:cubicBezTo>
                    <a:pt x="377117" y="36059"/>
                    <a:pt x="358476" y="39862"/>
                    <a:pt x="340729" y="47468"/>
                  </a:cubicBezTo>
                  <a:cubicBezTo>
                    <a:pt x="322981" y="55074"/>
                    <a:pt x="307628" y="65357"/>
                    <a:pt x="294669" y="78315"/>
                  </a:cubicBezTo>
                  <a:cubicBezTo>
                    <a:pt x="281710" y="91274"/>
                    <a:pt x="271428" y="106627"/>
                    <a:pt x="263822" y="124375"/>
                  </a:cubicBezTo>
                  <a:cubicBezTo>
                    <a:pt x="256215" y="142123"/>
                    <a:pt x="252413" y="160763"/>
                    <a:pt x="252413" y="180294"/>
                  </a:cubicBezTo>
                  <a:cubicBezTo>
                    <a:pt x="252413" y="199826"/>
                    <a:pt x="256215" y="218466"/>
                    <a:pt x="263822" y="236214"/>
                  </a:cubicBezTo>
                  <a:cubicBezTo>
                    <a:pt x="271428" y="253962"/>
                    <a:pt x="281710" y="269315"/>
                    <a:pt x="294669" y="282274"/>
                  </a:cubicBezTo>
                  <a:cubicBezTo>
                    <a:pt x="307628" y="295232"/>
                    <a:pt x="322981" y="305515"/>
                    <a:pt x="340729" y="313121"/>
                  </a:cubicBezTo>
                  <a:cubicBezTo>
                    <a:pt x="358476" y="320727"/>
                    <a:pt x="377117" y="324530"/>
                    <a:pt x="396648" y="324530"/>
                  </a:cubicBezTo>
                  <a:cubicBezTo>
                    <a:pt x="416180" y="324530"/>
                    <a:pt x="434820" y="320727"/>
                    <a:pt x="452568" y="313121"/>
                  </a:cubicBezTo>
                  <a:cubicBezTo>
                    <a:pt x="470315" y="305515"/>
                    <a:pt x="485669" y="295232"/>
                    <a:pt x="498627" y="282274"/>
                  </a:cubicBezTo>
                  <a:cubicBezTo>
                    <a:pt x="511586" y="269315"/>
                    <a:pt x="521868" y="253962"/>
                    <a:pt x="529475" y="236214"/>
                  </a:cubicBezTo>
                  <a:cubicBezTo>
                    <a:pt x="537081" y="218466"/>
                    <a:pt x="540883" y="199826"/>
                    <a:pt x="540883" y="180294"/>
                  </a:cubicBezTo>
                  <a:cubicBezTo>
                    <a:pt x="540883" y="160763"/>
                    <a:pt x="537081" y="142123"/>
                    <a:pt x="529475" y="124375"/>
                  </a:cubicBezTo>
                  <a:cubicBezTo>
                    <a:pt x="521868" y="106627"/>
                    <a:pt x="511586" y="91274"/>
                    <a:pt x="498627" y="78315"/>
                  </a:cubicBezTo>
                  <a:cubicBezTo>
                    <a:pt x="485669" y="65357"/>
                    <a:pt x="470315" y="55074"/>
                    <a:pt x="452568" y="47468"/>
                  </a:cubicBezTo>
                  <a:cubicBezTo>
                    <a:pt x="434820" y="39862"/>
                    <a:pt x="416180" y="36059"/>
                    <a:pt x="396648" y="3605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4" name="Shape 2600">
              <a:extLst>
                <a:ext uri="{FF2B5EF4-FFF2-40B4-BE49-F238E27FC236}">
                  <a16:creationId xmlns:a16="http://schemas.microsoft.com/office/drawing/2014/main" id="{DE75BCF3-1372-724D-4BE1-245766025BCD}"/>
                </a:ext>
              </a:extLst>
            </p:cNvPr>
            <p:cNvSpPr/>
            <p:nvPr/>
          </p:nvSpPr>
          <p:spPr>
            <a:xfrm>
              <a:off x="4498365" y="4525103"/>
              <a:ext cx="265628" cy="281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5497"/>
                  </a:moveTo>
                  <a:cubicBezTo>
                    <a:pt x="8207" y="15497"/>
                    <a:pt x="6104" y="13394"/>
                    <a:pt x="6104" y="10801"/>
                  </a:cubicBezTo>
                  <a:cubicBezTo>
                    <a:pt x="6104" y="8206"/>
                    <a:pt x="8207" y="6103"/>
                    <a:pt x="10800" y="6103"/>
                  </a:cubicBezTo>
                  <a:cubicBezTo>
                    <a:pt x="13395" y="6103"/>
                    <a:pt x="15497" y="8206"/>
                    <a:pt x="15497" y="10801"/>
                  </a:cubicBezTo>
                  <a:cubicBezTo>
                    <a:pt x="15497" y="13394"/>
                    <a:pt x="13395" y="15497"/>
                    <a:pt x="10800" y="15497"/>
                  </a:cubicBezTo>
                  <a:close/>
                  <a:moveTo>
                    <a:pt x="19522" y="10801"/>
                  </a:moveTo>
                  <a:cubicBezTo>
                    <a:pt x="19522" y="9454"/>
                    <a:pt x="20352" y="8390"/>
                    <a:pt x="21600" y="7659"/>
                  </a:cubicBezTo>
                  <a:cubicBezTo>
                    <a:pt x="21376" y="6908"/>
                    <a:pt x="21077" y="6187"/>
                    <a:pt x="20711" y="5509"/>
                  </a:cubicBezTo>
                  <a:cubicBezTo>
                    <a:pt x="19310" y="5876"/>
                    <a:pt x="18177" y="5328"/>
                    <a:pt x="17225" y="4375"/>
                  </a:cubicBezTo>
                  <a:cubicBezTo>
                    <a:pt x="16273" y="3423"/>
                    <a:pt x="15982" y="2288"/>
                    <a:pt x="16347" y="889"/>
                  </a:cubicBezTo>
                  <a:cubicBezTo>
                    <a:pt x="15671" y="522"/>
                    <a:pt x="14951" y="224"/>
                    <a:pt x="14198" y="0"/>
                  </a:cubicBezTo>
                  <a:cubicBezTo>
                    <a:pt x="13467" y="1248"/>
                    <a:pt x="12147" y="2078"/>
                    <a:pt x="10800" y="2078"/>
                  </a:cubicBezTo>
                  <a:cubicBezTo>
                    <a:pt x="9453" y="2078"/>
                    <a:pt x="8134" y="1248"/>
                    <a:pt x="7403" y="0"/>
                  </a:cubicBezTo>
                  <a:cubicBezTo>
                    <a:pt x="6651" y="224"/>
                    <a:pt x="5931" y="522"/>
                    <a:pt x="5253" y="889"/>
                  </a:cubicBezTo>
                  <a:cubicBezTo>
                    <a:pt x="5620" y="2288"/>
                    <a:pt x="5329" y="3422"/>
                    <a:pt x="4375" y="4375"/>
                  </a:cubicBezTo>
                  <a:cubicBezTo>
                    <a:pt x="3423" y="5328"/>
                    <a:pt x="2290" y="5876"/>
                    <a:pt x="890" y="5510"/>
                  </a:cubicBezTo>
                  <a:cubicBezTo>
                    <a:pt x="523" y="6187"/>
                    <a:pt x="224" y="6908"/>
                    <a:pt x="0" y="7659"/>
                  </a:cubicBezTo>
                  <a:cubicBezTo>
                    <a:pt x="1249" y="8390"/>
                    <a:pt x="2078" y="9454"/>
                    <a:pt x="2078" y="10801"/>
                  </a:cubicBezTo>
                  <a:cubicBezTo>
                    <a:pt x="2078" y="12146"/>
                    <a:pt x="1249" y="13467"/>
                    <a:pt x="0" y="14198"/>
                  </a:cubicBezTo>
                  <a:cubicBezTo>
                    <a:pt x="224" y="14950"/>
                    <a:pt x="523" y="15670"/>
                    <a:pt x="890" y="16348"/>
                  </a:cubicBezTo>
                  <a:cubicBezTo>
                    <a:pt x="2290" y="15981"/>
                    <a:pt x="3423" y="16272"/>
                    <a:pt x="4375" y="17226"/>
                  </a:cubicBezTo>
                  <a:cubicBezTo>
                    <a:pt x="5327" y="18178"/>
                    <a:pt x="5620" y="19312"/>
                    <a:pt x="5253" y="20711"/>
                  </a:cubicBezTo>
                  <a:cubicBezTo>
                    <a:pt x="5931" y="21078"/>
                    <a:pt x="6651" y="21377"/>
                    <a:pt x="7403" y="21600"/>
                  </a:cubicBezTo>
                  <a:cubicBezTo>
                    <a:pt x="8134" y="20352"/>
                    <a:pt x="9453" y="19524"/>
                    <a:pt x="10800" y="19524"/>
                  </a:cubicBezTo>
                  <a:cubicBezTo>
                    <a:pt x="12147" y="19524"/>
                    <a:pt x="13467" y="20352"/>
                    <a:pt x="14198" y="21600"/>
                  </a:cubicBezTo>
                  <a:cubicBezTo>
                    <a:pt x="14951" y="21376"/>
                    <a:pt x="15671" y="21078"/>
                    <a:pt x="16349" y="20711"/>
                  </a:cubicBezTo>
                  <a:cubicBezTo>
                    <a:pt x="15982" y="19312"/>
                    <a:pt x="16273" y="18178"/>
                    <a:pt x="17225" y="17226"/>
                  </a:cubicBezTo>
                  <a:cubicBezTo>
                    <a:pt x="18177" y="16272"/>
                    <a:pt x="19310" y="15724"/>
                    <a:pt x="20711" y="16091"/>
                  </a:cubicBezTo>
                  <a:cubicBezTo>
                    <a:pt x="21077" y="15413"/>
                    <a:pt x="21376" y="14693"/>
                    <a:pt x="21600" y="13941"/>
                  </a:cubicBezTo>
                  <a:cubicBezTo>
                    <a:pt x="20352" y="13210"/>
                    <a:pt x="19522" y="12146"/>
                    <a:pt x="19522" y="10801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umimoji="0" sz="28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pic>
          <p:nvPicPr>
            <p:cNvPr id="146" name="Graphic 145" descr="Eye outline">
              <a:extLst>
                <a:ext uri="{FF2B5EF4-FFF2-40B4-BE49-F238E27FC236}">
                  <a16:creationId xmlns:a16="http://schemas.microsoft.com/office/drawing/2014/main" id="{D956222D-516E-FFC0-F169-140F94674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23985" y="5139791"/>
              <a:ext cx="426901" cy="426901"/>
            </a:xfrm>
            <a:prstGeom prst="rect">
              <a:avLst/>
            </a:prstGeom>
          </p:spPr>
        </p:pic>
        <p:sp>
          <p:nvSpPr>
            <p:cNvPr id="147" name="CuadroTexto 6">
              <a:extLst>
                <a:ext uri="{FF2B5EF4-FFF2-40B4-BE49-F238E27FC236}">
                  <a16:creationId xmlns:a16="http://schemas.microsoft.com/office/drawing/2014/main" id="{B0A9E137-96DD-8BED-1E10-0B4BE55FF0C5}"/>
                </a:ext>
              </a:extLst>
            </p:cNvPr>
            <p:cNvSpPr txBox="1"/>
            <p:nvPr/>
          </p:nvSpPr>
          <p:spPr>
            <a:xfrm>
              <a:off x="4607405" y="4487692"/>
              <a:ext cx="20443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200" dirty="0">
                  <a:solidFill>
                    <a:prstClr val="white">
                      <a:lumMod val="50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Proceso automático</a:t>
              </a:r>
            </a:p>
            <a:p>
              <a:pPr algn="ctr">
                <a:defRPr/>
              </a:pPr>
              <a:endParaRPr lang="es-ES" sz="1200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s-ES" sz="1200" dirty="0">
                  <a:solidFill>
                    <a:prstClr val="white">
                      <a:lumMod val="50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Anclaje contable</a:t>
              </a:r>
            </a:p>
            <a:p>
              <a:pPr algn="ctr">
                <a:defRPr/>
              </a:pPr>
              <a:endParaRPr lang="es-ES" sz="1200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s-ES" sz="1200" dirty="0">
                  <a:solidFill>
                    <a:prstClr val="white">
                      <a:lumMod val="50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Visión local de todo el proceso</a:t>
              </a:r>
            </a:p>
          </p:txBody>
        </p:sp>
      </p:grpSp>
      <p:pic>
        <p:nvPicPr>
          <p:cNvPr id="151" name="Graphic 150" descr="Comment Important with solid fill">
            <a:extLst>
              <a:ext uri="{FF2B5EF4-FFF2-40B4-BE49-F238E27FC236}">
                <a16:creationId xmlns:a16="http://schemas.microsoft.com/office/drawing/2014/main" id="{13ED2050-AA1A-ABEA-ED5B-DE8F483151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9159" y="4648030"/>
            <a:ext cx="621162" cy="621162"/>
          </a:xfrm>
          <a:prstGeom prst="rect">
            <a:avLst/>
          </a:prstGeom>
        </p:spPr>
      </p:pic>
      <p:grpSp>
        <p:nvGrpSpPr>
          <p:cNvPr id="2" name="Grupo 21">
            <a:extLst>
              <a:ext uri="{FF2B5EF4-FFF2-40B4-BE49-F238E27FC236}">
                <a16:creationId xmlns:a16="http://schemas.microsoft.com/office/drawing/2014/main" id="{D3766BE5-3DD8-4A76-5729-319EF086FF67}"/>
              </a:ext>
            </a:extLst>
          </p:cNvPr>
          <p:cNvGrpSpPr/>
          <p:nvPr/>
        </p:nvGrpSpPr>
        <p:grpSpPr>
          <a:xfrm rot="5400000">
            <a:off x="8380935" y="5070197"/>
            <a:ext cx="699804" cy="2102812"/>
            <a:chOff x="7270332" y="2158185"/>
            <a:chExt cx="699804" cy="2102812"/>
          </a:xfrm>
          <a:solidFill>
            <a:schemeClr val="accent4">
              <a:lumMod val="60000"/>
              <a:lumOff val="40000"/>
            </a:schemeClr>
          </a:solidFill>
        </p:grpSpPr>
        <p:cxnSp>
          <p:nvCxnSpPr>
            <p:cNvPr id="3" name="Conector recto 22">
              <a:extLst>
                <a:ext uri="{FF2B5EF4-FFF2-40B4-BE49-F238E27FC236}">
                  <a16:creationId xmlns:a16="http://schemas.microsoft.com/office/drawing/2014/main" id="{9371DC98-F640-8FEF-0418-4A83FDC8560A}"/>
                </a:ext>
              </a:extLst>
            </p:cNvPr>
            <p:cNvCxnSpPr/>
            <p:nvPr/>
          </p:nvCxnSpPr>
          <p:spPr>
            <a:xfrm flipH="1">
              <a:off x="7633465" y="3159336"/>
              <a:ext cx="1" cy="972000"/>
            </a:xfrm>
            <a:prstGeom prst="line">
              <a:avLst/>
            </a:prstGeom>
            <a:grp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4" name="Elipse 23">
              <a:extLst>
                <a:ext uri="{FF2B5EF4-FFF2-40B4-BE49-F238E27FC236}">
                  <a16:creationId xmlns:a16="http://schemas.microsoft.com/office/drawing/2014/main" id="{6FF1F97E-C018-9A69-AEA1-4DC8D4F157FD}"/>
                </a:ext>
              </a:extLst>
            </p:cNvPr>
            <p:cNvSpPr/>
            <p:nvPr/>
          </p:nvSpPr>
          <p:spPr>
            <a:xfrm rot="16200000">
              <a:off x="7417476" y="3828997"/>
              <a:ext cx="432000" cy="432000"/>
            </a:xfrm>
            <a:prstGeom prst="ellipse">
              <a:avLst/>
            </a:prstGeom>
            <a:grpFill/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5" name="Elipse 24">
              <a:extLst>
                <a:ext uri="{FF2B5EF4-FFF2-40B4-BE49-F238E27FC236}">
                  <a16:creationId xmlns:a16="http://schemas.microsoft.com/office/drawing/2014/main" id="{12D966F6-3FE4-FA64-BC57-A4A112E76226}"/>
                </a:ext>
              </a:extLst>
            </p:cNvPr>
            <p:cNvSpPr/>
            <p:nvPr/>
          </p:nvSpPr>
          <p:spPr>
            <a:xfrm>
              <a:off x="7543876" y="2980163"/>
              <a:ext cx="179173" cy="179173"/>
            </a:xfrm>
            <a:prstGeom prst="ellipse">
              <a:avLst/>
            </a:prstGeom>
            <a:grpFill/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Elipse 25">
              <a:extLst>
                <a:ext uri="{FF2B5EF4-FFF2-40B4-BE49-F238E27FC236}">
                  <a16:creationId xmlns:a16="http://schemas.microsoft.com/office/drawing/2014/main" id="{9A3BE7FA-276D-969C-C5AD-F551119CEE18}"/>
                </a:ext>
              </a:extLst>
            </p:cNvPr>
            <p:cNvSpPr/>
            <p:nvPr/>
          </p:nvSpPr>
          <p:spPr>
            <a:xfrm rot="16200000">
              <a:off x="7243732" y="2184785"/>
              <a:ext cx="753003" cy="699804"/>
            </a:xfrm>
            <a:prstGeom prst="ellipse">
              <a:avLst/>
            </a:prstGeom>
            <a:grpFill/>
            <a:ln w="3175" cap="flat" cmpd="sng" algn="ctr">
              <a:noFill/>
              <a:prstDash val="solid"/>
              <a:miter lim="800000"/>
            </a:ln>
            <a:effectLst/>
          </p:spPr>
          <p:txBody>
            <a:bodyPr lIns="36000" tIns="324000" rIns="36000"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200" b="1" kern="0" dirty="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Etc.</a:t>
              </a:r>
              <a:endParaRPr kumimoji="0" lang="es-E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11" name="Graphic 10" descr="Rewind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5EF6FD25-9004-E3A0-3BD5-38B8405AF6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77324" y="196514"/>
            <a:ext cx="470424" cy="4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2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646CCAB3-05D1-7035-3C62-DCDCBA24ACA4}"/>
              </a:ext>
            </a:extLst>
          </p:cNvPr>
          <p:cNvSpPr/>
          <p:nvPr/>
        </p:nvSpPr>
        <p:spPr>
          <a:xfrm>
            <a:off x="8058658" y="1607125"/>
            <a:ext cx="3865487" cy="4775093"/>
          </a:xfrm>
          <a:prstGeom prst="roundRect">
            <a:avLst>
              <a:gd name="adj" fmla="val 3408"/>
            </a:avLst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9DD3B44-3F59-227D-D1C3-A01FEA18DAEE}"/>
              </a:ext>
            </a:extLst>
          </p:cNvPr>
          <p:cNvSpPr/>
          <p:nvPr/>
        </p:nvSpPr>
        <p:spPr>
          <a:xfrm>
            <a:off x="8199773" y="2013712"/>
            <a:ext cx="3547111" cy="4246330"/>
          </a:xfrm>
          <a:prstGeom prst="roundRect">
            <a:avLst>
              <a:gd name="adj" fmla="val 5209"/>
            </a:avLst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BE65432-30A8-F9D9-07C9-D12E7BC5D6B2}"/>
              </a:ext>
            </a:extLst>
          </p:cNvPr>
          <p:cNvSpPr/>
          <p:nvPr/>
        </p:nvSpPr>
        <p:spPr>
          <a:xfrm>
            <a:off x="369597" y="6111406"/>
            <a:ext cx="5686816" cy="270813"/>
          </a:xfrm>
          <a:prstGeom prst="roundRect">
            <a:avLst>
              <a:gd name="adj" fmla="val 5209"/>
            </a:avLst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Marcador de texto 9"/>
          <p:cNvSpPr txBox="1">
            <a:spLocks/>
          </p:cNvSpPr>
          <p:nvPr/>
        </p:nvSpPr>
        <p:spPr>
          <a:xfrm>
            <a:off x="719404" y="144000"/>
            <a:ext cx="10515600" cy="849475"/>
          </a:xfrm>
          <a:prstGeom prst="rect">
            <a:avLst/>
          </a:prstGeom>
        </p:spPr>
        <p:txBody>
          <a:bodyPr lIns="95777" tIns="47889" rIns="95777" bIns="47889"/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aseline="0">
                <a:solidFill>
                  <a:srgbClr val="FF0000"/>
                </a:solidFill>
                <a:latin typeface="+mn-lt"/>
                <a:cs typeface="+mn-cs"/>
              </a:defRPr>
            </a:lvl1pPr>
            <a:lvl2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2pPr>
            <a:lvl3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3pPr>
            <a:lvl4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4pPr>
            <a:lvl5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ko-KR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uadroTexto 9">
            <a:extLst>
              <a:ext uri="{FF2B5EF4-FFF2-40B4-BE49-F238E27FC236}">
                <a16:creationId xmlns:a16="http://schemas.microsoft.com/office/drawing/2014/main" id="{409F47B5-2FE4-DBBA-E74F-712ECE925DC6}"/>
              </a:ext>
            </a:extLst>
          </p:cNvPr>
          <p:cNvSpPr txBox="1"/>
          <p:nvPr/>
        </p:nvSpPr>
        <p:spPr>
          <a:xfrm>
            <a:off x="372651" y="958312"/>
            <a:ext cx="1144669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400" b="1" dirty="0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Se utilizan dos infraestructuras: comenzando con el aprovisionamiento de la información a nivel contrato, cliente y garantía para inversión crediticia en la herramienta granular y terminando por la integración de la información </a:t>
            </a:r>
            <a:r>
              <a:rPr lang="es-ES_tradnl" sz="1400" b="1" dirty="0" err="1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semi-agregada</a:t>
            </a:r>
            <a:r>
              <a:rPr lang="es-ES_tradnl" sz="1400" b="1" dirty="0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 en la plataforma de la máster y los satélites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2B29C97-6852-B3C8-3EF5-8DADEC64364B}"/>
              </a:ext>
            </a:extLst>
          </p:cNvPr>
          <p:cNvGrpSpPr/>
          <p:nvPr/>
        </p:nvGrpSpPr>
        <p:grpSpPr>
          <a:xfrm>
            <a:off x="8384952" y="2946143"/>
            <a:ext cx="3067439" cy="2725442"/>
            <a:chOff x="7116871" y="2934742"/>
            <a:chExt cx="3814440" cy="3173734"/>
          </a:xfrm>
        </p:grpSpPr>
        <p:sp>
          <p:nvSpPr>
            <p:cNvPr id="165" name="Oval 44">
              <a:extLst>
                <a:ext uri="{FF2B5EF4-FFF2-40B4-BE49-F238E27FC236}">
                  <a16:creationId xmlns:a16="http://schemas.microsoft.com/office/drawing/2014/main" id="{43D523BA-2AAE-F6C8-A740-E87B685E7EE1}"/>
                </a:ext>
              </a:extLst>
            </p:cNvPr>
            <p:cNvSpPr/>
            <p:nvPr/>
          </p:nvSpPr>
          <p:spPr>
            <a:xfrm>
              <a:off x="7949414" y="2934742"/>
              <a:ext cx="2879986" cy="2600416"/>
            </a:xfrm>
            <a:prstGeom prst="ellipse">
              <a:avLst/>
            </a:prstGeom>
            <a:noFill/>
            <a:ln w="3175">
              <a:solidFill>
                <a:srgbClr val="C0C1C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2400" dirty="0"/>
            </a:p>
          </p:txBody>
        </p:sp>
        <p:sp>
          <p:nvSpPr>
            <p:cNvPr id="166" name="Oval 45">
              <a:extLst>
                <a:ext uri="{FF2B5EF4-FFF2-40B4-BE49-F238E27FC236}">
                  <a16:creationId xmlns:a16="http://schemas.microsoft.com/office/drawing/2014/main" id="{8D626828-BF32-D262-8C1C-EAE91321FCBC}"/>
                </a:ext>
              </a:extLst>
            </p:cNvPr>
            <p:cNvSpPr/>
            <p:nvPr/>
          </p:nvSpPr>
          <p:spPr>
            <a:xfrm>
              <a:off x="9179983" y="4477402"/>
              <a:ext cx="1473381" cy="1284700"/>
            </a:xfrm>
            <a:prstGeom prst="ellipse">
              <a:avLst/>
            </a:prstGeom>
            <a:noFill/>
            <a:ln w="3175">
              <a:solidFill>
                <a:srgbClr val="C0C1C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2400" dirty="0"/>
            </a:p>
          </p:txBody>
        </p:sp>
        <p:sp>
          <p:nvSpPr>
            <p:cNvPr id="167" name="Oval 43">
              <a:extLst>
                <a:ext uri="{FF2B5EF4-FFF2-40B4-BE49-F238E27FC236}">
                  <a16:creationId xmlns:a16="http://schemas.microsoft.com/office/drawing/2014/main" id="{CC6FB69B-ED1F-26DF-69BF-B5DF9D8F9C7C}"/>
                </a:ext>
              </a:extLst>
            </p:cNvPr>
            <p:cNvSpPr/>
            <p:nvPr/>
          </p:nvSpPr>
          <p:spPr>
            <a:xfrm>
              <a:off x="7747773" y="4620023"/>
              <a:ext cx="1473381" cy="1284700"/>
            </a:xfrm>
            <a:prstGeom prst="ellipse">
              <a:avLst/>
            </a:prstGeom>
            <a:noFill/>
            <a:ln w="3175">
              <a:solidFill>
                <a:srgbClr val="C0C1C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2400" dirty="0"/>
            </a:p>
          </p:txBody>
        </p:sp>
        <p:sp>
          <p:nvSpPr>
            <p:cNvPr id="168" name="Oval 6">
              <a:extLst>
                <a:ext uri="{FF2B5EF4-FFF2-40B4-BE49-F238E27FC236}">
                  <a16:creationId xmlns:a16="http://schemas.microsoft.com/office/drawing/2014/main" id="{2E9540C8-1EA7-507A-282B-907DBFA2C09E}"/>
                </a:ext>
              </a:extLst>
            </p:cNvPr>
            <p:cNvSpPr/>
            <p:nvPr/>
          </p:nvSpPr>
          <p:spPr>
            <a:xfrm>
              <a:off x="7116871" y="3668683"/>
              <a:ext cx="1473381" cy="1284700"/>
            </a:xfrm>
            <a:prstGeom prst="ellipse">
              <a:avLst/>
            </a:prstGeom>
            <a:noFill/>
            <a:ln w="3175">
              <a:solidFill>
                <a:srgbClr val="C0C1C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2400" dirty="0"/>
            </a:p>
          </p:txBody>
        </p:sp>
        <p:sp>
          <p:nvSpPr>
            <p:cNvPr id="169" name="Oval 58">
              <a:extLst>
                <a:ext uri="{FF2B5EF4-FFF2-40B4-BE49-F238E27FC236}">
                  <a16:creationId xmlns:a16="http://schemas.microsoft.com/office/drawing/2014/main" id="{089FC23E-AC17-CEF5-AC41-867851A5EA06}"/>
                </a:ext>
              </a:extLst>
            </p:cNvPr>
            <p:cNvSpPr/>
            <p:nvPr/>
          </p:nvSpPr>
          <p:spPr>
            <a:xfrm>
              <a:off x="9007401" y="4980941"/>
              <a:ext cx="1288948" cy="112753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63500" dir="660000" algn="ctr" rotWithShape="0">
                <a:srgbClr val="000000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ES_tradnl" sz="1000" dirty="0">
                <a:solidFill>
                  <a:srgbClr val="FFFFFF"/>
                </a:solidFill>
                <a:latin typeface="Santander Text" panose="020B0504020201020104"/>
              </a:endParaRPr>
            </a:p>
          </p:txBody>
        </p:sp>
        <p:sp>
          <p:nvSpPr>
            <p:cNvPr id="170" name="Oval 60">
              <a:extLst>
                <a:ext uri="{FF2B5EF4-FFF2-40B4-BE49-F238E27FC236}">
                  <a16:creationId xmlns:a16="http://schemas.microsoft.com/office/drawing/2014/main" id="{E388537A-F66A-0A82-7762-A5CBE5522CA6}"/>
                </a:ext>
              </a:extLst>
            </p:cNvPr>
            <p:cNvSpPr/>
            <p:nvPr/>
          </p:nvSpPr>
          <p:spPr>
            <a:xfrm>
              <a:off x="9608195" y="3507879"/>
              <a:ext cx="951656" cy="832479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63500" dir="660000" algn="ctr" rotWithShape="0">
                <a:srgbClr val="000000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ES_tradnl" sz="1000" dirty="0">
                <a:solidFill>
                  <a:srgbClr val="FFFFFF"/>
                </a:solidFill>
                <a:latin typeface="Santander Text" panose="020B0504020201020104"/>
              </a:endParaRPr>
            </a:p>
          </p:txBody>
        </p:sp>
        <p:sp>
          <p:nvSpPr>
            <p:cNvPr id="171" name="Oval 63">
              <a:extLst>
                <a:ext uri="{FF2B5EF4-FFF2-40B4-BE49-F238E27FC236}">
                  <a16:creationId xmlns:a16="http://schemas.microsoft.com/office/drawing/2014/main" id="{5163DAE2-7091-C934-00D2-86BC45BD66B1}"/>
                </a:ext>
              </a:extLst>
            </p:cNvPr>
            <p:cNvSpPr/>
            <p:nvPr/>
          </p:nvSpPr>
          <p:spPr>
            <a:xfrm>
              <a:off x="7959349" y="4822778"/>
              <a:ext cx="1019140" cy="891514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63500" dir="660000" algn="ctr" rotWithShape="0">
                <a:srgbClr val="000000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ES_tradnl" sz="1000" dirty="0">
                <a:solidFill>
                  <a:srgbClr val="FFFFFF"/>
                </a:solidFill>
                <a:latin typeface="Santander Text" panose="020B0504020201020104"/>
              </a:endParaRPr>
            </a:p>
          </p:txBody>
        </p:sp>
        <p:pic>
          <p:nvPicPr>
            <p:cNvPr id="172" name="Picture 67">
              <a:extLst>
                <a:ext uri="{FF2B5EF4-FFF2-40B4-BE49-F238E27FC236}">
                  <a16:creationId xmlns:a16="http://schemas.microsoft.com/office/drawing/2014/main" id="{941D865C-CFD8-DECC-B81C-9254D8636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 contrast="-70000"/>
            </a:blip>
            <a:stretch>
              <a:fillRect/>
            </a:stretch>
          </p:blipFill>
          <p:spPr>
            <a:xfrm>
              <a:off x="8168493" y="5054935"/>
              <a:ext cx="437209" cy="335694"/>
            </a:xfrm>
            <a:prstGeom prst="rect">
              <a:avLst/>
            </a:prstGeom>
          </p:spPr>
        </p:pic>
        <p:pic>
          <p:nvPicPr>
            <p:cNvPr id="173" name="Picture 69">
              <a:extLst>
                <a:ext uri="{FF2B5EF4-FFF2-40B4-BE49-F238E27FC236}">
                  <a16:creationId xmlns:a16="http://schemas.microsoft.com/office/drawing/2014/main" id="{90DF129D-025D-A55B-D7C8-F483ADE9F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100000" contrast="-70000"/>
            </a:blip>
            <a:stretch>
              <a:fillRect/>
            </a:stretch>
          </p:blipFill>
          <p:spPr>
            <a:xfrm>
              <a:off x="9444909" y="5306829"/>
              <a:ext cx="434953" cy="378706"/>
            </a:xfrm>
            <a:prstGeom prst="rect">
              <a:avLst/>
            </a:prstGeom>
          </p:spPr>
        </p:pic>
        <p:pic>
          <p:nvPicPr>
            <p:cNvPr id="174" name="Picture 70">
              <a:extLst>
                <a:ext uri="{FF2B5EF4-FFF2-40B4-BE49-F238E27FC236}">
                  <a16:creationId xmlns:a16="http://schemas.microsoft.com/office/drawing/2014/main" id="{232BCC86-DF1C-25D3-CB84-C97F75692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 contrast="-70000"/>
            </a:blip>
            <a:stretch>
              <a:fillRect/>
            </a:stretch>
          </p:blipFill>
          <p:spPr>
            <a:xfrm>
              <a:off x="9953330" y="3569966"/>
              <a:ext cx="407775" cy="284910"/>
            </a:xfrm>
            <a:prstGeom prst="rect">
              <a:avLst/>
            </a:prstGeom>
          </p:spPr>
        </p:pic>
        <p:sp>
          <p:nvSpPr>
            <p:cNvPr id="175" name="Rectangle 74">
              <a:extLst>
                <a:ext uri="{FF2B5EF4-FFF2-40B4-BE49-F238E27FC236}">
                  <a16:creationId xmlns:a16="http://schemas.microsoft.com/office/drawing/2014/main" id="{4794E750-C4FC-0EF1-1459-9EFD8BAED27D}"/>
                </a:ext>
              </a:extLst>
            </p:cNvPr>
            <p:cNvSpPr/>
            <p:nvPr/>
          </p:nvSpPr>
          <p:spPr>
            <a:xfrm>
              <a:off x="9502497" y="5745549"/>
              <a:ext cx="449404" cy="2527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s-ES" sz="1000" b="1" dirty="0">
                  <a:solidFill>
                    <a:srgbClr val="FFFFFF"/>
                  </a:solidFill>
                  <a:latin typeface="Santander Text" panose="020B0504020201020104"/>
                  <a:cs typeface="Segoe UI" panose="020B0502040204020203" pitchFamily="34" charset="0"/>
                </a:rPr>
                <a:t>Fiscal</a:t>
              </a:r>
              <a:endParaRPr lang="id-ID" sz="1000" b="1" dirty="0">
                <a:solidFill>
                  <a:srgbClr val="FFFFFF"/>
                </a:solidFill>
                <a:latin typeface="Santander Text" panose="020B0504020201020104"/>
              </a:endParaRPr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BC21A2AF-C366-0D5B-5E8D-7425F284032E}"/>
                </a:ext>
              </a:extLst>
            </p:cNvPr>
            <p:cNvGrpSpPr/>
            <p:nvPr/>
          </p:nvGrpSpPr>
          <p:grpSpPr>
            <a:xfrm>
              <a:off x="9916163" y="4293684"/>
              <a:ext cx="1015148" cy="887361"/>
              <a:chOff x="7265126" y="3869794"/>
              <a:chExt cx="1210650" cy="959879"/>
            </a:xfrm>
          </p:grpSpPr>
          <p:sp>
            <p:nvSpPr>
              <p:cNvPr id="192" name="Oval 59">
                <a:extLst>
                  <a:ext uri="{FF2B5EF4-FFF2-40B4-BE49-F238E27FC236}">
                    <a16:creationId xmlns:a16="http://schemas.microsoft.com/office/drawing/2014/main" id="{BB0A0995-6016-419F-C6B9-D79F79C5D9BF}"/>
                  </a:ext>
                </a:extLst>
              </p:cNvPr>
              <p:cNvSpPr/>
              <p:nvPr/>
            </p:nvSpPr>
            <p:spPr>
              <a:xfrm>
                <a:off x="7265126" y="3869794"/>
                <a:ext cx="1210650" cy="959879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63500" dir="660000" algn="ctr" rotWithShape="0">
                  <a:srgbClr val="000000">
                    <a:alpha val="24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s-ES_tradnl" sz="1000" dirty="0">
                  <a:solidFill>
                    <a:srgbClr val="FFFFFF"/>
                  </a:solidFill>
                  <a:latin typeface="Santander Text" panose="020B0504020201020104"/>
                </a:endParaRPr>
              </a:p>
            </p:txBody>
          </p:sp>
          <p:pic>
            <p:nvPicPr>
              <p:cNvPr id="193" name="Picture 68">
                <a:extLst>
                  <a:ext uri="{FF2B5EF4-FFF2-40B4-BE49-F238E27FC236}">
                    <a16:creationId xmlns:a16="http://schemas.microsoft.com/office/drawing/2014/main" id="{7875301F-2811-D110-6E9A-235620B22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lum bright="100000" contrast="-70000"/>
              </a:blip>
              <a:stretch>
                <a:fillRect/>
              </a:stretch>
            </p:blipFill>
            <p:spPr>
              <a:xfrm>
                <a:off x="7616276" y="4006254"/>
                <a:ext cx="414425" cy="337209"/>
              </a:xfrm>
              <a:prstGeom prst="rect">
                <a:avLst/>
              </a:prstGeom>
            </p:spPr>
          </p:pic>
          <p:sp>
            <p:nvSpPr>
              <p:cNvPr id="194" name="Rectangle 75">
                <a:extLst>
                  <a:ext uri="{FF2B5EF4-FFF2-40B4-BE49-F238E27FC236}">
                    <a16:creationId xmlns:a16="http://schemas.microsoft.com/office/drawing/2014/main" id="{B62B36F8-2E48-3183-F606-E77F6A7874F5}"/>
                  </a:ext>
                </a:extLst>
              </p:cNvPr>
              <p:cNvSpPr/>
              <p:nvPr/>
            </p:nvSpPr>
            <p:spPr>
              <a:xfrm>
                <a:off x="7519292" y="4401073"/>
                <a:ext cx="718470" cy="2527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s-ES" sz="1000" b="1" dirty="0">
                    <a:solidFill>
                      <a:srgbClr val="FFFFFF"/>
                    </a:solidFill>
                    <a:latin typeface="Santander Text" panose="020B0504020201020104"/>
                    <a:cs typeface="Segoe UI" panose="020B0502040204020203" pitchFamily="34" charset="0"/>
                  </a:rPr>
                  <a:t>Solvencia</a:t>
                </a:r>
                <a:endParaRPr lang="id-ID" sz="1000" b="1" dirty="0">
                  <a:solidFill>
                    <a:srgbClr val="FFFFFF"/>
                  </a:solidFill>
                  <a:latin typeface="Santander Text" panose="020B0504020201020104"/>
                </a:endParaRPr>
              </a:p>
            </p:txBody>
          </p:sp>
        </p:grpSp>
        <p:sp>
          <p:nvSpPr>
            <p:cNvPr id="177" name="Rectangle 76">
              <a:extLst>
                <a:ext uri="{FF2B5EF4-FFF2-40B4-BE49-F238E27FC236}">
                  <a16:creationId xmlns:a16="http://schemas.microsoft.com/office/drawing/2014/main" id="{82C84061-0F96-5312-CEA1-2AA887D900AF}"/>
                </a:ext>
              </a:extLst>
            </p:cNvPr>
            <p:cNvSpPr/>
            <p:nvPr/>
          </p:nvSpPr>
          <p:spPr>
            <a:xfrm>
              <a:off x="9764013" y="3839559"/>
              <a:ext cx="699749" cy="4106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s-ES_tradnl" sz="1000" b="1" dirty="0" err="1">
                  <a:solidFill>
                    <a:srgbClr val="FFFFFF"/>
                  </a:solidFill>
                  <a:latin typeface="Santander Text" panose="020B0504020201020104"/>
                  <a:cs typeface="Segoe UI" panose="020B0502040204020203" pitchFamily="34" charset="0"/>
                </a:rPr>
                <a:t>Reporting</a:t>
              </a:r>
              <a:endParaRPr lang="es-ES_tradnl" sz="1000" b="1" dirty="0">
                <a:solidFill>
                  <a:srgbClr val="FFFFFF"/>
                </a:solidFill>
                <a:latin typeface="Santander Text" panose="020B0504020201020104"/>
                <a:cs typeface="Segoe UI" panose="020B0502040204020203" pitchFamily="34" charset="0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s-ES_tradnl" sz="1000" b="1" dirty="0">
                  <a:solidFill>
                    <a:srgbClr val="FFFFFF"/>
                  </a:solidFill>
                  <a:latin typeface="Santander Text" panose="020B0504020201020104"/>
                  <a:cs typeface="Segoe UI" panose="020B0502040204020203" pitchFamily="34" charset="0"/>
                </a:rPr>
                <a:t>Financiero</a:t>
              </a:r>
              <a:endParaRPr lang="id-ID" sz="1000" b="1" dirty="0">
                <a:solidFill>
                  <a:srgbClr val="FFFFFF"/>
                </a:solidFill>
                <a:latin typeface="Santander Text" panose="020B0504020201020104"/>
              </a:endParaRPr>
            </a:p>
          </p:txBody>
        </p:sp>
        <p:sp>
          <p:nvSpPr>
            <p:cNvPr id="178" name="Rectangle 80">
              <a:extLst>
                <a:ext uri="{FF2B5EF4-FFF2-40B4-BE49-F238E27FC236}">
                  <a16:creationId xmlns:a16="http://schemas.microsoft.com/office/drawing/2014/main" id="{7A174EE2-603C-5D0F-12D6-C87674FD66BF}"/>
                </a:ext>
              </a:extLst>
            </p:cNvPr>
            <p:cNvSpPr/>
            <p:nvPr/>
          </p:nvSpPr>
          <p:spPr>
            <a:xfrm>
              <a:off x="8215661" y="5404991"/>
              <a:ext cx="592024" cy="2527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s-ES" sz="1000" b="1" dirty="0">
                  <a:solidFill>
                    <a:srgbClr val="FFFFFF"/>
                  </a:solidFill>
                  <a:latin typeface="Santander Text" panose="020B0504020201020104"/>
                  <a:cs typeface="Segoe UI" panose="020B0502040204020203" pitchFamily="34" charset="0"/>
                </a:rPr>
                <a:t>Liquidez</a:t>
              </a:r>
              <a:endParaRPr lang="id-ID" sz="1000" b="1" dirty="0">
                <a:solidFill>
                  <a:srgbClr val="FFFFFF"/>
                </a:solidFill>
                <a:latin typeface="Santander Text" panose="020B0504020201020104"/>
              </a:endParaRP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B90AB5C2-FCEE-4FA7-061E-7781C2104DA9}"/>
                </a:ext>
              </a:extLst>
            </p:cNvPr>
            <p:cNvGrpSpPr/>
            <p:nvPr/>
          </p:nvGrpSpPr>
          <p:grpSpPr>
            <a:xfrm>
              <a:off x="7427001" y="3746156"/>
              <a:ext cx="1354301" cy="1143190"/>
              <a:chOff x="9112831" y="3208448"/>
              <a:chExt cx="1494210" cy="1143190"/>
            </a:xfrm>
          </p:grpSpPr>
          <p:grpSp>
            <p:nvGrpSpPr>
              <p:cNvPr id="187" name="Group 5">
                <a:extLst>
                  <a:ext uri="{FF2B5EF4-FFF2-40B4-BE49-F238E27FC236}">
                    <a16:creationId xmlns:a16="http://schemas.microsoft.com/office/drawing/2014/main" id="{7B3E4372-5F99-3D33-B43C-A4CE0DB266F5}"/>
                  </a:ext>
                </a:extLst>
              </p:cNvPr>
              <p:cNvGrpSpPr/>
              <p:nvPr/>
            </p:nvGrpSpPr>
            <p:grpSpPr>
              <a:xfrm>
                <a:off x="9112831" y="3208448"/>
                <a:ext cx="1494210" cy="1143190"/>
                <a:chOff x="1672519" y="2986615"/>
                <a:chExt cx="1083310" cy="1055932"/>
              </a:xfrm>
            </p:grpSpPr>
            <p:sp>
              <p:nvSpPr>
                <p:cNvPr id="189" name="Rectangle 77">
                  <a:extLst>
                    <a:ext uri="{FF2B5EF4-FFF2-40B4-BE49-F238E27FC236}">
                      <a16:creationId xmlns:a16="http://schemas.microsoft.com/office/drawing/2014/main" id="{9491C6D9-35F1-316B-322A-73EE295BF31D}"/>
                    </a:ext>
                  </a:extLst>
                </p:cNvPr>
                <p:cNvSpPr/>
                <p:nvPr/>
              </p:nvSpPr>
              <p:spPr>
                <a:xfrm>
                  <a:off x="2072615" y="3308699"/>
                  <a:ext cx="536671" cy="2334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s-ES_tradnl" sz="1000" b="1" dirty="0">
                      <a:solidFill>
                        <a:srgbClr val="FFFFFF"/>
                      </a:solidFill>
                      <a:latin typeface="Santander Text" panose="020B0504020201020104"/>
                      <a:cs typeface="Segoe UI" panose="020B0502040204020203" pitchFamily="34" charset="0"/>
                    </a:rPr>
                    <a:t>Auxiliares</a:t>
                  </a:r>
                  <a:endParaRPr lang="id-ID" sz="1000" b="1" dirty="0">
                    <a:solidFill>
                      <a:srgbClr val="FFFFFF"/>
                    </a:solidFill>
                    <a:latin typeface="Santander Text" panose="020B0504020201020104"/>
                  </a:endParaRPr>
                </a:p>
              </p:txBody>
            </p:sp>
            <p:sp>
              <p:nvSpPr>
                <p:cNvPr id="190" name="Oval 78">
                  <a:extLst>
                    <a:ext uri="{FF2B5EF4-FFF2-40B4-BE49-F238E27FC236}">
                      <a16:creationId xmlns:a16="http://schemas.microsoft.com/office/drawing/2014/main" id="{FED7ABE6-CFFE-8154-8078-A07B2D827FBD}"/>
                    </a:ext>
                  </a:extLst>
                </p:cNvPr>
                <p:cNvSpPr/>
                <p:nvPr/>
              </p:nvSpPr>
              <p:spPr>
                <a:xfrm>
                  <a:off x="1672519" y="2986615"/>
                  <a:ext cx="1083310" cy="1055932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outerShdw blurRad="50800" dist="63500" dir="660000" algn="ctr" rotWithShape="0">
                    <a:srgbClr val="000000">
                      <a:alpha val="24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s-ES_tradnl" sz="1000" dirty="0">
                    <a:solidFill>
                      <a:srgbClr val="FFFFFF"/>
                    </a:solidFill>
                    <a:latin typeface="Santander Text" panose="020B0504020201020104"/>
                  </a:endParaRPr>
                </a:p>
              </p:txBody>
            </p:sp>
            <p:sp>
              <p:nvSpPr>
                <p:cNvPr id="191" name="Rectangle 79">
                  <a:extLst>
                    <a:ext uri="{FF2B5EF4-FFF2-40B4-BE49-F238E27FC236}">
                      <a16:creationId xmlns:a16="http://schemas.microsoft.com/office/drawing/2014/main" id="{29BF52F1-EBFE-1ECD-33C8-99B2FB96AF7A}"/>
                    </a:ext>
                  </a:extLst>
                </p:cNvPr>
                <p:cNvSpPr/>
                <p:nvPr/>
              </p:nvSpPr>
              <p:spPr>
                <a:xfrm>
                  <a:off x="1751261" y="3502348"/>
                  <a:ext cx="899243" cy="4843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s-ES_tradnl" sz="1200" b="1" dirty="0">
                      <a:solidFill>
                        <a:srgbClr val="FFFFFF"/>
                      </a:solidFill>
                      <a:latin typeface="Santander Text" panose="020B0504020201020104"/>
                      <a:cs typeface="Segoe UI" panose="020B0502040204020203" pitchFamily="34" charset="0"/>
                    </a:rPr>
                    <a:t>Green </a:t>
                  </a:r>
                  <a:r>
                    <a:rPr lang="es-ES_tradnl" sz="1200" b="1" dirty="0" err="1">
                      <a:solidFill>
                        <a:srgbClr val="FFFFFF"/>
                      </a:solidFill>
                      <a:latin typeface="Santander Text" panose="020B0504020201020104"/>
                      <a:cs typeface="Segoe UI" panose="020B0502040204020203" pitchFamily="34" charset="0"/>
                    </a:rPr>
                    <a:t>Dashboard</a:t>
                  </a:r>
                  <a:endParaRPr lang="id-ID" sz="1200" b="1" dirty="0">
                    <a:solidFill>
                      <a:srgbClr val="FFFFFF"/>
                    </a:solidFill>
                    <a:latin typeface="Santander Text" panose="020B0504020201020104"/>
                  </a:endParaRPr>
                </a:p>
              </p:txBody>
            </p:sp>
          </p:grpSp>
          <p:sp>
            <p:nvSpPr>
              <p:cNvPr id="188" name="Freeform 5">
                <a:extLst>
                  <a:ext uri="{FF2B5EF4-FFF2-40B4-BE49-F238E27FC236}">
                    <a16:creationId xmlns:a16="http://schemas.microsoft.com/office/drawing/2014/main" id="{7253051A-0054-9F3A-EB24-36B5C51AC5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621851" y="3284891"/>
                <a:ext cx="408897" cy="512777"/>
              </a:xfrm>
              <a:custGeom>
                <a:avLst/>
                <a:gdLst>
                  <a:gd name="T0" fmla="*/ 397 w 519"/>
                  <a:gd name="T1" fmla="*/ 854 h 854"/>
                  <a:gd name="T2" fmla="*/ 82 w 519"/>
                  <a:gd name="T3" fmla="*/ 692 h 854"/>
                  <a:gd name="T4" fmla="*/ 463 w 519"/>
                  <a:gd name="T5" fmla="*/ 658 h 854"/>
                  <a:gd name="T6" fmla="*/ 63 w 519"/>
                  <a:gd name="T7" fmla="*/ 668 h 854"/>
                  <a:gd name="T8" fmla="*/ 463 w 519"/>
                  <a:gd name="T9" fmla="*/ 678 h 854"/>
                  <a:gd name="T10" fmla="*/ 463 w 519"/>
                  <a:gd name="T11" fmla="*/ 658 h 854"/>
                  <a:gd name="T12" fmla="*/ 278 w 519"/>
                  <a:gd name="T13" fmla="*/ 634 h 854"/>
                  <a:gd name="T14" fmla="*/ 268 w 519"/>
                  <a:gd name="T15" fmla="*/ 502 h 854"/>
                  <a:gd name="T16" fmla="*/ 258 w 519"/>
                  <a:gd name="T17" fmla="*/ 634 h 854"/>
                  <a:gd name="T18" fmla="*/ 135 w 519"/>
                  <a:gd name="T19" fmla="*/ 312 h 854"/>
                  <a:gd name="T20" fmla="*/ 23 w 519"/>
                  <a:gd name="T21" fmla="*/ 312 h 854"/>
                  <a:gd name="T22" fmla="*/ 135 w 519"/>
                  <a:gd name="T23" fmla="*/ 312 h 854"/>
                  <a:gd name="T24" fmla="*/ 266 w 519"/>
                  <a:gd name="T25" fmla="*/ 456 h 854"/>
                  <a:gd name="T26" fmla="*/ 154 w 519"/>
                  <a:gd name="T27" fmla="*/ 456 h 854"/>
                  <a:gd name="T28" fmla="*/ 113 w 519"/>
                  <a:gd name="T29" fmla="*/ 180 h 854"/>
                  <a:gd name="T30" fmla="*/ 113 w 519"/>
                  <a:gd name="T31" fmla="*/ 68 h 854"/>
                  <a:gd name="T32" fmla="*/ 113 w 519"/>
                  <a:gd name="T33" fmla="*/ 180 h 854"/>
                  <a:gd name="T34" fmla="*/ 407 w 519"/>
                  <a:gd name="T35" fmla="*/ 192 h 854"/>
                  <a:gd name="T36" fmla="*/ 519 w 519"/>
                  <a:gd name="T37" fmla="*/ 192 h 854"/>
                  <a:gd name="T38" fmla="*/ 324 w 519"/>
                  <a:gd name="T39" fmla="*/ 256 h 854"/>
                  <a:gd name="T40" fmla="*/ 212 w 519"/>
                  <a:gd name="T41" fmla="*/ 256 h 854"/>
                  <a:gd name="T42" fmla="*/ 324 w 519"/>
                  <a:gd name="T43" fmla="*/ 256 h 854"/>
                  <a:gd name="T44" fmla="*/ 361 w 519"/>
                  <a:gd name="T45" fmla="*/ 410 h 854"/>
                  <a:gd name="T46" fmla="*/ 473 w 519"/>
                  <a:gd name="T47" fmla="*/ 410 h 854"/>
                  <a:gd name="T48" fmla="*/ 303 w 519"/>
                  <a:gd name="T49" fmla="*/ 112 h 854"/>
                  <a:gd name="T50" fmla="*/ 303 w 519"/>
                  <a:gd name="T51" fmla="*/ 0 h 854"/>
                  <a:gd name="T52" fmla="*/ 303 w 519"/>
                  <a:gd name="T53" fmla="*/ 112 h 854"/>
                  <a:gd name="T54" fmla="*/ 23 w 519"/>
                  <a:gd name="T55" fmla="*/ 177 h 854"/>
                  <a:gd name="T56" fmla="*/ 23 w 519"/>
                  <a:gd name="T57" fmla="*/ 223 h 854"/>
                  <a:gd name="T58" fmla="*/ 69 w 519"/>
                  <a:gd name="T59" fmla="*/ 424 h 854"/>
                  <a:gd name="T60" fmla="*/ 109 w 519"/>
                  <a:gd name="T61" fmla="*/ 424 h 854"/>
                  <a:gd name="T62" fmla="*/ 69 w 519"/>
                  <a:gd name="T63" fmla="*/ 424 h 854"/>
                  <a:gd name="T64" fmla="*/ 461 w 519"/>
                  <a:gd name="T65" fmla="*/ 79 h 854"/>
                  <a:gd name="T66" fmla="*/ 394 w 519"/>
                  <a:gd name="T67" fmla="*/ 79 h 854"/>
                  <a:gd name="T68" fmla="*/ 324 w 519"/>
                  <a:gd name="T69" fmla="*/ 156 h 854"/>
                  <a:gd name="T70" fmla="*/ 370 w 519"/>
                  <a:gd name="T71" fmla="*/ 156 h 854"/>
                  <a:gd name="T72" fmla="*/ 324 w 519"/>
                  <a:gd name="T73" fmla="*/ 156 h 854"/>
                  <a:gd name="T74" fmla="*/ 347 w 519"/>
                  <a:gd name="T75" fmla="*/ 479 h 854"/>
                  <a:gd name="T76" fmla="*/ 301 w 519"/>
                  <a:gd name="T77" fmla="*/ 479 h 854"/>
                  <a:gd name="T78" fmla="*/ 159 w 519"/>
                  <a:gd name="T79" fmla="*/ 200 h 854"/>
                  <a:gd name="T80" fmla="*/ 159 w 519"/>
                  <a:gd name="T81" fmla="*/ 267 h 854"/>
                  <a:gd name="T82" fmla="*/ 159 w 519"/>
                  <a:gd name="T83" fmla="*/ 200 h 854"/>
                  <a:gd name="T84" fmla="*/ 301 w 519"/>
                  <a:gd name="T85" fmla="*/ 333 h 854"/>
                  <a:gd name="T86" fmla="*/ 301 w 519"/>
                  <a:gd name="T87" fmla="*/ 400 h 854"/>
                  <a:gd name="T88" fmla="*/ 169 w 519"/>
                  <a:gd name="T89" fmla="*/ 349 h 854"/>
                  <a:gd name="T90" fmla="*/ 201 w 519"/>
                  <a:gd name="T91" fmla="*/ 349 h 854"/>
                  <a:gd name="T92" fmla="*/ 169 w 519"/>
                  <a:gd name="T93" fmla="*/ 349 h 854"/>
                  <a:gd name="T94" fmla="*/ 441 w 519"/>
                  <a:gd name="T95" fmla="*/ 301 h 854"/>
                  <a:gd name="T96" fmla="*/ 481 w 519"/>
                  <a:gd name="T97" fmla="*/ 301 h 854"/>
                  <a:gd name="T98" fmla="*/ 354 w 519"/>
                  <a:gd name="T99" fmla="*/ 281 h 854"/>
                  <a:gd name="T100" fmla="*/ 386 w 519"/>
                  <a:gd name="T101" fmla="*/ 281 h 854"/>
                  <a:gd name="T102" fmla="*/ 354 w 519"/>
                  <a:gd name="T103" fmla="*/ 281 h 854"/>
                  <a:gd name="T104" fmla="*/ 242 w 519"/>
                  <a:gd name="T105" fmla="*/ 156 h 854"/>
                  <a:gd name="T106" fmla="*/ 210 w 519"/>
                  <a:gd name="T107" fmla="*/ 156 h 854"/>
                  <a:gd name="T108" fmla="*/ 196 w 519"/>
                  <a:gd name="T109" fmla="*/ 72 h 854"/>
                  <a:gd name="T110" fmla="*/ 196 w 519"/>
                  <a:gd name="T111" fmla="*/ 40 h 854"/>
                  <a:gd name="T112" fmla="*/ 196 w 519"/>
                  <a:gd name="T113" fmla="*/ 72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19" h="854">
                    <a:moveTo>
                      <a:pt x="139" y="854"/>
                    </a:moveTo>
                    <a:cubicBezTo>
                      <a:pt x="397" y="854"/>
                      <a:pt x="397" y="854"/>
                      <a:pt x="397" y="854"/>
                    </a:cubicBezTo>
                    <a:cubicBezTo>
                      <a:pt x="454" y="692"/>
                      <a:pt x="454" y="692"/>
                      <a:pt x="454" y="692"/>
                    </a:cubicBezTo>
                    <a:cubicBezTo>
                      <a:pt x="82" y="692"/>
                      <a:pt x="82" y="692"/>
                      <a:pt x="82" y="692"/>
                    </a:cubicBezTo>
                    <a:lnTo>
                      <a:pt x="139" y="854"/>
                    </a:lnTo>
                    <a:close/>
                    <a:moveTo>
                      <a:pt x="463" y="658"/>
                    </a:moveTo>
                    <a:cubicBezTo>
                      <a:pt x="73" y="658"/>
                      <a:pt x="73" y="658"/>
                      <a:pt x="73" y="658"/>
                    </a:cubicBezTo>
                    <a:cubicBezTo>
                      <a:pt x="67" y="658"/>
                      <a:pt x="63" y="662"/>
                      <a:pt x="63" y="668"/>
                    </a:cubicBezTo>
                    <a:cubicBezTo>
                      <a:pt x="63" y="673"/>
                      <a:pt x="67" y="678"/>
                      <a:pt x="73" y="678"/>
                    </a:cubicBezTo>
                    <a:cubicBezTo>
                      <a:pt x="463" y="678"/>
                      <a:pt x="463" y="678"/>
                      <a:pt x="463" y="678"/>
                    </a:cubicBezTo>
                    <a:cubicBezTo>
                      <a:pt x="469" y="678"/>
                      <a:pt x="473" y="673"/>
                      <a:pt x="473" y="668"/>
                    </a:cubicBezTo>
                    <a:cubicBezTo>
                      <a:pt x="473" y="662"/>
                      <a:pt x="469" y="658"/>
                      <a:pt x="463" y="658"/>
                    </a:cubicBezTo>
                    <a:close/>
                    <a:moveTo>
                      <a:pt x="268" y="644"/>
                    </a:moveTo>
                    <a:cubicBezTo>
                      <a:pt x="274" y="644"/>
                      <a:pt x="278" y="640"/>
                      <a:pt x="278" y="634"/>
                    </a:cubicBezTo>
                    <a:cubicBezTo>
                      <a:pt x="278" y="512"/>
                      <a:pt x="278" y="512"/>
                      <a:pt x="278" y="512"/>
                    </a:cubicBezTo>
                    <a:cubicBezTo>
                      <a:pt x="278" y="506"/>
                      <a:pt x="274" y="502"/>
                      <a:pt x="268" y="502"/>
                    </a:cubicBezTo>
                    <a:cubicBezTo>
                      <a:pt x="262" y="502"/>
                      <a:pt x="258" y="506"/>
                      <a:pt x="258" y="512"/>
                    </a:cubicBezTo>
                    <a:cubicBezTo>
                      <a:pt x="258" y="634"/>
                      <a:pt x="258" y="634"/>
                      <a:pt x="258" y="634"/>
                    </a:cubicBezTo>
                    <a:cubicBezTo>
                      <a:pt x="258" y="640"/>
                      <a:pt x="262" y="644"/>
                      <a:pt x="268" y="644"/>
                    </a:cubicBezTo>
                    <a:close/>
                    <a:moveTo>
                      <a:pt x="135" y="312"/>
                    </a:moveTo>
                    <a:cubicBezTo>
                      <a:pt x="135" y="281"/>
                      <a:pt x="110" y="256"/>
                      <a:pt x="79" y="256"/>
                    </a:cubicBezTo>
                    <a:cubicBezTo>
                      <a:pt x="48" y="256"/>
                      <a:pt x="23" y="281"/>
                      <a:pt x="23" y="312"/>
                    </a:cubicBezTo>
                    <a:cubicBezTo>
                      <a:pt x="23" y="343"/>
                      <a:pt x="48" y="368"/>
                      <a:pt x="79" y="368"/>
                    </a:cubicBezTo>
                    <a:cubicBezTo>
                      <a:pt x="110" y="368"/>
                      <a:pt x="135" y="343"/>
                      <a:pt x="135" y="312"/>
                    </a:cubicBezTo>
                    <a:close/>
                    <a:moveTo>
                      <a:pt x="210" y="512"/>
                    </a:moveTo>
                    <a:cubicBezTo>
                      <a:pt x="241" y="512"/>
                      <a:pt x="266" y="487"/>
                      <a:pt x="266" y="456"/>
                    </a:cubicBezTo>
                    <a:cubicBezTo>
                      <a:pt x="266" y="425"/>
                      <a:pt x="241" y="400"/>
                      <a:pt x="210" y="400"/>
                    </a:cubicBezTo>
                    <a:cubicBezTo>
                      <a:pt x="179" y="400"/>
                      <a:pt x="154" y="425"/>
                      <a:pt x="154" y="456"/>
                    </a:cubicBezTo>
                    <a:cubicBezTo>
                      <a:pt x="154" y="487"/>
                      <a:pt x="179" y="512"/>
                      <a:pt x="210" y="512"/>
                    </a:cubicBezTo>
                    <a:close/>
                    <a:moveTo>
                      <a:pt x="113" y="180"/>
                    </a:moveTo>
                    <a:cubicBezTo>
                      <a:pt x="144" y="180"/>
                      <a:pt x="169" y="155"/>
                      <a:pt x="169" y="124"/>
                    </a:cubicBezTo>
                    <a:cubicBezTo>
                      <a:pt x="169" y="93"/>
                      <a:pt x="144" y="68"/>
                      <a:pt x="113" y="68"/>
                    </a:cubicBezTo>
                    <a:cubicBezTo>
                      <a:pt x="82" y="68"/>
                      <a:pt x="57" y="93"/>
                      <a:pt x="57" y="124"/>
                    </a:cubicBezTo>
                    <a:cubicBezTo>
                      <a:pt x="57" y="155"/>
                      <a:pt x="82" y="180"/>
                      <a:pt x="113" y="180"/>
                    </a:cubicBezTo>
                    <a:close/>
                    <a:moveTo>
                      <a:pt x="463" y="136"/>
                    </a:moveTo>
                    <a:cubicBezTo>
                      <a:pt x="432" y="136"/>
                      <a:pt x="407" y="161"/>
                      <a:pt x="407" y="192"/>
                    </a:cubicBezTo>
                    <a:cubicBezTo>
                      <a:pt x="407" y="223"/>
                      <a:pt x="432" y="248"/>
                      <a:pt x="463" y="248"/>
                    </a:cubicBezTo>
                    <a:cubicBezTo>
                      <a:pt x="494" y="248"/>
                      <a:pt x="519" y="223"/>
                      <a:pt x="519" y="192"/>
                    </a:cubicBezTo>
                    <a:cubicBezTo>
                      <a:pt x="519" y="161"/>
                      <a:pt x="494" y="136"/>
                      <a:pt x="463" y="136"/>
                    </a:cubicBezTo>
                    <a:close/>
                    <a:moveTo>
                      <a:pt x="324" y="256"/>
                    </a:moveTo>
                    <a:cubicBezTo>
                      <a:pt x="324" y="225"/>
                      <a:pt x="299" y="200"/>
                      <a:pt x="268" y="200"/>
                    </a:cubicBezTo>
                    <a:cubicBezTo>
                      <a:pt x="237" y="200"/>
                      <a:pt x="212" y="225"/>
                      <a:pt x="212" y="256"/>
                    </a:cubicBezTo>
                    <a:cubicBezTo>
                      <a:pt x="212" y="287"/>
                      <a:pt x="237" y="312"/>
                      <a:pt x="268" y="312"/>
                    </a:cubicBezTo>
                    <a:cubicBezTo>
                      <a:pt x="299" y="312"/>
                      <a:pt x="324" y="287"/>
                      <a:pt x="324" y="256"/>
                    </a:cubicBezTo>
                    <a:close/>
                    <a:moveTo>
                      <a:pt x="417" y="354"/>
                    </a:moveTo>
                    <a:cubicBezTo>
                      <a:pt x="386" y="354"/>
                      <a:pt x="361" y="379"/>
                      <a:pt x="361" y="410"/>
                    </a:cubicBezTo>
                    <a:cubicBezTo>
                      <a:pt x="361" y="441"/>
                      <a:pt x="386" y="466"/>
                      <a:pt x="417" y="466"/>
                    </a:cubicBezTo>
                    <a:cubicBezTo>
                      <a:pt x="448" y="466"/>
                      <a:pt x="473" y="441"/>
                      <a:pt x="473" y="410"/>
                    </a:cubicBezTo>
                    <a:cubicBezTo>
                      <a:pt x="473" y="379"/>
                      <a:pt x="448" y="354"/>
                      <a:pt x="417" y="354"/>
                    </a:cubicBezTo>
                    <a:close/>
                    <a:moveTo>
                      <a:pt x="303" y="112"/>
                    </a:moveTo>
                    <a:cubicBezTo>
                      <a:pt x="334" y="112"/>
                      <a:pt x="359" y="87"/>
                      <a:pt x="359" y="56"/>
                    </a:cubicBezTo>
                    <a:cubicBezTo>
                      <a:pt x="359" y="25"/>
                      <a:pt x="334" y="0"/>
                      <a:pt x="303" y="0"/>
                    </a:cubicBezTo>
                    <a:cubicBezTo>
                      <a:pt x="272" y="0"/>
                      <a:pt x="247" y="25"/>
                      <a:pt x="247" y="56"/>
                    </a:cubicBezTo>
                    <a:cubicBezTo>
                      <a:pt x="247" y="87"/>
                      <a:pt x="272" y="112"/>
                      <a:pt x="303" y="112"/>
                    </a:cubicBezTo>
                    <a:close/>
                    <a:moveTo>
                      <a:pt x="46" y="200"/>
                    </a:moveTo>
                    <a:cubicBezTo>
                      <a:pt x="46" y="187"/>
                      <a:pt x="36" y="177"/>
                      <a:pt x="23" y="177"/>
                    </a:cubicBezTo>
                    <a:cubicBezTo>
                      <a:pt x="10" y="177"/>
                      <a:pt x="0" y="187"/>
                      <a:pt x="0" y="200"/>
                    </a:cubicBezTo>
                    <a:cubicBezTo>
                      <a:pt x="0" y="213"/>
                      <a:pt x="10" y="223"/>
                      <a:pt x="23" y="223"/>
                    </a:cubicBezTo>
                    <a:cubicBezTo>
                      <a:pt x="36" y="223"/>
                      <a:pt x="46" y="213"/>
                      <a:pt x="46" y="200"/>
                    </a:cubicBezTo>
                    <a:close/>
                    <a:moveTo>
                      <a:pt x="69" y="424"/>
                    </a:moveTo>
                    <a:cubicBezTo>
                      <a:pt x="69" y="435"/>
                      <a:pt x="78" y="443"/>
                      <a:pt x="89" y="443"/>
                    </a:cubicBezTo>
                    <a:cubicBezTo>
                      <a:pt x="100" y="443"/>
                      <a:pt x="109" y="435"/>
                      <a:pt x="109" y="424"/>
                    </a:cubicBezTo>
                    <a:cubicBezTo>
                      <a:pt x="109" y="413"/>
                      <a:pt x="100" y="404"/>
                      <a:pt x="89" y="404"/>
                    </a:cubicBezTo>
                    <a:cubicBezTo>
                      <a:pt x="78" y="404"/>
                      <a:pt x="69" y="413"/>
                      <a:pt x="69" y="424"/>
                    </a:cubicBezTo>
                    <a:close/>
                    <a:moveTo>
                      <a:pt x="428" y="112"/>
                    </a:moveTo>
                    <a:cubicBezTo>
                      <a:pt x="446" y="112"/>
                      <a:pt x="461" y="97"/>
                      <a:pt x="461" y="79"/>
                    </a:cubicBezTo>
                    <a:cubicBezTo>
                      <a:pt x="461" y="60"/>
                      <a:pt x="446" y="45"/>
                      <a:pt x="428" y="45"/>
                    </a:cubicBezTo>
                    <a:cubicBezTo>
                      <a:pt x="409" y="45"/>
                      <a:pt x="394" y="60"/>
                      <a:pt x="394" y="79"/>
                    </a:cubicBezTo>
                    <a:cubicBezTo>
                      <a:pt x="394" y="97"/>
                      <a:pt x="409" y="112"/>
                      <a:pt x="428" y="112"/>
                    </a:cubicBezTo>
                    <a:close/>
                    <a:moveTo>
                      <a:pt x="324" y="156"/>
                    </a:moveTo>
                    <a:cubicBezTo>
                      <a:pt x="324" y="169"/>
                      <a:pt x="334" y="179"/>
                      <a:pt x="347" y="179"/>
                    </a:cubicBezTo>
                    <a:cubicBezTo>
                      <a:pt x="360" y="179"/>
                      <a:pt x="370" y="169"/>
                      <a:pt x="370" y="156"/>
                    </a:cubicBezTo>
                    <a:cubicBezTo>
                      <a:pt x="370" y="143"/>
                      <a:pt x="360" y="133"/>
                      <a:pt x="347" y="133"/>
                    </a:cubicBezTo>
                    <a:cubicBezTo>
                      <a:pt x="334" y="133"/>
                      <a:pt x="324" y="143"/>
                      <a:pt x="324" y="156"/>
                    </a:cubicBezTo>
                    <a:close/>
                    <a:moveTo>
                      <a:pt x="324" y="502"/>
                    </a:moveTo>
                    <a:cubicBezTo>
                      <a:pt x="337" y="502"/>
                      <a:pt x="347" y="492"/>
                      <a:pt x="347" y="479"/>
                    </a:cubicBezTo>
                    <a:cubicBezTo>
                      <a:pt x="347" y="466"/>
                      <a:pt x="337" y="456"/>
                      <a:pt x="324" y="456"/>
                    </a:cubicBezTo>
                    <a:cubicBezTo>
                      <a:pt x="311" y="456"/>
                      <a:pt x="301" y="466"/>
                      <a:pt x="301" y="479"/>
                    </a:cubicBezTo>
                    <a:cubicBezTo>
                      <a:pt x="301" y="492"/>
                      <a:pt x="311" y="502"/>
                      <a:pt x="324" y="502"/>
                    </a:cubicBezTo>
                    <a:close/>
                    <a:moveTo>
                      <a:pt x="159" y="200"/>
                    </a:moveTo>
                    <a:cubicBezTo>
                      <a:pt x="140" y="200"/>
                      <a:pt x="125" y="215"/>
                      <a:pt x="125" y="234"/>
                    </a:cubicBezTo>
                    <a:cubicBezTo>
                      <a:pt x="125" y="252"/>
                      <a:pt x="140" y="267"/>
                      <a:pt x="159" y="267"/>
                    </a:cubicBezTo>
                    <a:cubicBezTo>
                      <a:pt x="177" y="267"/>
                      <a:pt x="192" y="252"/>
                      <a:pt x="192" y="234"/>
                    </a:cubicBezTo>
                    <a:cubicBezTo>
                      <a:pt x="192" y="215"/>
                      <a:pt x="177" y="200"/>
                      <a:pt x="159" y="200"/>
                    </a:cubicBezTo>
                    <a:close/>
                    <a:moveTo>
                      <a:pt x="335" y="367"/>
                    </a:moveTo>
                    <a:cubicBezTo>
                      <a:pt x="335" y="348"/>
                      <a:pt x="320" y="333"/>
                      <a:pt x="301" y="333"/>
                    </a:cubicBezTo>
                    <a:cubicBezTo>
                      <a:pt x="282" y="333"/>
                      <a:pt x="268" y="348"/>
                      <a:pt x="268" y="367"/>
                    </a:cubicBezTo>
                    <a:cubicBezTo>
                      <a:pt x="268" y="385"/>
                      <a:pt x="282" y="400"/>
                      <a:pt x="301" y="400"/>
                    </a:cubicBezTo>
                    <a:cubicBezTo>
                      <a:pt x="320" y="400"/>
                      <a:pt x="335" y="385"/>
                      <a:pt x="335" y="367"/>
                    </a:cubicBezTo>
                    <a:close/>
                    <a:moveTo>
                      <a:pt x="169" y="349"/>
                    </a:moveTo>
                    <a:cubicBezTo>
                      <a:pt x="169" y="358"/>
                      <a:pt x="176" y="365"/>
                      <a:pt x="185" y="365"/>
                    </a:cubicBezTo>
                    <a:cubicBezTo>
                      <a:pt x="194" y="365"/>
                      <a:pt x="201" y="358"/>
                      <a:pt x="201" y="349"/>
                    </a:cubicBezTo>
                    <a:cubicBezTo>
                      <a:pt x="201" y="340"/>
                      <a:pt x="194" y="333"/>
                      <a:pt x="185" y="333"/>
                    </a:cubicBezTo>
                    <a:cubicBezTo>
                      <a:pt x="176" y="333"/>
                      <a:pt x="169" y="340"/>
                      <a:pt x="169" y="349"/>
                    </a:cubicBezTo>
                    <a:close/>
                    <a:moveTo>
                      <a:pt x="461" y="281"/>
                    </a:moveTo>
                    <a:cubicBezTo>
                      <a:pt x="450" y="281"/>
                      <a:pt x="441" y="290"/>
                      <a:pt x="441" y="301"/>
                    </a:cubicBezTo>
                    <a:cubicBezTo>
                      <a:pt x="441" y="312"/>
                      <a:pt x="450" y="321"/>
                      <a:pt x="461" y="321"/>
                    </a:cubicBezTo>
                    <a:cubicBezTo>
                      <a:pt x="472" y="321"/>
                      <a:pt x="481" y="312"/>
                      <a:pt x="481" y="301"/>
                    </a:cubicBezTo>
                    <a:cubicBezTo>
                      <a:pt x="481" y="290"/>
                      <a:pt x="472" y="281"/>
                      <a:pt x="461" y="281"/>
                    </a:cubicBezTo>
                    <a:close/>
                    <a:moveTo>
                      <a:pt x="354" y="281"/>
                    </a:moveTo>
                    <a:cubicBezTo>
                      <a:pt x="354" y="290"/>
                      <a:pt x="361" y="297"/>
                      <a:pt x="370" y="297"/>
                    </a:cubicBezTo>
                    <a:cubicBezTo>
                      <a:pt x="379" y="297"/>
                      <a:pt x="386" y="290"/>
                      <a:pt x="386" y="281"/>
                    </a:cubicBezTo>
                    <a:cubicBezTo>
                      <a:pt x="386" y="273"/>
                      <a:pt x="379" y="265"/>
                      <a:pt x="370" y="265"/>
                    </a:cubicBezTo>
                    <a:cubicBezTo>
                      <a:pt x="361" y="265"/>
                      <a:pt x="354" y="273"/>
                      <a:pt x="354" y="281"/>
                    </a:cubicBezTo>
                    <a:close/>
                    <a:moveTo>
                      <a:pt x="226" y="172"/>
                    </a:moveTo>
                    <a:cubicBezTo>
                      <a:pt x="235" y="172"/>
                      <a:pt x="242" y="165"/>
                      <a:pt x="242" y="156"/>
                    </a:cubicBezTo>
                    <a:cubicBezTo>
                      <a:pt x="242" y="147"/>
                      <a:pt x="235" y="140"/>
                      <a:pt x="226" y="140"/>
                    </a:cubicBezTo>
                    <a:cubicBezTo>
                      <a:pt x="217" y="140"/>
                      <a:pt x="210" y="147"/>
                      <a:pt x="210" y="156"/>
                    </a:cubicBezTo>
                    <a:cubicBezTo>
                      <a:pt x="210" y="165"/>
                      <a:pt x="217" y="172"/>
                      <a:pt x="226" y="172"/>
                    </a:cubicBezTo>
                    <a:close/>
                    <a:moveTo>
                      <a:pt x="196" y="72"/>
                    </a:moveTo>
                    <a:cubicBezTo>
                      <a:pt x="205" y="72"/>
                      <a:pt x="212" y="65"/>
                      <a:pt x="212" y="56"/>
                    </a:cubicBezTo>
                    <a:cubicBezTo>
                      <a:pt x="212" y="47"/>
                      <a:pt x="205" y="40"/>
                      <a:pt x="196" y="40"/>
                    </a:cubicBezTo>
                    <a:cubicBezTo>
                      <a:pt x="187" y="40"/>
                      <a:pt x="180" y="47"/>
                      <a:pt x="180" y="56"/>
                    </a:cubicBezTo>
                    <a:cubicBezTo>
                      <a:pt x="180" y="65"/>
                      <a:pt x="187" y="72"/>
                      <a:pt x="196" y="7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C485824A-C7BD-BEA2-A879-40833EB0237E}"/>
                </a:ext>
              </a:extLst>
            </p:cNvPr>
            <p:cNvGrpSpPr/>
            <p:nvPr/>
          </p:nvGrpSpPr>
          <p:grpSpPr>
            <a:xfrm>
              <a:off x="8639366" y="3305795"/>
              <a:ext cx="1019140" cy="891513"/>
              <a:chOff x="8314673" y="2536473"/>
              <a:chExt cx="1124425" cy="891513"/>
            </a:xfrm>
          </p:grpSpPr>
          <p:sp>
            <p:nvSpPr>
              <p:cNvPr id="185" name="Oval 63">
                <a:extLst>
                  <a:ext uri="{FF2B5EF4-FFF2-40B4-BE49-F238E27FC236}">
                    <a16:creationId xmlns:a16="http://schemas.microsoft.com/office/drawing/2014/main" id="{4F254754-5104-D8C7-0D3C-E3DE9884E070}"/>
                  </a:ext>
                </a:extLst>
              </p:cNvPr>
              <p:cNvSpPr/>
              <p:nvPr/>
            </p:nvSpPr>
            <p:spPr>
              <a:xfrm>
                <a:off x="8314673" y="2536473"/>
                <a:ext cx="1124425" cy="89151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63500" dir="660000" algn="ctr" rotWithShape="0">
                  <a:srgbClr val="000000">
                    <a:alpha val="24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s-ES_tradnl" sz="1000" dirty="0">
                  <a:solidFill>
                    <a:srgbClr val="FFFFFF"/>
                  </a:solidFill>
                  <a:latin typeface="Santander Text" panose="020B0504020201020104"/>
                </a:endParaRPr>
              </a:p>
            </p:txBody>
          </p:sp>
          <p:sp>
            <p:nvSpPr>
              <p:cNvPr id="186" name="Rectangle 80">
                <a:extLst>
                  <a:ext uri="{FF2B5EF4-FFF2-40B4-BE49-F238E27FC236}">
                    <a16:creationId xmlns:a16="http://schemas.microsoft.com/office/drawing/2014/main" id="{88AA6364-5BEC-82B0-1822-85E3D2846BAC}"/>
                  </a:ext>
                </a:extLst>
              </p:cNvPr>
              <p:cNvSpPr/>
              <p:nvPr/>
            </p:nvSpPr>
            <p:spPr>
              <a:xfrm>
                <a:off x="8635410" y="2965287"/>
                <a:ext cx="519694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s-ES" sz="1000" b="1" dirty="0">
                    <a:solidFill>
                      <a:srgbClr val="FFFFFF"/>
                    </a:solidFill>
                    <a:latin typeface="Santander Text" panose="020B0504020201020104"/>
                    <a:cs typeface="Segoe UI" panose="020B0502040204020203" pitchFamily="34" charset="0"/>
                  </a:rPr>
                  <a:t>Pilar 3</a:t>
                </a:r>
                <a:endParaRPr lang="id-ID" sz="1000" b="1" dirty="0">
                  <a:solidFill>
                    <a:srgbClr val="FFFFFF"/>
                  </a:solidFill>
                  <a:latin typeface="Santander Text" panose="020B0504020201020104"/>
                </a:endParaRP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BA1BAFB-23C1-90F8-486A-B1E11CC00ADA}"/>
                </a:ext>
              </a:extLst>
            </p:cNvPr>
            <p:cNvGrpSpPr/>
            <p:nvPr/>
          </p:nvGrpSpPr>
          <p:grpSpPr>
            <a:xfrm>
              <a:off x="8599339" y="3970784"/>
              <a:ext cx="1427195" cy="1276031"/>
              <a:chOff x="8311829" y="4012634"/>
              <a:chExt cx="1574635" cy="1276031"/>
            </a:xfrm>
          </p:grpSpPr>
          <p:sp>
            <p:nvSpPr>
              <p:cNvPr id="182" name="Oval 64">
                <a:extLst>
                  <a:ext uri="{FF2B5EF4-FFF2-40B4-BE49-F238E27FC236}">
                    <a16:creationId xmlns:a16="http://schemas.microsoft.com/office/drawing/2014/main" id="{3C103442-A9A3-701E-E182-D8C6127B2DE6}"/>
                  </a:ext>
                </a:extLst>
              </p:cNvPr>
              <p:cNvSpPr/>
              <p:nvPr/>
            </p:nvSpPr>
            <p:spPr>
              <a:xfrm>
                <a:off x="8311829" y="4012634"/>
                <a:ext cx="1574635" cy="127603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50800" dist="63500" dir="660000" algn="ctr" rotWithShape="0">
                  <a:srgbClr val="000000">
                    <a:alpha val="24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s-ES_tradnl" sz="1000" dirty="0">
                  <a:solidFill>
                    <a:srgbClr val="FFFFFF"/>
                  </a:solidFill>
                  <a:latin typeface="Santander Text" panose="020B0504020201020104"/>
                </a:endParaRPr>
              </a:p>
            </p:txBody>
          </p:sp>
          <p:pic>
            <p:nvPicPr>
              <p:cNvPr id="183" name="Picture 66">
                <a:extLst>
                  <a:ext uri="{FF2B5EF4-FFF2-40B4-BE49-F238E27FC236}">
                    <a16:creationId xmlns:a16="http://schemas.microsoft.com/office/drawing/2014/main" id="{3DF8CF10-84C8-315E-9EBA-9FF92D7EF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lum bright="100000" contrast="-70000"/>
              </a:blip>
              <a:stretch>
                <a:fillRect/>
              </a:stretch>
            </p:blipFill>
            <p:spPr>
              <a:xfrm>
                <a:off x="8573513" y="4143757"/>
                <a:ext cx="1086295" cy="820769"/>
              </a:xfrm>
              <a:prstGeom prst="rect">
                <a:avLst/>
              </a:prstGeom>
            </p:spPr>
          </p:pic>
          <p:sp>
            <p:nvSpPr>
              <p:cNvPr id="184" name="Rectangle 72">
                <a:extLst>
                  <a:ext uri="{FF2B5EF4-FFF2-40B4-BE49-F238E27FC236}">
                    <a16:creationId xmlns:a16="http://schemas.microsoft.com/office/drawing/2014/main" id="{673C85AC-27DC-2887-541D-CF1523421716}"/>
                  </a:ext>
                </a:extLst>
              </p:cNvPr>
              <p:cNvSpPr/>
              <p:nvPr/>
            </p:nvSpPr>
            <p:spPr>
              <a:xfrm>
                <a:off x="8678395" y="4917947"/>
                <a:ext cx="745923" cy="315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s-ES_tradnl" sz="1400" b="1" dirty="0">
                    <a:solidFill>
                      <a:srgbClr val="FFFFFF"/>
                    </a:solidFill>
                    <a:latin typeface="Santander Text" panose="020B0504020201020104"/>
                    <a:cs typeface="Segoe UI" panose="020B0502040204020203" pitchFamily="34" charset="0"/>
                  </a:rPr>
                  <a:t>Máster</a:t>
                </a:r>
                <a:endParaRPr lang="id-ID" sz="1400" b="1" dirty="0">
                  <a:solidFill>
                    <a:srgbClr val="FFFFFF"/>
                  </a:solidFill>
                  <a:latin typeface="Santander Text" panose="020B0504020201020104"/>
                </a:endParaRPr>
              </a:p>
            </p:txBody>
          </p:sp>
        </p:grpSp>
      </p:grpSp>
      <p:grpSp>
        <p:nvGrpSpPr>
          <p:cNvPr id="196" name="Grupo 70">
            <a:extLst>
              <a:ext uri="{FF2B5EF4-FFF2-40B4-BE49-F238E27FC236}">
                <a16:creationId xmlns:a16="http://schemas.microsoft.com/office/drawing/2014/main" id="{3411294E-41F0-7F3A-B3A9-BFB36F2DAE73}"/>
              </a:ext>
            </a:extLst>
          </p:cNvPr>
          <p:cNvGrpSpPr/>
          <p:nvPr/>
        </p:nvGrpSpPr>
        <p:grpSpPr>
          <a:xfrm>
            <a:off x="9908605" y="3271634"/>
            <a:ext cx="246812" cy="401537"/>
            <a:chOff x="568326" y="2994025"/>
            <a:chExt cx="539749" cy="596900"/>
          </a:xfrm>
          <a:solidFill>
            <a:schemeClr val="bg1"/>
          </a:solidFill>
        </p:grpSpPr>
        <p:sp>
          <p:nvSpPr>
            <p:cNvPr id="197" name="Freeform 49">
              <a:extLst>
                <a:ext uri="{FF2B5EF4-FFF2-40B4-BE49-F238E27FC236}">
                  <a16:creationId xmlns:a16="http://schemas.microsoft.com/office/drawing/2014/main" id="{8C700968-091F-D484-B3D5-DE85C2B5BE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425" y="3225800"/>
              <a:ext cx="463550" cy="327025"/>
            </a:xfrm>
            <a:custGeom>
              <a:avLst/>
              <a:gdLst>
                <a:gd name="T0" fmla="*/ 2 w 96"/>
                <a:gd name="T1" fmla="*/ 0 h 68"/>
                <a:gd name="T2" fmla="*/ 0 w 96"/>
                <a:gd name="T3" fmla="*/ 2 h 68"/>
                <a:gd name="T4" fmla="*/ 0 w 96"/>
                <a:gd name="T5" fmla="*/ 56 h 68"/>
                <a:gd name="T6" fmla="*/ 2 w 96"/>
                <a:gd name="T7" fmla="*/ 58 h 68"/>
                <a:gd name="T8" fmla="*/ 36 w 96"/>
                <a:gd name="T9" fmla="*/ 58 h 68"/>
                <a:gd name="T10" fmla="*/ 46 w 96"/>
                <a:gd name="T11" fmla="*/ 68 h 68"/>
                <a:gd name="T12" fmla="*/ 50 w 96"/>
                <a:gd name="T13" fmla="*/ 68 h 68"/>
                <a:gd name="T14" fmla="*/ 60 w 96"/>
                <a:gd name="T15" fmla="*/ 58 h 68"/>
                <a:gd name="T16" fmla="*/ 94 w 96"/>
                <a:gd name="T17" fmla="*/ 58 h 68"/>
                <a:gd name="T18" fmla="*/ 96 w 96"/>
                <a:gd name="T19" fmla="*/ 56 h 68"/>
                <a:gd name="T20" fmla="*/ 96 w 96"/>
                <a:gd name="T21" fmla="*/ 2 h 68"/>
                <a:gd name="T22" fmla="*/ 94 w 96"/>
                <a:gd name="T23" fmla="*/ 0 h 68"/>
                <a:gd name="T24" fmla="*/ 60 w 96"/>
                <a:gd name="T25" fmla="*/ 0 h 68"/>
                <a:gd name="T26" fmla="*/ 48 w 96"/>
                <a:gd name="T27" fmla="*/ 7 h 68"/>
                <a:gd name="T28" fmla="*/ 36 w 96"/>
                <a:gd name="T29" fmla="*/ 0 h 68"/>
                <a:gd name="T30" fmla="*/ 2 w 96"/>
                <a:gd name="T31" fmla="*/ 0 h 68"/>
                <a:gd name="T32" fmla="*/ 4 w 96"/>
                <a:gd name="T33" fmla="*/ 4 h 68"/>
                <a:gd name="T34" fmla="*/ 36 w 96"/>
                <a:gd name="T35" fmla="*/ 4 h 68"/>
                <a:gd name="T36" fmla="*/ 46 w 96"/>
                <a:gd name="T37" fmla="*/ 14 h 68"/>
                <a:gd name="T38" fmla="*/ 46 w 96"/>
                <a:gd name="T39" fmla="*/ 58 h 68"/>
                <a:gd name="T40" fmla="*/ 36 w 96"/>
                <a:gd name="T41" fmla="*/ 54 h 68"/>
                <a:gd name="T42" fmla="*/ 4 w 96"/>
                <a:gd name="T43" fmla="*/ 54 h 68"/>
                <a:gd name="T44" fmla="*/ 4 w 96"/>
                <a:gd name="T45" fmla="*/ 4 h 68"/>
                <a:gd name="T46" fmla="*/ 60 w 96"/>
                <a:gd name="T47" fmla="*/ 4 h 68"/>
                <a:gd name="T48" fmla="*/ 92 w 96"/>
                <a:gd name="T49" fmla="*/ 4 h 68"/>
                <a:gd name="T50" fmla="*/ 92 w 96"/>
                <a:gd name="T51" fmla="*/ 54 h 68"/>
                <a:gd name="T52" fmla="*/ 60 w 96"/>
                <a:gd name="T53" fmla="*/ 54 h 68"/>
                <a:gd name="T54" fmla="*/ 50 w 96"/>
                <a:gd name="T55" fmla="*/ 58 h 68"/>
                <a:gd name="T56" fmla="*/ 50 w 96"/>
                <a:gd name="T57" fmla="*/ 14 h 68"/>
                <a:gd name="T58" fmla="*/ 60 w 96"/>
                <a:gd name="T59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6" h="68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7"/>
                    <a:pt x="1" y="58"/>
                    <a:pt x="2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42" y="58"/>
                    <a:pt x="46" y="62"/>
                    <a:pt x="46" y="68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50" y="62"/>
                    <a:pt x="54" y="58"/>
                    <a:pt x="60" y="58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5" y="58"/>
                    <a:pt x="96" y="57"/>
                    <a:pt x="96" y="56"/>
                  </a:cubicBezTo>
                  <a:cubicBezTo>
                    <a:pt x="96" y="2"/>
                    <a:pt x="96" y="2"/>
                    <a:pt x="96" y="2"/>
                  </a:cubicBezTo>
                  <a:cubicBezTo>
                    <a:pt x="96" y="1"/>
                    <a:pt x="95" y="0"/>
                    <a:pt x="94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5" y="0"/>
                    <a:pt x="50" y="3"/>
                    <a:pt x="48" y="7"/>
                  </a:cubicBezTo>
                  <a:cubicBezTo>
                    <a:pt x="46" y="3"/>
                    <a:pt x="41" y="0"/>
                    <a:pt x="36" y="0"/>
                  </a:cubicBezTo>
                  <a:lnTo>
                    <a:pt x="2" y="0"/>
                  </a:lnTo>
                  <a:close/>
                  <a:moveTo>
                    <a:pt x="4" y="4"/>
                  </a:moveTo>
                  <a:cubicBezTo>
                    <a:pt x="36" y="4"/>
                    <a:pt x="36" y="4"/>
                    <a:pt x="36" y="4"/>
                  </a:cubicBezTo>
                  <a:cubicBezTo>
                    <a:pt x="42" y="4"/>
                    <a:pt x="46" y="8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3" y="56"/>
                    <a:pt x="40" y="54"/>
                    <a:pt x="36" y="54"/>
                  </a:cubicBezTo>
                  <a:cubicBezTo>
                    <a:pt x="4" y="54"/>
                    <a:pt x="4" y="54"/>
                    <a:pt x="4" y="54"/>
                  </a:cubicBezTo>
                  <a:lnTo>
                    <a:pt x="4" y="4"/>
                  </a:lnTo>
                  <a:close/>
                  <a:moveTo>
                    <a:pt x="60" y="4"/>
                  </a:moveTo>
                  <a:cubicBezTo>
                    <a:pt x="92" y="4"/>
                    <a:pt x="92" y="4"/>
                    <a:pt x="92" y="4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56" y="54"/>
                    <a:pt x="53" y="56"/>
                    <a:pt x="50" y="58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8"/>
                    <a:pt x="54" y="4"/>
                    <a:pt x="6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8" name="Freeform 50">
              <a:extLst>
                <a:ext uri="{FF2B5EF4-FFF2-40B4-BE49-F238E27FC236}">
                  <a16:creationId xmlns:a16="http://schemas.microsoft.com/office/drawing/2014/main" id="{2EB6FFBA-C439-A924-BC34-0C54E0270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326" y="3273425"/>
              <a:ext cx="539749" cy="317500"/>
            </a:xfrm>
            <a:custGeom>
              <a:avLst/>
              <a:gdLst>
                <a:gd name="T0" fmla="*/ 2 w 112"/>
                <a:gd name="T1" fmla="*/ 0 h 66"/>
                <a:gd name="T2" fmla="*/ 0 w 112"/>
                <a:gd name="T3" fmla="*/ 2 h 66"/>
                <a:gd name="T4" fmla="*/ 0 w 112"/>
                <a:gd name="T5" fmla="*/ 2 h 66"/>
                <a:gd name="T6" fmla="*/ 0 w 112"/>
                <a:gd name="T7" fmla="*/ 54 h 66"/>
                <a:gd name="T8" fmla="*/ 2 w 112"/>
                <a:gd name="T9" fmla="*/ 56 h 66"/>
                <a:gd name="T10" fmla="*/ 40 w 112"/>
                <a:gd name="T11" fmla="*/ 56 h 66"/>
                <a:gd name="T12" fmla="*/ 47 w 112"/>
                <a:gd name="T13" fmla="*/ 58 h 66"/>
                <a:gd name="T14" fmla="*/ 50 w 112"/>
                <a:gd name="T15" fmla="*/ 64 h 66"/>
                <a:gd name="T16" fmla="*/ 52 w 112"/>
                <a:gd name="T17" fmla="*/ 66 h 66"/>
                <a:gd name="T18" fmla="*/ 60 w 112"/>
                <a:gd name="T19" fmla="*/ 66 h 66"/>
                <a:gd name="T20" fmla="*/ 62 w 112"/>
                <a:gd name="T21" fmla="*/ 64 h 66"/>
                <a:gd name="T22" fmla="*/ 65 w 112"/>
                <a:gd name="T23" fmla="*/ 58 h 66"/>
                <a:gd name="T24" fmla="*/ 72 w 112"/>
                <a:gd name="T25" fmla="*/ 56 h 66"/>
                <a:gd name="T26" fmla="*/ 110 w 112"/>
                <a:gd name="T27" fmla="*/ 56 h 66"/>
                <a:gd name="T28" fmla="*/ 112 w 112"/>
                <a:gd name="T29" fmla="*/ 54 h 66"/>
                <a:gd name="T30" fmla="*/ 112 w 112"/>
                <a:gd name="T31" fmla="*/ 2 h 66"/>
                <a:gd name="T32" fmla="*/ 110 w 112"/>
                <a:gd name="T33" fmla="*/ 0 h 66"/>
                <a:gd name="T34" fmla="*/ 108 w 112"/>
                <a:gd name="T35" fmla="*/ 2 h 66"/>
                <a:gd name="T36" fmla="*/ 108 w 112"/>
                <a:gd name="T37" fmla="*/ 2 h 66"/>
                <a:gd name="T38" fmla="*/ 108 w 112"/>
                <a:gd name="T39" fmla="*/ 52 h 66"/>
                <a:gd name="T40" fmla="*/ 72 w 112"/>
                <a:gd name="T41" fmla="*/ 52 h 66"/>
                <a:gd name="T42" fmla="*/ 62 w 112"/>
                <a:gd name="T43" fmla="*/ 55 h 66"/>
                <a:gd name="T44" fmla="*/ 58 w 112"/>
                <a:gd name="T45" fmla="*/ 62 h 66"/>
                <a:gd name="T46" fmla="*/ 54 w 112"/>
                <a:gd name="T47" fmla="*/ 62 h 66"/>
                <a:gd name="T48" fmla="*/ 50 w 112"/>
                <a:gd name="T49" fmla="*/ 55 h 66"/>
                <a:gd name="T50" fmla="*/ 40 w 112"/>
                <a:gd name="T51" fmla="*/ 52 h 66"/>
                <a:gd name="T52" fmla="*/ 4 w 112"/>
                <a:gd name="T53" fmla="*/ 52 h 66"/>
                <a:gd name="T54" fmla="*/ 4 w 112"/>
                <a:gd name="T55" fmla="*/ 2 h 66"/>
                <a:gd name="T56" fmla="*/ 2 w 112"/>
                <a:gd name="T57" fmla="*/ 0 h 66"/>
                <a:gd name="T58" fmla="*/ 2 w 112"/>
                <a:gd name="T5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2" h="66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1" y="56"/>
                    <a:pt x="2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3" y="56"/>
                    <a:pt x="45" y="57"/>
                    <a:pt x="47" y="58"/>
                  </a:cubicBezTo>
                  <a:cubicBezTo>
                    <a:pt x="49" y="60"/>
                    <a:pt x="50" y="62"/>
                    <a:pt x="50" y="64"/>
                  </a:cubicBezTo>
                  <a:cubicBezTo>
                    <a:pt x="50" y="65"/>
                    <a:pt x="51" y="66"/>
                    <a:pt x="52" y="66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61" y="66"/>
                    <a:pt x="62" y="65"/>
                    <a:pt x="62" y="64"/>
                  </a:cubicBezTo>
                  <a:cubicBezTo>
                    <a:pt x="62" y="62"/>
                    <a:pt x="63" y="60"/>
                    <a:pt x="65" y="58"/>
                  </a:cubicBezTo>
                  <a:cubicBezTo>
                    <a:pt x="67" y="57"/>
                    <a:pt x="69" y="56"/>
                    <a:pt x="72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1" y="56"/>
                    <a:pt x="112" y="55"/>
                    <a:pt x="112" y="54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2" y="1"/>
                    <a:pt x="111" y="0"/>
                    <a:pt x="110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2"/>
                    <a:pt x="108" y="2"/>
                    <a:pt x="108" y="2"/>
                  </a:cubicBezTo>
                  <a:cubicBezTo>
                    <a:pt x="108" y="52"/>
                    <a:pt x="108" y="52"/>
                    <a:pt x="108" y="52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68" y="52"/>
                    <a:pt x="65" y="53"/>
                    <a:pt x="62" y="55"/>
                  </a:cubicBezTo>
                  <a:cubicBezTo>
                    <a:pt x="60" y="57"/>
                    <a:pt x="59" y="59"/>
                    <a:pt x="58" y="62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3" y="59"/>
                    <a:pt x="52" y="57"/>
                    <a:pt x="50" y="55"/>
                  </a:cubicBezTo>
                  <a:cubicBezTo>
                    <a:pt x="47" y="53"/>
                    <a:pt x="44" y="52"/>
                    <a:pt x="40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9" name="Freeform 51">
              <a:extLst>
                <a:ext uri="{FF2B5EF4-FFF2-40B4-BE49-F238E27FC236}">
                  <a16:creationId xmlns:a16="http://schemas.microsoft.com/office/drawing/2014/main" id="{B41D70DA-25C5-96C9-894F-81A934F99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675" y="2994025"/>
              <a:ext cx="19050" cy="192088"/>
            </a:xfrm>
            <a:custGeom>
              <a:avLst/>
              <a:gdLst>
                <a:gd name="T0" fmla="*/ 2 w 4"/>
                <a:gd name="T1" fmla="*/ 0 h 40"/>
                <a:gd name="T2" fmla="*/ 0 w 4"/>
                <a:gd name="T3" fmla="*/ 2 h 40"/>
                <a:gd name="T4" fmla="*/ 0 w 4"/>
                <a:gd name="T5" fmla="*/ 2 h 40"/>
                <a:gd name="T6" fmla="*/ 0 w 4"/>
                <a:gd name="T7" fmla="*/ 38 h 40"/>
                <a:gd name="T8" fmla="*/ 2 w 4"/>
                <a:gd name="T9" fmla="*/ 40 h 40"/>
                <a:gd name="T10" fmla="*/ 4 w 4"/>
                <a:gd name="T11" fmla="*/ 38 h 40"/>
                <a:gd name="T12" fmla="*/ 4 w 4"/>
                <a:gd name="T13" fmla="*/ 38 h 40"/>
                <a:gd name="T14" fmla="*/ 4 w 4"/>
                <a:gd name="T15" fmla="*/ 2 h 40"/>
                <a:gd name="T16" fmla="*/ 2 w 4"/>
                <a:gd name="T17" fmla="*/ 0 h 40"/>
                <a:gd name="T18" fmla="*/ 2 w 4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0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1" y="39"/>
                    <a:pt x="2" y="40"/>
                  </a:cubicBezTo>
                  <a:cubicBezTo>
                    <a:pt x="3" y="40"/>
                    <a:pt x="4" y="39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0" name="Rectangle 52">
              <a:extLst>
                <a:ext uri="{FF2B5EF4-FFF2-40B4-BE49-F238E27FC236}">
                  <a16:creationId xmlns:a16="http://schemas.microsoft.com/office/drawing/2014/main" id="{553CC9A9-0450-DB2B-D2C9-9FF51A327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3" y="3013075"/>
              <a:ext cx="23177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1" name="Freeform 53">
              <a:extLst>
                <a:ext uri="{FF2B5EF4-FFF2-40B4-BE49-F238E27FC236}">
                  <a16:creationId xmlns:a16="http://schemas.microsoft.com/office/drawing/2014/main" id="{3EB88053-AD18-D043-A28D-64E28100F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050" y="3167063"/>
              <a:ext cx="114300" cy="19050"/>
            </a:xfrm>
            <a:custGeom>
              <a:avLst/>
              <a:gdLst>
                <a:gd name="T0" fmla="*/ 2 w 24"/>
                <a:gd name="T1" fmla="*/ 0 h 4"/>
                <a:gd name="T2" fmla="*/ 0 w 24"/>
                <a:gd name="T3" fmla="*/ 2 h 4"/>
                <a:gd name="T4" fmla="*/ 2 w 24"/>
                <a:gd name="T5" fmla="*/ 4 h 4"/>
                <a:gd name="T6" fmla="*/ 2 w 24"/>
                <a:gd name="T7" fmla="*/ 4 h 4"/>
                <a:gd name="T8" fmla="*/ 22 w 24"/>
                <a:gd name="T9" fmla="*/ 4 h 4"/>
                <a:gd name="T10" fmla="*/ 24 w 24"/>
                <a:gd name="T11" fmla="*/ 2 h 4"/>
                <a:gd name="T12" fmla="*/ 22 w 24"/>
                <a:gd name="T13" fmla="*/ 0 h 4"/>
                <a:gd name="T14" fmla="*/ 22 w 24"/>
                <a:gd name="T15" fmla="*/ 0 h 4"/>
                <a:gd name="T16" fmla="*/ 2 w 2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2" name="Freeform 54">
              <a:extLst>
                <a:ext uri="{FF2B5EF4-FFF2-40B4-BE49-F238E27FC236}">
                  <a16:creationId xmlns:a16="http://schemas.microsoft.com/office/drawing/2014/main" id="{96B54EDB-05D0-ECC7-D6CF-8B0C843E7A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688" y="3013075"/>
              <a:ext cx="95250" cy="153988"/>
            </a:xfrm>
            <a:custGeom>
              <a:avLst/>
              <a:gdLst>
                <a:gd name="T0" fmla="*/ 10 w 20"/>
                <a:gd name="T1" fmla="*/ 0 h 32"/>
                <a:gd name="T2" fmla="*/ 8 w 20"/>
                <a:gd name="T3" fmla="*/ 1 h 32"/>
                <a:gd name="T4" fmla="*/ 0 w 20"/>
                <a:gd name="T5" fmla="*/ 21 h 32"/>
                <a:gd name="T6" fmla="*/ 0 w 20"/>
                <a:gd name="T7" fmla="*/ 22 h 32"/>
                <a:gd name="T8" fmla="*/ 10 w 20"/>
                <a:gd name="T9" fmla="*/ 32 h 32"/>
                <a:gd name="T10" fmla="*/ 10 w 20"/>
                <a:gd name="T11" fmla="*/ 32 h 32"/>
                <a:gd name="T12" fmla="*/ 20 w 20"/>
                <a:gd name="T13" fmla="*/ 22 h 32"/>
                <a:gd name="T14" fmla="*/ 20 w 20"/>
                <a:gd name="T15" fmla="*/ 21 h 32"/>
                <a:gd name="T16" fmla="*/ 12 w 20"/>
                <a:gd name="T17" fmla="*/ 1 h 32"/>
                <a:gd name="T18" fmla="*/ 10 w 20"/>
                <a:gd name="T19" fmla="*/ 0 h 32"/>
                <a:gd name="T20" fmla="*/ 10 w 20"/>
                <a:gd name="T21" fmla="*/ 7 h 32"/>
                <a:gd name="T22" fmla="*/ 16 w 20"/>
                <a:gd name="T23" fmla="*/ 22 h 32"/>
                <a:gd name="T24" fmla="*/ 10 w 20"/>
                <a:gd name="T25" fmla="*/ 28 h 32"/>
                <a:gd name="T26" fmla="*/ 4 w 20"/>
                <a:gd name="T27" fmla="*/ 22 h 32"/>
                <a:gd name="T28" fmla="*/ 10 w 20"/>
                <a:gd name="T29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32">
                  <a:moveTo>
                    <a:pt x="10" y="0"/>
                  </a:moveTo>
                  <a:cubicBezTo>
                    <a:pt x="9" y="0"/>
                    <a:pt x="8" y="1"/>
                    <a:pt x="8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6" y="32"/>
                    <a:pt x="20" y="27"/>
                    <a:pt x="20" y="22"/>
                  </a:cubicBezTo>
                  <a:cubicBezTo>
                    <a:pt x="20" y="22"/>
                    <a:pt x="20" y="21"/>
                    <a:pt x="20" y="2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lose/>
                  <a:moveTo>
                    <a:pt x="10" y="7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6" y="25"/>
                    <a:pt x="13" y="28"/>
                    <a:pt x="10" y="28"/>
                  </a:cubicBezTo>
                  <a:cubicBezTo>
                    <a:pt x="7" y="28"/>
                    <a:pt x="4" y="25"/>
                    <a:pt x="4" y="22"/>
                  </a:cubicBezTo>
                  <a:lnTo>
                    <a:pt x="1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3" name="Rectangle 55">
              <a:extLst>
                <a:ext uri="{FF2B5EF4-FFF2-40B4-BE49-F238E27FC236}">
                  <a16:creationId xmlns:a16="http://schemas.microsoft.com/office/drawing/2014/main" id="{DEE8CFE8-B840-AE01-A7E0-7A431926E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3109913"/>
              <a:ext cx="7620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4" name="Freeform 56">
              <a:extLst>
                <a:ext uri="{FF2B5EF4-FFF2-40B4-BE49-F238E27FC236}">
                  <a16:creationId xmlns:a16="http://schemas.microsoft.com/office/drawing/2014/main" id="{A46EFB21-2055-DED6-8509-1B2E61DD8D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4875" y="3013075"/>
              <a:ext cx="96837" cy="153988"/>
            </a:xfrm>
            <a:custGeom>
              <a:avLst/>
              <a:gdLst>
                <a:gd name="T0" fmla="*/ 10 w 20"/>
                <a:gd name="T1" fmla="*/ 0 h 32"/>
                <a:gd name="T2" fmla="*/ 8 w 20"/>
                <a:gd name="T3" fmla="*/ 1 h 32"/>
                <a:gd name="T4" fmla="*/ 0 w 20"/>
                <a:gd name="T5" fmla="*/ 21 h 32"/>
                <a:gd name="T6" fmla="*/ 0 w 20"/>
                <a:gd name="T7" fmla="*/ 22 h 32"/>
                <a:gd name="T8" fmla="*/ 10 w 20"/>
                <a:gd name="T9" fmla="*/ 32 h 32"/>
                <a:gd name="T10" fmla="*/ 10 w 20"/>
                <a:gd name="T11" fmla="*/ 32 h 32"/>
                <a:gd name="T12" fmla="*/ 20 w 20"/>
                <a:gd name="T13" fmla="*/ 22 h 32"/>
                <a:gd name="T14" fmla="*/ 20 w 20"/>
                <a:gd name="T15" fmla="*/ 21 h 32"/>
                <a:gd name="T16" fmla="*/ 12 w 20"/>
                <a:gd name="T17" fmla="*/ 1 h 32"/>
                <a:gd name="T18" fmla="*/ 10 w 20"/>
                <a:gd name="T19" fmla="*/ 0 h 32"/>
                <a:gd name="T20" fmla="*/ 10 w 20"/>
                <a:gd name="T21" fmla="*/ 7 h 32"/>
                <a:gd name="T22" fmla="*/ 16 w 20"/>
                <a:gd name="T23" fmla="*/ 22 h 32"/>
                <a:gd name="T24" fmla="*/ 10 w 20"/>
                <a:gd name="T25" fmla="*/ 28 h 32"/>
                <a:gd name="T26" fmla="*/ 4 w 20"/>
                <a:gd name="T27" fmla="*/ 22 h 32"/>
                <a:gd name="T28" fmla="*/ 10 w 20"/>
                <a:gd name="T29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32">
                  <a:moveTo>
                    <a:pt x="10" y="0"/>
                  </a:moveTo>
                  <a:cubicBezTo>
                    <a:pt x="9" y="0"/>
                    <a:pt x="8" y="1"/>
                    <a:pt x="8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6" y="32"/>
                    <a:pt x="20" y="27"/>
                    <a:pt x="20" y="22"/>
                  </a:cubicBezTo>
                  <a:cubicBezTo>
                    <a:pt x="20" y="22"/>
                    <a:pt x="20" y="21"/>
                    <a:pt x="20" y="2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lose/>
                  <a:moveTo>
                    <a:pt x="10" y="7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6" y="25"/>
                    <a:pt x="13" y="28"/>
                    <a:pt x="10" y="28"/>
                  </a:cubicBezTo>
                  <a:cubicBezTo>
                    <a:pt x="7" y="28"/>
                    <a:pt x="4" y="25"/>
                    <a:pt x="4" y="22"/>
                  </a:cubicBezTo>
                  <a:cubicBezTo>
                    <a:pt x="10" y="7"/>
                    <a:pt x="10" y="7"/>
                    <a:pt x="1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5" name="Rectangle 57">
              <a:extLst>
                <a:ext uri="{FF2B5EF4-FFF2-40B4-BE49-F238E27FC236}">
                  <a16:creationId xmlns:a16="http://schemas.microsoft.com/office/drawing/2014/main" id="{C06346E0-84D3-5BCB-9F04-A479266E1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988" y="3109913"/>
              <a:ext cx="7620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46" name="TextBox 245">
            <a:extLst>
              <a:ext uri="{FF2B5EF4-FFF2-40B4-BE49-F238E27FC236}">
                <a16:creationId xmlns:a16="http://schemas.microsoft.com/office/drawing/2014/main" id="{CD9F6155-944C-80C4-5F05-04AF0774C1B1}"/>
              </a:ext>
            </a:extLst>
          </p:cNvPr>
          <p:cNvSpPr txBox="1"/>
          <p:nvPr/>
        </p:nvSpPr>
        <p:spPr>
          <a:xfrm>
            <a:off x="6256568" y="3003709"/>
            <a:ext cx="1309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/>
              <a:t>Satélite</a:t>
            </a:r>
            <a:r>
              <a:rPr lang="en-US" sz="1000" b="1" dirty="0"/>
              <a:t> </a:t>
            </a:r>
            <a:r>
              <a:rPr lang="en-US" sz="1000" b="1" dirty="0" err="1"/>
              <a:t>Automático</a:t>
            </a:r>
            <a:endParaRPr lang="en-US" sz="1000" b="1" dirty="0"/>
          </a:p>
          <a:p>
            <a:pPr algn="ctr"/>
            <a:r>
              <a:rPr lang="en-US" sz="1000" b="1" dirty="0"/>
              <a:t>( </a:t>
            </a:r>
            <a:r>
              <a:rPr lang="en-US" sz="1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~ 80%)</a:t>
            </a:r>
            <a:endParaRPr lang="en-US" sz="1000" b="1" dirty="0"/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715B5D4-891B-D51C-4CF6-B35295B9C858}"/>
              </a:ext>
            </a:extLst>
          </p:cNvPr>
          <p:cNvGrpSpPr/>
          <p:nvPr/>
        </p:nvGrpSpPr>
        <p:grpSpPr>
          <a:xfrm>
            <a:off x="6745376" y="5977457"/>
            <a:ext cx="278349" cy="377960"/>
            <a:chOff x="7723975" y="4693678"/>
            <a:chExt cx="760992" cy="688938"/>
          </a:xfrm>
        </p:grpSpPr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209DF72E-CC63-812E-7AB8-EA49AFD05ABD}"/>
                </a:ext>
              </a:extLst>
            </p:cNvPr>
            <p:cNvGrpSpPr/>
            <p:nvPr/>
          </p:nvGrpSpPr>
          <p:grpSpPr>
            <a:xfrm>
              <a:off x="7723975" y="4777536"/>
              <a:ext cx="694818" cy="605080"/>
              <a:chOff x="3073278" y="2073989"/>
              <a:chExt cx="238670" cy="332404"/>
            </a:xfrm>
          </p:grpSpPr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C6BA2E21-A10E-7BD6-398C-77B524F0B67F}"/>
                  </a:ext>
                </a:extLst>
              </p:cNvPr>
              <p:cNvSpPr/>
              <p:nvPr/>
            </p:nvSpPr>
            <p:spPr>
              <a:xfrm>
                <a:off x="3086204" y="2087788"/>
                <a:ext cx="223693" cy="3186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endParaRPr>
              </a:p>
            </p:txBody>
          </p:sp>
          <p:sp>
            <p:nvSpPr>
              <p:cNvPr id="242" name="Freeform 56">
                <a:extLst>
                  <a:ext uri="{FF2B5EF4-FFF2-40B4-BE49-F238E27FC236}">
                    <a16:creationId xmlns:a16="http://schemas.microsoft.com/office/drawing/2014/main" id="{FFAC9D26-96F7-B238-E990-911053D74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200261"/>
                <a:ext cx="93880" cy="16189"/>
              </a:xfrm>
              <a:custGeom>
                <a:avLst/>
                <a:gdLst>
                  <a:gd name="T0" fmla="*/ 4 w 40"/>
                  <a:gd name="T1" fmla="*/ 8 h 8"/>
                  <a:gd name="T2" fmla="*/ 36 w 40"/>
                  <a:gd name="T3" fmla="*/ 8 h 8"/>
                  <a:gd name="T4" fmla="*/ 40 w 40"/>
                  <a:gd name="T5" fmla="*/ 4 h 8"/>
                  <a:gd name="T6" fmla="*/ 36 w 40"/>
                  <a:gd name="T7" fmla="*/ 0 h 8"/>
                  <a:gd name="T8" fmla="*/ 4 w 40"/>
                  <a:gd name="T9" fmla="*/ 0 h 8"/>
                  <a:gd name="T10" fmla="*/ 0 w 40"/>
                  <a:gd name="T11" fmla="*/ 4 h 8"/>
                  <a:gd name="T12" fmla="*/ 4 w 40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8">
                    <a:moveTo>
                      <a:pt x="4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8" y="8"/>
                      <a:pt x="40" y="6"/>
                      <a:pt x="40" y="4"/>
                    </a:cubicBezTo>
                    <a:cubicBezTo>
                      <a:pt x="40" y="2"/>
                      <a:pt x="38" y="0"/>
                      <a:pt x="36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3" name="Freeform 57">
                <a:extLst>
                  <a:ext uri="{FF2B5EF4-FFF2-40B4-BE49-F238E27FC236}">
                    <a16:creationId xmlns:a16="http://schemas.microsoft.com/office/drawing/2014/main" id="{243207C8-83C1-F1C8-0DEE-139A33529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8" y="2263932"/>
                <a:ext cx="126466" cy="16189"/>
              </a:xfrm>
              <a:custGeom>
                <a:avLst/>
                <a:gdLst>
                  <a:gd name="T0" fmla="*/ 0 w 72"/>
                  <a:gd name="T1" fmla="*/ 4 h 8"/>
                  <a:gd name="T2" fmla="*/ 4 w 72"/>
                  <a:gd name="T3" fmla="*/ 8 h 8"/>
                  <a:gd name="T4" fmla="*/ 68 w 72"/>
                  <a:gd name="T5" fmla="*/ 8 h 8"/>
                  <a:gd name="T6" fmla="*/ 72 w 72"/>
                  <a:gd name="T7" fmla="*/ 4 h 8"/>
                  <a:gd name="T8" fmla="*/ 68 w 72"/>
                  <a:gd name="T9" fmla="*/ 0 h 8"/>
                  <a:gd name="T10" fmla="*/ 4 w 72"/>
                  <a:gd name="T11" fmla="*/ 0 h 8"/>
                  <a:gd name="T12" fmla="*/ 0 w 72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0" y="4"/>
                    </a:move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4" name="Freeform 58">
                <a:extLst>
                  <a:ext uri="{FF2B5EF4-FFF2-40B4-BE49-F238E27FC236}">
                    <a16:creationId xmlns:a16="http://schemas.microsoft.com/office/drawing/2014/main" id="{0FD9D076-642D-6EF3-E2DD-9AA1236C3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327610"/>
                <a:ext cx="126466" cy="15109"/>
              </a:xfrm>
              <a:custGeom>
                <a:avLst/>
                <a:gdLst>
                  <a:gd name="T0" fmla="*/ 68 w 72"/>
                  <a:gd name="T1" fmla="*/ 0 h 8"/>
                  <a:gd name="T2" fmla="*/ 4 w 72"/>
                  <a:gd name="T3" fmla="*/ 0 h 8"/>
                  <a:gd name="T4" fmla="*/ 0 w 72"/>
                  <a:gd name="T5" fmla="*/ 4 h 8"/>
                  <a:gd name="T6" fmla="*/ 4 w 72"/>
                  <a:gd name="T7" fmla="*/ 8 h 8"/>
                  <a:gd name="T8" fmla="*/ 68 w 72"/>
                  <a:gd name="T9" fmla="*/ 8 h 8"/>
                  <a:gd name="T10" fmla="*/ 72 w 72"/>
                  <a:gd name="T11" fmla="*/ 4 h 8"/>
                  <a:gd name="T12" fmla="*/ 68 w 7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5" name="Freeform 59">
                <a:extLst>
                  <a:ext uri="{FF2B5EF4-FFF2-40B4-BE49-F238E27FC236}">
                    <a16:creationId xmlns:a16="http://schemas.microsoft.com/office/drawing/2014/main" id="{02C548D5-660C-F424-17E5-FCB7C6322A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73278" y="2073989"/>
                <a:ext cx="238670" cy="332402"/>
              </a:xfrm>
              <a:custGeom>
                <a:avLst/>
                <a:gdLst>
                  <a:gd name="T0" fmla="*/ 136 w 136"/>
                  <a:gd name="T1" fmla="*/ 47 h 168"/>
                  <a:gd name="T2" fmla="*/ 136 w 136"/>
                  <a:gd name="T3" fmla="*/ 47 h 168"/>
                  <a:gd name="T4" fmla="*/ 135 w 136"/>
                  <a:gd name="T5" fmla="*/ 45 h 168"/>
                  <a:gd name="T6" fmla="*/ 135 w 136"/>
                  <a:gd name="T7" fmla="*/ 45 h 168"/>
                  <a:gd name="T8" fmla="*/ 95 w 136"/>
                  <a:gd name="T9" fmla="*/ 1 h 168"/>
                  <a:gd name="T10" fmla="*/ 94 w 136"/>
                  <a:gd name="T11" fmla="*/ 1 h 168"/>
                  <a:gd name="T12" fmla="*/ 94 w 136"/>
                  <a:gd name="T13" fmla="*/ 0 h 168"/>
                  <a:gd name="T14" fmla="*/ 92 w 136"/>
                  <a:gd name="T15" fmla="*/ 0 h 168"/>
                  <a:gd name="T16" fmla="*/ 92 w 136"/>
                  <a:gd name="T17" fmla="*/ 0 h 168"/>
                  <a:gd name="T18" fmla="*/ 20 w 136"/>
                  <a:gd name="T19" fmla="*/ 0 h 168"/>
                  <a:gd name="T20" fmla="*/ 0 w 136"/>
                  <a:gd name="T21" fmla="*/ 20 h 168"/>
                  <a:gd name="T22" fmla="*/ 0 w 136"/>
                  <a:gd name="T23" fmla="*/ 148 h 168"/>
                  <a:gd name="T24" fmla="*/ 20 w 136"/>
                  <a:gd name="T25" fmla="*/ 168 h 168"/>
                  <a:gd name="T26" fmla="*/ 116 w 136"/>
                  <a:gd name="T27" fmla="*/ 168 h 168"/>
                  <a:gd name="T28" fmla="*/ 136 w 136"/>
                  <a:gd name="T29" fmla="*/ 148 h 168"/>
                  <a:gd name="T30" fmla="*/ 136 w 136"/>
                  <a:gd name="T31" fmla="*/ 48 h 168"/>
                  <a:gd name="T32" fmla="*/ 136 w 136"/>
                  <a:gd name="T33" fmla="*/ 47 h 168"/>
                  <a:gd name="T34" fmla="*/ 91 w 136"/>
                  <a:gd name="T35" fmla="*/ 21 h 168"/>
                  <a:gd name="T36" fmla="*/ 94 w 136"/>
                  <a:gd name="T37" fmla="*/ 12 h 168"/>
                  <a:gd name="T38" fmla="*/ 119 w 136"/>
                  <a:gd name="T39" fmla="*/ 39 h 168"/>
                  <a:gd name="T40" fmla="*/ 97 w 136"/>
                  <a:gd name="T41" fmla="*/ 32 h 168"/>
                  <a:gd name="T42" fmla="*/ 91 w 136"/>
                  <a:gd name="T43" fmla="*/ 21 h 168"/>
                  <a:gd name="T44" fmla="*/ 128 w 136"/>
                  <a:gd name="T45" fmla="*/ 148 h 168"/>
                  <a:gd name="T46" fmla="*/ 116 w 136"/>
                  <a:gd name="T47" fmla="*/ 160 h 168"/>
                  <a:gd name="T48" fmla="*/ 20 w 136"/>
                  <a:gd name="T49" fmla="*/ 160 h 168"/>
                  <a:gd name="T50" fmla="*/ 8 w 136"/>
                  <a:gd name="T51" fmla="*/ 148 h 168"/>
                  <a:gd name="T52" fmla="*/ 8 w 136"/>
                  <a:gd name="T53" fmla="*/ 20 h 168"/>
                  <a:gd name="T54" fmla="*/ 20 w 136"/>
                  <a:gd name="T55" fmla="*/ 8 h 168"/>
                  <a:gd name="T56" fmla="*/ 87 w 136"/>
                  <a:gd name="T57" fmla="*/ 8 h 168"/>
                  <a:gd name="T58" fmla="*/ 84 w 136"/>
                  <a:gd name="T59" fmla="*/ 19 h 168"/>
                  <a:gd name="T60" fmla="*/ 94 w 136"/>
                  <a:gd name="T61" fmla="*/ 40 h 168"/>
                  <a:gd name="T62" fmla="*/ 128 w 136"/>
                  <a:gd name="T63" fmla="*/ 51 h 168"/>
                  <a:gd name="T64" fmla="*/ 128 w 136"/>
                  <a:gd name="T65" fmla="*/ 14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6" h="168">
                    <a:moveTo>
                      <a:pt x="136" y="47"/>
                    </a:moveTo>
                    <a:cubicBezTo>
                      <a:pt x="136" y="47"/>
                      <a:pt x="136" y="47"/>
                      <a:pt x="136" y="47"/>
                    </a:cubicBezTo>
                    <a:cubicBezTo>
                      <a:pt x="136" y="46"/>
                      <a:pt x="135" y="46"/>
                      <a:pt x="135" y="45"/>
                    </a:cubicBezTo>
                    <a:cubicBezTo>
                      <a:pt x="135" y="45"/>
                      <a:pt x="135" y="45"/>
                      <a:pt x="135" y="45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4" y="1"/>
                      <a:pt x="94" y="1"/>
                    </a:cubicBezTo>
                    <a:cubicBezTo>
                      <a:pt x="94" y="1"/>
                      <a:pt x="94" y="0"/>
                      <a:pt x="94" y="0"/>
                    </a:cubicBezTo>
                    <a:cubicBezTo>
                      <a:pt x="93" y="0"/>
                      <a:pt x="93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9"/>
                      <a:pt x="9" y="168"/>
                      <a:pt x="20" y="168"/>
                    </a:cubicBezTo>
                    <a:cubicBezTo>
                      <a:pt x="116" y="168"/>
                      <a:pt x="116" y="168"/>
                      <a:pt x="116" y="168"/>
                    </a:cubicBezTo>
                    <a:cubicBezTo>
                      <a:pt x="127" y="168"/>
                      <a:pt x="136" y="159"/>
                      <a:pt x="136" y="148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6" y="48"/>
                      <a:pt x="136" y="47"/>
                      <a:pt x="136" y="47"/>
                    </a:cubicBezTo>
                    <a:close/>
                    <a:moveTo>
                      <a:pt x="91" y="21"/>
                    </a:moveTo>
                    <a:cubicBezTo>
                      <a:pt x="94" y="12"/>
                      <a:pt x="94" y="12"/>
                      <a:pt x="94" y="1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2" y="31"/>
                      <a:pt x="90" y="26"/>
                      <a:pt x="91" y="21"/>
                    </a:cubicBezTo>
                    <a:close/>
                    <a:moveTo>
                      <a:pt x="128" y="148"/>
                    </a:moveTo>
                    <a:cubicBezTo>
                      <a:pt x="128" y="155"/>
                      <a:pt x="123" y="160"/>
                      <a:pt x="116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13" y="160"/>
                      <a:pt x="8" y="155"/>
                      <a:pt x="8" y="14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1" y="28"/>
                      <a:pt x="86" y="37"/>
                      <a:pt x="94" y="40"/>
                    </a:cubicBezTo>
                    <a:cubicBezTo>
                      <a:pt x="128" y="51"/>
                      <a:pt x="128" y="51"/>
                      <a:pt x="128" y="51"/>
                    </a:cubicBezTo>
                    <a:lnTo>
                      <a:pt x="128" y="148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0" name="Isosceles Triangle 239">
              <a:extLst>
                <a:ext uri="{FF2B5EF4-FFF2-40B4-BE49-F238E27FC236}">
                  <a16:creationId xmlns:a16="http://schemas.microsoft.com/office/drawing/2014/main" id="{3A1A8402-0FA8-0007-D7BC-C921B8A75420}"/>
                </a:ext>
              </a:extLst>
            </p:cNvPr>
            <p:cNvSpPr/>
            <p:nvPr/>
          </p:nvSpPr>
          <p:spPr>
            <a:xfrm rot="2712836">
              <a:off x="8285029" y="4726716"/>
              <a:ext cx="232976" cy="1669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endParaRP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7F45A22-ECFD-3683-EA33-82EB403FAAC5}"/>
              </a:ext>
            </a:extLst>
          </p:cNvPr>
          <p:cNvGrpSpPr/>
          <p:nvPr/>
        </p:nvGrpSpPr>
        <p:grpSpPr>
          <a:xfrm>
            <a:off x="6823193" y="6048063"/>
            <a:ext cx="275094" cy="377960"/>
            <a:chOff x="7723975" y="4693678"/>
            <a:chExt cx="760992" cy="688938"/>
          </a:xfrm>
        </p:grpSpPr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DC4315D4-186A-9316-BC70-DFFC1F89C368}"/>
                </a:ext>
              </a:extLst>
            </p:cNvPr>
            <p:cNvGrpSpPr/>
            <p:nvPr/>
          </p:nvGrpSpPr>
          <p:grpSpPr>
            <a:xfrm>
              <a:off x="7723975" y="4777536"/>
              <a:ext cx="694818" cy="605080"/>
              <a:chOff x="3073278" y="2073989"/>
              <a:chExt cx="238670" cy="332404"/>
            </a:xfrm>
          </p:grpSpPr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34845606-3163-6BB8-0939-18EEB517DB8B}"/>
                  </a:ext>
                </a:extLst>
              </p:cNvPr>
              <p:cNvSpPr/>
              <p:nvPr/>
            </p:nvSpPr>
            <p:spPr>
              <a:xfrm>
                <a:off x="3086204" y="2087788"/>
                <a:ext cx="223693" cy="3186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endParaRPr>
              </a:p>
            </p:txBody>
          </p:sp>
          <p:sp>
            <p:nvSpPr>
              <p:cNvPr id="252" name="Freeform 56">
                <a:extLst>
                  <a:ext uri="{FF2B5EF4-FFF2-40B4-BE49-F238E27FC236}">
                    <a16:creationId xmlns:a16="http://schemas.microsoft.com/office/drawing/2014/main" id="{99D53D85-B4DC-989F-372E-1F730AAF15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200261"/>
                <a:ext cx="93880" cy="16189"/>
              </a:xfrm>
              <a:custGeom>
                <a:avLst/>
                <a:gdLst>
                  <a:gd name="T0" fmla="*/ 4 w 40"/>
                  <a:gd name="T1" fmla="*/ 8 h 8"/>
                  <a:gd name="T2" fmla="*/ 36 w 40"/>
                  <a:gd name="T3" fmla="*/ 8 h 8"/>
                  <a:gd name="T4" fmla="*/ 40 w 40"/>
                  <a:gd name="T5" fmla="*/ 4 h 8"/>
                  <a:gd name="T6" fmla="*/ 36 w 40"/>
                  <a:gd name="T7" fmla="*/ 0 h 8"/>
                  <a:gd name="T8" fmla="*/ 4 w 40"/>
                  <a:gd name="T9" fmla="*/ 0 h 8"/>
                  <a:gd name="T10" fmla="*/ 0 w 40"/>
                  <a:gd name="T11" fmla="*/ 4 h 8"/>
                  <a:gd name="T12" fmla="*/ 4 w 40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8">
                    <a:moveTo>
                      <a:pt x="4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8" y="8"/>
                      <a:pt x="40" y="6"/>
                      <a:pt x="40" y="4"/>
                    </a:cubicBezTo>
                    <a:cubicBezTo>
                      <a:pt x="40" y="2"/>
                      <a:pt x="38" y="0"/>
                      <a:pt x="36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3" name="Freeform 57">
                <a:extLst>
                  <a:ext uri="{FF2B5EF4-FFF2-40B4-BE49-F238E27FC236}">
                    <a16:creationId xmlns:a16="http://schemas.microsoft.com/office/drawing/2014/main" id="{FE4B5F80-9837-F830-0EE7-45F53A28F2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8" y="2263932"/>
                <a:ext cx="126466" cy="16189"/>
              </a:xfrm>
              <a:custGeom>
                <a:avLst/>
                <a:gdLst>
                  <a:gd name="T0" fmla="*/ 0 w 72"/>
                  <a:gd name="T1" fmla="*/ 4 h 8"/>
                  <a:gd name="T2" fmla="*/ 4 w 72"/>
                  <a:gd name="T3" fmla="*/ 8 h 8"/>
                  <a:gd name="T4" fmla="*/ 68 w 72"/>
                  <a:gd name="T5" fmla="*/ 8 h 8"/>
                  <a:gd name="T6" fmla="*/ 72 w 72"/>
                  <a:gd name="T7" fmla="*/ 4 h 8"/>
                  <a:gd name="T8" fmla="*/ 68 w 72"/>
                  <a:gd name="T9" fmla="*/ 0 h 8"/>
                  <a:gd name="T10" fmla="*/ 4 w 72"/>
                  <a:gd name="T11" fmla="*/ 0 h 8"/>
                  <a:gd name="T12" fmla="*/ 0 w 72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0" y="4"/>
                    </a:move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4" name="Freeform 58">
                <a:extLst>
                  <a:ext uri="{FF2B5EF4-FFF2-40B4-BE49-F238E27FC236}">
                    <a16:creationId xmlns:a16="http://schemas.microsoft.com/office/drawing/2014/main" id="{EC642F05-BB10-5628-549D-F1D042FAA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327610"/>
                <a:ext cx="126466" cy="15109"/>
              </a:xfrm>
              <a:custGeom>
                <a:avLst/>
                <a:gdLst>
                  <a:gd name="T0" fmla="*/ 68 w 72"/>
                  <a:gd name="T1" fmla="*/ 0 h 8"/>
                  <a:gd name="T2" fmla="*/ 4 w 72"/>
                  <a:gd name="T3" fmla="*/ 0 h 8"/>
                  <a:gd name="T4" fmla="*/ 0 w 72"/>
                  <a:gd name="T5" fmla="*/ 4 h 8"/>
                  <a:gd name="T6" fmla="*/ 4 w 72"/>
                  <a:gd name="T7" fmla="*/ 8 h 8"/>
                  <a:gd name="T8" fmla="*/ 68 w 72"/>
                  <a:gd name="T9" fmla="*/ 8 h 8"/>
                  <a:gd name="T10" fmla="*/ 72 w 72"/>
                  <a:gd name="T11" fmla="*/ 4 h 8"/>
                  <a:gd name="T12" fmla="*/ 68 w 7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5" name="Freeform 59">
                <a:extLst>
                  <a:ext uri="{FF2B5EF4-FFF2-40B4-BE49-F238E27FC236}">
                    <a16:creationId xmlns:a16="http://schemas.microsoft.com/office/drawing/2014/main" id="{7995768D-7C99-B1B9-A61F-9BF779D363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73278" y="2073989"/>
                <a:ext cx="238670" cy="332402"/>
              </a:xfrm>
              <a:custGeom>
                <a:avLst/>
                <a:gdLst>
                  <a:gd name="T0" fmla="*/ 136 w 136"/>
                  <a:gd name="T1" fmla="*/ 47 h 168"/>
                  <a:gd name="T2" fmla="*/ 136 w 136"/>
                  <a:gd name="T3" fmla="*/ 47 h 168"/>
                  <a:gd name="T4" fmla="*/ 135 w 136"/>
                  <a:gd name="T5" fmla="*/ 45 h 168"/>
                  <a:gd name="T6" fmla="*/ 135 w 136"/>
                  <a:gd name="T7" fmla="*/ 45 h 168"/>
                  <a:gd name="T8" fmla="*/ 95 w 136"/>
                  <a:gd name="T9" fmla="*/ 1 h 168"/>
                  <a:gd name="T10" fmla="*/ 94 w 136"/>
                  <a:gd name="T11" fmla="*/ 1 h 168"/>
                  <a:gd name="T12" fmla="*/ 94 w 136"/>
                  <a:gd name="T13" fmla="*/ 0 h 168"/>
                  <a:gd name="T14" fmla="*/ 92 w 136"/>
                  <a:gd name="T15" fmla="*/ 0 h 168"/>
                  <a:gd name="T16" fmla="*/ 92 w 136"/>
                  <a:gd name="T17" fmla="*/ 0 h 168"/>
                  <a:gd name="T18" fmla="*/ 20 w 136"/>
                  <a:gd name="T19" fmla="*/ 0 h 168"/>
                  <a:gd name="T20" fmla="*/ 0 w 136"/>
                  <a:gd name="T21" fmla="*/ 20 h 168"/>
                  <a:gd name="T22" fmla="*/ 0 w 136"/>
                  <a:gd name="T23" fmla="*/ 148 h 168"/>
                  <a:gd name="T24" fmla="*/ 20 w 136"/>
                  <a:gd name="T25" fmla="*/ 168 h 168"/>
                  <a:gd name="T26" fmla="*/ 116 w 136"/>
                  <a:gd name="T27" fmla="*/ 168 h 168"/>
                  <a:gd name="T28" fmla="*/ 136 w 136"/>
                  <a:gd name="T29" fmla="*/ 148 h 168"/>
                  <a:gd name="T30" fmla="*/ 136 w 136"/>
                  <a:gd name="T31" fmla="*/ 48 h 168"/>
                  <a:gd name="T32" fmla="*/ 136 w 136"/>
                  <a:gd name="T33" fmla="*/ 47 h 168"/>
                  <a:gd name="T34" fmla="*/ 91 w 136"/>
                  <a:gd name="T35" fmla="*/ 21 h 168"/>
                  <a:gd name="T36" fmla="*/ 94 w 136"/>
                  <a:gd name="T37" fmla="*/ 12 h 168"/>
                  <a:gd name="T38" fmla="*/ 119 w 136"/>
                  <a:gd name="T39" fmla="*/ 39 h 168"/>
                  <a:gd name="T40" fmla="*/ 97 w 136"/>
                  <a:gd name="T41" fmla="*/ 32 h 168"/>
                  <a:gd name="T42" fmla="*/ 91 w 136"/>
                  <a:gd name="T43" fmla="*/ 21 h 168"/>
                  <a:gd name="T44" fmla="*/ 128 w 136"/>
                  <a:gd name="T45" fmla="*/ 148 h 168"/>
                  <a:gd name="T46" fmla="*/ 116 w 136"/>
                  <a:gd name="T47" fmla="*/ 160 h 168"/>
                  <a:gd name="T48" fmla="*/ 20 w 136"/>
                  <a:gd name="T49" fmla="*/ 160 h 168"/>
                  <a:gd name="T50" fmla="*/ 8 w 136"/>
                  <a:gd name="T51" fmla="*/ 148 h 168"/>
                  <a:gd name="T52" fmla="*/ 8 w 136"/>
                  <a:gd name="T53" fmla="*/ 20 h 168"/>
                  <a:gd name="T54" fmla="*/ 20 w 136"/>
                  <a:gd name="T55" fmla="*/ 8 h 168"/>
                  <a:gd name="T56" fmla="*/ 87 w 136"/>
                  <a:gd name="T57" fmla="*/ 8 h 168"/>
                  <a:gd name="T58" fmla="*/ 84 w 136"/>
                  <a:gd name="T59" fmla="*/ 19 h 168"/>
                  <a:gd name="T60" fmla="*/ 94 w 136"/>
                  <a:gd name="T61" fmla="*/ 40 h 168"/>
                  <a:gd name="T62" fmla="*/ 128 w 136"/>
                  <a:gd name="T63" fmla="*/ 51 h 168"/>
                  <a:gd name="T64" fmla="*/ 128 w 136"/>
                  <a:gd name="T65" fmla="*/ 14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6" h="168">
                    <a:moveTo>
                      <a:pt x="136" y="47"/>
                    </a:moveTo>
                    <a:cubicBezTo>
                      <a:pt x="136" y="47"/>
                      <a:pt x="136" y="47"/>
                      <a:pt x="136" y="47"/>
                    </a:cubicBezTo>
                    <a:cubicBezTo>
                      <a:pt x="136" y="46"/>
                      <a:pt x="135" y="46"/>
                      <a:pt x="135" y="45"/>
                    </a:cubicBezTo>
                    <a:cubicBezTo>
                      <a:pt x="135" y="45"/>
                      <a:pt x="135" y="45"/>
                      <a:pt x="135" y="45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4" y="1"/>
                      <a:pt x="94" y="1"/>
                    </a:cubicBezTo>
                    <a:cubicBezTo>
                      <a:pt x="94" y="1"/>
                      <a:pt x="94" y="0"/>
                      <a:pt x="94" y="0"/>
                    </a:cubicBezTo>
                    <a:cubicBezTo>
                      <a:pt x="93" y="0"/>
                      <a:pt x="93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9"/>
                      <a:pt x="9" y="168"/>
                      <a:pt x="20" y="168"/>
                    </a:cubicBezTo>
                    <a:cubicBezTo>
                      <a:pt x="116" y="168"/>
                      <a:pt x="116" y="168"/>
                      <a:pt x="116" y="168"/>
                    </a:cubicBezTo>
                    <a:cubicBezTo>
                      <a:pt x="127" y="168"/>
                      <a:pt x="136" y="159"/>
                      <a:pt x="136" y="148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6" y="48"/>
                      <a:pt x="136" y="47"/>
                      <a:pt x="136" y="47"/>
                    </a:cubicBezTo>
                    <a:close/>
                    <a:moveTo>
                      <a:pt x="91" y="21"/>
                    </a:moveTo>
                    <a:cubicBezTo>
                      <a:pt x="94" y="12"/>
                      <a:pt x="94" y="12"/>
                      <a:pt x="94" y="1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2" y="31"/>
                      <a:pt x="90" y="26"/>
                      <a:pt x="91" y="21"/>
                    </a:cubicBezTo>
                    <a:close/>
                    <a:moveTo>
                      <a:pt x="128" y="148"/>
                    </a:moveTo>
                    <a:cubicBezTo>
                      <a:pt x="128" y="155"/>
                      <a:pt x="123" y="160"/>
                      <a:pt x="116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13" y="160"/>
                      <a:pt x="8" y="155"/>
                      <a:pt x="8" y="14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1" y="28"/>
                      <a:pt x="86" y="37"/>
                      <a:pt x="94" y="40"/>
                    </a:cubicBezTo>
                    <a:cubicBezTo>
                      <a:pt x="128" y="51"/>
                      <a:pt x="128" y="51"/>
                      <a:pt x="128" y="51"/>
                    </a:cubicBezTo>
                    <a:lnTo>
                      <a:pt x="128" y="148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50" name="Isosceles Triangle 249">
              <a:extLst>
                <a:ext uri="{FF2B5EF4-FFF2-40B4-BE49-F238E27FC236}">
                  <a16:creationId xmlns:a16="http://schemas.microsoft.com/office/drawing/2014/main" id="{DAB24776-2E42-86D0-FFB5-877044E359E5}"/>
                </a:ext>
              </a:extLst>
            </p:cNvPr>
            <p:cNvSpPr/>
            <p:nvPr/>
          </p:nvSpPr>
          <p:spPr>
            <a:xfrm rot="2712836">
              <a:off x="8285029" y="4726716"/>
              <a:ext cx="232976" cy="1669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endParaRPr>
            </a:p>
          </p:txBody>
        </p:sp>
      </p:grpSp>
      <p:sp>
        <p:nvSpPr>
          <p:cNvPr id="256" name="TextBox 255">
            <a:extLst>
              <a:ext uri="{FF2B5EF4-FFF2-40B4-BE49-F238E27FC236}">
                <a16:creationId xmlns:a16="http://schemas.microsoft.com/office/drawing/2014/main" id="{2CBAF08E-DE9C-B661-7EE9-E021FDA693F1}"/>
              </a:ext>
            </a:extLst>
          </p:cNvPr>
          <p:cNvSpPr txBox="1"/>
          <p:nvPr/>
        </p:nvSpPr>
        <p:spPr>
          <a:xfrm>
            <a:off x="6272280" y="5618350"/>
            <a:ext cx="130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/>
              <a:t>Satélite</a:t>
            </a:r>
            <a:r>
              <a:rPr lang="en-US" sz="1000" b="1" dirty="0"/>
              <a:t> con </a:t>
            </a:r>
            <a:r>
              <a:rPr lang="en-US" sz="1000" b="1" dirty="0" err="1"/>
              <a:t>anclaje</a:t>
            </a:r>
            <a:endParaRPr lang="en-US" sz="1000" b="1" dirty="0"/>
          </a:p>
          <a:p>
            <a:pPr algn="ctr"/>
            <a:r>
              <a:rPr lang="en-US" sz="1000" b="1" dirty="0"/>
              <a:t>( </a:t>
            </a:r>
            <a:r>
              <a:rPr lang="en-US" sz="1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~ 15%)</a:t>
            </a:r>
            <a:endParaRPr lang="en-US" sz="1000" b="1" dirty="0"/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C07569B8-7150-4561-0DBE-E5C86FA70FF1}"/>
              </a:ext>
            </a:extLst>
          </p:cNvPr>
          <p:cNvGrpSpPr/>
          <p:nvPr/>
        </p:nvGrpSpPr>
        <p:grpSpPr>
          <a:xfrm>
            <a:off x="1679818" y="6018225"/>
            <a:ext cx="3033019" cy="276999"/>
            <a:chOff x="-71603" y="5548851"/>
            <a:chExt cx="2597104" cy="532056"/>
          </a:xfrm>
          <a:solidFill>
            <a:srgbClr val="FF0000"/>
          </a:solidFill>
        </p:grpSpPr>
        <p:sp>
          <p:nvSpPr>
            <p:cNvPr id="302" name="Rectangle: Rounded Corners 301">
              <a:extLst>
                <a:ext uri="{FF2B5EF4-FFF2-40B4-BE49-F238E27FC236}">
                  <a16:creationId xmlns:a16="http://schemas.microsoft.com/office/drawing/2014/main" id="{17A38B73-8480-431F-ABD2-35884AFC748A}"/>
                </a:ext>
              </a:extLst>
            </p:cNvPr>
            <p:cNvSpPr/>
            <p:nvPr/>
          </p:nvSpPr>
          <p:spPr>
            <a:xfrm>
              <a:off x="-71603" y="5567100"/>
              <a:ext cx="2597104" cy="447787"/>
            </a:xfrm>
            <a:prstGeom prst="roundRect">
              <a:avLst>
                <a:gd name="adj" fmla="val 5209"/>
              </a:avLst>
            </a:prstGeom>
            <a:grpFill/>
            <a:ln w="9525" cap="flat" cmpd="sng" algn="ctr">
              <a:solidFill>
                <a:srgbClr val="E7E6E6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AFCF3019-1551-151E-5A6F-9143B5F32DF3}"/>
                </a:ext>
              </a:extLst>
            </p:cNvPr>
            <p:cNvSpPr txBox="1"/>
            <p:nvPr/>
          </p:nvSpPr>
          <p:spPr>
            <a:xfrm>
              <a:off x="53905" y="5548851"/>
              <a:ext cx="2107518" cy="5320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_tradnl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Sistemas Locales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C0C8C-034E-75B2-0E91-03B79681366C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40FD2A7-AB37-C045-BCDD-FFD88DFF9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-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s-ES" altLang="es-ES" sz="2000" b="1" dirty="0">
                <a:solidFill>
                  <a:srgbClr val="7F7F7F"/>
                </a:solidFill>
                <a:latin typeface="Calibri" panose="020F0502020204030204" pitchFamily="34" charset="0"/>
              </a:rPr>
              <a:t>Componentes - Plataforma Granular y Plataforma Semi-Agregada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7" name="Grupo 21">
            <a:extLst>
              <a:ext uri="{FF2B5EF4-FFF2-40B4-BE49-F238E27FC236}">
                <a16:creationId xmlns:a16="http://schemas.microsoft.com/office/drawing/2014/main" id="{91CB6F43-063D-48F0-A52E-826AA3456BBE}"/>
              </a:ext>
            </a:extLst>
          </p:cNvPr>
          <p:cNvGrpSpPr/>
          <p:nvPr/>
        </p:nvGrpSpPr>
        <p:grpSpPr>
          <a:xfrm>
            <a:off x="6172804" y="3508088"/>
            <a:ext cx="314056" cy="298185"/>
            <a:chOff x="3988712" y="4462174"/>
            <a:chExt cx="691733" cy="691733"/>
          </a:xfrm>
        </p:grpSpPr>
        <p:sp>
          <p:nvSpPr>
            <p:cNvPr id="8" name="Elipse 22">
              <a:extLst>
                <a:ext uri="{FF2B5EF4-FFF2-40B4-BE49-F238E27FC236}">
                  <a16:creationId xmlns:a16="http://schemas.microsoft.com/office/drawing/2014/main" id="{2AE9F3FF-6830-341F-F65D-8392DF5B1894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upo 23">
              <a:extLst>
                <a:ext uri="{FF2B5EF4-FFF2-40B4-BE49-F238E27FC236}">
                  <a16:creationId xmlns:a16="http://schemas.microsoft.com/office/drawing/2014/main" id="{CF6FC8A5-7926-CE8E-5DF6-D67325D8F43D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10" name="Triángulo isósceles 18">
                <a:extLst>
                  <a:ext uri="{FF2B5EF4-FFF2-40B4-BE49-F238E27FC236}">
                    <a16:creationId xmlns:a16="http://schemas.microsoft.com/office/drawing/2014/main" id="{0E892AE2-C5F9-4D78-3BF9-5F331C784116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" name="Triángulo isósceles 18">
                <a:extLst>
                  <a:ext uri="{FF2B5EF4-FFF2-40B4-BE49-F238E27FC236}">
                    <a16:creationId xmlns:a16="http://schemas.microsoft.com/office/drawing/2014/main" id="{0F40A3B2-AF7C-F061-1439-75CAA6152E72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12" name="Grupo 21">
            <a:extLst>
              <a:ext uri="{FF2B5EF4-FFF2-40B4-BE49-F238E27FC236}">
                <a16:creationId xmlns:a16="http://schemas.microsoft.com/office/drawing/2014/main" id="{78F5DE97-FBF2-EE10-5BD4-DD9ED7CF3176}"/>
              </a:ext>
            </a:extLst>
          </p:cNvPr>
          <p:cNvGrpSpPr/>
          <p:nvPr/>
        </p:nvGrpSpPr>
        <p:grpSpPr>
          <a:xfrm>
            <a:off x="6163912" y="6097577"/>
            <a:ext cx="314056" cy="298185"/>
            <a:chOff x="3988712" y="4462174"/>
            <a:chExt cx="691733" cy="691733"/>
          </a:xfrm>
        </p:grpSpPr>
        <p:sp>
          <p:nvSpPr>
            <p:cNvPr id="13" name="Elipse 22">
              <a:extLst>
                <a:ext uri="{FF2B5EF4-FFF2-40B4-BE49-F238E27FC236}">
                  <a16:creationId xmlns:a16="http://schemas.microsoft.com/office/drawing/2014/main" id="{3EEA1005-9641-C99A-DC49-1FA995F00501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upo 23">
              <a:extLst>
                <a:ext uri="{FF2B5EF4-FFF2-40B4-BE49-F238E27FC236}">
                  <a16:creationId xmlns:a16="http://schemas.microsoft.com/office/drawing/2014/main" id="{AC87031C-2670-A0BA-01AD-3436FD1A2C04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15" name="Triángulo isósceles 18">
                <a:extLst>
                  <a:ext uri="{FF2B5EF4-FFF2-40B4-BE49-F238E27FC236}">
                    <a16:creationId xmlns:a16="http://schemas.microsoft.com/office/drawing/2014/main" id="{22BD8CA5-41A2-1270-25F4-51424298AFE4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Triángulo isósceles 18">
                <a:extLst>
                  <a:ext uri="{FF2B5EF4-FFF2-40B4-BE49-F238E27FC236}">
                    <a16:creationId xmlns:a16="http://schemas.microsoft.com/office/drawing/2014/main" id="{77CFB1DC-2C1A-55BE-6603-BFCF08DF09D4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CB7A04E-6F54-BE01-D77A-76CFDB900731}"/>
              </a:ext>
            </a:extLst>
          </p:cNvPr>
          <p:cNvGrpSpPr/>
          <p:nvPr/>
        </p:nvGrpSpPr>
        <p:grpSpPr>
          <a:xfrm>
            <a:off x="6764241" y="3460053"/>
            <a:ext cx="354088" cy="377960"/>
            <a:chOff x="7723975" y="4693678"/>
            <a:chExt cx="760992" cy="6889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8E8ACFB-70BE-1307-9494-A5B4022DC442}"/>
                </a:ext>
              </a:extLst>
            </p:cNvPr>
            <p:cNvGrpSpPr/>
            <p:nvPr/>
          </p:nvGrpSpPr>
          <p:grpSpPr>
            <a:xfrm>
              <a:off x="7723975" y="4777536"/>
              <a:ext cx="694818" cy="605080"/>
              <a:chOff x="3073278" y="2073989"/>
              <a:chExt cx="238670" cy="33240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6C6C5E7-406A-E5D0-2CCC-D113AEFEA872}"/>
                  </a:ext>
                </a:extLst>
              </p:cNvPr>
              <p:cNvSpPr/>
              <p:nvPr/>
            </p:nvSpPr>
            <p:spPr>
              <a:xfrm>
                <a:off x="3086204" y="2087788"/>
                <a:ext cx="223693" cy="3186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endParaRPr>
              </a:p>
            </p:txBody>
          </p:sp>
          <p:sp>
            <p:nvSpPr>
              <p:cNvPr id="25" name="Freeform 56">
                <a:extLst>
                  <a:ext uri="{FF2B5EF4-FFF2-40B4-BE49-F238E27FC236}">
                    <a16:creationId xmlns:a16="http://schemas.microsoft.com/office/drawing/2014/main" id="{860F7973-5A6F-5AD2-A4F6-83A102E6B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200261"/>
                <a:ext cx="93880" cy="16189"/>
              </a:xfrm>
              <a:custGeom>
                <a:avLst/>
                <a:gdLst>
                  <a:gd name="T0" fmla="*/ 4 w 40"/>
                  <a:gd name="T1" fmla="*/ 8 h 8"/>
                  <a:gd name="T2" fmla="*/ 36 w 40"/>
                  <a:gd name="T3" fmla="*/ 8 h 8"/>
                  <a:gd name="T4" fmla="*/ 40 w 40"/>
                  <a:gd name="T5" fmla="*/ 4 h 8"/>
                  <a:gd name="T6" fmla="*/ 36 w 40"/>
                  <a:gd name="T7" fmla="*/ 0 h 8"/>
                  <a:gd name="T8" fmla="*/ 4 w 40"/>
                  <a:gd name="T9" fmla="*/ 0 h 8"/>
                  <a:gd name="T10" fmla="*/ 0 w 40"/>
                  <a:gd name="T11" fmla="*/ 4 h 8"/>
                  <a:gd name="T12" fmla="*/ 4 w 40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8">
                    <a:moveTo>
                      <a:pt x="4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8" y="8"/>
                      <a:pt x="40" y="6"/>
                      <a:pt x="40" y="4"/>
                    </a:cubicBezTo>
                    <a:cubicBezTo>
                      <a:pt x="40" y="2"/>
                      <a:pt x="38" y="0"/>
                      <a:pt x="36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Freeform 57">
                <a:extLst>
                  <a:ext uri="{FF2B5EF4-FFF2-40B4-BE49-F238E27FC236}">
                    <a16:creationId xmlns:a16="http://schemas.microsoft.com/office/drawing/2014/main" id="{8A61A402-2B4A-AAAD-D438-1BAA28635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8" y="2263932"/>
                <a:ext cx="126466" cy="16189"/>
              </a:xfrm>
              <a:custGeom>
                <a:avLst/>
                <a:gdLst>
                  <a:gd name="T0" fmla="*/ 0 w 72"/>
                  <a:gd name="T1" fmla="*/ 4 h 8"/>
                  <a:gd name="T2" fmla="*/ 4 w 72"/>
                  <a:gd name="T3" fmla="*/ 8 h 8"/>
                  <a:gd name="T4" fmla="*/ 68 w 72"/>
                  <a:gd name="T5" fmla="*/ 8 h 8"/>
                  <a:gd name="T6" fmla="*/ 72 w 72"/>
                  <a:gd name="T7" fmla="*/ 4 h 8"/>
                  <a:gd name="T8" fmla="*/ 68 w 72"/>
                  <a:gd name="T9" fmla="*/ 0 h 8"/>
                  <a:gd name="T10" fmla="*/ 4 w 72"/>
                  <a:gd name="T11" fmla="*/ 0 h 8"/>
                  <a:gd name="T12" fmla="*/ 0 w 72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0" y="4"/>
                    </a:move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822B3CE1-9A11-3839-301E-94C5BA5A5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327610"/>
                <a:ext cx="126466" cy="15109"/>
              </a:xfrm>
              <a:custGeom>
                <a:avLst/>
                <a:gdLst>
                  <a:gd name="T0" fmla="*/ 68 w 72"/>
                  <a:gd name="T1" fmla="*/ 0 h 8"/>
                  <a:gd name="T2" fmla="*/ 4 w 72"/>
                  <a:gd name="T3" fmla="*/ 0 h 8"/>
                  <a:gd name="T4" fmla="*/ 0 w 72"/>
                  <a:gd name="T5" fmla="*/ 4 h 8"/>
                  <a:gd name="T6" fmla="*/ 4 w 72"/>
                  <a:gd name="T7" fmla="*/ 8 h 8"/>
                  <a:gd name="T8" fmla="*/ 68 w 72"/>
                  <a:gd name="T9" fmla="*/ 8 h 8"/>
                  <a:gd name="T10" fmla="*/ 72 w 72"/>
                  <a:gd name="T11" fmla="*/ 4 h 8"/>
                  <a:gd name="T12" fmla="*/ 68 w 7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8" name="Freeform 59">
                <a:extLst>
                  <a:ext uri="{FF2B5EF4-FFF2-40B4-BE49-F238E27FC236}">
                    <a16:creationId xmlns:a16="http://schemas.microsoft.com/office/drawing/2014/main" id="{B7506204-5F87-7572-AE89-6AE4AB342D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73278" y="2073989"/>
                <a:ext cx="238670" cy="332402"/>
              </a:xfrm>
              <a:custGeom>
                <a:avLst/>
                <a:gdLst>
                  <a:gd name="T0" fmla="*/ 136 w 136"/>
                  <a:gd name="T1" fmla="*/ 47 h 168"/>
                  <a:gd name="T2" fmla="*/ 136 w 136"/>
                  <a:gd name="T3" fmla="*/ 47 h 168"/>
                  <a:gd name="T4" fmla="*/ 135 w 136"/>
                  <a:gd name="T5" fmla="*/ 45 h 168"/>
                  <a:gd name="T6" fmla="*/ 135 w 136"/>
                  <a:gd name="T7" fmla="*/ 45 h 168"/>
                  <a:gd name="T8" fmla="*/ 95 w 136"/>
                  <a:gd name="T9" fmla="*/ 1 h 168"/>
                  <a:gd name="T10" fmla="*/ 94 w 136"/>
                  <a:gd name="T11" fmla="*/ 1 h 168"/>
                  <a:gd name="T12" fmla="*/ 94 w 136"/>
                  <a:gd name="T13" fmla="*/ 0 h 168"/>
                  <a:gd name="T14" fmla="*/ 92 w 136"/>
                  <a:gd name="T15" fmla="*/ 0 h 168"/>
                  <a:gd name="T16" fmla="*/ 92 w 136"/>
                  <a:gd name="T17" fmla="*/ 0 h 168"/>
                  <a:gd name="T18" fmla="*/ 20 w 136"/>
                  <a:gd name="T19" fmla="*/ 0 h 168"/>
                  <a:gd name="T20" fmla="*/ 0 w 136"/>
                  <a:gd name="T21" fmla="*/ 20 h 168"/>
                  <a:gd name="T22" fmla="*/ 0 w 136"/>
                  <a:gd name="T23" fmla="*/ 148 h 168"/>
                  <a:gd name="T24" fmla="*/ 20 w 136"/>
                  <a:gd name="T25" fmla="*/ 168 h 168"/>
                  <a:gd name="T26" fmla="*/ 116 w 136"/>
                  <a:gd name="T27" fmla="*/ 168 h 168"/>
                  <a:gd name="T28" fmla="*/ 136 w 136"/>
                  <a:gd name="T29" fmla="*/ 148 h 168"/>
                  <a:gd name="T30" fmla="*/ 136 w 136"/>
                  <a:gd name="T31" fmla="*/ 48 h 168"/>
                  <a:gd name="T32" fmla="*/ 136 w 136"/>
                  <a:gd name="T33" fmla="*/ 47 h 168"/>
                  <a:gd name="T34" fmla="*/ 91 w 136"/>
                  <a:gd name="T35" fmla="*/ 21 h 168"/>
                  <a:gd name="T36" fmla="*/ 94 w 136"/>
                  <a:gd name="T37" fmla="*/ 12 h 168"/>
                  <a:gd name="T38" fmla="*/ 119 w 136"/>
                  <a:gd name="T39" fmla="*/ 39 h 168"/>
                  <a:gd name="T40" fmla="*/ 97 w 136"/>
                  <a:gd name="T41" fmla="*/ 32 h 168"/>
                  <a:gd name="T42" fmla="*/ 91 w 136"/>
                  <a:gd name="T43" fmla="*/ 21 h 168"/>
                  <a:gd name="T44" fmla="*/ 128 w 136"/>
                  <a:gd name="T45" fmla="*/ 148 h 168"/>
                  <a:gd name="T46" fmla="*/ 116 w 136"/>
                  <a:gd name="T47" fmla="*/ 160 h 168"/>
                  <a:gd name="T48" fmla="*/ 20 w 136"/>
                  <a:gd name="T49" fmla="*/ 160 h 168"/>
                  <a:gd name="T50" fmla="*/ 8 w 136"/>
                  <a:gd name="T51" fmla="*/ 148 h 168"/>
                  <a:gd name="T52" fmla="*/ 8 w 136"/>
                  <a:gd name="T53" fmla="*/ 20 h 168"/>
                  <a:gd name="T54" fmla="*/ 20 w 136"/>
                  <a:gd name="T55" fmla="*/ 8 h 168"/>
                  <a:gd name="T56" fmla="*/ 87 w 136"/>
                  <a:gd name="T57" fmla="*/ 8 h 168"/>
                  <a:gd name="T58" fmla="*/ 84 w 136"/>
                  <a:gd name="T59" fmla="*/ 19 h 168"/>
                  <a:gd name="T60" fmla="*/ 94 w 136"/>
                  <a:gd name="T61" fmla="*/ 40 h 168"/>
                  <a:gd name="T62" fmla="*/ 128 w 136"/>
                  <a:gd name="T63" fmla="*/ 51 h 168"/>
                  <a:gd name="T64" fmla="*/ 128 w 136"/>
                  <a:gd name="T65" fmla="*/ 14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6" h="168">
                    <a:moveTo>
                      <a:pt x="136" y="47"/>
                    </a:moveTo>
                    <a:cubicBezTo>
                      <a:pt x="136" y="47"/>
                      <a:pt x="136" y="47"/>
                      <a:pt x="136" y="47"/>
                    </a:cubicBezTo>
                    <a:cubicBezTo>
                      <a:pt x="136" y="46"/>
                      <a:pt x="135" y="46"/>
                      <a:pt x="135" y="45"/>
                    </a:cubicBezTo>
                    <a:cubicBezTo>
                      <a:pt x="135" y="45"/>
                      <a:pt x="135" y="45"/>
                      <a:pt x="135" y="45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4" y="1"/>
                      <a:pt x="94" y="1"/>
                    </a:cubicBezTo>
                    <a:cubicBezTo>
                      <a:pt x="94" y="1"/>
                      <a:pt x="94" y="0"/>
                      <a:pt x="94" y="0"/>
                    </a:cubicBezTo>
                    <a:cubicBezTo>
                      <a:pt x="93" y="0"/>
                      <a:pt x="93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9"/>
                      <a:pt x="9" y="168"/>
                      <a:pt x="20" y="168"/>
                    </a:cubicBezTo>
                    <a:cubicBezTo>
                      <a:pt x="116" y="168"/>
                      <a:pt x="116" y="168"/>
                      <a:pt x="116" y="168"/>
                    </a:cubicBezTo>
                    <a:cubicBezTo>
                      <a:pt x="127" y="168"/>
                      <a:pt x="136" y="159"/>
                      <a:pt x="136" y="148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6" y="48"/>
                      <a:pt x="136" y="47"/>
                      <a:pt x="136" y="47"/>
                    </a:cubicBezTo>
                    <a:close/>
                    <a:moveTo>
                      <a:pt x="91" y="21"/>
                    </a:moveTo>
                    <a:cubicBezTo>
                      <a:pt x="94" y="12"/>
                      <a:pt x="94" y="12"/>
                      <a:pt x="94" y="1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2" y="31"/>
                      <a:pt x="90" y="26"/>
                      <a:pt x="91" y="21"/>
                    </a:cubicBezTo>
                    <a:close/>
                    <a:moveTo>
                      <a:pt x="128" y="148"/>
                    </a:moveTo>
                    <a:cubicBezTo>
                      <a:pt x="128" y="155"/>
                      <a:pt x="123" y="160"/>
                      <a:pt x="116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13" y="160"/>
                      <a:pt x="8" y="155"/>
                      <a:pt x="8" y="14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1" y="28"/>
                      <a:pt x="86" y="37"/>
                      <a:pt x="94" y="40"/>
                    </a:cubicBezTo>
                    <a:cubicBezTo>
                      <a:pt x="128" y="51"/>
                      <a:pt x="128" y="51"/>
                      <a:pt x="128" y="51"/>
                    </a:cubicBezTo>
                    <a:lnTo>
                      <a:pt x="128" y="148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0DD1D05B-603F-D04E-4849-7F24E4E5293F}"/>
                </a:ext>
              </a:extLst>
            </p:cNvPr>
            <p:cNvSpPr/>
            <p:nvPr/>
          </p:nvSpPr>
          <p:spPr>
            <a:xfrm rot="2712836">
              <a:off x="8285029" y="4726716"/>
              <a:ext cx="232976" cy="1669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endParaRPr>
            </a:p>
          </p:txBody>
        </p:sp>
      </p:grpSp>
      <p:sp>
        <p:nvSpPr>
          <p:cNvPr id="29" name="Plus Sign 28">
            <a:extLst>
              <a:ext uri="{FF2B5EF4-FFF2-40B4-BE49-F238E27FC236}">
                <a16:creationId xmlns:a16="http://schemas.microsoft.com/office/drawing/2014/main" id="{D3B3BA22-71E7-DB78-CBCE-79F2793CFBA9}"/>
              </a:ext>
            </a:extLst>
          </p:cNvPr>
          <p:cNvSpPr/>
          <p:nvPr/>
        </p:nvSpPr>
        <p:spPr>
          <a:xfrm>
            <a:off x="6645835" y="4590909"/>
            <a:ext cx="444356" cy="404556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81595D20-6003-9F19-6653-923094CFD5C9}"/>
              </a:ext>
            </a:extLst>
          </p:cNvPr>
          <p:cNvSpPr/>
          <p:nvPr/>
        </p:nvSpPr>
        <p:spPr>
          <a:xfrm>
            <a:off x="7581331" y="3273474"/>
            <a:ext cx="353050" cy="260378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04589D-0309-72BA-221E-AAA8875DC3F7}"/>
              </a:ext>
            </a:extLst>
          </p:cNvPr>
          <p:cNvGrpSpPr/>
          <p:nvPr/>
        </p:nvGrpSpPr>
        <p:grpSpPr>
          <a:xfrm>
            <a:off x="8577802" y="1461075"/>
            <a:ext cx="2609854" cy="292102"/>
            <a:chOff x="-71603" y="5567100"/>
            <a:chExt cx="2597104" cy="472202"/>
          </a:xfrm>
          <a:solidFill>
            <a:srgbClr val="FF0000"/>
          </a:solidFill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0409B25-AA44-410A-F469-79FF1D7FA8C7}"/>
                </a:ext>
              </a:extLst>
            </p:cNvPr>
            <p:cNvSpPr/>
            <p:nvPr/>
          </p:nvSpPr>
          <p:spPr>
            <a:xfrm>
              <a:off x="-71603" y="5567100"/>
              <a:ext cx="2597104" cy="447787"/>
            </a:xfrm>
            <a:prstGeom prst="roundRect">
              <a:avLst>
                <a:gd name="adj" fmla="val 5209"/>
              </a:avLst>
            </a:prstGeom>
            <a:grpFill/>
            <a:ln w="9525" cap="flat" cmpd="sng" algn="ctr">
              <a:solidFill>
                <a:srgbClr val="E7E6E6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DC405A3-EE98-5CD7-3165-3693283E4A76}"/>
                </a:ext>
              </a:extLst>
            </p:cNvPr>
            <p:cNvSpPr txBox="1"/>
            <p:nvPr/>
          </p:nvSpPr>
          <p:spPr>
            <a:xfrm>
              <a:off x="-44241" y="5591515"/>
              <a:ext cx="2542460" cy="4477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_tradnl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Plataforma Semi-Agregada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5EE791-71D3-BF74-79E2-406CBB3084F4}"/>
              </a:ext>
            </a:extLst>
          </p:cNvPr>
          <p:cNvSpPr/>
          <p:nvPr/>
        </p:nvSpPr>
        <p:spPr>
          <a:xfrm>
            <a:off x="386120" y="1607126"/>
            <a:ext cx="5670293" cy="4270132"/>
          </a:xfrm>
          <a:prstGeom prst="roundRect">
            <a:avLst>
              <a:gd name="adj" fmla="val 5209"/>
            </a:avLst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9F2299E-2674-B639-612C-71C28E12B958}"/>
              </a:ext>
            </a:extLst>
          </p:cNvPr>
          <p:cNvSpPr/>
          <p:nvPr/>
        </p:nvSpPr>
        <p:spPr>
          <a:xfrm>
            <a:off x="619885" y="2004201"/>
            <a:ext cx="5171408" cy="3031889"/>
          </a:xfrm>
          <a:prstGeom prst="roundRect">
            <a:avLst>
              <a:gd name="adj" fmla="val 5209"/>
            </a:avLst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4B400B9-F063-50B2-C014-A6BC7DB093C7}"/>
              </a:ext>
            </a:extLst>
          </p:cNvPr>
          <p:cNvGrpSpPr/>
          <p:nvPr/>
        </p:nvGrpSpPr>
        <p:grpSpPr>
          <a:xfrm>
            <a:off x="779479" y="2277733"/>
            <a:ext cx="4884298" cy="2609284"/>
            <a:chOff x="1102848" y="873624"/>
            <a:chExt cx="10262673" cy="5203369"/>
          </a:xfrm>
        </p:grpSpPr>
        <p:pic>
          <p:nvPicPr>
            <p:cNvPr id="50" name="Imagen 2">
              <a:extLst>
                <a:ext uri="{FF2B5EF4-FFF2-40B4-BE49-F238E27FC236}">
                  <a16:creationId xmlns:a16="http://schemas.microsoft.com/office/drawing/2014/main" id="{827FDD20-5A10-D0FB-2723-2AD92650AA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18890" b="24576"/>
            <a:stretch/>
          </p:blipFill>
          <p:spPr>
            <a:xfrm>
              <a:off x="1102848" y="1226747"/>
              <a:ext cx="4993152" cy="2013805"/>
            </a:xfrm>
            <a:prstGeom prst="rect">
              <a:avLst/>
            </a:prstGeom>
            <a:ln w="9525" cap="sq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79" name="Imagen 8">
              <a:extLst>
                <a:ext uri="{FF2B5EF4-FFF2-40B4-BE49-F238E27FC236}">
                  <a16:creationId xmlns:a16="http://schemas.microsoft.com/office/drawing/2014/main" id="{916F248C-C7B8-B886-D7D9-5D521D289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56264" y="1659987"/>
              <a:ext cx="6241951" cy="2264898"/>
            </a:xfrm>
            <a:prstGeom prst="rect">
              <a:avLst/>
            </a:prstGeom>
            <a:ln w="9525" cap="sq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0" name="Imagen 10">
              <a:extLst>
                <a:ext uri="{FF2B5EF4-FFF2-40B4-BE49-F238E27FC236}">
                  <a16:creationId xmlns:a16="http://schemas.microsoft.com/office/drawing/2014/main" id="{4F55DC8D-873E-255A-911E-7DA0949FA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93120" y="2154226"/>
              <a:ext cx="6448574" cy="2123782"/>
            </a:xfrm>
            <a:prstGeom prst="rect">
              <a:avLst/>
            </a:prstGeom>
            <a:ln w="9525" cap="sq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94" name="Imagen 12">
              <a:extLst>
                <a:ext uri="{FF2B5EF4-FFF2-40B4-BE49-F238E27FC236}">
                  <a16:creationId xmlns:a16="http://schemas.microsoft.com/office/drawing/2014/main" id="{1879AA88-3783-F3EE-874B-511D468DEF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10289"/>
            <a:stretch/>
          </p:blipFill>
          <p:spPr>
            <a:xfrm>
              <a:off x="3138453" y="2659488"/>
              <a:ext cx="7470159" cy="2530793"/>
            </a:xfrm>
            <a:prstGeom prst="rect">
              <a:avLst/>
            </a:prstGeom>
            <a:ln w="9525" cap="sq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01" name="Imagen 14">
              <a:extLst>
                <a:ext uri="{FF2B5EF4-FFF2-40B4-BE49-F238E27FC236}">
                  <a16:creationId xmlns:a16="http://schemas.microsoft.com/office/drawing/2014/main" id="{CFF34F75-D991-8A7F-76B9-EE3A34CE0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83786" y="3131710"/>
              <a:ext cx="7470159" cy="2945283"/>
            </a:xfrm>
            <a:prstGeom prst="rect">
              <a:avLst/>
            </a:prstGeom>
            <a:ln w="9525" cap="sq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04" name="Rectángulo 19">
              <a:extLst>
                <a:ext uri="{FF2B5EF4-FFF2-40B4-BE49-F238E27FC236}">
                  <a16:creationId xmlns:a16="http://schemas.microsoft.com/office/drawing/2014/main" id="{15B20183-A7A8-C7D8-646E-4BB1B20689DC}"/>
                </a:ext>
              </a:extLst>
            </p:cNvPr>
            <p:cNvSpPr/>
            <p:nvPr/>
          </p:nvSpPr>
          <p:spPr>
            <a:xfrm>
              <a:off x="3816574" y="873624"/>
              <a:ext cx="2293494" cy="32571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Contrato</a:t>
              </a:r>
              <a:endParaRPr lang="es-ES" sz="10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07" name="Rectángulo 20">
              <a:extLst>
                <a:ext uri="{FF2B5EF4-FFF2-40B4-BE49-F238E27FC236}">
                  <a16:creationId xmlns:a16="http://schemas.microsoft.com/office/drawing/2014/main" id="{687CC4D6-6914-2D9A-474B-79481460DB0C}"/>
                </a:ext>
              </a:extLst>
            </p:cNvPr>
            <p:cNvSpPr/>
            <p:nvPr/>
          </p:nvSpPr>
          <p:spPr>
            <a:xfrm>
              <a:off x="5726785" y="1307034"/>
              <a:ext cx="2293494" cy="32571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Cliente-Contrato</a:t>
              </a:r>
              <a:endParaRPr lang="es-ES" sz="10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12" name="Rectángulo 21">
              <a:extLst>
                <a:ext uri="{FF2B5EF4-FFF2-40B4-BE49-F238E27FC236}">
                  <a16:creationId xmlns:a16="http://schemas.microsoft.com/office/drawing/2014/main" id="{16357BBE-DB1C-B145-22DD-B23DFC20C283}"/>
                </a:ext>
              </a:extLst>
            </p:cNvPr>
            <p:cNvSpPr/>
            <p:nvPr/>
          </p:nvSpPr>
          <p:spPr>
            <a:xfrm>
              <a:off x="6556526" y="1801103"/>
              <a:ext cx="2293494" cy="32571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Contrato-Garantía</a:t>
              </a:r>
              <a:endParaRPr lang="es-ES" sz="10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16" name="Rectángulo 22">
              <a:extLst>
                <a:ext uri="{FF2B5EF4-FFF2-40B4-BE49-F238E27FC236}">
                  <a16:creationId xmlns:a16="http://schemas.microsoft.com/office/drawing/2014/main" id="{2C97F78C-3B8C-E9BC-8192-7A5921D963D0}"/>
                </a:ext>
              </a:extLst>
            </p:cNvPr>
            <p:cNvSpPr/>
            <p:nvPr/>
          </p:nvSpPr>
          <p:spPr>
            <a:xfrm>
              <a:off x="8085074" y="2306365"/>
              <a:ext cx="2293494" cy="325717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Garantía</a:t>
              </a:r>
              <a:endParaRPr lang="es-ES" sz="10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19" name="Rectángulo 23">
              <a:extLst>
                <a:ext uri="{FF2B5EF4-FFF2-40B4-BE49-F238E27FC236}">
                  <a16:creationId xmlns:a16="http://schemas.microsoft.com/office/drawing/2014/main" id="{A879B7CD-DB38-7130-EBC0-2F9D0E458D7B}"/>
                </a:ext>
              </a:extLst>
            </p:cNvPr>
            <p:cNvSpPr/>
            <p:nvPr/>
          </p:nvSpPr>
          <p:spPr>
            <a:xfrm>
              <a:off x="9072027" y="2784889"/>
              <a:ext cx="2293494" cy="32571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Cliente</a:t>
              </a:r>
              <a:endParaRPr lang="es-ES" sz="10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71CF11-2068-1A17-59FC-060FD05F56B1}"/>
              </a:ext>
            </a:extLst>
          </p:cNvPr>
          <p:cNvGrpSpPr/>
          <p:nvPr/>
        </p:nvGrpSpPr>
        <p:grpSpPr>
          <a:xfrm>
            <a:off x="779479" y="1861583"/>
            <a:ext cx="2376383" cy="282867"/>
            <a:chOff x="-71603" y="5567100"/>
            <a:chExt cx="2597104" cy="457273"/>
          </a:xfrm>
          <a:solidFill>
            <a:schemeClr val="bg1">
              <a:lumMod val="50000"/>
            </a:schemeClr>
          </a:solidFill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23FCC4D-9205-1B52-310F-012BDC7A151B}"/>
                </a:ext>
              </a:extLst>
            </p:cNvPr>
            <p:cNvSpPr/>
            <p:nvPr/>
          </p:nvSpPr>
          <p:spPr>
            <a:xfrm>
              <a:off x="-71603" y="5567100"/>
              <a:ext cx="2597104" cy="447787"/>
            </a:xfrm>
            <a:prstGeom prst="roundRect">
              <a:avLst>
                <a:gd name="adj" fmla="val 5209"/>
              </a:avLst>
            </a:prstGeom>
            <a:grpFill/>
            <a:ln w="9525" cap="flat" cmpd="sng" algn="ctr">
              <a:solidFill>
                <a:srgbClr val="E7E6E6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4EE34E-6F88-FA79-FE58-F4500A56F6BC}"/>
                </a:ext>
              </a:extLst>
            </p:cNvPr>
            <p:cNvSpPr txBox="1"/>
            <p:nvPr/>
          </p:nvSpPr>
          <p:spPr>
            <a:xfrm>
              <a:off x="139585" y="5576586"/>
              <a:ext cx="2107518" cy="447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Modelo de datos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84E8CCF-B0D0-A3F5-F700-A7DA8FCF50F2}"/>
              </a:ext>
            </a:extLst>
          </p:cNvPr>
          <p:cNvGrpSpPr/>
          <p:nvPr/>
        </p:nvGrpSpPr>
        <p:grpSpPr>
          <a:xfrm>
            <a:off x="1679819" y="1457641"/>
            <a:ext cx="3033018" cy="292103"/>
            <a:chOff x="-71602" y="5567100"/>
            <a:chExt cx="3018202" cy="472204"/>
          </a:xfrm>
          <a:solidFill>
            <a:srgbClr val="FF0000"/>
          </a:solidFill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CEDC6A6-6C08-150C-9329-FFC2EE57E139}"/>
                </a:ext>
              </a:extLst>
            </p:cNvPr>
            <p:cNvSpPr/>
            <p:nvPr/>
          </p:nvSpPr>
          <p:spPr>
            <a:xfrm>
              <a:off x="-71602" y="5567100"/>
              <a:ext cx="3018202" cy="447787"/>
            </a:xfrm>
            <a:prstGeom prst="roundRect">
              <a:avLst>
                <a:gd name="adj" fmla="val 5209"/>
              </a:avLst>
            </a:prstGeom>
            <a:grpFill/>
            <a:ln w="9525" cap="flat" cmpd="sng" algn="ctr">
              <a:solidFill>
                <a:srgbClr val="E7E6E6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71222D3-88F5-C060-4978-3215678E36C3}"/>
                </a:ext>
              </a:extLst>
            </p:cNvPr>
            <p:cNvSpPr txBox="1"/>
            <p:nvPr/>
          </p:nvSpPr>
          <p:spPr>
            <a:xfrm>
              <a:off x="139584" y="5591517"/>
              <a:ext cx="2533655" cy="447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Plataforma de Reporting Granular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0905CA-BF2F-34F5-AABD-E4748881F44F}"/>
              </a:ext>
            </a:extLst>
          </p:cNvPr>
          <p:cNvGrpSpPr/>
          <p:nvPr/>
        </p:nvGrpSpPr>
        <p:grpSpPr>
          <a:xfrm>
            <a:off x="8433813" y="1872759"/>
            <a:ext cx="2164952" cy="282867"/>
            <a:chOff x="-71603" y="5567100"/>
            <a:chExt cx="2597104" cy="457273"/>
          </a:xfrm>
          <a:solidFill>
            <a:schemeClr val="bg1">
              <a:lumMod val="50000"/>
            </a:schemeClr>
          </a:solidFill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51B3B0D-FBD2-CF48-4FA0-4C743CB2B86A}"/>
                </a:ext>
              </a:extLst>
            </p:cNvPr>
            <p:cNvSpPr/>
            <p:nvPr/>
          </p:nvSpPr>
          <p:spPr>
            <a:xfrm>
              <a:off x="-71603" y="5567100"/>
              <a:ext cx="2597104" cy="447787"/>
            </a:xfrm>
            <a:prstGeom prst="roundRect">
              <a:avLst>
                <a:gd name="adj" fmla="val 5209"/>
              </a:avLst>
            </a:prstGeom>
            <a:grpFill/>
            <a:ln w="9525" cap="flat" cmpd="sng" algn="ctr">
              <a:solidFill>
                <a:srgbClr val="E7E6E6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148ADF1-8052-ECED-555F-1D6735C6193D}"/>
                </a:ext>
              </a:extLst>
            </p:cNvPr>
            <p:cNvSpPr txBox="1"/>
            <p:nvPr/>
          </p:nvSpPr>
          <p:spPr>
            <a:xfrm>
              <a:off x="139585" y="5576586"/>
              <a:ext cx="2107518" cy="447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Máster y Satélites</a:t>
              </a:r>
            </a:p>
          </p:txBody>
        </p:sp>
      </p:grp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59889F6F-22CF-936A-ADD7-FC76A66C7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244094"/>
              </p:ext>
            </p:extLst>
          </p:nvPr>
        </p:nvGraphicFramePr>
        <p:xfrm>
          <a:off x="649970" y="5328066"/>
          <a:ext cx="5171406" cy="4572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61901">
                  <a:extLst>
                    <a:ext uri="{9D8B030D-6E8A-4147-A177-3AD203B41FA5}">
                      <a16:colId xmlns:a16="http://schemas.microsoft.com/office/drawing/2014/main" val="2120842046"/>
                    </a:ext>
                  </a:extLst>
                </a:gridCol>
                <a:gridCol w="861901">
                  <a:extLst>
                    <a:ext uri="{9D8B030D-6E8A-4147-A177-3AD203B41FA5}">
                      <a16:colId xmlns:a16="http://schemas.microsoft.com/office/drawing/2014/main" val="691644553"/>
                    </a:ext>
                  </a:extLst>
                </a:gridCol>
                <a:gridCol w="759732">
                  <a:extLst>
                    <a:ext uri="{9D8B030D-6E8A-4147-A177-3AD203B41FA5}">
                      <a16:colId xmlns:a16="http://schemas.microsoft.com/office/drawing/2014/main" val="3676477583"/>
                    </a:ext>
                  </a:extLst>
                </a:gridCol>
                <a:gridCol w="822037">
                  <a:extLst>
                    <a:ext uri="{9D8B030D-6E8A-4147-A177-3AD203B41FA5}">
                      <a16:colId xmlns:a16="http://schemas.microsoft.com/office/drawing/2014/main" val="1866144349"/>
                    </a:ext>
                  </a:extLst>
                </a:gridCol>
                <a:gridCol w="849745">
                  <a:extLst>
                    <a:ext uri="{9D8B030D-6E8A-4147-A177-3AD203B41FA5}">
                      <a16:colId xmlns:a16="http://schemas.microsoft.com/office/drawing/2014/main" val="4156920568"/>
                    </a:ext>
                  </a:extLst>
                </a:gridCol>
                <a:gridCol w="1016090">
                  <a:extLst>
                    <a:ext uri="{9D8B030D-6E8A-4147-A177-3AD203B41FA5}">
                      <a16:colId xmlns:a16="http://schemas.microsoft.com/office/drawing/2014/main" val="3416931581"/>
                    </a:ext>
                  </a:extLst>
                </a:gridCol>
              </a:tblGrid>
              <a:tr h="144790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Contrato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Contabilidad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Capital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EEFF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Lev. Finance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dirty="0" err="1">
                          <a:solidFill>
                            <a:schemeClr val="tx1"/>
                          </a:solidFill>
                        </a:rPr>
                        <a:t>CdG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054621"/>
                  </a:ext>
                </a:extLst>
              </a:tr>
              <a:tr h="144790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Garantías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Cliente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Morosidad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Renta Fija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Sostenibilidad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898853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82E730EB-6FEE-20C4-D0C9-97CE8470DC4B}"/>
              </a:ext>
            </a:extLst>
          </p:cNvPr>
          <p:cNvSpPr txBox="1"/>
          <p:nvPr/>
        </p:nvSpPr>
        <p:spPr>
          <a:xfrm>
            <a:off x="619885" y="5074332"/>
            <a:ext cx="5171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Santander Text" panose="020B0504020201020104" pitchFamily="34" charset="0"/>
              </a:rPr>
              <a:t>Datos</a:t>
            </a:r>
            <a:r>
              <a:rPr lang="en-US" sz="1000" b="1" dirty="0">
                <a:latin typeface="Santander Text" panose="020B0504020201020104" pitchFamily="34" charset="0"/>
              </a:rPr>
              <a:t>: </a:t>
            </a:r>
            <a:r>
              <a:rPr lang="es-ES" sz="1000" dirty="0">
                <a:latin typeface="Santander Text" panose="020B0504020201020104" pitchFamily="34" charset="0"/>
              </a:rPr>
              <a:t>330 estructurales + 31 Green </a:t>
            </a:r>
            <a:r>
              <a:rPr lang="es-ES" sz="1000" dirty="0" err="1">
                <a:latin typeface="Santander Text" panose="020B0504020201020104" pitchFamily="34" charset="0"/>
              </a:rPr>
              <a:t>Dashboard</a:t>
            </a:r>
            <a:r>
              <a:rPr lang="es-ES" sz="1000" dirty="0">
                <a:latin typeface="Santander Text" panose="020B0504020201020104" pitchFamily="34" charset="0"/>
              </a:rPr>
              <a:t> + 61 Pilar III + 20 Green Finance + 9 Riesgos</a:t>
            </a:r>
            <a:endParaRPr lang="en-US" sz="1000" dirty="0">
              <a:latin typeface="Santander Text" panose="020B05040202010201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28A02A-EAE0-CBFB-3696-36F0032D11A8}"/>
              </a:ext>
            </a:extLst>
          </p:cNvPr>
          <p:cNvSpPr txBox="1"/>
          <p:nvPr/>
        </p:nvSpPr>
        <p:spPr>
          <a:xfrm>
            <a:off x="6278182" y="6434924"/>
            <a:ext cx="130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/>
              <a:t>Satélite</a:t>
            </a:r>
            <a:r>
              <a:rPr lang="en-US" sz="1000" b="1" dirty="0"/>
              <a:t> sin </a:t>
            </a:r>
            <a:r>
              <a:rPr lang="en-US" sz="1000" b="1" dirty="0" err="1"/>
              <a:t>anclaje</a:t>
            </a:r>
            <a:endParaRPr lang="en-US" sz="1000" b="1" dirty="0"/>
          </a:p>
          <a:p>
            <a:pPr algn="ctr"/>
            <a:r>
              <a:rPr lang="en-US" sz="1000" b="1" dirty="0"/>
              <a:t>( </a:t>
            </a:r>
            <a:r>
              <a:rPr lang="en-US" sz="1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~ 5%)</a:t>
            </a:r>
            <a:endParaRPr lang="en-US" sz="1000" b="1" dirty="0"/>
          </a:p>
        </p:txBody>
      </p:sp>
      <p:pic>
        <p:nvPicPr>
          <p:cNvPr id="2" name="Graphic 1" descr="Rewind with solid fill">
            <a:hlinkClick r:id="rId13" action="ppaction://hlinksldjump"/>
            <a:extLst>
              <a:ext uri="{FF2B5EF4-FFF2-40B4-BE49-F238E27FC236}">
                <a16:creationId xmlns:a16="http://schemas.microsoft.com/office/drawing/2014/main" id="{97EFA338-451A-2E47-9EB3-6015F629ADA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377324" y="196514"/>
            <a:ext cx="470424" cy="4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53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B9937FA-F3B1-1E41-56EF-E3E4063720E6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Marcador de texto 5">
            <a:extLst>
              <a:ext uri="{FF2B5EF4-FFF2-40B4-BE49-F238E27FC236}">
                <a16:creationId xmlns:a16="http://schemas.microsoft.com/office/drawing/2014/main" id="{F99017AB-1147-18EB-A86F-B23BB17ED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-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Informe Green </a:t>
            </a:r>
            <a:r>
              <a:rPr kumimoji="0" lang="es-ES" alt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– Cobertura Granular / Semi-</a:t>
            </a:r>
            <a:r>
              <a:rPr lang="es-ES" altLang="es-ES" sz="2000" b="1" dirty="0">
                <a:solidFill>
                  <a:srgbClr val="7F7F7F"/>
                </a:solidFill>
                <a:latin typeface="Calibri" panose="020F0502020204030204" pitchFamily="34" charset="0"/>
              </a:rPr>
              <a:t>agregada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F53F0D1-797A-049B-4944-5402EDD87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78412"/>
              </p:ext>
            </p:extLst>
          </p:nvPr>
        </p:nvGraphicFramePr>
        <p:xfrm>
          <a:off x="703553" y="910170"/>
          <a:ext cx="4666325" cy="4807134"/>
        </p:xfrm>
        <a:graphic>
          <a:graphicData uri="http://schemas.openxmlformats.org/drawingml/2006/table">
            <a:tbl>
              <a:tblPr/>
              <a:tblGrid>
                <a:gridCol w="4666325">
                  <a:extLst>
                    <a:ext uri="{9D8B030D-6E8A-4147-A177-3AD203B41FA5}">
                      <a16:colId xmlns:a16="http://schemas.microsoft.com/office/drawing/2014/main" val="2386658149"/>
                    </a:ext>
                  </a:extLst>
                </a:gridCol>
              </a:tblGrid>
              <a:tr h="267063">
                <a:tc>
                  <a:txBody>
                    <a:bodyPr/>
                    <a:lstStyle/>
                    <a:p>
                      <a:pPr marL="36000" algn="l" fontAlgn="ctr"/>
                      <a:endParaRPr lang="en-US" sz="1100" b="1" i="0" u="none" strike="noStrike" dirty="0">
                        <a:solidFill>
                          <a:srgbClr val="C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613493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GREEN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999940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Energy</a:t>
                      </a:r>
                    </a:p>
                  </a:txBody>
                  <a:tcPr marL="78639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625511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Transport</a:t>
                      </a:r>
                    </a:p>
                  </a:txBody>
                  <a:tcPr marL="78639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853424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1. Motor vehicle loans</a:t>
                      </a:r>
                    </a:p>
                  </a:txBody>
                  <a:tcPr marL="157277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05534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2. Other</a:t>
                      </a:r>
                    </a:p>
                  </a:txBody>
                  <a:tcPr marL="157277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166341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IT and communications</a:t>
                      </a:r>
                    </a:p>
                  </a:txBody>
                  <a:tcPr marL="78639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36582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Agriculture, forestry and livestock</a:t>
                      </a:r>
                    </a:p>
                  </a:txBody>
                  <a:tcPr marL="78639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14063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Real estate</a:t>
                      </a:r>
                    </a:p>
                  </a:txBody>
                  <a:tcPr marL="78639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62108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1. Loans collateralised by residential immovable property</a:t>
                      </a:r>
                    </a:p>
                  </a:txBody>
                  <a:tcPr marL="157277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63651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2. Building renovation loans</a:t>
                      </a:r>
                    </a:p>
                  </a:txBody>
                  <a:tcPr marL="157277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400295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3. Other</a:t>
                      </a:r>
                    </a:p>
                  </a:txBody>
                  <a:tcPr marL="157277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784472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Water and waste management</a:t>
                      </a:r>
                    </a:p>
                  </a:txBody>
                  <a:tcPr marL="78639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646693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Manufacturing</a:t>
                      </a:r>
                    </a:p>
                  </a:txBody>
                  <a:tcPr marL="78639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483156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Other activities for climate change mitigation/adaptation</a:t>
                      </a:r>
                    </a:p>
                  </a:txBody>
                  <a:tcPr marL="78639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972832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418913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SUSTAINABILITY LINKED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882547"/>
                  </a:ext>
                </a:extLst>
              </a:tr>
              <a:tr h="267063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SUSTAINABILITY RESPONSIBLE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81584"/>
                  </a:ext>
                </a:extLst>
              </a:tr>
            </a:tbl>
          </a:graphicData>
        </a:graphic>
      </p:graphicFrame>
      <p:sp>
        <p:nvSpPr>
          <p:cNvPr id="67" name="Right Brace 66">
            <a:extLst>
              <a:ext uri="{FF2B5EF4-FFF2-40B4-BE49-F238E27FC236}">
                <a16:creationId xmlns:a16="http://schemas.microsoft.com/office/drawing/2014/main" id="{C66AE501-E85A-F417-3AA4-7A8333E17071}"/>
              </a:ext>
            </a:extLst>
          </p:cNvPr>
          <p:cNvSpPr/>
          <p:nvPr/>
        </p:nvSpPr>
        <p:spPr>
          <a:xfrm>
            <a:off x="5449737" y="1181610"/>
            <a:ext cx="283426" cy="4264254"/>
          </a:xfrm>
          <a:prstGeom prst="rightBrac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28443E41-E91B-42F1-C22E-94FDD5569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76763"/>
              </p:ext>
            </p:extLst>
          </p:nvPr>
        </p:nvGraphicFramePr>
        <p:xfrm>
          <a:off x="4083678" y="6062903"/>
          <a:ext cx="2242240" cy="640080"/>
        </p:xfrm>
        <a:graphic>
          <a:graphicData uri="http://schemas.openxmlformats.org/drawingml/2006/table">
            <a:tbl>
              <a:tblPr/>
              <a:tblGrid>
                <a:gridCol w="2242240">
                  <a:extLst>
                    <a:ext uri="{9D8B030D-6E8A-4147-A177-3AD203B41FA5}">
                      <a16:colId xmlns:a16="http://schemas.microsoft.com/office/drawing/2014/main" val="3938823232"/>
                    </a:ext>
                  </a:extLst>
                </a:gridCol>
              </a:tblGrid>
              <a:tr h="838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4. Liabilities</a:t>
                      </a:r>
                    </a:p>
                  </a:txBody>
                  <a:tcPr marL="952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719250"/>
                  </a:ext>
                </a:extLst>
              </a:tr>
              <a:tr h="838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Financing instruments issued</a:t>
                      </a:r>
                    </a:p>
                  </a:txBody>
                  <a:tcPr marL="1905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730287"/>
                  </a:ext>
                </a:extLst>
              </a:tr>
              <a:tr h="838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Deposits</a:t>
                      </a:r>
                    </a:p>
                  </a:txBody>
                  <a:tcPr marL="1905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7873162"/>
                  </a:ext>
                </a:extLst>
              </a:tr>
              <a:tr h="838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Other Liabilities</a:t>
                      </a:r>
                    </a:p>
                  </a:txBody>
                  <a:tcPr marL="1905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477962"/>
                  </a:ext>
                </a:extLst>
              </a:tr>
            </a:tbl>
          </a:graphicData>
        </a:graphic>
      </p:graphicFrame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77891AD-F650-9DC3-0D94-6CC4FAA2EAC8}"/>
              </a:ext>
            </a:extLst>
          </p:cNvPr>
          <p:cNvSpPr/>
          <p:nvPr/>
        </p:nvSpPr>
        <p:spPr>
          <a:xfrm>
            <a:off x="703553" y="6058259"/>
            <a:ext cx="180000" cy="180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0CCB8D3-34DD-DACF-6062-FF9299F6DD94}"/>
              </a:ext>
            </a:extLst>
          </p:cNvPr>
          <p:cNvSpPr/>
          <p:nvPr/>
        </p:nvSpPr>
        <p:spPr>
          <a:xfrm>
            <a:off x="703553" y="6282862"/>
            <a:ext cx="180000" cy="180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B1B94F-46F8-43A7-EB8B-8547960D1498}"/>
              </a:ext>
            </a:extLst>
          </p:cNvPr>
          <p:cNvSpPr txBox="1"/>
          <p:nvPr/>
        </p:nvSpPr>
        <p:spPr>
          <a:xfrm>
            <a:off x="883553" y="6023281"/>
            <a:ext cx="1149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Santander Text" panose="020B0504020201020104" pitchFamily="34" charset="0"/>
              </a:rPr>
              <a:t>Granular</a:t>
            </a:r>
            <a:endParaRPr lang="en-US" sz="1200" dirty="0">
              <a:latin typeface="Santander Text" panose="020B05040202010201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6A1F4-EDE4-8D98-F83E-F17C401D53C1}"/>
              </a:ext>
            </a:extLst>
          </p:cNvPr>
          <p:cNvSpPr txBox="1"/>
          <p:nvPr/>
        </p:nvSpPr>
        <p:spPr>
          <a:xfrm>
            <a:off x="907597" y="6234362"/>
            <a:ext cx="1149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Santander Text" panose="020B0504020201020104" pitchFamily="34" charset="0"/>
              </a:rPr>
              <a:t>Agregado</a:t>
            </a:r>
            <a:endParaRPr lang="en-US" sz="1200" dirty="0">
              <a:latin typeface="Santander Text" panose="020B0504020201020104" pitchFamily="34" charset="0"/>
            </a:endParaRP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F90A3EC5-03CC-7CCE-9D8E-803DC30F73F7}"/>
              </a:ext>
            </a:extLst>
          </p:cNvPr>
          <p:cNvSpPr/>
          <p:nvPr/>
        </p:nvSpPr>
        <p:spPr>
          <a:xfrm>
            <a:off x="4922826" y="6097507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A0534D03-572A-AF82-B426-8BEC3C37214F}"/>
              </a:ext>
            </a:extLst>
          </p:cNvPr>
          <p:cNvSpPr/>
          <p:nvPr/>
        </p:nvSpPr>
        <p:spPr>
          <a:xfrm>
            <a:off x="5962992" y="6249907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01183CD3-270D-84DC-4321-C0E4D55E57FD}"/>
              </a:ext>
            </a:extLst>
          </p:cNvPr>
          <p:cNvSpPr/>
          <p:nvPr/>
        </p:nvSpPr>
        <p:spPr>
          <a:xfrm>
            <a:off x="4801495" y="6411185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A3922237-2159-0109-0970-F3A4A04A852C}"/>
              </a:ext>
            </a:extLst>
          </p:cNvPr>
          <p:cNvSpPr/>
          <p:nvPr/>
        </p:nvSpPr>
        <p:spPr>
          <a:xfrm>
            <a:off x="5193594" y="6572463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30BA58-6138-25EB-0698-BF098E8DEBAA}"/>
              </a:ext>
            </a:extLst>
          </p:cNvPr>
          <p:cNvSpPr txBox="1"/>
          <p:nvPr/>
        </p:nvSpPr>
        <p:spPr>
          <a:xfrm>
            <a:off x="8383777" y="4498010"/>
            <a:ext cx="33261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800" i="1" dirty="0">
                <a:latin typeface="Santander Text" panose="020B0504020201020104" pitchFamily="34" charset="0"/>
              </a:rPr>
              <a:t>(*) Renting: una pequeña operativa se recoge a nivel granular</a:t>
            </a:r>
            <a:endParaRPr lang="en-US" sz="1000" dirty="0">
              <a:latin typeface="Santander Text" panose="020B05040202010201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7004675-B3D9-6136-0A09-96CE9CB5D482}"/>
              </a:ext>
            </a:extLst>
          </p:cNvPr>
          <p:cNvSpPr/>
          <p:nvPr/>
        </p:nvSpPr>
        <p:spPr>
          <a:xfrm>
            <a:off x="6478318" y="4762881"/>
            <a:ext cx="4545802" cy="978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8F9B125-594C-2A5B-432A-43B8E1C18544}"/>
              </a:ext>
            </a:extLst>
          </p:cNvPr>
          <p:cNvSpPr/>
          <p:nvPr/>
        </p:nvSpPr>
        <p:spPr>
          <a:xfrm>
            <a:off x="6442519" y="958766"/>
            <a:ext cx="4571260" cy="29710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98" name="Table 97">
            <a:extLst>
              <a:ext uri="{FF2B5EF4-FFF2-40B4-BE49-F238E27FC236}">
                <a16:creationId xmlns:a16="http://schemas.microsoft.com/office/drawing/2014/main" id="{D06D83B2-B4B7-46DB-54C0-537DBE10F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492005"/>
              </p:ext>
            </p:extLst>
          </p:nvPr>
        </p:nvGraphicFramePr>
        <p:xfrm>
          <a:off x="6450032" y="958766"/>
          <a:ext cx="4555038" cy="2971008"/>
        </p:xfrm>
        <a:graphic>
          <a:graphicData uri="http://schemas.openxmlformats.org/drawingml/2006/table">
            <a:tbl>
              <a:tblPr/>
              <a:tblGrid>
                <a:gridCol w="4555038">
                  <a:extLst>
                    <a:ext uri="{9D8B030D-6E8A-4147-A177-3AD203B41FA5}">
                      <a16:colId xmlns:a16="http://schemas.microsoft.com/office/drawing/2014/main" val="2477511300"/>
                    </a:ext>
                  </a:extLst>
                </a:gridCol>
              </a:tblGrid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 On Balance (excluding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HfT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8693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Loans &amp; advances (customers and credit institutions)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40123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Mortgages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0044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Products Added value CIB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222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1070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Syndicated Loans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7078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Capital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126361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Asset Based Finance (ABF)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6977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Leveraged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8771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Export &amp; Agency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68046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Trade &amp; Working Capital Solutions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2921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 Loans &amp; Advances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37683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Renting / Operating Leasing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54388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Bonds Portfolio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90921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 Off Balance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20832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Contingent risks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24868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Undrawn balances Committed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58930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Derivatives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781495"/>
                  </a:ext>
                </a:extLst>
              </a:tr>
            </a:tbl>
          </a:graphicData>
        </a:graphic>
      </p:graphicFrame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86109E04-83E3-60A6-A232-49C6D481C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927129"/>
              </p:ext>
            </p:extLst>
          </p:nvPr>
        </p:nvGraphicFramePr>
        <p:xfrm>
          <a:off x="6469082" y="4750277"/>
          <a:ext cx="4555038" cy="990336"/>
        </p:xfrm>
        <a:graphic>
          <a:graphicData uri="http://schemas.openxmlformats.org/drawingml/2006/table">
            <a:tbl>
              <a:tblPr/>
              <a:tblGrid>
                <a:gridCol w="4555038">
                  <a:extLst>
                    <a:ext uri="{9D8B030D-6E8A-4147-A177-3AD203B41FA5}">
                      <a16:colId xmlns:a16="http://schemas.microsoft.com/office/drawing/2014/main" val="2191592630"/>
                    </a:ext>
                  </a:extLst>
                </a:gridCol>
              </a:tblGrid>
              <a:tr h="143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3. Advisory &amp; Facilitation services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59521"/>
                  </a:ext>
                </a:extLst>
              </a:tr>
              <a:tr h="143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Mergers &amp; Acquisitions (M&amp;A)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060869"/>
                  </a:ext>
                </a:extLst>
              </a:tr>
              <a:tr h="143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Equity Capital Markets (ECM)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83738"/>
                  </a:ext>
                </a:extLst>
              </a:tr>
              <a:tr h="143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Debt Capital Markets (DCM)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501795"/>
                  </a:ext>
                </a:extLst>
              </a:tr>
              <a:tr h="143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Securitization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550105"/>
                  </a:ext>
                </a:extLst>
              </a:tr>
              <a:tr h="143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 (Advisory)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128035"/>
                  </a:ext>
                </a:extLst>
              </a:tr>
            </a:tbl>
          </a:graphicData>
        </a:graphic>
      </p:graphicFrame>
      <p:sp>
        <p:nvSpPr>
          <p:cNvPr id="100" name="Rectangle 99">
            <a:extLst>
              <a:ext uri="{FF2B5EF4-FFF2-40B4-BE49-F238E27FC236}">
                <a16:creationId xmlns:a16="http://schemas.microsoft.com/office/drawing/2014/main" id="{09941F4B-4BC8-D6E4-AC9C-79DAC5A18512}"/>
              </a:ext>
            </a:extLst>
          </p:cNvPr>
          <p:cNvSpPr/>
          <p:nvPr/>
        </p:nvSpPr>
        <p:spPr>
          <a:xfrm>
            <a:off x="6630718" y="4915281"/>
            <a:ext cx="4545802" cy="978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97823443-501F-170B-2DB0-CD98C0090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35225"/>
              </p:ext>
            </p:extLst>
          </p:nvPr>
        </p:nvGraphicFramePr>
        <p:xfrm>
          <a:off x="6621482" y="4912783"/>
          <a:ext cx="4555038" cy="990336"/>
        </p:xfrm>
        <a:graphic>
          <a:graphicData uri="http://schemas.openxmlformats.org/drawingml/2006/table">
            <a:tbl>
              <a:tblPr/>
              <a:tblGrid>
                <a:gridCol w="4555038">
                  <a:extLst>
                    <a:ext uri="{9D8B030D-6E8A-4147-A177-3AD203B41FA5}">
                      <a16:colId xmlns:a16="http://schemas.microsoft.com/office/drawing/2014/main" val="2191592630"/>
                    </a:ext>
                  </a:extLst>
                </a:gridCol>
              </a:tblGrid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3. Advisory &amp; Facilitation services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59521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Mergers &amp; Acquisitions (M&amp;A)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060869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Equity Capital Markets (ECM)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83738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Debt Capital Markets (DCM)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501795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Securitization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550105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 (Advisory)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128035"/>
                  </a:ext>
                </a:extLst>
              </a:tr>
            </a:tbl>
          </a:graphicData>
        </a:graphic>
      </p:graphicFrame>
      <p:sp>
        <p:nvSpPr>
          <p:cNvPr id="102" name="Rectangle 101">
            <a:extLst>
              <a:ext uri="{FF2B5EF4-FFF2-40B4-BE49-F238E27FC236}">
                <a16:creationId xmlns:a16="http://schemas.microsoft.com/office/drawing/2014/main" id="{48F94E7A-AE0E-4F23-191F-4E989143F25A}"/>
              </a:ext>
            </a:extLst>
          </p:cNvPr>
          <p:cNvSpPr/>
          <p:nvPr/>
        </p:nvSpPr>
        <p:spPr>
          <a:xfrm>
            <a:off x="6814143" y="5067681"/>
            <a:ext cx="4545802" cy="978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42DE9662-2288-390F-A065-E1F10853B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459242"/>
              </p:ext>
            </p:extLst>
          </p:nvPr>
        </p:nvGraphicFramePr>
        <p:xfrm>
          <a:off x="6804907" y="5065183"/>
          <a:ext cx="4555038" cy="990336"/>
        </p:xfrm>
        <a:graphic>
          <a:graphicData uri="http://schemas.openxmlformats.org/drawingml/2006/table">
            <a:tbl>
              <a:tblPr/>
              <a:tblGrid>
                <a:gridCol w="4555038">
                  <a:extLst>
                    <a:ext uri="{9D8B030D-6E8A-4147-A177-3AD203B41FA5}">
                      <a16:colId xmlns:a16="http://schemas.microsoft.com/office/drawing/2014/main" val="2191592630"/>
                    </a:ext>
                  </a:extLst>
                </a:gridCol>
              </a:tblGrid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3. Advisory &amp; Facilitation services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59521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Mergers &amp; Acquisitions (M&amp;A)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060869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Equity Capital Markets (ECM)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83738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Debt Capital Markets (DCM)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501795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Securitization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550105"/>
                  </a:ext>
                </a:extLst>
              </a:tr>
              <a:tr h="163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 (Advisory)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128035"/>
                  </a:ext>
                </a:extLst>
              </a:tr>
            </a:tbl>
          </a:graphicData>
        </a:graphic>
      </p:graphicFrame>
      <p:sp>
        <p:nvSpPr>
          <p:cNvPr id="104" name="Rectangle 103">
            <a:extLst>
              <a:ext uri="{FF2B5EF4-FFF2-40B4-BE49-F238E27FC236}">
                <a16:creationId xmlns:a16="http://schemas.microsoft.com/office/drawing/2014/main" id="{DBF13C07-B54B-778C-F285-9FA95A8C95FF}"/>
              </a:ext>
            </a:extLst>
          </p:cNvPr>
          <p:cNvSpPr/>
          <p:nvPr/>
        </p:nvSpPr>
        <p:spPr>
          <a:xfrm>
            <a:off x="7006381" y="5220081"/>
            <a:ext cx="4697893" cy="10066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D71D7F14-CA92-7445-F566-BE5D74828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012580"/>
              </p:ext>
            </p:extLst>
          </p:nvPr>
        </p:nvGraphicFramePr>
        <p:xfrm>
          <a:off x="7007088" y="5224363"/>
          <a:ext cx="4707438" cy="1000290"/>
        </p:xfrm>
        <a:graphic>
          <a:graphicData uri="http://schemas.openxmlformats.org/drawingml/2006/table">
            <a:tbl>
              <a:tblPr/>
              <a:tblGrid>
                <a:gridCol w="4707438">
                  <a:extLst>
                    <a:ext uri="{9D8B030D-6E8A-4147-A177-3AD203B41FA5}">
                      <a16:colId xmlns:a16="http://schemas.microsoft.com/office/drawing/2014/main" val="2191592630"/>
                    </a:ext>
                  </a:extLst>
                </a:gridCol>
              </a:tblGrid>
              <a:tr h="166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3. Advisory &amp; Facilitation services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59521"/>
                  </a:ext>
                </a:extLst>
              </a:tr>
              <a:tr h="166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Mergers &amp; Acquisitions (M&amp;A)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060869"/>
                  </a:ext>
                </a:extLst>
              </a:tr>
              <a:tr h="166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Equity Capital Markets (ECM)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83738"/>
                  </a:ext>
                </a:extLst>
              </a:tr>
              <a:tr h="166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Debt Capital Markets (DCM)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501795"/>
                  </a:ext>
                </a:extLst>
              </a:tr>
              <a:tr h="166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Securitization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550105"/>
                  </a:ext>
                </a:extLst>
              </a:tr>
              <a:tr h="166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 (Advisory)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128035"/>
                  </a:ext>
                </a:extLst>
              </a:tr>
            </a:tbl>
          </a:graphicData>
        </a:graphic>
      </p:graphicFrame>
      <p:sp>
        <p:nvSpPr>
          <p:cNvPr id="106" name="Rectangle 105">
            <a:extLst>
              <a:ext uri="{FF2B5EF4-FFF2-40B4-BE49-F238E27FC236}">
                <a16:creationId xmlns:a16="http://schemas.microsoft.com/office/drawing/2014/main" id="{26D5EBE9-9D55-8B2C-9DED-CE63BE28E8F7}"/>
              </a:ext>
            </a:extLst>
          </p:cNvPr>
          <p:cNvSpPr/>
          <p:nvPr/>
        </p:nvSpPr>
        <p:spPr>
          <a:xfrm>
            <a:off x="6594919" y="1111166"/>
            <a:ext cx="4571260" cy="29710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71081719-4A9A-31C5-EEDE-A65A407F9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661889"/>
              </p:ext>
            </p:extLst>
          </p:nvPr>
        </p:nvGraphicFramePr>
        <p:xfrm>
          <a:off x="6602432" y="1111166"/>
          <a:ext cx="4555038" cy="2971008"/>
        </p:xfrm>
        <a:graphic>
          <a:graphicData uri="http://schemas.openxmlformats.org/drawingml/2006/table">
            <a:tbl>
              <a:tblPr/>
              <a:tblGrid>
                <a:gridCol w="4555038">
                  <a:extLst>
                    <a:ext uri="{9D8B030D-6E8A-4147-A177-3AD203B41FA5}">
                      <a16:colId xmlns:a16="http://schemas.microsoft.com/office/drawing/2014/main" val="2477511300"/>
                    </a:ext>
                  </a:extLst>
                </a:gridCol>
              </a:tblGrid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 On Balance (excluding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HfT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8693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Loans &amp; advances (customers and credit institutions)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40123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Mortgages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0044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Products Added value CIB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222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1070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Syndicated Loans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7078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Capital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126361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Asset Based Finance (ABF)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6977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Leveraged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8771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Export &amp; Agency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68046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Trade &amp; Working Capital Solutions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2921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 Loans &amp; Advances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37683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Renting / Operating Leasing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54388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Bonds Portfolio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90921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 Off Balance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20832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Contingent risks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24868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Undrawn balances Committed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58930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Derivatives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781495"/>
                  </a:ext>
                </a:extLst>
              </a:tr>
            </a:tbl>
          </a:graphicData>
        </a:graphic>
      </p:graphicFrame>
      <p:sp>
        <p:nvSpPr>
          <p:cNvPr id="108" name="Rectangle 107">
            <a:extLst>
              <a:ext uri="{FF2B5EF4-FFF2-40B4-BE49-F238E27FC236}">
                <a16:creationId xmlns:a16="http://schemas.microsoft.com/office/drawing/2014/main" id="{FB121D3C-4091-9162-CD86-31FE248F795E}"/>
              </a:ext>
            </a:extLst>
          </p:cNvPr>
          <p:cNvSpPr/>
          <p:nvPr/>
        </p:nvSpPr>
        <p:spPr>
          <a:xfrm>
            <a:off x="6747319" y="1263566"/>
            <a:ext cx="4571260" cy="29710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9" name="Table 108">
            <a:extLst>
              <a:ext uri="{FF2B5EF4-FFF2-40B4-BE49-F238E27FC236}">
                <a16:creationId xmlns:a16="http://schemas.microsoft.com/office/drawing/2014/main" id="{0BD5F236-65E7-F400-1E35-AE61D0486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993418"/>
              </p:ext>
            </p:extLst>
          </p:nvPr>
        </p:nvGraphicFramePr>
        <p:xfrm>
          <a:off x="6754832" y="1263566"/>
          <a:ext cx="4555038" cy="2971008"/>
        </p:xfrm>
        <a:graphic>
          <a:graphicData uri="http://schemas.openxmlformats.org/drawingml/2006/table">
            <a:tbl>
              <a:tblPr/>
              <a:tblGrid>
                <a:gridCol w="4555038">
                  <a:extLst>
                    <a:ext uri="{9D8B030D-6E8A-4147-A177-3AD203B41FA5}">
                      <a16:colId xmlns:a16="http://schemas.microsoft.com/office/drawing/2014/main" val="2477511300"/>
                    </a:ext>
                  </a:extLst>
                </a:gridCol>
              </a:tblGrid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 On Balance (excluding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HfT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8693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Loans &amp; advances (customers and credit institutions)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40123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Mortgages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0044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Products Added value CIB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222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1070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Syndicated Loans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7078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Capital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126361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Asset Based Finance (ABF)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6977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Leveraged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8771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Export &amp; Agency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68046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Trade &amp; Working Capital Solutions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2921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 Loans &amp; Advances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37683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Renting / Operating Leasing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54388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Bonds Portfolio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90921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 Off Balance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20832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Contingent risks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24868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Undrawn balances Committed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58930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Derivatives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781495"/>
                  </a:ext>
                </a:extLst>
              </a:tr>
            </a:tbl>
          </a:graphicData>
        </a:graphic>
      </p:graphicFrame>
      <p:sp>
        <p:nvSpPr>
          <p:cNvPr id="110" name="Rectangle 109">
            <a:extLst>
              <a:ext uri="{FF2B5EF4-FFF2-40B4-BE49-F238E27FC236}">
                <a16:creationId xmlns:a16="http://schemas.microsoft.com/office/drawing/2014/main" id="{64A4D122-2157-76B3-40F5-0563E95FDF6A}"/>
              </a:ext>
            </a:extLst>
          </p:cNvPr>
          <p:cNvSpPr/>
          <p:nvPr/>
        </p:nvSpPr>
        <p:spPr>
          <a:xfrm>
            <a:off x="6899719" y="1415966"/>
            <a:ext cx="4571260" cy="29710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5D80B845-A95C-F9A8-E798-8228EBA0C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557615"/>
              </p:ext>
            </p:extLst>
          </p:nvPr>
        </p:nvGraphicFramePr>
        <p:xfrm>
          <a:off x="6907232" y="1415966"/>
          <a:ext cx="4555038" cy="2971008"/>
        </p:xfrm>
        <a:graphic>
          <a:graphicData uri="http://schemas.openxmlformats.org/drawingml/2006/table">
            <a:tbl>
              <a:tblPr/>
              <a:tblGrid>
                <a:gridCol w="4555038">
                  <a:extLst>
                    <a:ext uri="{9D8B030D-6E8A-4147-A177-3AD203B41FA5}">
                      <a16:colId xmlns:a16="http://schemas.microsoft.com/office/drawing/2014/main" val="2477511300"/>
                    </a:ext>
                  </a:extLst>
                </a:gridCol>
              </a:tblGrid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 On Balance (excluding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HfT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8693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Loans &amp; advances (customers and credit institutions)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40123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Mortgages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0044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Products Added value CIB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222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1070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Syndicated Loans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7078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Capital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126361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Asset Based Finance (ABF)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6977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Leveraged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8771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Export &amp; Agency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68046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Trade &amp; Working Capital Solutions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2921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 Loans &amp; Advances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37683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Renting / Operating Leasing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54388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Bonds Portfolio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90921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 Off Balance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20832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Contingent risks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24868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Undrawn balances Committed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58930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Derivatives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781495"/>
                  </a:ext>
                </a:extLst>
              </a:tr>
            </a:tbl>
          </a:graphicData>
        </a:graphic>
      </p:graphicFrame>
      <p:sp>
        <p:nvSpPr>
          <p:cNvPr id="112" name="Rectangle 111">
            <a:extLst>
              <a:ext uri="{FF2B5EF4-FFF2-40B4-BE49-F238E27FC236}">
                <a16:creationId xmlns:a16="http://schemas.microsoft.com/office/drawing/2014/main" id="{5DED868E-DB47-6418-AB57-8FA2B7F36EAD}"/>
              </a:ext>
            </a:extLst>
          </p:cNvPr>
          <p:cNvSpPr/>
          <p:nvPr/>
        </p:nvSpPr>
        <p:spPr>
          <a:xfrm>
            <a:off x="7052119" y="1568366"/>
            <a:ext cx="4571260" cy="29710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875FD912-229B-129E-D650-928EDA102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152772"/>
              </p:ext>
            </p:extLst>
          </p:nvPr>
        </p:nvGraphicFramePr>
        <p:xfrm>
          <a:off x="7059632" y="1568366"/>
          <a:ext cx="4555038" cy="2971008"/>
        </p:xfrm>
        <a:graphic>
          <a:graphicData uri="http://schemas.openxmlformats.org/drawingml/2006/table">
            <a:tbl>
              <a:tblPr/>
              <a:tblGrid>
                <a:gridCol w="4555038">
                  <a:extLst>
                    <a:ext uri="{9D8B030D-6E8A-4147-A177-3AD203B41FA5}">
                      <a16:colId xmlns:a16="http://schemas.microsoft.com/office/drawing/2014/main" val="2477511300"/>
                    </a:ext>
                  </a:extLst>
                </a:gridCol>
              </a:tblGrid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 On Balance (excluding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HfT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8693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Loans &amp; advances (customers and credit institutions)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40123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Mortgages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0044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Products Added value CIB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222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1070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Syndicated Loans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7078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Capital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126361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Asset Based Finance (ABF)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6977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Leveraged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8771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Export &amp; Agency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68046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Trade &amp; Working Capital Solutions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2921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 Loans &amp; Advances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37683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Renting / Operating Leasing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54388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Bonds Portfolio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90921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 Off Balance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20832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Contingent risks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24868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Undrawn balances Committed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58930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Derivatives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781495"/>
                  </a:ext>
                </a:extLst>
              </a:tr>
            </a:tbl>
          </a:graphicData>
        </a:graphic>
      </p:graphicFrame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DDC77CD-B32B-903C-D369-E9A411377C77}"/>
              </a:ext>
            </a:extLst>
          </p:cNvPr>
          <p:cNvSpPr/>
          <p:nvPr/>
        </p:nvSpPr>
        <p:spPr>
          <a:xfrm>
            <a:off x="9116511" y="5247009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lowchart: Connector 114">
            <a:extLst>
              <a:ext uri="{FF2B5EF4-FFF2-40B4-BE49-F238E27FC236}">
                <a16:creationId xmlns:a16="http://schemas.microsoft.com/office/drawing/2014/main" id="{FCBA3D3C-311B-AE84-99D7-71FDE5625036}"/>
              </a:ext>
            </a:extLst>
          </p:cNvPr>
          <p:cNvSpPr/>
          <p:nvPr/>
        </p:nvSpPr>
        <p:spPr>
          <a:xfrm>
            <a:off x="8922681" y="5417881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lowchart: Connector 115">
            <a:extLst>
              <a:ext uri="{FF2B5EF4-FFF2-40B4-BE49-F238E27FC236}">
                <a16:creationId xmlns:a16="http://schemas.microsoft.com/office/drawing/2014/main" id="{B5B0F037-97C8-9F07-C1C9-919A113984BB}"/>
              </a:ext>
            </a:extLst>
          </p:cNvPr>
          <p:cNvSpPr/>
          <p:nvPr/>
        </p:nvSpPr>
        <p:spPr>
          <a:xfrm>
            <a:off x="8879771" y="5588037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lowchart: Connector 116">
            <a:extLst>
              <a:ext uri="{FF2B5EF4-FFF2-40B4-BE49-F238E27FC236}">
                <a16:creationId xmlns:a16="http://schemas.microsoft.com/office/drawing/2014/main" id="{5F198DE5-3E98-0F9E-DEC9-16E7CE5B0A3E}"/>
              </a:ext>
            </a:extLst>
          </p:cNvPr>
          <p:cNvSpPr/>
          <p:nvPr/>
        </p:nvSpPr>
        <p:spPr>
          <a:xfrm>
            <a:off x="8801352" y="5740437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lowchart: Connector 117">
            <a:extLst>
              <a:ext uri="{FF2B5EF4-FFF2-40B4-BE49-F238E27FC236}">
                <a16:creationId xmlns:a16="http://schemas.microsoft.com/office/drawing/2014/main" id="{C18724EB-95AB-E98E-5F07-FF3B2F51C641}"/>
              </a:ext>
            </a:extLst>
          </p:cNvPr>
          <p:cNvSpPr/>
          <p:nvPr/>
        </p:nvSpPr>
        <p:spPr>
          <a:xfrm>
            <a:off x="8057107" y="5910593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lowchart: Connector 118">
            <a:extLst>
              <a:ext uri="{FF2B5EF4-FFF2-40B4-BE49-F238E27FC236}">
                <a16:creationId xmlns:a16="http://schemas.microsoft.com/office/drawing/2014/main" id="{2E2EEC25-A93D-4975-D522-0E8173E5C5AA}"/>
              </a:ext>
            </a:extLst>
          </p:cNvPr>
          <p:cNvSpPr/>
          <p:nvPr/>
        </p:nvSpPr>
        <p:spPr>
          <a:xfrm>
            <a:off x="9496769" y="6071871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5CB24D33-4816-C93C-6461-3189FFD1AABE}"/>
              </a:ext>
            </a:extLst>
          </p:cNvPr>
          <p:cNvSpPr/>
          <p:nvPr/>
        </p:nvSpPr>
        <p:spPr>
          <a:xfrm>
            <a:off x="8936777" y="1609547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DC9187D2-5C46-F3D4-079F-9859B9CFBE70}"/>
              </a:ext>
            </a:extLst>
          </p:cNvPr>
          <p:cNvSpPr/>
          <p:nvPr/>
        </p:nvSpPr>
        <p:spPr>
          <a:xfrm>
            <a:off x="10332050" y="1779702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E3146B08-0FE9-1EA5-3A0C-9B3F80823F01}"/>
              </a:ext>
            </a:extLst>
          </p:cNvPr>
          <p:cNvSpPr/>
          <p:nvPr/>
        </p:nvSpPr>
        <p:spPr>
          <a:xfrm>
            <a:off x="7989825" y="1932092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lowchart: Connector 122">
            <a:extLst>
              <a:ext uri="{FF2B5EF4-FFF2-40B4-BE49-F238E27FC236}">
                <a16:creationId xmlns:a16="http://schemas.microsoft.com/office/drawing/2014/main" id="{DF0D2EA1-BD35-8DCE-35A6-68DD884190A9}"/>
              </a:ext>
            </a:extLst>
          </p:cNvPr>
          <p:cNvSpPr/>
          <p:nvPr/>
        </p:nvSpPr>
        <p:spPr>
          <a:xfrm>
            <a:off x="8827189" y="2093367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lowchart: Connector 123">
            <a:extLst>
              <a:ext uri="{FF2B5EF4-FFF2-40B4-BE49-F238E27FC236}">
                <a16:creationId xmlns:a16="http://schemas.microsoft.com/office/drawing/2014/main" id="{EF53B471-BE64-9F6A-16F7-A9CAB104B611}"/>
              </a:ext>
            </a:extLst>
          </p:cNvPr>
          <p:cNvSpPr/>
          <p:nvPr/>
        </p:nvSpPr>
        <p:spPr>
          <a:xfrm>
            <a:off x="9098045" y="2269025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lowchart: Connector 124">
            <a:extLst>
              <a:ext uri="{FF2B5EF4-FFF2-40B4-BE49-F238E27FC236}">
                <a16:creationId xmlns:a16="http://schemas.microsoft.com/office/drawing/2014/main" id="{13C196A3-CDCE-6E03-31C4-31AB26423D07}"/>
              </a:ext>
            </a:extLst>
          </p:cNvPr>
          <p:cNvSpPr/>
          <p:nvPr/>
        </p:nvSpPr>
        <p:spPr>
          <a:xfrm>
            <a:off x="8460333" y="2439180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AD693383-C364-C588-774F-96F4ED57466F}"/>
              </a:ext>
            </a:extLst>
          </p:cNvPr>
          <p:cNvSpPr/>
          <p:nvPr/>
        </p:nvSpPr>
        <p:spPr>
          <a:xfrm>
            <a:off x="8338819" y="2618630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lowchart: Connector 126">
            <a:extLst>
              <a:ext uri="{FF2B5EF4-FFF2-40B4-BE49-F238E27FC236}">
                <a16:creationId xmlns:a16="http://schemas.microsoft.com/office/drawing/2014/main" id="{6138A036-95FE-1226-B2E7-76CA25C82216}"/>
              </a:ext>
            </a:extLst>
          </p:cNvPr>
          <p:cNvSpPr/>
          <p:nvPr/>
        </p:nvSpPr>
        <p:spPr>
          <a:xfrm>
            <a:off x="8936777" y="2773206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5D56A9D9-9FE1-F27E-F7CD-33E8CEC9D501}"/>
              </a:ext>
            </a:extLst>
          </p:cNvPr>
          <p:cNvSpPr/>
          <p:nvPr/>
        </p:nvSpPr>
        <p:spPr>
          <a:xfrm>
            <a:off x="8496577" y="2942063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lowchart: Connector 128">
            <a:extLst>
              <a:ext uri="{FF2B5EF4-FFF2-40B4-BE49-F238E27FC236}">
                <a16:creationId xmlns:a16="http://schemas.microsoft.com/office/drawing/2014/main" id="{87EFC5C3-6614-5E3B-E041-C7B214F3819E}"/>
              </a:ext>
            </a:extLst>
          </p:cNvPr>
          <p:cNvSpPr/>
          <p:nvPr/>
        </p:nvSpPr>
        <p:spPr>
          <a:xfrm>
            <a:off x="8853164" y="3094463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8F32B169-AF76-F6A5-F306-2F8B4FFFABB8}"/>
              </a:ext>
            </a:extLst>
          </p:cNvPr>
          <p:cNvSpPr/>
          <p:nvPr/>
        </p:nvSpPr>
        <p:spPr>
          <a:xfrm>
            <a:off x="9405061" y="3255741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lowchart: Connector 130">
            <a:extLst>
              <a:ext uri="{FF2B5EF4-FFF2-40B4-BE49-F238E27FC236}">
                <a16:creationId xmlns:a16="http://schemas.microsoft.com/office/drawing/2014/main" id="{9D5A64CD-64B1-6C98-4AF2-1584EF24C315}"/>
              </a:ext>
            </a:extLst>
          </p:cNvPr>
          <p:cNvSpPr/>
          <p:nvPr/>
        </p:nvSpPr>
        <p:spPr>
          <a:xfrm>
            <a:off x="8749593" y="3425897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A40426FA-83E6-D77E-56BB-2C823F2029DD}"/>
              </a:ext>
            </a:extLst>
          </p:cNvPr>
          <p:cNvSpPr/>
          <p:nvPr/>
        </p:nvSpPr>
        <p:spPr>
          <a:xfrm>
            <a:off x="8182899" y="3764734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A84DF9EC-B8BE-07A6-558C-03E83BD32802}"/>
              </a:ext>
            </a:extLst>
          </p:cNvPr>
          <p:cNvSpPr/>
          <p:nvPr/>
        </p:nvSpPr>
        <p:spPr>
          <a:xfrm>
            <a:off x="8052703" y="3924526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E3F3FF9E-D829-271D-A0C9-E97BEB5475AE}"/>
              </a:ext>
            </a:extLst>
          </p:cNvPr>
          <p:cNvSpPr/>
          <p:nvPr/>
        </p:nvSpPr>
        <p:spPr>
          <a:xfrm>
            <a:off x="8231737" y="4085804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lowchart: Connector 134">
            <a:extLst>
              <a:ext uri="{FF2B5EF4-FFF2-40B4-BE49-F238E27FC236}">
                <a16:creationId xmlns:a16="http://schemas.microsoft.com/office/drawing/2014/main" id="{BE22816B-3CF4-1803-7E89-9924DF2C0C00}"/>
              </a:ext>
            </a:extLst>
          </p:cNvPr>
          <p:cNvSpPr/>
          <p:nvPr/>
        </p:nvSpPr>
        <p:spPr>
          <a:xfrm>
            <a:off x="8987819" y="4247082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1ED9EB17-CD1A-1E74-38DC-7B8A48DA2E08}"/>
              </a:ext>
            </a:extLst>
          </p:cNvPr>
          <p:cNvSpPr/>
          <p:nvPr/>
        </p:nvSpPr>
        <p:spPr>
          <a:xfrm>
            <a:off x="7935825" y="4417238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A29EB28D-0139-498A-2FA3-2F74D9612C05}"/>
              </a:ext>
            </a:extLst>
          </p:cNvPr>
          <p:cNvSpPr/>
          <p:nvPr/>
        </p:nvSpPr>
        <p:spPr>
          <a:xfrm>
            <a:off x="8857815" y="3608822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95619854-08CD-5157-969D-C93096E586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04893" y="5752966"/>
            <a:ext cx="381137" cy="150116"/>
          </a:xfrm>
          <a:prstGeom prst="bentConnector3">
            <a:avLst>
              <a:gd name="adj1" fmla="val -2481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505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B9937FA-F3B1-1E41-56EF-E3E4063720E6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Marcador de texto 5">
            <a:extLst>
              <a:ext uri="{FF2B5EF4-FFF2-40B4-BE49-F238E27FC236}">
                <a16:creationId xmlns:a16="http://schemas.microsoft.com/office/drawing/2014/main" id="{F99017AB-1147-18EB-A86F-B23BB17ED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-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Informe Green </a:t>
            </a:r>
            <a:r>
              <a:rPr kumimoji="0" lang="es-ES" alt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– Cobertura Granular / Semi-</a:t>
            </a:r>
            <a:r>
              <a:rPr lang="es-ES" altLang="es-ES" sz="2000" b="1" dirty="0">
                <a:solidFill>
                  <a:srgbClr val="7F7F7F"/>
                </a:solidFill>
                <a:latin typeface="Calibri" panose="020F0502020204030204" pitchFamily="34" charset="0"/>
              </a:rPr>
              <a:t>agregada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335E8303-5D95-2D74-785A-D8B5D773F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381774"/>
              </p:ext>
            </p:extLst>
          </p:nvPr>
        </p:nvGraphicFramePr>
        <p:xfrm>
          <a:off x="384214" y="2446744"/>
          <a:ext cx="1281905" cy="1413254"/>
        </p:xfrm>
        <a:graphic>
          <a:graphicData uri="http://schemas.openxmlformats.org/drawingml/2006/table">
            <a:tbl>
              <a:tblPr/>
              <a:tblGrid>
                <a:gridCol w="1281905">
                  <a:extLst>
                    <a:ext uri="{9D8B030D-6E8A-4147-A177-3AD203B41FA5}">
                      <a16:colId xmlns:a16="http://schemas.microsoft.com/office/drawing/2014/main" val="3413266359"/>
                    </a:ext>
                  </a:extLst>
                </a:gridCol>
              </a:tblGrid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GREEN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087365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614109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fees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835472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loan-loss provisions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227704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Profit before taxes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22755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Profit after taxes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35478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Attributable Profit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482917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DB4B72C4-F705-3EC1-1853-5B4B024D0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678155"/>
              </p:ext>
            </p:extLst>
          </p:nvPr>
        </p:nvGraphicFramePr>
        <p:xfrm>
          <a:off x="578255" y="2814266"/>
          <a:ext cx="1381701" cy="1413254"/>
        </p:xfrm>
        <a:graphic>
          <a:graphicData uri="http://schemas.openxmlformats.org/drawingml/2006/table">
            <a:tbl>
              <a:tblPr/>
              <a:tblGrid>
                <a:gridCol w="1381701">
                  <a:extLst>
                    <a:ext uri="{9D8B030D-6E8A-4147-A177-3AD203B41FA5}">
                      <a16:colId xmlns:a16="http://schemas.microsoft.com/office/drawing/2014/main" val="1699169707"/>
                    </a:ext>
                  </a:extLst>
                </a:gridCol>
              </a:tblGrid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SOCIAL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833273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769613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fees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226187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loan-loss provisions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163550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Profit before taxes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70061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Profit after taxes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28833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Attributable Profit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564189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5EFB755D-EFBD-A207-2585-860A7DA63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194223"/>
              </p:ext>
            </p:extLst>
          </p:nvPr>
        </p:nvGraphicFramePr>
        <p:xfrm>
          <a:off x="891076" y="3181788"/>
          <a:ext cx="1423341" cy="1285788"/>
        </p:xfrm>
        <a:graphic>
          <a:graphicData uri="http://schemas.openxmlformats.org/drawingml/2006/table">
            <a:tbl>
              <a:tblPr/>
              <a:tblGrid>
                <a:gridCol w="1423341">
                  <a:extLst>
                    <a:ext uri="{9D8B030D-6E8A-4147-A177-3AD203B41FA5}">
                      <a16:colId xmlns:a16="http://schemas.microsoft.com/office/drawing/2014/main" val="2020595849"/>
                    </a:ext>
                  </a:extLst>
                </a:gridCol>
              </a:tblGrid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SUSTAINABILITY LINKED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735069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248855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fees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121152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loan-loss provisions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054933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Profit before taxes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055711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Profit after taxes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26363"/>
                  </a:ext>
                </a:extLst>
              </a:tr>
              <a:tr h="183684"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Attributable Profit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237649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1C224E63-59ED-1F61-3FD9-26749D75E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149808"/>
              </p:ext>
            </p:extLst>
          </p:nvPr>
        </p:nvGraphicFramePr>
        <p:xfrm>
          <a:off x="3083702" y="1570424"/>
          <a:ext cx="4972670" cy="3961356"/>
        </p:xfrm>
        <a:graphic>
          <a:graphicData uri="http://schemas.openxmlformats.org/drawingml/2006/table">
            <a:tbl>
              <a:tblPr/>
              <a:tblGrid>
                <a:gridCol w="4972670">
                  <a:extLst>
                    <a:ext uri="{9D8B030D-6E8A-4147-A177-3AD203B41FA5}">
                      <a16:colId xmlns:a16="http://schemas.microsoft.com/office/drawing/2014/main" val="2838028362"/>
                    </a:ext>
                  </a:extLst>
                </a:gridCol>
              </a:tblGrid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interest income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368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Real Financial Income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898153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Internal transfer Rate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259526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Dividends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88396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Income from the equity-acc. meth.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42547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fees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635425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Net fees - Customer Fees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108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Referral &amp; other Net fees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07356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Gains (losses) on Financial transactions (GFT) and exchange Differences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10280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Other operating income (Net)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241727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Gross income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6248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Operating expenses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490033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Net Operating Income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64372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Net loan-loss provisions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429861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Impairment losses on other assets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292720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Other income and charges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12955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Profit before taxes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86791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Tax on Profit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54866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Profit after taxes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09299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Minority interests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55895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Attributable Profit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93370"/>
                  </a:ext>
                </a:extLst>
              </a:tr>
            </a:tbl>
          </a:graphicData>
        </a:graphic>
      </p:graphicFrame>
      <p:sp>
        <p:nvSpPr>
          <p:cNvPr id="4" name="Arrow: Chevron 3">
            <a:extLst>
              <a:ext uri="{FF2B5EF4-FFF2-40B4-BE49-F238E27FC236}">
                <a16:creationId xmlns:a16="http://schemas.microsoft.com/office/drawing/2014/main" id="{576111AF-D13A-B3E1-FE0C-F5D24919FE12}"/>
              </a:ext>
            </a:extLst>
          </p:cNvPr>
          <p:cNvSpPr/>
          <p:nvPr/>
        </p:nvSpPr>
        <p:spPr>
          <a:xfrm>
            <a:off x="2526183" y="3349965"/>
            <a:ext cx="383177" cy="70539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72DA4-2C2E-EBF4-E308-BBC31860414F}"/>
              </a:ext>
            </a:extLst>
          </p:cNvPr>
          <p:cNvSpPr/>
          <p:nvPr/>
        </p:nvSpPr>
        <p:spPr>
          <a:xfrm>
            <a:off x="3227415" y="1862648"/>
            <a:ext cx="4971680" cy="3950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6997601-F9B2-C399-C613-F6D95F38E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145627"/>
              </p:ext>
            </p:extLst>
          </p:nvPr>
        </p:nvGraphicFramePr>
        <p:xfrm>
          <a:off x="3227415" y="1857807"/>
          <a:ext cx="4972670" cy="3961356"/>
        </p:xfrm>
        <a:graphic>
          <a:graphicData uri="http://schemas.openxmlformats.org/drawingml/2006/table">
            <a:tbl>
              <a:tblPr/>
              <a:tblGrid>
                <a:gridCol w="4972670">
                  <a:extLst>
                    <a:ext uri="{9D8B030D-6E8A-4147-A177-3AD203B41FA5}">
                      <a16:colId xmlns:a16="http://schemas.microsoft.com/office/drawing/2014/main" val="2838028362"/>
                    </a:ext>
                  </a:extLst>
                </a:gridCol>
              </a:tblGrid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interest income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368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Real Financial Income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898153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Internal transfer Rate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259526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Dividends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88396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Income from the equity-acc. meth.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42547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fees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635425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Net fees - Customer Fees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108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Referral &amp; other Net fees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07356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Gains (losses) on Financial transactions (GFT) and exchange Differences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10280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Other operating income (Net)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241727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Gross income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6248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Operating expenses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490033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Net Operating Income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64372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Net loan-loss provisions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429861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Impairment losses on other assets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292720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Other income and charges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12955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Profit before taxes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86791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Tax on Profit</a:t>
                      </a: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54866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Profit after taxes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09299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Minority interests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55895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Attributable Profit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9337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4FA46DC-3CA0-F355-BD88-BB936E9BC34C}"/>
              </a:ext>
            </a:extLst>
          </p:cNvPr>
          <p:cNvSpPr/>
          <p:nvPr/>
        </p:nvSpPr>
        <p:spPr>
          <a:xfrm>
            <a:off x="3380469" y="2167436"/>
            <a:ext cx="5100755" cy="3933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701C688-E0BF-E6DA-A0E9-A69455F7464B}"/>
              </a:ext>
            </a:extLst>
          </p:cNvPr>
          <p:cNvSpPr/>
          <p:nvPr/>
        </p:nvSpPr>
        <p:spPr>
          <a:xfrm>
            <a:off x="708368" y="6035395"/>
            <a:ext cx="180000" cy="180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7163E6A4-CB59-4771-D95F-46B7C3A995FB}"/>
              </a:ext>
            </a:extLst>
          </p:cNvPr>
          <p:cNvSpPr/>
          <p:nvPr/>
        </p:nvSpPr>
        <p:spPr>
          <a:xfrm>
            <a:off x="708368" y="6259998"/>
            <a:ext cx="180000" cy="180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6BB3B-6DD0-8BA0-6616-DB7761655638}"/>
              </a:ext>
            </a:extLst>
          </p:cNvPr>
          <p:cNvSpPr txBox="1"/>
          <p:nvPr/>
        </p:nvSpPr>
        <p:spPr>
          <a:xfrm>
            <a:off x="888368" y="6000417"/>
            <a:ext cx="1149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Santander Text" panose="020B0504020201020104" pitchFamily="34" charset="0"/>
              </a:rPr>
              <a:t>Granular</a:t>
            </a:r>
            <a:endParaRPr lang="en-US" sz="1200" dirty="0">
              <a:latin typeface="Santander Text" panose="020B05040202010201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F2692D-89E7-C762-AAAA-088743223983}"/>
              </a:ext>
            </a:extLst>
          </p:cNvPr>
          <p:cNvSpPr txBox="1"/>
          <p:nvPr/>
        </p:nvSpPr>
        <p:spPr>
          <a:xfrm>
            <a:off x="906977" y="6211498"/>
            <a:ext cx="1149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Santander Text" panose="020B0504020201020104" pitchFamily="34" charset="0"/>
              </a:rPr>
              <a:t>Agregado</a:t>
            </a:r>
            <a:endParaRPr lang="en-US" sz="1200" dirty="0">
              <a:latin typeface="Santander Text" panose="020B05040202010201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E7CED6-BA40-5C0B-C6DF-52B99DA66868}"/>
              </a:ext>
            </a:extLst>
          </p:cNvPr>
          <p:cNvSpPr txBox="1"/>
          <p:nvPr/>
        </p:nvSpPr>
        <p:spPr>
          <a:xfrm>
            <a:off x="779674" y="1515484"/>
            <a:ext cx="114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P&amp;L</a:t>
            </a:r>
            <a:endParaRPr lang="en-US" sz="1200" b="1" u="sng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AE003E-8236-5C16-0115-B804539515B3}"/>
              </a:ext>
            </a:extLst>
          </p:cNvPr>
          <p:cNvSpPr/>
          <p:nvPr/>
        </p:nvSpPr>
        <p:spPr>
          <a:xfrm>
            <a:off x="9116707" y="1964487"/>
            <a:ext cx="2853971" cy="31310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1C3C03D-02A6-E6B8-846A-61C87A112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77238"/>
              </p:ext>
            </p:extLst>
          </p:nvPr>
        </p:nvGraphicFramePr>
        <p:xfrm>
          <a:off x="9124220" y="1964487"/>
          <a:ext cx="2846458" cy="3131028"/>
        </p:xfrm>
        <a:graphic>
          <a:graphicData uri="http://schemas.openxmlformats.org/drawingml/2006/table">
            <a:tbl>
              <a:tblPr/>
              <a:tblGrid>
                <a:gridCol w="2846458">
                  <a:extLst>
                    <a:ext uri="{9D8B030D-6E8A-4147-A177-3AD203B41FA5}">
                      <a16:colId xmlns:a16="http://schemas.microsoft.com/office/drawing/2014/main" val="2477511300"/>
                    </a:ext>
                  </a:extLst>
                </a:gridCol>
              </a:tblGrid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 On Balance (excluding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HfT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8693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Loans &amp; advances (customers and credit institutions)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40123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Mortgages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0044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Products Added value CIB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2227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1070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Syndicated Loans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7078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Capital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126361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Asset Based Finance (ABF)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6977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Leveraged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87713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Export &amp; Agency Finance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680465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Trade &amp; Working Capital Solutions</a:t>
                      </a:r>
                    </a:p>
                  </a:txBody>
                  <a:tcPr marL="30217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2921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 Loans &amp; Advances</a:t>
                      </a:r>
                    </a:p>
                  </a:txBody>
                  <a:tcPr marL="226632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37683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Renting / Operating Leasing (*)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54388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Bonds Portfolio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909216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 Off Balance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208328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Contingent risks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248680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Undrawn balances Committed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589309"/>
                  </a:ext>
                </a:extLst>
              </a:tr>
              <a:tr h="160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Derivatives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781495"/>
                  </a:ext>
                </a:extLst>
              </a:tr>
            </a:tbl>
          </a:graphicData>
        </a:graphic>
      </p:graphicFrame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7A1A47B3-757E-5F6A-3205-D6531A74A61D}"/>
              </a:ext>
            </a:extLst>
          </p:cNvPr>
          <p:cNvSpPr/>
          <p:nvPr/>
        </p:nvSpPr>
        <p:spPr>
          <a:xfrm>
            <a:off x="10777123" y="3968360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lowchart: Connector 100">
            <a:extLst>
              <a:ext uri="{FF2B5EF4-FFF2-40B4-BE49-F238E27FC236}">
                <a16:creationId xmlns:a16="http://schemas.microsoft.com/office/drawing/2014/main" id="{B36BAC07-E8EE-1142-A2FE-3ED1694FB7D7}"/>
              </a:ext>
            </a:extLst>
          </p:cNvPr>
          <p:cNvSpPr/>
          <p:nvPr/>
        </p:nvSpPr>
        <p:spPr>
          <a:xfrm>
            <a:off x="10028348" y="2480079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5BD38FA6-2F79-9388-A393-0FD340E2996E}"/>
              </a:ext>
            </a:extLst>
          </p:cNvPr>
          <p:cNvSpPr/>
          <p:nvPr/>
        </p:nvSpPr>
        <p:spPr>
          <a:xfrm>
            <a:off x="11125464" y="2799446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EBF3B1D3-CB10-1282-24FE-C9BBF241149A}"/>
              </a:ext>
            </a:extLst>
          </p:cNvPr>
          <p:cNvSpPr/>
          <p:nvPr/>
        </p:nvSpPr>
        <p:spPr>
          <a:xfrm>
            <a:off x="10456592" y="2957287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22389798-B93D-4790-CEEB-7F960E435BEE}"/>
              </a:ext>
            </a:extLst>
          </p:cNvPr>
          <p:cNvSpPr/>
          <p:nvPr/>
        </p:nvSpPr>
        <p:spPr>
          <a:xfrm>
            <a:off x="10345656" y="3128247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84F63432-B98A-37E8-EF5E-4BEE4A984D68}"/>
              </a:ext>
            </a:extLst>
          </p:cNvPr>
          <p:cNvSpPr/>
          <p:nvPr/>
        </p:nvSpPr>
        <p:spPr>
          <a:xfrm>
            <a:off x="10948465" y="3290609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6BFA1AD7-74A8-BA9B-60D3-17F359F40D3C}"/>
              </a:ext>
            </a:extLst>
          </p:cNvPr>
          <p:cNvSpPr/>
          <p:nvPr/>
        </p:nvSpPr>
        <p:spPr>
          <a:xfrm>
            <a:off x="10503312" y="3471702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EEEE9190-7A5F-54A1-8A78-D7AE54B07FFB}"/>
              </a:ext>
            </a:extLst>
          </p:cNvPr>
          <p:cNvSpPr/>
          <p:nvPr/>
        </p:nvSpPr>
        <p:spPr>
          <a:xfrm>
            <a:off x="10963464" y="3638773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4AB40224-2399-61A7-8754-6F4EF0370DAB}"/>
              </a:ext>
            </a:extLst>
          </p:cNvPr>
          <p:cNvSpPr/>
          <p:nvPr/>
        </p:nvSpPr>
        <p:spPr>
          <a:xfrm>
            <a:off x="11427727" y="3803173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0DF4A091-3112-8B2D-7853-1AF3927F5744}"/>
              </a:ext>
            </a:extLst>
          </p:cNvPr>
          <p:cNvSpPr/>
          <p:nvPr/>
        </p:nvSpPr>
        <p:spPr>
          <a:xfrm>
            <a:off x="10224438" y="4282831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84B75659-1153-F980-7CC6-D0D0CB41D33C}"/>
              </a:ext>
            </a:extLst>
          </p:cNvPr>
          <p:cNvSpPr/>
          <p:nvPr/>
        </p:nvSpPr>
        <p:spPr>
          <a:xfrm>
            <a:off x="11052010" y="4122161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lowchart: Connector 122">
            <a:extLst>
              <a:ext uri="{FF2B5EF4-FFF2-40B4-BE49-F238E27FC236}">
                <a16:creationId xmlns:a16="http://schemas.microsoft.com/office/drawing/2014/main" id="{AE2F8F88-8ECA-14FF-B625-3FE03DA03C7B}"/>
              </a:ext>
            </a:extLst>
          </p:cNvPr>
          <p:cNvSpPr/>
          <p:nvPr/>
        </p:nvSpPr>
        <p:spPr>
          <a:xfrm>
            <a:off x="11024171" y="4796704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4F2126DE-9721-B362-5ABB-CE82A64DD658}"/>
              </a:ext>
            </a:extLst>
          </p:cNvPr>
          <p:cNvCxnSpPr/>
          <p:nvPr/>
        </p:nvCxnSpPr>
        <p:spPr>
          <a:xfrm>
            <a:off x="8629070" y="2457617"/>
            <a:ext cx="387927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C84017D-93C2-64D2-C38E-28AB05A519E5}"/>
              </a:ext>
            </a:extLst>
          </p:cNvPr>
          <p:cNvCxnSpPr/>
          <p:nvPr/>
        </p:nvCxnSpPr>
        <p:spPr>
          <a:xfrm>
            <a:off x="8624454" y="2637725"/>
            <a:ext cx="387927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E844C2D-D737-56F0-2E6A-45162543AEB1}"/>
              </a:ext>
            </a:extLst>
          </p:cNvPr>
          <p:cNvCxnSpPr/>
          <p:nvPr/>
        </p:nvCxnSpPr>
        <p:spPr>
          <a:xfrm>
            <a:off x="8629070" y="3391713"/>
            <a:ext cx="387927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740999AA-F980-86D0-35FC-D369CF2DE017}"/>
              </a:ext>
            </a:extLst>
          </p:cNvPr>
          <p:cNvCxnSpPr/>
          <p:nvPr/>
        </p:nvCxnSpPr>
        <p:spPr>
          <a:xfrm>
            <a:off x="8624454" y="3571821"/>
            <a:ext cx="387927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9CD8ED3-AD47-516A-B768-31CD28955EAB}"/>
              </a:ext>
            </a:extLst>
          </p:cNvPr>
          <p:cNvCxnSpPr/>
          <p:nvPr/>
        </p:nvCxnSpPr>
        <p:spPr>
          <a:xfrm>
            <a:off x="8624454" y="3781946"/>
            <a:ext cx="387927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0" name="Table 149">
            <a:extLst>
              <a:ext uri="{FF2B5EF4-FFF2-40B4-BE49-F238E27FC236}">
                <a16:creationId xmlns:a16="http://schemas.microsoft.com/office/drawing/2014/main" id="{B3C9446F-1794-B267-D0AC-D6CC8846F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183661"/>
              </p:ext>
            </p:extLst>
          </p:nvPr>
        </p:nvGraphicFramePr>
        <p:xfrm>
          <a:off x="3380469" y="2149895"/>
          <a:ext cx="5108267" cy="3961356"/>
        </p:xfrm>
        <a:graphic>
          <a:graphicData uri="http://schemas.openxmlformats.org/drawingml/2006/table">
            <a:tbl>
              <a:tblPr/>
              <a:tblGrid>
                <a:gridCol w="5108267">
                  <a:extLst>
                    <a:ext uri="{9D8B030D-6E8A-4147-A177-3AD203B41FA5}">
                      <a16:colId xmlns:a16="http://schemas.microsoft.com/office/drawing/2014/main" val="2838028362"/>
                    </a:ext>
                  </a:extLst>
                </a:gridCol>
              </a:tblGrid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interest income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368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Real Financial Income</a:t>
                      </a: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898153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Internal transfer Rate</a:t>
                      </a: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259526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Dividends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88396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Income from the equity-acc. meth.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42547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Net fees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635425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Net fees - Customer Fees</a:t>
                      </a: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108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Referral &amp; other Net fees</a:t>
                      </a: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07356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Gains (losses) on Financial transactions (GFT) and exchange Differences </a:t>
                      </a: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10280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Other operating income (Net)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241727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Gross income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6248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Operating expenses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490033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Net Operating Income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64372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Net loan-loss provisions (*)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429861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Impairment losses on other assets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292720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Other income and charges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129559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Profit before taxes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86791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Tax on Profit</a:t>
                      </a: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548662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Profit after taxes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09299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Minority interests</a:t>
                      </a:r>
                    </a:p>
                  </a:txBody>
                  <a:tcPr marL="172672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558954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Attributable Profit</a:t>
                      </a:r>
                    </a:p>
                  </a:txBody>
                  <a:tcPr marL="5756" marR="5756" marT="5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93370"/>
                  </a:ext>
                </a:extLst>
              </a:tr>
            </a:tbl>
          </a:graphicData>
        </a:graphic>
      </p:graphicFrame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BCC52264-A25E-D183-0828-7B9BF5A0645A}"/>
              </a:ext>
            </a:extLst>
          </p:cNvPr>
          <p:cNvSpPr/>
          <p:nvPr/>
        </p:nvSpPr>
        <p:spPr>
          <a:xfrm>
            <a:off x="4105110" y="2797033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lowchart: Connector 126">
            <a:extLst>
              <a:ext uri="{FF2B5EF4-FFF2-40B4-BE49-F238E27FC236}">
                <a16:creationId xmlns:a16="http://schemas.microsoft.com/office/drawing/2014/main" id="{F247E433-065E-6775-6044-75CFBF79F3D8}"/>
              </a:ext>
            </a:extLst>
          </p:cNvPr>
          <p:cNvSpPr/>
          <p:nvPr/>
        </p:nvSpPr>
        <p:spPr>
          <a:xfrm>
            <a:off x="5661439" y="2967905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1CD60B92-B76E-E277-42F6-9C85E976256F}"/>
              </a:ext>
            </a:extLst>
          </p:cNvPr>
          <p:cNvSpPr/>
          <p:nvPr/>
        </p:nvSpPr>
        <p:spPr>
          <a:xfrm>
            <a:off x="5379732" y="3914630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lowchart: Connector 128">
            <a:extLst>
              <a:ext uri="{FF2B5EF4-FFF2-40B4-BE49-F238E27FC236}">
                <a16:creationId xmlns:a16="http://schemas.microsoft.com/office/drawing/2014/main" id="{F5FC02A2-B063-CE54-0E8E-9CB1A9E607EA}"/>
              </a:ext>
            </a:extLst>
          </p:cNvPr>
          <p:cNvSpPr/>
          <p:nvPr/>
        </p:nvSpPr>
        <p:spPr>
          <a:xfrm>
            <a:off x="4737805" y="4288700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4AA9E680-C55B-E57E-C486-9E255F2C805B}"/>
              </a:ext>
            </a:extLst>
          </p:cNvPr>
          <p:cNvSpPr/>
          <p:nvPr/>
        </p:nvSpPr>
        <p:spPr>
          <a:xfrm>
            <a:off x="5656822" y="4865969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lowchart: Connector 130">
            <a:extLst>
              <a:ext uri="{FF2B5EF4-FFF2-40B4-BE49-F238E27FC236}">
                <a16:creationId xmlns:a16="http://schemas.microsoft.com/office/drawing/2014/main" id="{24D6F51E-8ABE-A900-944F-4FA44FDE999D}"/>
              </a:ext>
            </a:extLst>
          </p:cNvPr>
          <p:cNvSpPr/>
          <p:nvPr/>
        </p:nvSpPr>
        <p:spPr>
          <a:xfrm>
            <a:off x="5144206" y="5046077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6F1BE00B-B842-281B-8AD0-8C8539CA1B9E}"/>
              </a:ext>
            </a:extLst>
          </p:cNvPr>
          <p:cNvSpPr/>
          <p:nvPr/>
        </p:nvSpPr>
        <p:spPr>
          <a:xfrm>
            <a:off x="4460714" y="5406293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E85D84FC-C7D4-8A91-6DAB-C4669B8A71FB}"/>
              </a:ext>
            </a:extLst>
          </p:cNvPr>
          <p:cNvSpPr/>
          <p:nvPr/>
        </p:nvSpPr>
        <p:spPr>
          <a:xfrm>
            <a:off x="4760896" y="5789599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9DB0A9C8-FCAF-6F0C-D679-A65A92E9821A}"/>
              </a:ext>
            </a:extLst>
          </p:cNvPr>
          <p:cNvSpPr/>
          <p:nvPr/>
        </p:nvSpPr>
        <p:spPr>
          <a:xfrm>
            <a:off x="5025878" y="2403617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lowchart: Connector 134">
            <a:extLst>
              <a:ext uri="{FF2B5EF4-FFF2-40B4-BE49-F238E27FC236}">
                <a16:creationId xmlns:a16="http://schemas.microsoft.com/office/drawing/2014/main" id="{DA1E1C45-1A20-0037-20E3-4114E6F88F9D}"/>
              </a:ext>
            </a:extLst>
          </p:cNvPr>
          <p:cNvSpPr/>
          <p:nvPr/>
        </p:nvSpPr>
        <p:spPr>
          <a:xfrm>
            <a:off x="5151239" y="2403617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6D528367-399F-A35E-053F-7436B0BE0D2F}"/>
              </a:ext>
            </a:extLst>
          </p:cNvPr>
          <p:cNvSpPr/>
          <p:nvPr/>
        </p:nvSpPr>
        <p:spPr>
          <a:xfrm>
            <a:off x="4993551" y="2583725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609D4E12-6E37-BE27-FA6F-F22D53305FA4}"/>
              </a:ext>
            </a:extLst>
          </p:cNvPr>
          <p:cNvSpPr/>
          <p:nvPr/>
        </p:nvSpPr>
        <p:spPr>
          <a:xfrm>
            <a:off x="5118912" y="2583725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lowchart: Connector 140">
            <a:extLst>
              <a:ext uri="{FF2B5EF4-FFF2-40B4-BE49-F238E27FC236}">
                <a16:creationId xmlns:a16="http://schemas.microsoft.com/office/drawing/2014/main" id="{BEE476DD-B3D4-159C-CB77-684A1A844629}"/>
              </a:ext>
            </a:extLst>
          </p:cNvPr>
          <p:cNvSpPr/>
          <p:nvPr/>
        </p:nvSpPr>
        <p:spPr>
          <a:xfrm>
            <a:off x="5232785" y="3328709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6EB7B7F9-7CE8-99B0-C283-831B4ACD4D0A}"/>
              </a:ext>
            </a:extLst>
          </p:cNvPr>
          <p:cNvSpPr/>
          <p:nvPr/>
        </p:nvSpPr>
        <p:spPr>
          <a:xfrm>
            <a:off x="5358146" y="3328709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Flowchart: Connector 142">
            <a:extLst>
              <a:ext uri="{FF2B5EF4-FFF2-40B4-BE49-F238E27FC236}">
                <a16:creationId xmlns:a16="http://schemas.microsoft.com/office/drawing/2014/main" id="{1F6A903A-CC25-0D8B-F859-D47B3445A998}"/>
              </a:ext>
            </a:extLst>
          </p:cNvPr>
          <p:cNvSpPr/>
          <p:nvPr/>
        </p:nvSpPr>
        <p:spPr>
          <a:xfrm>
            <a:off x="5209607" y="3527949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29FFD1A3-4F22-6480-9EE8-D0A2C1914E19}"/>
              </a:ext>
            </a:extLst>
          </p:cNvPr>
          <p:cNvSpPr/>
          <p:nvPr/>
        </p:nvSpPr>
        <p:spPr>
          <a:xfrm>
            <a:off x="5334968" y="3527949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A5636EC1-6563-1A4C-2DF7-0C8993262E7A}"/>
              </a:ext>
            </a:extLst>
          </p:cNvPr>
          <p:cNvSpPr/>
          <p:nvPr/>
        </p:nvSpPr>
        <p:spPr>
          <a:xfrm>
            <a:off x="8156223" y="3711782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lowchart: Connector 148">
            <a:extLst>
              <a:ext uri="{FF2B5EF4-FFF2-40B4-BE49-F238E27FC236}">
                <a16:creationId xmlns:a16="http://schemas.microsoft.com/office/drawing/2014/main" id="{9AD9403E-E273-7CC9-2EE1-45E5FF362DC4}"/>
              </a:ext>
            </a:extLst>
          </p:cNvPr>
          <p:cNvSpPr/>
          <p:nvPr/>
        </p:nvSpPr>
        <p:spPr>
          <a:xfrm>
            <a:off x="8281584" y="3711782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lowchart: Connector 150">
            <a:extLst>
              <a:ext uri="{FF2B5EF4-FFF2-40B4-BE49-F238E27FC236}">
                <a16:creationId xmlns:a16="http://schemas.microsoft.com/office/drawing/2014/main" id="{D24157BE-5D5E-CEA5-4CB2-32809E57F9C0}"/>
              </a:ext>
            </a:extLst>
          </p:cNvPr>
          <p:cNvSpPr/>
          <p:nvPr/>
        </p:nvSpPr>
        <p:spPr>
          <a:xfrm>
            <a:off x="5192246" y="4663892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1D1F83BE-F389-724A-9598-29EBE76788BA}"/>
              </a:ext>
            </a:extLst>
          </p:cNvPr>
          <p:cNvSpPr/>
          <p:nvPr/>
        </p:nvSpPr>
        <p:spPr>
          <a:xfrm>
            <a:off x="5317607" y="4663892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D6EAC681-0EE4-A617-B61B-F2738FFE421A}"/>
              </a:ext>
            </a:extLst>
          </p:cNvPr>
          <p:cNvSpPr/>
          <p:nvPr/>
        </p:nvSpPr>
        <p:spPr>
          <a:xfrm>
            <a:off x="9204263" y="1569607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lowchart: Connector 154">
            <a:extLst>
              <a:ext uri="{FF2B5EF4-FFF2-40B4-BE49-F238E27FC236}">
                <a16:creationId xmlns:a16="http://schemas.microsoft.com/office/drawing/2014/main" id="{DB8BC128-7BD5-852C-26CA-02EBDA19EBE3}"/>
              </a:ext>
            </a:extLst>
          </p:cNvPr>
          <p:cNvSpPr/>
          <p:nvPr/>
        </p:nvSpPr>
        <p:spPr>
          <a:xfrm>
            <a:off x="9329624" y="1569607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32E76E5-E267-0CE3-675E-8109A0D19CF0}"/>
              </a:ext>
            </a:extLst>
          </p:cNvPr>
          <p:cNvSpPr txBox="1"/>
          <p:nvPr/>
        </p:nvSpPr>
        <p:spPr>
          <a:xfrm>
            <a:off x="9311498" y="1508343"/>
            <a:ext cx="2449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>
                <a:latin typeface="Santander Text" panose="020B0504020201020104" pitchFamily="34" charset="0"/>
              </a:rPr>
              <a:t>Detalle de productos cubiertos por el satélite automático o local: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746E78-C189-51DF-A569-D5BB5CD41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216956"/>
              </p:ext>
            </p:extLst>
          </p:nvPr>
        </p:nvGraphicFramePr>
        <p:xfrm>
          <a:off x="9122464" y="5176559"/>
          <a:ext cx="2853971" cy="990336"/>
        </p:xfrm>
        <a:graphic>
          <a:graphicData uri="http://schemas.openxmlformats.org/drawingml/2006/table">
            <a:tbl>
              <a:tblPr/>
              <a:tblGrid>
                <a:gridCol w="2853971">
                  <a:extLst>
                    <a:ext uri="{9D8B030D-6E8A-4147-A177-3AD203B41FA5}">
                      <a16:colId xmlns:a16="http://schemas.microsoft.com/office/drawing/2014/main" val="2191592630"/>
                    </a:ext>
                  </a:extLst>
                </a:gridCol>
              </a:tblGrid>
              <a:tr h="139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3. Advisory &amp; Facilitation services</a:t>
                      </a:r>
                    </a:p>
                  </a:txBody>
                  <a:tcPr marL="75544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59521"/>
                  </a:ext>
                </a:extLst>
              </a:tr>
              <a:tr h="139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Mergers &amp; Acquisitions (M&amp;A)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7060869"/>
                  </a:ext>
                </a:extLst>
              </a:tr>
              <a:tr h="139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Equity Capital Markets (ECM)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2283738"/>
                  </a:ext>
                </a:extLst>
              </a:tr>
              <a:tr h="139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Debt Capital Markets (DCM)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4501795"/>
                  </a:ext>
                </a:extLst>
              </a:tr>
              <a:tr h="139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Securitization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7550105"/>
                  </a:ext>
                </a:extLst>
              </a:tr>
              <a:tr h="139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Project &amp; Acquisition Finance (Advisory)</a:t>
                      </a:r>
                    </a:p>
                  </a:txBody>
                  <a:tcPr marL="151088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7128035"/>
                  </a:ext>
                </a:extLst>
              </a:tr>
            </a:tbl>
          </a:graphicData>
        </a:graphic>
      </p:graphicFrame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EEAF452-4ACA-5A41-317B-B93EB576AE0F}"/>
              </a:ext>
            </a:extLst>
          </p:cNvPr>
          <p:cNvSpPr/>
          <p:nvPr/>
        </p:nvSpPr>
        <p:spPr>
          <a:xfrm>
            <a:off x="10270635" y="4627369"/>
            <a:ext cx="108000" cy="108000"/>
          </a:xfrm>
          <a:prstGeom prst="flowChartConnector">
            <a:avLst/>
          </a:prstGeom>
          <a:solidFill>
            <a:srgbClr val="1AE81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C0965D59-488A-3769-4235-B6816400B7EA}"/>
              </a:ext>
            </a:extLst>
          </p:cNvPr>
          <p:cNvSpPr/>
          <p:nvPr/>
        </p:nvSpPr>
        <p:spPr>
          <a:xfrm>
            <a:off x="11026644" y="5374527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AB3E54B-9071-F15B-C1F2-83A0CD1B065C}"/>
              </a:ext>
            </a:extLst>
          </p:cNvPr>
          <p:cNvSpPr/>
          <p:nvPr/>
        </p:nvSpPr>
        <p:spPr>
          <a:xfrm>
            <a:off x="10983734" y="5544683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7CA435B-9EBF-3635-9CAC-ADBE4C1C1F16}"/>
              </a:ext>
            </a:extLst>
          </p:cNvPr>
          <p:cNvSpPr/>
          <p:nvPr/>
        </p:nvSpPr>
        <p:spPr>
          <a:xfrm>
            <a:off x="10905315" y="5697083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61A62C3-A3D9-FF3E-573F-AF7A7B70F684}"/>
              </a:ext>
            </a:extLst>
          </p:cNvPr>
          <p:cNvSpPr/>
          <p:nvPr/>
        </p:nvSpPr>
        <p:spPr>
          <a:xfrm>
            <a:off x="10131439" y="5875705"/>
            <a:ext cx="108000" cy="108000"/>
          </a:xfrm>
          <a:prstGeom prst="flowChartConnector">
            <a:avLst/>
          </a:prstGeom>
          <a:solidFill>
            <a:schemeClr val="accent5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705FADF-C1A7-357E-0CFE-370C00185E54}"/>
              </a:ext>
            </a:extLst>
          </p:cNvPr>
          <p:cNvSpPr/>
          <p:nvPr/>
        </p:nvSpPr>
        <p:spPr>
          <a:xfrm>
            <a:off x="11575333" y="6032750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33095414-0040-92FC-42BC-B7E33D8BDF5E}"/>
              </a:ext>
            </a:extLst>
          </p:cNvPr>
          <p:cNvSpPr/>
          <p:nvPr/>
        </p:nvSpPr>
        <p:spPr>
          <a:xfrm>
            <a:off x="9962832" y="4953977"/>
            <a:ext cx="108000" cy="1080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Rewind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9219028A-B2E1-7C5D-C5B9-EA0262FD2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7324" y="196514"/>
            <a:ext cx="470424" cy="4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080C681-7806-90B3-A744-DF062AB41737}"/>
              </a:ext>
            </a:extLst>
          </p:cNvPr>
          <p:cNvGrpSpPr/>
          <p:nvPr/>
        </p:nvGrpSpPr>
        <p:grpSpPr>
          <a:xfrm>
            <a:off x="9642977" y="1877323"/>
            <a:ext cx="2246612" cy="415790"/>
            <a:chOff x="901263" y="6117332"/>
            <a:chExt cx="2246612" cy="480999"/>
          </a:xfrm>
        </p:grpSpPr>
        <p:sp>
          <p:nvSpPr>
            <p:cNvPr id="87" name="Rounded Rectangle 96">
              <a:extLst>
                <a:ext uri="{FF2B5EF4-FFF2-40B4-BE49-F238E27FC236}">
                  <a16:creationId xmlns:a16="http://schemas.microsoft.com/office/drawing/2014/main" id="{E9F472AF-77FC-6EA6-ED9C-65DA8BED9105}"/>
                </a:ext>
              </a:extLst>
            </p:cNvPr>
            <p:cNvSpPr/>
            <p:nvPr/>
          </p:nvSpPr>
          <p:spPr>
            <a:xfrm>
              <a:off x="2114447" y="6364018"/>
              <a:ext cx="936001" cy="144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07822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defRPr/>
              </a:pPr>
              <a:r>
                <a:rPr lang="es-ES_tradnl" sz="900" b="1" i="1" kern="0" dirty="0">
                  <a:solidFill>
                    <a:schemeClr val="tx1"/>
                  </a:solidFill>
                  <a:latin typeface="Calibri"/>
                  <a:sym typeface="Arial"/>
                </a:rPr>
                <a:t>Corporación</a:t>
              </a:r>
            </a:p>
          </p:txBody>
        </p:sp>
        <p:sp>
          <p:nvSpPr>
            <p:cNvPr id="88" name="Rounded Rectangle 97">
              <a:extLst>
                <a:ext uri="{FF2B5EF4-FFF2-40B4-BE49-F238E27FC236}">
                  <a16:creationId xmlns:a16="http://schemas.microsoft.com/office/drawing/2014/main" id="{52641FC0-03FE-933B-D57C-C509598F8E27}"/>
                </a:ext>
              </a:extLst>
            </p:cNvPr>
            <p:cNvSpPr/>
            <p:nvPr/>
          </p:nvSpPr>
          <p:spPr>
            <a:xfrm>
              <a:off x="1045992" y="6346692"/>
              <a:ext cx="936001" cy="1440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 defTabSz="507822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defRPr/>
              </a:pPr>
              <a:r>
                <a:rPr lang="es-ES_tradnl" sz="900" b="1" i="1" kern="0" dirty="0">
                  <a:solidFill>
                    <a:schemeClr val="tx1"/>
                  </a:solidFill>
                  <a:latin typeface="Calibri"/>
                  <a:sym typeface="Arial"/>
                </a:rPr>
                <a:t>Unidad local</a:t>
              </a: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46A15D9E-912B-609E-71C8-5C788195F221}"/>
                </a:ext>
              </a:extLst>
            </p:cNvPr>
            <p:cNvSpPr/>
            <p:nvPr/>
          </p:nvSpPr>
          <p:spPr bwMode="auto">
            <a:xfrm>
              <a:off x="901263" y="6238331"/>
              <a:ext cx="2246612" cy="360000"/>
            </a:xfrm>
            <a:prstGeom prst="round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AB9ABDD-72E1-64E4-58A7-6B1ADDD89577}"/>
                </a:ext>
              </a:extLst>
            </p:cNvPr>
            <p:cNvSpPr/>
            <p:nvPr/>
          </p:nvSpPr>
          <p:spPr bwMode="auto">
            <a:xfrm>
              <a:off x="992585" y="6117332"/>
              <a:ext cx="1132173" cy="210603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s-ES_tradnl" sz="1000" b="1" dirty="0">
                  <a:latin typeface="+mj-lt"/>
                </a:rPr>
                <a:t>Leyenda</a:t>
              </a:r>
            </a:p>
          </p:txBody>
        </p:sp>
      </p:grpSp>
      <p:sp>
        <p:nvSpPr>
          <p:cNvPr id="61" name="Marcador de texto 9"/>
          <p:cNvSpPr txBox="1">
            <a:spLocks/>
          </p:cNvSpPr>
          <p:nvPr/>
        </p:nvSpPr>
        <p:spPr>
          <a:xfrm>
            <a:off x="719404" y="144000"/>
            <a:ext cx="10515600" cy="849475"/>
          </a:xfrm>
          <a:prstGeom prst="rect">
            <a:avLst/>
          </a:prstGeom>
        </p:spPr>
        <p:txBody>
          <a:bodyPr lIns="95777" tIns="47889" rIns="95777" bIns="47889"/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aseline="0">
                <a:solidFill>
                  <a:srgbClr val="FF0000"/>
                </a:solidFill>
                <a:latin typeface="+mn-lt"/>
                <a:cs typeface="+mn-cs"/>
              </a:defRPr>
            </a:lvl1pPr>
            <a:lvl2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2pPr>
            <a:lvl3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3pPr>
            <a:lvl4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4pPr>
            <a:lvl5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ko-KR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A219D06-B89F-4C5A-248A-9B28016FCC03}"/>
              </a:ext>
            </a:extLst>
          </p:cNvPr>
          <p:cNvSpPr/>
          <p:nvPr/>
        </p:nvSpPr>
        <p:spPr>
          <a:xfrm>
            <a:off x="295079" y="2348408"/>
            <a:ext cx="11601842" cy="3934349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61A620-2D09-5C51-54CC-8C37C9A9F6EC}"/>
              </a:ext>
            </a:extLst>
          </p:cNvPr>
          <p:cNvSpPr/>
          <p:nvPr/>
        </p:nvSpPr>
        <p:spPr>
          <a:xfrm>
            <a:off x="6021833" y="2493872"/>
            <a:ext cx="5749919" cy="3642816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Procesamiento y visualización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D5D5BD-1B7D-8C2A-5B49-CF13B03225D4}"/>
              </a:ext>
            </a:extLst>
          </p:cNvPr>
          <p:cNvSpPr/>
          <p:nvPr/>
        </p:nvSpPr>
        <p:spPr>
          <a:xfrm>
            <a:off x="466997" y="2493872"/>
            <a:ext cx="5581337" cy="1916715"/>
          </a:xfrm>
          <a:prstGeom prst="rect">
            <a:avLst/>
          </a:prstGeom>
          <a:solidFill>
            <a:srgbClr val="BDDBE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_tradnl" dirty="0">
                <a:solidFill>
                  <a:schemeClr val="accent2">
                    <a:lumMod val="75000"/>
                  </a:schemeClr>
                </a:solidFill>
              </a:rPr>
              <a:t>Generación Satélite Automático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9E6A895-850B-64F2-7A0F-D7D6490A6DC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418645" y="3441256"/>
            <a:ext cx="5009033" cy="5696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46651" tIns="23326" rIns="46651" bIns="23326" numCol="1" anchor="t" anchorCtr="0" compatLnSpc="1">
            <a:prstTxWarp prst="textNoShape">
              <a:avLst/>
            </a:prstTxWarp>
          </a:bodyPr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endParaRPr lang="es-ES" sz="1050" i="1" kern="0" dirty="0">
              <a:solidFill>
                <a:prstClr val="black"/>
              </a:solidFill>
              <a:latin typeface="Calibri"/>
              <a:cs typeface="Arial" charset="0"/>
              <a:sym typeface="Arial"/>
            </a:endParaRPr>
          </a:p>
        </p:txBody>
      </p:sp>
      <p:sp>
        <p:nvSpPr>
          <p:cNvPr id="22" name="Rectangle 21">
            <a:hlinkClick r:id="" action="ppaction://noaction"/>
            <a:extLst>
              <a:ext uri="{FF2B5EF4-FFF2-40B4-BE49-F238E27FC236}">
                <a16:creationId xmlns:a16="http://schemas.microsoft.com/office/drawing/2014/main" id="{0CF26EF7-EB90-1125-62F3-82D74387D7F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82490" y="3441256"/>
            <a:ext cx="839259" cy="569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46651" tIns="23326" rIns="46651" bIns="23326" numCol="1" anchor="t" anchorCtr="0" compatLnSpc="1">
            <a:prstTxWarp prst="textNoShape">
              <a:avLst/>
            </a:prstTxWarp>
          </a:bodyPr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endParaRPr lang="es-ES" sz="1050" i="1" kern="0" dirty="0">
              <a:solidFill>
                <a:srgbClr val="63BA68">
                  <a:lumMod val="90000"/>
                </a:srgbClr>
              </a:solidFill>
              <a:latin typeface="Calibri"/>
              <a:cs typeface="Arial" charset="0"/>
              <a:sym typeface="Arial"/>
            </a:endParaRPr>
          </a:p>
        </p:txBody>
      </p:sp>
      <p:sp>
        <p:nvSpPr>
          <p:cNvPr id="30" name="Rounded Rectangle 45">
            <a:extLst>
              <a:ext uri="{FF2B5EF4-FFF2-40B4-BE49-F238E27FC236}">
                <a16:creationId xmlns:a16="http://schemas.microsoft.com/office/drawing/2014/main" id="{288C5D12-70C3-7D64-C95C-A3F04321AECB}"/>
              </a:ext>
            </a:extLst>
          </p:cNvPr>
          <p:cNvSpPr/>
          <p:nvPr/>
        </p:nvSpPr>
        <p:spPr>
          <a:xfrm>
            <a:off x="542221" y="2775023"/>
            <a:ext cx="944296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Aprov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.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Herr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. granular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reporting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 (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estr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 + GF)</a:t>
            </a:r>
          </a:p>
        </p:txBody>
      </p:sp>
      <p:sp>
        <p:nvSpPr>
          <p:cNvPr id="31" name="Rounded Rectangle 46">
            <a:extLst>
              <a:ext uri="{FF2B5EF4-FFF2-40B4-BE49-F238E27FC236}">
                <a16:creationId xmlns:a16="http://schemas.microsoft.com/office/drawing/2014/main" id="{B80F041F-647D-C282-36B2-CC00906B1744}"/>
              </a:ext>
            </a:extLst>
          </p:cNvPr>
          <p:cNvSpPr/>
          <p:nvPr/>
        </p:nvSpPr>
        <p:spPr>
          <a:xfrm>
            <a:off x="2422311" y="2834410"/>
            <a:ext cx="1097035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Anclaje contable</a:t>
            </a:r>
          </a:p>
        </p:txBody>
      </p:sp>
      <p:sp>
        <p:nvSpPr>
          <p:cNvPr id="32" name="Rounded Rectangle 47">
            <a:extLst>
              <a:ext uri="{FF2B5EF4-FFF2-40B4-BE49-F238E27FC236}">
                <a16:creationId xmlns:a16="http://schemas.microsoft.com/office/drawing/2014/main" id="{0B9612BF-CC33-D545-9FF9-A3C0EA31DDEA}"/>
              </a:ext>
            </a:extLst>
          </p:cNvPr>
          <p:cNvSpPr/>
          <p:nvPr/>
        </p:nvSpPr>
        <p:spPr>
          <a:xfrm>
            <a:off x="3467003" y="2834410"/>
            <a:ext cx="1003250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Publicación datos en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herr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. granular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CB1F8F6-3773-A435-782F-6899B1F29B1F}"/>
              </a:ext>
            </a:extLst>
          </p:cNvPr>
          <p:cNvSpPr/>
          <p:nvPr/>
        </p:nvSpPr>
        <p:spPr>
          <a:xfrm>
            <a:off x="2787826" y="3517990"/>
            <a:ext cx="432000" cy="414264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A3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62E3C74-19B4-176D-0769-AA20DFA4C40F}"/>
              </a:ext>
            </a:extLst>
          </p:cNvPr>
          <p:cNvSpPr/>
          <p:nvPr/>
        </p:nvSpPr>
        <p:spPr>
          <a:xfrm>
            <a:off x="771346" y="3517990"/>
            <a:ext cx="432000" cy="414264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A1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0BBD9FB-7BAC-905E-4BC2-5E4A01EAAFF4}"/>
              </a:ext>
            </a:extLst>
          </p:cNvPr>
          <p:cNvSpPr/>
          <p:nvPr/>
        </p:nvSpPr>
        <p:spPr>
          <a:xfrm>
            <a:off x="4804306" y="3517990"/>
            <a:ext cx="432000" cy="414264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A5</a:t>
            </a:r>
          </a:p>
        </p:txBody>
      </p:sp>
      <p:sp>
        <p:nvSpPr>
          <p:cNvPr id="72" name="Rounded Rectangle 48">
            <a:extLst>
              <a:ext uri="{FF2B5EF4-FFF2-40B4-BE49-F238E27FC236}">
                <a16:creationId xmlns:a16="http://schemas.microsoft.com/office/drawing/2014/main" id="{34637AFB-7B72-27D1-31EF-BEBB3E8C6147}"/>
              </a:ext>
            </a:extLst>
          </p:cNvPr>
          <p:cNvSpPr/>
          <p:nvPr/>
        </p:nvSpPr>
        <p:spPr>
          <a:xfrm>
            <a:off x="4456429" y="2825168"/>
            <a:ext cx="1003250" cy="705628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Generación de entrada a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DMaaS</a:t>
            </a:r>
            <a:endParaRPr lang="es-ES" sz="1000" b="1" kern="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sym typeface="Arial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462088D-31D7-11C1-E37B-5EBA634386B4}"/>
              </a:ext>
            </a:extLst>
          </p:cNvPr>
          <p:cNvSpPr/>
          <p:nvPr/>
        </p:nvSpPr>
        <p:spPr>
          <a:xfrm>
            <a:off x="3796066" y="3517990"/>
            <a:ext cx="432000" cy="414264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A4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2B8E9E-8614-9719-6D5B-7E12D19A77CC}"/>
              </a:ext>
            </a:extLst>
          </p:cNvPr>
          <p:cNvSpPr/>
          <p:nvPr/>
        </p:nvSpPr>
        <p:spPr>
          <a:xfrm>
            <a:off x="1779586" y="3517990"/>
            <a:ext cx="432000" cy="414264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A2</a:t>
            </a:r>
          </a:p>
        </p:txBody>
      </p:sp>
      <p:sp>
        <p:nvSpPr>
          <p:cNvPr id="6" name="Rounded Rectangle 46">
            <a:extLst>
              <a:ext uri="{FF2B5EF4-FFF2-40B4-BE49-F238E27FC236}">
                <a16:creationId xmlns:a16="http://schemas.microsoft.com/office/drawing/2014/main" id="{910F796A-B176-744D-DEA9-02C7307095F9}"/>
              </a:ext>
            </a:extLst>
          </p:cNvPr>
          <p:cNvSpPr/>
          <p:nvPr/>
        </p:nvSpPr>
        <p:spPr>
          <a:xfrm>
            <a:off x="1446119" y="2834410"/>
            <a:ext cx="1080270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  <a:defRPr/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Modelo de control a nivel contrato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1BE01-428C-3C99-2AE1-E354EA7FE3F1}"/>
              </a:ext>
            </a:extLst>
          </p:cNvPr>
          <p:cNvSpPr/>
          <p:nvPr/>
        </p:nvSpPr>
        <p:spPr>
          <a:xfrm>
            <a:off x="473986" y="4410587"/>
            <a:ext cx="5581337" cy="1726101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_tradnl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Generación Satélites Locales</a:t>
            </a: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FF1C36EF-7324-6FA7-BD57-A6658FB1423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973927" y="5388831"/>
            <a:ext cx="3533512" cy="600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46651" tIns="23326" rIns="46651" bIns="23326" numCol="1" anchor="t" anchorCtr="0" compatLnSpc="1">
            <a:prstTxWarp prst="textNoShape">
              <a:avLst/>
            </a:prstTxWarp>
          </a:bodyPr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endParaRPr lang="es-ES" sz="1050" i="1" kern="0" dirty="0">
              <a:solidFill>
                <a:srgbClr val="63BA68">
                  <a:lumMod val="90000"/>
                </a:srgbClr>
              </a:solidFill>
              <a:latin typeface="Calibri"/>
              <a:cs typeface="Arial" charset="0"/>
              <a:sym typeface="Arial"/>
            </a:endParaRPr>
          </a:p>
        </p:txBody>
      </p:sp>
      <p:sp>
        <p:nvSpPr>
          <p:cNvPr id="10" name="Rounded Rectangle 45">
            <a:extLst>
              <a:ext uri="{FF2B5EF4-FFF2-40B4-BE49-F238E27FC236}">
                <a16:creationId xmlns:a16="http://schemas.microsoft.com/office/drawing/2014/main" id="{2DFFFA81-3872-E232-581A-C9A897099A08}"/>
              </a:ext>
            </a:extLst>
          </p:cNvPr>
          <p:cNvSpPr/>
          <p:nvPr/>
        </p:nvSpPr>
        <p:spPr>
          <a:xfrm>
            <a:off x="4031652" y="4848583"/>
            <a:ext cx="1033217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Generación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Sat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. Stock y Aux</a:t>
            </a:r>
          </a:p>
        </p:txBody>
      </p:sp>
      <p:sp>
        <p:nvSpPr>
          <p:cNvPr id="23" name="Rounded Rectangle 49">
            <a:extLst>
              <a:ext uri="{FF2B5EF4-FFF2-40B4-BE49-F238E27FC236}">
                <a16:creationId xmlns:a16="http://schemas.microsoft.com/office/drawing/2014/main" id="{C937A2B5-BAC1-9B28-516C-D1B37AB0E16B}"/>
              </a:ext>
            </a:extLst>
          </p:cNvPr>
          <p:cNvSpPr/>
          <p:nvPr/>
        </p:nvSpPr>
        <p:spPr>
          <a:xfrm>
            <a:off x="7435278" y="4944418"/>
            <a:ext cx="1084142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Incorporación ajustes</a:t>
            </a:r>
          </a:p>
        </p:txBody>
      </p:sp>
      <p:sp>
        <p:nvSpPr>
          <p:cNvPr id="28" name="Rounded Rectangle 49">
            <a:extLst>
              <a:ext uri="{FF2B5EF4-FFF2-40B4-BE49-F238E27FC236}">
                <a16:creationId xmlns:a16="http://schemas.microsoft.com/office/drawing/2014/main" id="{19D11329-A104-F37C-7A26-80D58985177E}"/>
              </a:ext>
            </a:extLst>
          </p:cNvPr>
          <p:cNvSpPr/>
          <p:nvPr/>
        </p:nvSpPr>
        <p:spPr>
          <a:xfrm>
            <a:off x="8475722" y="3764858"/>
            <a:ext cx="1118025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Publicación de dato final</a:t>
            </a:r>
          </a:p>
        </p:txBody>
      </p:sp>
      <p:sp>
        <p:nvSpPr>
          <p:cNvPr id="29" name="Rounded Rectangle 49">
            <a:extLst>
              <a:ext uri="{FF2B5EF4-FFF2-40B4-BE49-F238E27FC236}">
                <a16:creationId xmlns:a16="http://schemas.microsoft.com/office/drawing/2014/main" id="{16D1FD2D-D028-165F-1A17-AFD1377ADA77}"/>
              </a:ext>
            </a:extLst>
          </p:cNvPr>
          <p:cNvSpPr/>
          <p:nvPr/>
        </p:nvSpPr>
        <p:spPr>
          <a:xfrm>
            <a:off x="9427434" y="4944418"/>
            <a:ext cx="1407965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Generación de salida a Senda (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EEPPs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 +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info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 adicional)</a:t>
            </a:r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9169504F-D5ED-0F11-E4C2-82C09C129DE3}"/>
              </a:ext>
            </a:extLst>
          </p:cNvPr>
          <p:cNvSpPr/>
          <p:nvPr/>
        </p:nvSpPr>
        <p:spPr>
          <a:xfrm rot="5400000">
            <a:off x="5151505" y="3921762"/>
            <a:ext cx="2546233" cy="1584000"/>
          </a:xfrm>
          <a:prstGeom prst="blockArc">
            <a:avLst>
              <a:gd name="adj1" fmla="val 10697277"/>
              <a:gd name="adj2" fmla="val 102625"/>
              <a:gd name="adj3" fmla="val 37255"/>
            </a:avLst>
          </a:prstGeom>
          <a:gradFill flip="none" rotWithShape="1">
            <a:gsLst>
              <a:gs pos="40000">
                <a:schemeClr val="bg1">
                  <a:lumMod val="75000"/>
                </a:schemeClr>
              </a:gs>
              <a:gs pos="56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noFill/>
            <a:round/>
            <a:headEnd/>
            <a:tailEnd/>
          </a:ln>
        </p:spPr>
        <p:txBody>
          <a:bodyPr vert="horz" wrap="square" lIns="46651" tIns="23326" rIns="46651" bIns="23326" numCol="1" anchor="t" anchorCtr="0" compatLnSpc="1">
            <a:prstTxWarp prst="textNoShape">
              <a:avLst/>
            </a:prstTxWarp>
          </a:bodyPr>
          <a:lstStyle/>
          <a:p>
            <a:pPr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endParaRPr lang="es-ES_tradnl" sz="1000" kern="0">
              <a:solidFill>
                <a:prstClr val="black"/>
              </a:solidFill>
              <a:latin typeface="Calibri"/>
              <a:cs typeface="Arial" charset="0"/>
              <a:sym typeface="Arial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2E86224-CFB4-254F-DCA3-588A8BEAEF7E}"/>
              </a:ext>
            </a:extLst>
          </p:cNvPr>
          <p:cNvSpPr/>
          <p:nvPr/>
        </p:nvSpPr>
        <p:spPr>
          <a:xfrm>
            <a:off x="5812545" y="3517990"/>
            <a:ext cx="432000" cy="414264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A6</a:t>
            </a:r>
          </a:p>
        </p:txBody>
      </p:sp>
      <p:sp>
        <p:nvSpPr>
          <p:cNvPr id="73" name="Rounded Rectangle 48">
            <a:extLst>
              <a:ext uri="{FF2B5EF4-FFF2-40B4-BE49-F238E27FC236}">
                <a16:creationId xmlns:a16="http://schemas.microsoft.com/office/drawing/2014/main" id="{F98CC79E-4ACB-9C8F-BEA6-00319C006869}"/>
              </a:ext>
            </a:extLst>
          </p:cNvPr>
          <p:cNvSpPr/>
          <p:nvPr/>
        </p:nvSpPr>
        <p:spPr>
          <a:xfrm>
            <a:off x="5395107" y="2838541"/>
            <a:ext cx="1307953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Generación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sat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. Auto en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DMaaS</a:t>
            </a:r>
            <a:endParaRPr lang="es-ES" sz="1000" b="1" kern="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D864B6-3F6A-8F2F-FB14-7250E60290F1}"/>
              </a:ext>
            </a:extLst>
          </p:cNvPr>
          <p:cNvSpPr/>
          <p:nvPr/>
        </p:nvSpPr>
        <p:spPr>
          <a:xfrm>
            <a:off x="4359665" y="5478359"/>
            <a:ext cx="432000" cy="414264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L1</a:t>
            </a:r>
          </a:p>
        </p:txBody>
      </p:sp>
      <p:sp>
        <p:nvSpPr>
          <p:cNvPr id="15" name="Rounded Rectangle 48">
            <a:extLst>
              <a:ext uri="{FF2B5EF4-FFF2-40B4-BE49-F238E27FC236}">
                <a16:creationId xmlns:a16="http://schemas.microsoft.com/office/drawing/2014/main" id="{8FB452D8-F31B-83F5-12B2-E5F89298094D}"/>
              </a:ext>
            </a:extLst>
          </p:cNvPr>
          <p:cNvSpPr/>
          <p:nvPr/>
        </p:nvSpPr>
        <p:spPr>
          <a:xfrm>
            <a:off x="5328840" y="4269443"/>
            <a:ext cx="1242145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Aprov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 satélites, ejecución y revisión de validaciones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D05E00-0B90-0C6E-D389-9F200504E89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608519" y="4378206"/>
            <a:ext cx="5052345" cy="60413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46651" tIns="23326" rIns="46651" bIns="23326" numCol="1" anchor="t" anchorCtr="0" compatLnSpc="1">
            <a:prstTxWarp prst="textNoShape">
              <a:avLst/>
            </a:prstTxWarp>
          </a:bodyPr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endParaRPr lang="es-ES" sz="1050" i="1" kern="0" dirty="0">
              <a:solidFill>
                <a:prstClr val="black"/>
              </a:solidFill>
              <a:latin typeface="Calibri"/>
              <a:cs typeface="Arial" charset="0"/>
              <a:sym typeface="Arial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7039C2-E15C-F703-3C07-02D86DD3CA52}"/>
              </a:ext>
            </a:extLst>
          </p:cNvPr>
          <p:cNvSpPr/>
          <p:nvPr/>
        </p:nvSpPr>
        <p:spPr>
          <a:xfrm>
            <a:off x="8818735" y="4473141"/>
            <a:ext cx="432000" cy="4142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P3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8BCDB9E-CB58-D1AF-97C4-DC7E5001D6E3}"/>
              </a:ext>
            </a:extLst>
          </p:cNvPr>
          <p:cNvSpPr/>
          <p:nvPr/>
        </p:nvSpPr>
        <p:spPr>
          <a:xfrm>
            <a:off x="9875316" y="4473141"/>
            <a:ext cx="432000" cy="4142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P4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6148DA4-319D-157F-EB23-177E3C57A165}"/>
              </a:ext>
            </a:extLst>
          </p:cNvPr>
          <p:cNvSpPr/>
          <p:nvPr/>
        </p:nvSpPr>
        <p:spPr>
          <a:xfrm>
            <a:off x="7762154" y="4473141"/>
            <a:ext cx="432000" cy="4142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P2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43E0A0-5821-84A6-C451-24CC8084F650}"/>
              </a:ext>
            </a:extLst>
          </p:cNvPr>
          <p:cNvSpPr/>
          <p:nvPr/>
        </p:nvSpPr>
        <p:spPr>
          <a:xfrm>
            <a:off x="10931897" y="4473141"/>
            <a:ext cx="432000" cy="4142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P5</a:t>
            </a:r>
          </a:p>
        </p:txBody>
      </p:sp>
      <p:sp>
        <p:nvSpPr>
          <p:cNvPr id="39" name="Rounded Rectangle 49">
            <a:extLst>
              <a:ext uri="{FF2B5EF4-FFF2-40B4-BE49-F238E27FC236}">
                <a16:creationId xmlns:a16="http://schemas.microsoft.com/office/drawing/2014/main" id="{DCB9AAE1-FC8B-D311-C9A1-C6DDA3BAC6EA}"/>
              </a:ext>
            </a:extLst>
          </p:cNvPr>
          <p:cNvSpPr/>
          <p:nvPr/>
        </p:nvSpPr>
        <p:spPr>
          <a:xfrm>
            <a:off x="10543856" y="3786222"/>
            <a:ext cx="1246733" cy="687145"/>
          </a:xfrm>
          <a:prstGeom prst="roundRect">
            <a:avLst>
              <a:gd name="adj" fmla="val 1398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ts val="51"/>
              </a:spcAft>
              <a:buClr>
                <a:srgbClr val="000000"/>
              </a:buClr>
            </a:pP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Generación informe en PBI con visión </a:t>
            </a:r>
            <a:r>
              <a:rPr lang="es-ES" sz="1000" b="1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CdG</a:t>
            </a:r>
            <a:r>
              <a:rPr lang="es-ES" sz="1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sym typeface="Arial"/>
              </a:rPr>
              <a:t> de GF</a:t>
            </a:r>
          </a:p>
        </p:txBody>
      </p:sp>
      <p:sp>
        <p:nvSpPr>
          <p:cNvPr id="13" name="Rectangle 12">
            <a:hlinkClick r:id="" action="ppaction://noaction"/>
            <a:extLst>
              <a:ext uri="{FF2B5EF4-FFF2-40B4-BE49-F238E27FC236}">
                <a16:creationId xmlns:a16="http://schemas.microsoft.com/office/drawing/2014/main" id="{0192531D-4830-29EE-D901-630F9019DE3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607753" y="4649235"/>
            <a:ext cx="612000" cy="333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46651" tIns="23326" rIns="46651" bIns="23326" numCol="1" anchor="t" anchorCtr="0" compatLnSpc="1">
            <a:prstTxWarp prst="textNoShape">
              <a:avLst/>
            </a:prstTxWarp>
          </a:bodyPr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endParaRPr lang="es-ES" sz="1050" i="1" kern="0" dirty="0">
              <a:solidFill>
                <a:srgbClr val="63BA68">
                  <a:lumMod val="90000"/>
                </a:srgbClr>
              </a:solidFill>
              <a:latin typeface="Calibri"/>
              <a:cs typeface="Arial" charset="0"/>
              <a:sym typeface="Arial"/>
            </a:endParaRPr>
          </a:p>
        </p:txBody>
      </p:sp>
      <p:sp>
        <p:nvSpPr>
          <p:cNvPr id="115" name="Freeform 4899">
            <a:hlinkClick r:id="rId8" action="ppaction://hlinksldjump"/>
            <a:extLst>
              <a:ext uri="{FF2B5EF4-FFF2-40B4-BE49-F238E27FC236}">
                <a16:creationId xmlns:a16="http://schemas.microsoft.com/office/drawing/2014/main" id="{4FF872AF-2B5D-D854-78FC-FA5A10D9765C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1185422" y="3793989"/>
            <a:ext cx="213717" cy="213659"/>
          </a:xfrm>
          <a:custGeom>
            <a:avLst/>
            <a:gdLst>
              <a:gd name="T0" fmla="*/ 190 w 324"/>
              <a:gd name="T1" fmla="*/ 0 h 324"/>
              <a:gd name="T2" fmla="*/ 134 w 324"/>
              <a:gd name="T3" fmla="*/ 20 h 324"/>
              <a:gd name="T4" fmla="*/ 90 w 324"/>
              <a:gd name="T5" fmla="*/ 74 h 324"/>
              <a:gd name="T6" fmla="*/ 82 w 324"/>
              <a:gd name="T7" fmla="*/ 120 h 324"/>
              <a:gd name="T8" fmla="*/ 84 w 324"/>
              <a:gd name="T9" fmla="*/ 146 h 324"/>
              <a:gd name="T10" fmla="*/ 118 w 324"/>
              <a:gd name="T11" fmla="*/ 206 h 324"/>
              <a:gd name="T12" fmla="*/ 178 w 324"/>
              <a:gd name="T13" fmla="*/ 240 h 324"/>
              <a:gd name="T14" fmla="*/ 202 w 324"/>
              <a:gd name="T15" fmla="*/ 242 h 324"/>
              <a:gd name="T16" fmla="*/ 250 w 324"/>
              <a:gd name="T17" fmla="*/ 232 h 324"/>
              <a:gd name="T18" fmla="*/ 304 w 324"/>
              <a:gd name="T19" fmla="*/ 188 h 324"/>
              <a:gd name="T20" fmla="*/ 324 w 324"/>
              <a:gd name="T21" fmla="*/ 132 h 324"/>
              <a:gd name="T22" fmla="*/ 324 w 324"/>
              <a:gd name="T23" fmla="*/ 108 h 324"/>
              <a:gd name="T24" fmla="*/ 304 w 324"/>
              <a:gd name="T25" fmla="*/ 52 h 324"/>
              <a:gd name="T26" fmla="*/ 250 w 324"/>
              <a:gd name="T27" fmla="*/ 8 h 324"/>
              <a:gd name="T28" fmla="*/ 202 w 324"/>
              <a:gd name="T29" fmla="*/ 0 h 324"/>
              <a:gd name="T30" fmla="*/ 202 w 324"/>
              <a:gd name="T31" fmla="*/ 212 h 324"/>
              <a:gd name="T32" fmla="*/ 152 w 324"/>
              <a:gd name="T33" fmla="*/ 196 h 324"/>
              <a:gd name="T34" fmla="*/ 118 w 324"/>
              <a:gd name="T35" fmla="*/ 156 h 324"/>
              <a:gd name="T36" fmla="*/ 112 w 324"/>
              <a:gd name="T37" fmla="*/ 120 h 324"/>
              <a:gd name="T38" fmla="*/ 128 w 324"/>
              <a:gd name="T39" fmla="*/ 70 h 324"/>
              <a:gd name="T40" fmla="*/ 168 w 324"/>
              <a:gd name="T41" fmla="*/ 36 h 324"/>
              <a:gd name="T42" fmla="*/ 202 w 324"/>
              <a:gd name="T43" fmla="*/ 30 h 324"/>
              <a:gd name="T44" fmla="*/ 254 w 324"/>
              <a:gd name="T45" fmla="*/ 46 h 324"/>
              <a:gd name="T46" fmla="*/ 286 w 324"/>
              <a:gd name="T47" fmla="*/ 86 h 324"/>
              <a:gd name="T48" fmla="*/ 294 w 324"/>
              <a:gd name="T49" fmla="*/ 120 h 324"/>
              <a:gd name="T50" fmla="*/ 278 w 324"/>
              <a:gd name="T51" fmla="*/ 172 h 324"/>
              <a:gd name="T52" fmla="*/ 238 w 324"/>
              <a:gd name="T53" fmla="*/ 204 h 324"/>
              <a:gd name="T54" fmla="*/ 202 w 324"/>
              <a:gd name="T55" fmla="*/ 212 h 324"/>
              <a:gd name="T56" fmla="*/ 138 w 324"/>
              <a:gd name="T57" fmla="*/ 130 h 324"/>
              <a:gd name="T58" fmla="*/ 132 w 324"/>
              <a:gd name="T59" fmla="*/ 120 h 324"/>
              <a:gd name="T60" fmla="*/ 138 w 324"/>
              <a:gd name="T61" fmla="*/ 94 h 324"/>
              <a:gd name="T62" fmla="*/ 164 w 324"/>
              <a:gd name="T63" fmla="*/ 62 h 324"/>
              <a:gd name="T64" fmla="*/ 202 w 324"/>
              <a:gd name="T65" fmla="*/ 50 h 324"/>
              <a:gd name="T66" fmla="*/ 210 w 324"/>
              <a:gd name="T67" fmla="*/ 54 h 324"/>
              <a:gd name="T68" fmla="*/ 212 w 324"/>
              <a:gd name="T69" fmla="*/ 60 h 324"/>
              <a:gd name="T70" fmla="*/ 206 w 324"/>
              <a:gd name="T71" fmla="*/ 70 h 324"/>
              <a:gd name="T72" fmla="*/ 192 w 324"/>
              <a:gd name="T73" fmla="*/ 72 h 324"/>
              <a:gd name="T74" fmla="*/ 168 w 324"/>
              <a:gd name="T75" fmla="*/ 86 h 324"/>
              <a:gd name="T76" fmla="*/ 154 w 324"/>
              <a:gd name="T77" fmla="*/ 110 h 324"/>
              <a:gd name="T78" fmla="*/ 152 w 324"/>
              <a:gd name="T79" fmla="*/ 124 h 324"/>
              <a:gd name="T80" fmla="*/ 142 w 324"/>
              <a:gd name="T81" fmla="*/ 130 h 324"/>
              <a:gd name="T82" fmla="*/ 48 w 324"/>
              <a:gd name="T83" fmla="*/ 316 h 324"/>
              <a:gd name="T84" fmla="*/ 28 w 324"/>
              <a:gd name="T85" fmla="*/ 324 h 324"/>
              <a:gd name="T86" fmla="*/ 8 w 324"/>
              <a:gd name="T87" fmla="*/ 316 h 324"/>
              <a:gd name="T88" fmla="*/ 0 w 324"/>
              <a:gd name="T89" fmla="*/ 296 h 324"/>
              <a:gd name="T90" fmla="*/ 86 w 324"/>
              <a:gd name="T91" fmla="*/ 198 h 324"/>
              <a:gd name="T92" fmla="*/ 102 w 324"/>
              <a:gd name="T93" fmla="*/ 220 h 324"/>
              <a:gd name="T94" fmla="*/ 124 w 324"/>
              <a:gd name="T95" fmla="*/ 238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4" h="324">
                <a:moveTo>
                  <a:pt x="202" y="0"/>
                </a:moveTo>
                <a:lnTo>
                  <a:pt x="202" y="0"/>
                </a:lnTo>
                <a:lnTo>
                  <a:pt x="190" y="0"/>
                </a:lnTo>
                <a:lnTo>
                  <a:pt x="178" y="2"/>
                </a:lnTo>
                <a:lnTo>
                  <a:pt x="156" y="8"/>
                </a:lnTo>
                <a:lnTo>
                  <a:pt x="134" y="20"/>
                </a:lnTo>
                <a:lnTo>
                  <a:pt x="118" y="34"/>
                </a:lnTo>
                <a:lnTo>
                  <a:pt x="102" y="52"/>
                </a:lnTo>
                <a:lnTo>
                  <a:pt x="90" y="74"/>
                </a:lnTo>
                <a:lnTo>
                  <a:pt x="84" y="96"/>
                </a:lnTo>
                <a:lnTo>
                  <a:pt x="82" y="108"/>
                </a:lnTo>
                <a:lnTo>
                  <a:pt x="82" y="120"/>
                </a:lnTo>
                <a:lnTo>
                  <a:pt x="82" y="120"/>
                </a:lnTo>
                <a:lnTo>
                  <a:pt x="82" y="132"/>
                </a:lnTo>
                <a:lnTo>
                  <a:pt x="84" y="146"/>
                </a:lnTo>
                <a:lnTo>
                  <a:pt x="90" y="168"/>
                </a:lnTo>
                <a:lnTo>
                  <a:pt x="102" y="188"/>
                </a:lnTo>
                <a:lnTo>
                  <a:pt x="118" y="206"/>
                </a:lnTo>
                <a:lnTo>
                  <a:pt x="134" y="222"/>
                </a:lnTo>
                <a:lnTo>
                  <a:pt x="156" y="232"/>
                </a:lnTo>
                <a:lnTo>
                  <a:pt x="178" y="240"/>
                </a:lnTo>
                <a:lnTo>
                  <a:pt x="190" y="242"/>
                </a:lnTo>
                <a:lnTo>
                  <a:pt x="202" y="242"/>
                </a:lnTo>
                <a:lnTo>
                  <a:pt x="202" y="242"/>
                </a:lnTo>
                <a:lnTo>
                  <a:pt x="216" y="242"/>
                </a:lnTo>
                <a:lnTo>
                  <a:pt x="228" y="240"/>
                </a:lnTo>
                <a:lnTo>
                  <a:pt x="250" y="232"/>
                </a:lnTo>
                <a:lnTo>
                  <a:pt x="270" y="222"/>
                </a:lnTo>
                <a:lnTo>
                  <a:pt x="288" y="206"/>
                </a:lnTo>
                <a:lnTo>
                  <a:pt x="304" y="188"/>
                </a:lnTo>
                <a:lnTo>
                  <a:pt x="314" y="168"/>
                </a:lnTo>
                <a:lnTo>
                  <a:pt x="322" y="146"/>
                </a:lnTo>
                <a:lnTo>
                  <a:pt x="324" y="132"/>
                </a:lnTo>
                <a:lnTo>
                  <a:pt x="324" y="120"/>
                </a:lnTo>
                <a:lnTo>
                  <a:pt x="324" y="120"/>
                </a:lnTo>
                <a:lnTo>
                  <a:pt x="324" y="108"/>
                </a:lnTo>
                <a:lnTo>
                  <a:pt x="322" y="96"/>
                </a:lnTo>
                <a:lnTo>
                  <a:pt x="314" y="74"/>
                </a:lnTo>
                <a:lnTo>
                  <a:pt x="304" y="52"/>
                </a:lnTo>
                <a:lnTo>
                  <a:pt x="288" y="34"/>
                </a:lnTo>
                <a:lnTo>
                  <a:pt x="270" y="20"/>
                </a:lnTo>
                <a:lnTo>
                  <a:pt x="250" y="8"/>
                </a:lnTo>
                <a:lnTo>
                  <a:pt x="228" y="2"/>
                </a:lnTo>
                <a:lnTo>
                  <a:pt x="216" y="0"/>
                </a:lnTo>
                <a:lnTo>
                  <a:pt x="202" y="0"/>
                </a:lnTo>
                <a:lnTo>
                  <a:pt x="202" y="0"/>
                </a:lnTo>
                <a:close/>
                <a:moveTo>
                  <a:pt x="202" y="212"/>
                </a:moveTo>
                <a:lnTo>
                  <a:pt x="202" y="212"/>
                </a:lnTo>
                <a:lnTo>
                  <a:pt x="184" y="210"/>
                </a:lnTo>
                <a:lnTo>
                  <a:pt x="168" y="204"/>
                </a:lnTo>
                <a:lnTo>
                  <a:pt x="152" y="196"/>
                </a:lnTo>
                <a:lnTo>
                  <a:pt x="138" y="184"/>
                </a:lnTo>
                <a:lnTo>
                  <a:pt x="128" y="172"/>
                </a:lnTo>
                <a:lnTo>
                  <a:pt x="118" y="156"/>
                </a:lnTo>
                <a:lnTo>
                  <a:pt x="114" y="138"/>
                </a:lnTo>
                <a:lnTo>
                  <a:pt x="112" y="120"/>
                </a:lnTo>
                <a:lnTo>
                  <a:pt x="112" y="120"/>
                </a:lnTo>
                <a:lnTo>
                  <a:pt x="114" y="102"/>
                </a:lnTo>
                <a:lnTo>
                  <a:pt x="118" y="86"/>
                </a:lnTo>
                <a:lnTo>
                  <a:pt x="128" y="70"/>
                </a:lnTo>
                <a:lnTo>
                  <a:pt x="138" y="56"/>
                </a:lnTo>
                <a:lnTo>
                  <a:pt x="152" y="46"/>
                </a:lnTo>
                <a:lnTo>
                  <a:pt x="168" y="36"/>
                </a:lnTo>
                <a:lnTo>
                  <a:pt x="184" y="32"/>
                </a:lnTo>
                <a:lnTo>
                  <a:pt x="202" y="30"/>
                </a:lnTo>
                <a:lnTo>
                  <a:pt x="202" y="30"/>
                </a:lnTo>
                <a:lnTo>
                  <a:pt x="222" y="32"/>
                </a:lnTo>
                <a:lnTo>
                  <a:pt x="238" y="36"/>
                </a:lnTo>
                <a:lnTo>
                  <a:pt x="254" y="46"/>
                </a:lnTo>
                <a:lnTo>
                  <a:pt x="268" y="56"/>
                </a:lnTo>
                <a:lnTo>
                  <a:pt x="278" y="70"/>
                </a:lnTo>
                <a:lnTo>
                  <a:pt x="286" y="86"/>
                </a:lnTo>
                <a:lnTo>
                  <a:pt x="292" y="102"/>
                </a:lnTo>
                <a:lnTo>
                  <a:pt x="294" y="120"/>
                </a:lnTo>
                <a:lnTo>
                  <a:pt x="294" y="120"/>
                </a:lnTo>
                <a:lnTo>
                  <a:pt x="292" y="138"/>
                </a:lnTo>
                <a:lnTo>
                  <a:pt x="286" y="156"/>
                </a:lnTo>
                <a:lnTo>
                  <a:pt x="278" y="172"/>
                </a:lnTo>
                <a:lnTo>
                  <a:pt x="268" y="184"/>
                </a:lnTo>
                <a:lnTo>
                  <a:pt x="254" y="196"/>
                </a:lnTo>
                <a:lnTo>
                  <a:pt x="238" y="204"/>
                </a:lnTo>
                <a:lnTo>
                  <a:pt x="222" y="210"/>
                </a:lnTo>
                <a:lnTo>
                  <a:pt x="202" y="212"/>
                </a:lnTo>
                <a:lnTo>
                  <a:pt x="202" y="212"/>
                </a:lnTo>
                <a:close/>
                <a:moveTo>
                  <a:pt x="142" y="130"/>
                </a:moveTo>
                <a:lnTo>
                  <a:pt x="142" y="130"/>
                </a:lnTo>
                <a:lnTo>
                  <a:pt x="138" y="130"/>
                </a:lnTo>
                <a:lnTo>
                  <a:pt x="136" y="128"/>
                </a:lnTo>
                <a:lnTo>
                  <a:pt x="134" y="124"/>
                </a:lnTo>
                <a:lnTo>
                  <a:pt x="132" y="120"/>
                </a:lnTo>
                <a:lnTo>
                  <a:pt x="132" y="120"/>
                </a:lnTo>
                <a:lnTo>
                  <a:pt x="134" y="106"/>
                </a:lnTo>
                <a:lnTo>
                  <a:pt x="138" y="94"/>
                </a:lnTo>
                <a:lnTo>
                  <a:pt x="144" y="82"/>
                </a:lnTo>
                <a:lnTo>
                  <a:pt x="154" y="72"/>
                </a:lnTo>
                <a:lnTo>
                  <a:pt x="164" y="62"/>
                </a:lnTo>
                <a:lnTo>
                  <a:pt x="176" y="56"/>
                </a:lnTo>
                <a:lnTo>
                  <a:pt x="188" y="52"/>
                </a:lnTo>
                <a:lnTo>
                  <a:pt x="202" y="50"/>
                </a:lnTo>
                <a:lnTo>
                  <a:pt x="202" y="50"/>
                </a:lnTo>
                <a:lnTo>
                  <a:pt x="206" y="52"/>
                </a:lnTo>
                <a:lnTo>
                  <a:pt x="210" y="54"/>
                </a:lnTo>
                <a:lnTo>
                  <a:pt x="212" y="56"/>
                </a:lnTo>
                <a:lnTo>
                  <a:pt x="212" y="60"/>
                </a:lnTo>
                <a:lnTo>
                  <a:pt x="212" y="60"/>
                </a:lnTo>
                <a:lnTo>
                  <a:pt x="212" y="64"/>
                </a:lnTo>
                <a:lnTo>
                  <a:pt x="210" y="68"/>
                </a:lnTo>
                <a:lnTo>
                  <a:pt x="206" y="70"/>
                </a:lnTo>
                <a:lnTo>
                  <a:pt x="202" y="70"/>
                </a:lnTo>
                <a:lnTo>
                  <a:pt x="202" y="70"/>
                </a:lnTo>
                <a:lnTo>
                  <a:pt x="192" y="72"/>
                </a:lnTo>
                <a:lnTo>
                  <a:pt x="184" y="74"/>
                </a:lnTo>
                <a:lnTo>
                  <a:pt x="174" y="80"/>
                </a:lnTo>
                <a:lnTo>
                  <a:pt x="168" y="86"/>
                </a:lnTo>
                <a:lnTo>
                  <a:pt x="162" y="92"/>
                </a:lnTo>
                <a:lnTo>
                  <a:pt x="156" y="102"/>
                </a:lnTo>
                <a:lnTo>
                  <a:pt x="154" y="110"/>
                </a:lnTo>
                <a:lnTo>
                  <a:pt x="152" y="120"/>
                </a:lnTo>
                <a:lnTo>
                  <a:pt x="152" y="120"/>
                </a:lnTo>
                <a:lnTo>
                  <a:pt x="152" y="124"/>
                </a:lnTo>
                <a:lnTo>
                  <a:pt x="150" y="128"/>
                </a:lnTo>
                <a:lnTo>
                  <a:pt x="146" y="130"/>
                </a:lnTo>
                <a:lnTo>
                  <a:pt x="142" y="130"/>
                </a:lnTo>
                <a:lnTo>
                  <a:pt x="142" y="130"/>
                </a:lnTo>
                <a:close/>
                <a:moveTo>
                  <a:pt x="124" y="238"/>
                </a:moveTo>
                <a:lnTo>
                  <a:pt x="48" y="316"/>
                </a:lnTo>
                <a:lnTo>
                  <a:pt x="48" y="316"/>
                </a:lnTo>
                <a:lnTo>
                  <a:pt x="38" y="322"/>
                </a:lnTo>
                <a:lnTo>
                  <a:pt x="28" y="324"/>
                </a:lnTo>
                <a:lnTo>
                  <a:pt x="28" y="324"/>
                </a:lnTo>
                <a:lnTo>
                  <a:pt x="18" y="322"/>
                </a:lnTo>
                <a:lnTo>
                  <a:pt x="8" y="316"/>
                </a:lnTo>
                <a:lnTo>
                  <a:pt x="8" y="316"/>
                </a:lnTo>
                <a:lnTo>
                  <a:pt x="2" y="306"/>
                </a:lnTo>
                <a:lnTo>
                  <a:pt x="0" y="296"/>
                </a:lnTo>
                <a:lnTo>
                  <a:pt x="2" y="286"/>
                </a:lnTo>
                <a:lnTo>
                  <a:pt x="8" y="276"/>
                </a:lnTo>
                <a:lnTo>
                  <a:pt x="86" y="198"/>
                </a:lnTo>
                <a:lnTo>
                  <a:pt x="86" y="198"/>
                </a:lnTo>
                <a:lnTo>
                  <a:pt x="94" y="210"/>
                </a:lnTo>
                <a:lnTo>
                  <a:pt x="102" y="220"/>
                </a:lnTo>
                <a:lnTo>
                  <a:pt x="114" y="230"/>
                </a:lnTo>
                <a:lnTo>
                  <a:pt x="124" y="238"/>
                </a:lnTo>
                <a:lnTo>
                  <a:pt x="124" y="2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defTabSz="914309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0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6" name="Freeform 4899">
            <a:hlinkClick r:id="rId9" action="ppaction://hlinksldjump"/>
            <a:extLst>
              <a:ext uri="{FF2B5EF4-FFF2-40B4-BE49-F238E27FC236}">
                <a16:creationId xmlns:a16="http://schemas.microsoft.com/office/drawing/2014/main" id="{486BA6C9-4FA1-7D74-C9AB-EC5830D83211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6275402" y="3793989"/>
            <a:ext cx="213717" cy="213659"/>
          </a:xfrm>
          <a:custGeom>
            <a:avLst/>
            <a:gdLst>
              <a:gd name="T0" fmla="*/ 190 w 324"/>
              <a:gd name="T1" fmla="*/ 0 h 324"/>
              <a:gd name="T2" fmla="*/ 134 w 324"/>
              <a:gd name="T3" fmla="*/ 20 h 324"/>
              <a:gd name="T4" fmla="*/ 90 w 324"/>
              <a:gd name="T5" fmla="*/ 74 h 324"/>
              <a:gd name="T6" fmla="*/ 82 w 324"/>
              <a:gd name="T7" fmla="*/ 120 h 324"/>
              <a:gd name="T8" fmla="*/ 84 w 324"/>
              <a:gd name="T9" fmla="*/ 146 h 324"/>
              <a:gd name="T10" fmla="*/ 118 w 324"/>
              <a:gd name="T11" fmla="*/ 206 h 324"/>
              <a:gd name="T12" fmla="*/ 178 w 324"/>
              <a:gd name="T13" fmla="*/ 240 h 324"/>
              <a:gd name="T14" fmla="*/ 202 w 324"/>
              <a:gd name="T15" fmla="*/ 242 h 324"/>
              <a:gd name="T16" fmla="*/ 250 w 324"/>
              <a:gd name="T17" fmla="*/ 232 h 324"/>
              <a:gd name="T18" fmla="*/ 304 w 324"/>
              <a:gd name="T19" fmla="*/ 188 h 324"/>
              <a:gd name="T20" fmla="*/ 324 w 324"/>
              <a:gd name="T21" fmla="*/ 132 h 324"/>
              <a:gd name="T22" fmla="*/ 324 w 324"/>
              <a:gd name="T23" fmla="*/ 108 h 324"/>
              <a:gd name="T24" fmla="*/ 304 w 324"/>
              <a:gd name="T25" fmla="*/ 52 h 324"/>
              <a:gd name="T26" fmla="*/ 250 w 324"/>
              <a:gd name="T27" fmla="*/ 8 h 324"/>
              <a:gd name="T28" fmla="*/ 202 w 324"/>
              <a:gd name="T29" fmla="*/ 0 h 324"/>
              <a:gd name="T30" fmla="*/ 202 w 324"/>
              <a:gd name="T31" fmla="*/ 212 h 324"/>
              <a:gd name="T32" fmla="*/ 152 w 324"/>
              <a:gd name="T33" fmla="*/ 196 h 324"/>
              <a:gd name="T34" fmla="*/ 118 w 324"/>
              <a:gd name="T35" fmla="*/ 156 h 324"/>
              <a:gd name="T36" fmla="*/ 112 w 324"/>
              <a:gd name="T37" fmla="*/ 120 h 324"/>
              <a:gd name="T38" fmla="*/ 128 w 324"/>
              <a:gd name="T39" fmla="*/ 70 h 324"/>
              <a:gd name="T40" fmla="*/ 168 w 324"/>
              <a:gd name="T41" fmla="*/ 36 h 324"/>
              <a:gd name="T42" fmla="*/ 202 w 324"/>
              <a:gd name="T43" fmla="*/ 30 h 324"/>
              <a:gd name="T44" fmla="*/ 254 w 324"/>
              <a:gd name="T45" fmla="*/ 46 h 324"/>
              <a:gd name="T46" fmla="*/ 286 w 324"/>
              <a:gd name="T47" fmla="*/ 86 h 324"/>
              <a:gd name="T48" fmla="*/ 294 w 324"/>
              <a:gd name="T49" fmla="*/ 120 h 324"/>
              <a:gd name="T50" fmla="*/ 278 w 324"/>
              <a:gd name="T51" fmla="*/ 172 h 324"/>
              <a:gd name="T52" fmla="*/ 238 w 324"/>
              <a:gd name="T53" fmla="*/ 204 h 324"/>
              <a:gd name="T54" fmla="*/ 202 w 324"/>
              <a:gd name="T55" fmla="*/ 212 h 324"/>
              <a:gd name="T56" fmla="*/ 138 w 324"/>
              <a:gd name="T57" fmla="*/ 130 h 324"/>
              <a:gd name="T58" fmla="*/ 132 w 324"/>
              <a:gd name="T59" fmla="*/ 120 h 324"/>
              <a:gd name="T60" fmla="*/ 138 w 324"/>
              <a:gd name="T61" fmla="*/ 94 h 324"/>
              <a:gd name="T62" fmla="*/ 164 w 324"/>
              <a:gd name="T63" fmla="*/ 62 h 324"/>
              <a:gd name="T64" fmla="*/ 202 w 324"/>
              <a:gd name="T65" fmla="*/ 50 h 324"/>
              <a:gd name="T66" fmla="*/ 210 w 324"/>
              <a:gd name="T67" fmla="*/ 54 h 324"/>
              <a:gd name="T68" fmla="*/ 212 w 324"/>
              <a:gd name="T69" fmla="*/ 60 h 324"/>
              <a:gd name="T70" fmla="*/ 206 w 324"/>
              <a:gd name="T71" fmla="*/ 70 h 324"/>
              <a:gd name="T72" fmla="*/ 192 w 324"/>
              <a:gd name="T73" fmla="*/ 72 h 324"/>
              <a:gd name="T74" fmla="*/ 168 w 324"/>
              <a:gd name="T75" fmla="*/ 86 h 324"/>
              <a:gd name="T76" fmla="*/ 154 w 324"/>
              <a:gd name="T77" fmla="*/ 110 h 324"/>
              <a:gd name="T78" fmla="*/ 152 w 324"/>
              <a:gd name="T79" fmla="*/ 124 h 324"/>
              <a:gd name="T80" fmla="*/ 142 w 324"/>
              <a:gd name="T81" fmla="*/ 130 h 324"/>
              <a:gd name="T82" fmla="*/ 48 w 324"/>
              <a:gd name="T83" fmla="*/ 316 h 324"/>
              <a:gd name="T84" fmla="*/ 28 w 324"/>
              <a:gd name="T85" fmla="*/ 324 h 324"/>
              <a:gd name="T86" fmla="*/ 8 w 324"/>
              <a:gd name="T87" fmla="*/ 316 h 324"/>
              <a:gd name="T88" fmla="*/ 0 w 324"/>
              <a:gd name="T89" fmla="*/ 296 h 324"/>
              <a:gd name="T90" fmla="*/ 86 w 324"/>
              <a:gd name="T91" fmla="*/ 198 h 324"/>
              <a:gd name="T92" fmla="*/ 102 w 324"/>
              <a:gd name="T93" fmla="*/ 220 h 324"/>
              <a:gd name="T94" fmla="*/ 124 w 324"/>
              <a:gd name="T95" fmla="*/ 238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4" h="324">
                <a:moveTo>
                  <a:pt x="202" y="0"/>
                </a:moveTo>
                <a:lnTo>
                  <a:pt x="202" y="0"/>
                </a:lnTo>
                <a:lnTo>
                  <a:pt x="190" y="0"/>
                </a:lnTo>
                <a:lnTo>
                  <a:pt x="178" y="2"/>
                </a:lnTo>
                <a:lnTo>
                  <a:pt x="156" y="8"/>
                </a:lnTo>
                <a:lnTo>
                  <a:pt x="134" y="20"/>
                </a:lnTo>
                <a:lnTo>
                  <a:pt x="118" y="34"/>
                </a:lnTo>
                <a:lnTo>
                  <a:pt x="102" y="52"/>
                </a:lnTo>
                <a:lnTo>
                  <a:pt x="90" y="74"/>
                </a:lnTo>
                <a:lnTo>
                  <a:pt x="84" y="96"/>
                </a:lnTo>
                <a:lnTo>
                  <a:pt x="82" y="108"/>
                </a:lnTo>
                <a:lnTo>
                  <a:pt x="82" y="120"/>
                </a:lnTo>
                <a:lnTo>
                  <a:pt x="82" y="120"/>
                </a:lnTo>
                <a:lnTo>
                  <a:pt x="82" y="132"/>
                </a:lnTo>
                <a:lnTo>
                  <a:pt x="84" y="146"/>
                </a:lnTo>
                <a:lnTo>
                  <a:pt x="90" y="168"/>
                </a:lnTo>
                <a:lnTo>
                  <a:pt x="102" y="188"/>
                </a:lnTo>
                <a:lnTo>
                  <a:pt x="118" y="206"/>
                </a:lnTo>
                <a:lnTo>
                  <a:pt x="134" y="222"/>
                </a:lnTo>
                <a:lnTo>
                  <a:pt x="156" y="232"/>
                </a:lnTo>
                <a:lnTo>
                  <a:pt x="178" y="240"/>
                </a:lnTo>
                <a:lnTo>
                  <a:pt x="190" y="242"/>
                </a:lnTo>
                <a:lnTo>
                  <a:pt x="202" y="242"/>
                </a:lnTo>
                <a:lnTo>
                  <a:pt x="202" y="242"/>
                </a:lnTo>
                <a:lnTo>
                  <a:pt x="216" y="242"/>
                </a:lnTo>
                <a:lnTo>
                  <a:pt x="228" y="240"/>
                </a:lnTo>
                <a:lnTo>
                  <a:pt x="250" y="232"/>
                </a:lnTo>
                <a:lnTo>
                  <a:pt x="270" y="222"/>
                </a:lnTo>
                <a:lnTo>
                  <a:pt x="288" y="206"/>
                </a:lnTo>
                <a:lnTo>
                  <a:pt x="304" y="188"/>
                </a:lnTo>
                <a:lnTo>
                  <a:pt x="314" y="168"/>
                </a:lnTo>
                <a:lnTo>
                  <a:pt x="322" y="146"/>
                </a:lnTo>
                <a:lnTo>
                  <a:pt x="324" y="132"/>
                </a:lnTo>
                <a:lnTo>
                  <a:pt x="324" y="120"/>
                </a:lnTo>
                <a:lnTo>
                  <a:pt x="324" y="120"/>
                </a:lnTo>
                <a:lnTo>
                  <a:pt x="324" y="108"/>
                </a:lnTo>
                <a:lnTo>
                  <a:pt x="322" y="96"/>
                </a:lnTo>
                <a:lnTo>
                  <a:pt x="314" y="74"/>
                </a:lnTo>
                <a:lnTo>
                  <a:pt x="304" y="52"/>
                </a:lnTo>
                <a:lnTo>
                  <a:pt x="288" y="34"/>
                </a:lnTo>
                <a:lnTo>
                  <a:pt x="270" y="20"/>
                </a:lnTo>
                <a:lnTo>
                  <a:pt x="250" y="8"/>
                </a:lnTo>
                <a:lnTo>
                  <a:pt x="228" y="2"/>
                </a:lnTo>
                <a:lnTo>
                  <a:pt x="216" y="0"/>
                </a:lnTo>
                <a:lnTo>
                  <a:pt x="202" y="0"/>
                </a:lnTo>
                <a:lnTo>
                  <a:pt x="202" y="0"/>
                </a:lnTo>
                <a:close/>
                <a:moveTo>
                  <a:pt x="202" y="212"/>
                </a:moveTo>
                <a:lnTo>
                  <a:pt x="202" y="212"/>
                </a:lnTo>
                <a:lnTo>
                  <a:pt x="184" y="210"/>
                </a:lnTo>
                <a:lnTo>
                  <a:pt x="168" y="204"/>
                </a:lnTo>
                <a:lnTo>
                  <a:pt x="152" y="196"/>
                </a:lnTo>
                <a:lnTo>
                  <a:pt x="138" y="184"/>
                </a:lnTo>
                <a:lnTo>
                  <a:pt x="128" y="172"/>
                </a:lnTo>
                <a:lnTo>
                  <a:pt x="118" y="156"/>
                </a:lnTo>
                <a:lnTo>
                  <a:pt x="114" y="138"/>
                </a:lnTo>
                <a:lnTo>
                  <a:pt x="112" y="120"/>
                </a:lnTo>
                <a:lnTo>
                  <a:pt x="112" y="120"/>
                </a:lnTo>
                <a:lnTo>
                  <a:pt x="114" y="102"/>
                </a:lnTo>
                <a:lnTo>
                  <a:pt x="118" y="86"/>
                </a:lnTo>
                <a:lnTo>
                  <a:pt x="128" y="70"/>
                </a:lnTo>
                <a:lnTo>
                  <a:pt x="138" y="56"/>
                </a:lnTo>
                <a:lnTo>
                  <a:pt x="152" y="46"/>
                </a:lnTo>
                <a:lnTo>
                  <a:pt x="168" y="36"/>
                </a:lnTo>
                <a:lnTo>
                  <a:pt x="184" y="32"/>
                </a:lnTo>
                <a:lnTo>
                  <a:pt x="202" y="30"/>
                </a:lnTo>
                <a:lnTo>
                  <a:pt x="202" y="30"/>
                </a:lnTo>
                <a:lnTo>
                  <a:pt x="222" y="32"/>
                </a:lnTo>
                <a:lnTo>
                  <a:pt x="238" y="36"/>
                </a:lnTo>
                <a:lnTo>
                  <a:pt x="254" y="46"/>
                </a:lnTo>
                <a:lnTo>
                  <a:pt x="268" y="56"/>
                </a:lnTo>
                <a:lnTo>
                  <a:pt x="278" y="70"/>
                </a:lnTo>
                <a:lnTo>
                  <a:pt x="286" y="86"/>
                </a:lnTo>
                <a:lnTo>
                  <a:pt x="292" y="102"/>
                </a:lnTo>
                <a:lnTo>
                  <a:pt x="294" y="120"/>
                </a:lnTo>
                <a:lnTo>
                  <a:pt x="294" y="120"/>
                </a:lnTo>
                <a:lnTo>
                  <a:pt x="292" y="138"/>
                </a:lnTo>
                <a:lnTo>
                  <a:pt x="286" y="156"/>
                </a:lnTo>
                <a:lnTo>
                  <a:pt x="278" y="172"/>
                </a:lnTo>
                <a:lnTo>
                  <a:pt x="268" y="184"/>
                </a:lnTo>
                <a:lnTo>
                  <a:pt x="254" y="196"/>
                </a:lnTo>
                <a:lnTo>
                  <a:pt x="238" y="204"/>
                </a:lnTo>
                <a:lnTo>
                  <a:pt x="222" y="210"/>
                </a:lnTo>
                <a:lnTo>
                  <a:pt x="202" y="212"/>
                </a:lnTo>
                <a:lnTo>
                  <a:pt x="202" y="212"/>
                </a:lnTo>
                <a:close/>
                <a:moveTo>
                  <a:pt x="142" y="130"/>
                </a:moveTo>
                <a:lnTo>
                  <a:pt x="142" y="130"/>
                </a:lnTo>
                <a:lnTo>
                  <a:pt x="138" y="130"/>
                </a:lnTo>
                <a:lnTo>
                  <a:pt x="136" y="128"/>
                </a:lnTo>
                <a:lnTo>
                  <a:pt x="134" y="124"/>
                </a:lnTo>
                <a:lnTo>
                  <a:pt x="132" y="120"/>
                </a:lnTo>
                <a:lnTo>
                  <a:pt x="132" y="120"/>
                </a:lnTo>
                <a:lnTo>
                  <a:pt x="134" y="106"/>
                </a:lnTo>
                <a:lnTo>
                  <a:pt x="138" y="94"/>
                </a:lnTo>
                <a:lnTo>
                  <a:pt x="144" y="82"/>
                </a:lnTo>
                <a:lnTo>
                  <a:pt x="154" y="72"/>
                </a:lnTo>
                <a:lnTo>
                  <a:pt x="164" y="62"/>
                </a:lnTo>
                <a:lnTo>
                  <a:pt x="176" y="56"/>
                </a:lnTo>
                <a:lnTo>
                  <a:pt x="188" y="52"/>
                </a:lnTo>
                <a:lnTo>
                  <a:pt x="202" y="50"/>
                </a:lnTo>
                <a:lnTo>
                  <a:pt x="202" y="50"/>
                </a:lnTo>
                <a:lnTo>
                  <a:pt x="206" y="52"/>
                </a:lnTo>
                <a:lnTo>
                  <a:pt x="210" y="54"/>
                </a:lnTo>
                <a:lnTo>
                  <a:pt x="212" y="56"/>
                </a:lnTo>
                <a:lnTo>
                  <a:pt x="212" y="60"/>
                </a:lnTo>
                <a:lnTo>
                  <a:pt x="212" y="60"/>
                </a:lnTo>
                <a:lnTo>
                  <a:pt x="212" y="64"/>
                </a:lnTo>
                <a:lnTo>
                  <a:pt x="210" y="68"/>
                </a:lnTo>
                <a:lnTo>
                  <a:pt x="206" y="70"/>
                </a:lnTo>
                <a:lnTo>
                  <a:pt x="202" y="70"/>
                </a:lnTo>
                <a:lnTo>
                  <a:pt x="202" y="70"/>
                </a:lnTo>
                <a:lnTo>
                  <a:pt x="192" y="72"/>
                </a:lnTo>
                <a:lnTo>
                  <a:pt x="184" y="74"/>
                </a:lnTo>
                <a:lnTo>
                  <a:pt x="174" y="80"/>
                </a:lnTo>
                <a:lnTo>
                  <a:pt x="168" y="86"/>
                </a:lnTo>
                <a:lnTo>
                  <a:pt x="162" y="92"/>
                </a:lnTo>
                <a:lnTo>
                  <a:pt x="156" y="102"/>
                </a:lnTo>
                <a:lnTo>
                  <a:pt x="154" y="110"/>
                </a:lnTo>
                <a:lnTo>
                  <a:pt x="152" y="120"/>
                </a:lnTo>
                <a:lnTo>
                  <a:pt x="152" y="120"/>
                </a:lnTo>
                <a:lnTo>
                  <a:pt x="152" y="124"/>
                </a:lnTo>
                <a:lnTo>
                  <a:pt x="150" y="128"/>
                </a:lnTo>
                <a:lnTo>
                  <a:pt x="146" y="130"/>
                </a:lnTo>
                <a:lnTo>
                  <a:pt x="142" y="130"/>
                </a:lnTo>
                <a:lnTo>
                  <a:pt x="142" y="130"/>
                </a:lnTo>
                <a:close/>
                <a:moveTo>
                  <a:pt x="124" y="238"/>
                </a:moveTo>
                <a:lnTo>
                  <a:pt x="48" y="316"/>
                </a:lnTo>
                <a:lnTo>
                  <a:pt x="48" y="316"/>
                </a:lnTo>
                <a:lnTo>
                  <a:pt x="38" y="322"/>
                </a:lnTo>
                <a:lnTo>
                  <a:pt x="28" y="324"/>
                </a:lnTo>
                <a:lnTo>
                  <a:pt x="28" y="324"/>
                </a:lnTo>
                <a:lnTo>
                  <a:pt x="18" y="322"/>
                </a:lnTo>
                <a:lnTo>
                  <a:pt x="8" y="316"/>
                </a:lnTo>
                <a:lnTo>
                  <a:pt x="8" y="316"/>
                </a:lnTo>
                <a:lnTo>
                  <a:pt x="2" y="306"/>
                </a:lnTo>
                <a:lnTo>
                  <a:pt x="0" y="296"/>
                </a:lnTo>
                <a:lnTo>
                  <a:pt x="2" y="286"/>
                </a:lnTo>
                <a:lnTo>
                  <a:pt x="8" y="276"/>
                </a:lnTo>
                <a:lnTo>
                  <a:pt x="86" y="198"/>
                </a:lnTo>
                <a:lnTo>
                  <a:pt x="86" y="198"/>
                </a:lnTo>
                <a:lnTo>
                  <a:pt x="94" y="210"/>
                </a:lnTo>
                <a:lnTo>
                  <a:pt x="102" y="220"/>
                </a:lnTo>
                <a:lnTo>
                  <a:pt x="114" y="230"/>
                </a:lnTo>
                <a:lnTo>
                  <a:pt x="124" y="238"/>
                </a:lnTo>
                <a:lnTo>
                  <a:pt x="124" y="2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defTabSz="914309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0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0" name="Freeform 4899">
            <a:hlinkClick r:id="rId10" action="ppaction://hlinksldjump"/>
            <a:extLst>
              <a:ext uri="{FF2B5EF4-FFF2-40B4-BE49-F238E27FC236}">
                <a16:creationId xmlns:a16="http://schemas.microsoft.com/office/drawing/2014/main" id="{98D5F21A-6627-FEFC-D077-040CD82F5D39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7093299" y="4815788"/>
            <a:ext cx="213717" cy="213659"/>
          </a:xfrm>
          <a:custGeom>
            <a:avLst/>
            <a:gdLst>
              <a:gd name="T0" fmla="*/ 190 w 324"/>
              <a:gd name="T1" fmla="*/ 0 h 324"/>
              <a:gd name="T2" fmla="*/ 134 w 324"/>
              <a:gd name="T3" fmla="*/ 20 h 324"/>
              <a:gd name="T4" fmla="*/ 90 w 324"/>
              <a:gd name="T5" fmla="*/ 74 h 324"/>
              <a:gd name="T6" fmla="*/ 82 w 324"/>
              <a:gd name="T7" fmla="*/ 120 h 324"/>
              <a:gd name="T8" fmla="*/ 84 w 324"/>
              <a:gd name="T9" fmla="*/ 146 h 324"/>
              <a:gd name="T10" fmla="*/ 118 w 324"/>
              <a:gd name="T11" fmla="*/ 206 h 324"/>
              <a:gd name="T12" fmla="*/ 178 w 324"/>
              <a:gd name="T13" fmla="*/ 240 h 324"/>
              <a:gd name="T14" fmla="*/ 202 w 324"/>
              <a:gd name="T15" fmla="*/ 242 h 324"/>
              <a:gd name="T16" fmla="*/ 250 w 324"/>
              <a:gd name="T17" fmla="*/ 232 h 324"/>
              <a:gd name="T18" fmla="*/ 304 w 324"/>
              <a:gd name="T19" fmla="*/ 188 h 324"/>
              <a:gd name="T20" fmla="*/ 324 w 324"/>
              <a:gd name="T21" fmla="*/ 132 h 324"/>
              <a:gd name="T22" fmla="*/ 324 w 324"/>
              <a:gd name="T23" fmla="*/ 108 h 324"/>
              <a:gd name="T24" fmla="*/ 304 w 324"/>
              <a:gd name="T25" fmla="*/ 52 h 324"/>
              <a:gd name="T26" fmla="*/ 250 w 324"/>
              <a:gd name="T27" fmla="*/ 8 h 324"/>
              <a:gd name="T28" fmla="*/ 202 w 324"/>
              <a:gd name="T29" fmla="*/ 0 h 324"/>
              <a:gd name="T30" fmla="*/ 202 w 324"/>
              <a:gd name="T31" fmla="*/ 212 h 324"/>
              <a:gd name="T32" fmla="*/ 152 w 324"/>
              <a:gd name="T33" fmla="*/ 196 h 324"/>
              <a:gd name="T34" fmla="*/ 118 w 324"/>
              <a:gd name="T35" fmla="*/ 156 h 324"/>
              <a:gd name="T36" fmla="*/ 112 w 324"/>
              <a:gd name="T37" fmla="*/ 120 h 324"/>
              <a:gd name="T38" fmla="*/ 128 w 324"/>
              <a:gd name="T39" fmla="*/ 70 h 324"/>
              <a:gd name="T40" fmla="*/ 168 w 324"/>
              <a:gd name="T41" fmla="*/ 36 h 324"/>
              <a:gd name="T42" fmla="*/ 202 w 324"/>
              <a:gd name="T43" fmla="*/ 30 h 324"/>
              <a:gd name="T44" fmla="*/ 254 w 324"/>
              <a:gd name="T45" fmla="*/ 46 h 324"/>
              <a:gd name="T46" fmla="*/ 286 w 324"/>
              <a:gd name="T47" fmla="*/ 86 h 324"/>
              <a:gd name="T48" fmla="*/ 294 w 324"/>
              <a:gd name="T49" fmla="*/ 120 h 324"/>
              <a:gd name="T50" fmla="*/ 278 w 324"/>
              <a:gd name="T51" fmla="*/ 172 h 324"/>
              <a:gd name="T52" fmla="*/ 238 w 324"/>
              <a:gd name="T53" fmla="*/ 204 h 324"/>
              <a:gd name="T54" fmla="*/ 202 w 324"/>
              <a:gd name="T55" fmla="*/ 212 h 324"/>
              <a:gd name="T56" fmla="*/ 138 w 324"/>
              <a:gd name="T57" fmla="*/ 130 h 324"/>
              <a:gd name="T58" fmla="*/ 132 w 324"/>
              <a:gd name="T59" fmla="*/ 120 h 324"/>
              <a:gd name="T60" fmla="*/ 138 w 324"/>
              <a:gd name="T61" fmla="*/ 94 h 324"/>
              <a:gd name="T62" fmla="*/ 164 w 324"/>
              <a:gd name="T63" fmla="*/ 62 h 324"/>
              <a:gd name="T64" fmla="*/ 202 w 324"/>
              <a:gd name="T65" fmla="*/ 50 h 324"/>
              <a:gd name="T66" fmla="*/ 210 w 324"/>
              <a:gd name="T67" fmla="*/ 54 h 324"/>
              <a:gd name="T68" fmla="*/ 212 w 324"/>
              <a:gd name="T69" fmla="*/ 60 h 324"/>
              <a:gd name="T70" fmla="*/ 206 w 324"/>
              <a:gd name="T71" fmla="*/ 70 h 324"/>
              <a:gd name="T72" fmla="*/ 192 w 324"/>
              <a:gd name="T73" fmla="*/ 72 h 324"/>
              <a:gd name="T74" fmla="*/ 168 w 324"/>
              <a:gd name="T75" fmla="*/ 86 h 324"/>
              <a:gd name="T76" fmla="*/ 154 w 324"/>
              <a:gd name="T77" fmla="*/ 110 h 324"/>
              <a:gd name="T78" fmla="*/ 152 w 324"/>
              <a:gd name="T79" fmla="*/ 124 h 324"/>
              <a:gd name="T80" fmla="*/ 142 w 324"/>
              <a:gd name="T81" fmla="*/ 130 h 324"/>
              <a:gd name="T82" fmla="*/ 48 w 324"/>
              <a:gd name="T83" fmla="*/ 316 h 324"/>
              <a:gd name="T84" fmla="*/ 28 w 324"/>
              <a:gd name="T85" fmla="*/ 324 h 324"/>
              <a:gd name="T86" fmla="*/ 8 w 324"/>
              <a:gd name="T87" fmla="*/ 316 h 324"/>
              <a:gd name="T88" fmla="*/ 0 w 324"/>
              <a:gd name="T89" fmla="*/ 296 h 324"/>
              <a:gd name="T90" fmla="*/ 86 w 324"/>
              <a:gd name="T91" fmla="*/ 198 h 324"/>
              <a:gd name="T92" fmla="*/ 102 w 324"/>
              <a:gd name="T93" fmla="*/ 220 h 324"/>
              <a:gd name="T94" fmla="*/ 124 w 324"/>
              <a:gd name="T95" fmla="*/ 238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4" h="324">
                <a:moveTo>
                  <a:pt x="202" y="0"/>
                </a:moveTo>
                <a:lnTo>
                  <a:pt x="202" y="0"/>
                </a:lnTo>
                <a:lnTo>
                  <a:pt x="190" y="0"/>
                </a:lnTo>
                <a:lnTo>
                  <a:pt x="178" y="2"/>
                </a:lnTo>
                <a:lnTo>
                  <a:pt x="156" y="8"/>
                </a:lnTo>
                <a:lnTo>
                  <a:pt x="134" y="20"/>
                </a:lnTo>
                <a:lnTo>
                  <a:pt x="118" y="34"/>
                </a:lnTo>
                <a:lnTo>
                  <a:pt x="102" y="52"/>
                </a:lnTo>
                <a:lnTo>
                  <a:pt x="90" y="74"/>
                </a:lnTo>
                <a:lnTo>
                  <a:pt x="84" y="96"/>
                </a:lnTo>
                <a:lnTo>
                  <a:pt x="82" y="108"/>
                </a:lnTo>
                <a:lnTo>
                  <a:pt x="82" y="120"/>
                </a:lnTo>
                <a:lnTo>
                  <a:pt x="82" y="120"/>
                </a:lnTo>
                <a:lnTo>
                  <a:pt x="82" y="132"/>
                </a:lnTo>
                <a:lnTo>
                  <a:pt x="84" y="146"/>
                </a:lnTo>
                <a:lnTo>
                  <a:pt x="90" y="168"/>
                </a:lnTo>
                <a:lnTo>
                  <a:pt x="102" y="188"/>
                </a:lnTo>
                <a:lnTo>
                  <a:pt x="118" y="206"/>
                </a:lnTo>
                <a:lnTo>
                  <a:pt x="134" y="222"/>
                </a:lnTo>
                <a:lnTo>
                  <a:pt x="156" y="232"/>
                </a:lnTo>
                <a:lnTo>
                  <a:pt x="178" y="240"/>
                </a:lnTo>
                <a:lnTo>
                  <a:pt x="190" y="242"/>
                </a:lnTo>
                <a:lnTo>
                  <a:pt x="202" y="242"/>
                </a:lnTo>
                <a:lnTo>
                  <a:pt x="202" y="242"/>
                </a:lnTo>
                <a:lnTo>
                  <a:pt x="216" y="242"/>
                </a:lnTo>
                <a:lnTo>
                  <a:pt x="228" y="240"/>
                </a:lnTo>
                <a:lnTo>
                  <a:pt x="250" y="232"/>
                </a:lnTo>
                <a:lnTo>
                  <a:pt x="270" y="222"/>
                </a:lnTo>
                <a:lnTo>
                  <a:pt x="288" y="206"/>
                </a:lnTo>
                <a:lnTo>
                  <a:pt x="304" y="188"/>
                </a:lnTo>
                <a:lnTo>
                  <a:pt x="314" y="168"/>
                </a:lnTo>
                <a:lnTo>
                  <a:pt x="322" y="146"/>
                </a:lnTo>
                <a:lnTo>
                  <a:pt x="324" y="132"/>
                </a:lnTo>
                <a:lnTo>
                  <a:pt x="324" y="120"/>
                </a:lnTo>
                <a:lnTo>
                  <a:pt x="324" y="120"/>
                </a:lnTo>
                <a:lnTo>
                  <a:pt x="324" y="108"/>
                </a:lnTo>
                <a:lnTo>
                  <a:pt x="322" y="96"/>
                </a:lnTo>
                <a:lnTo>
                  <a:pt x="314" y="74"/>
                </a:lnTo>
                <a:lnTo>
                  <a:pt x="304" y="52"/>
                </a:lnTo>
                <a:lnTo>
                  <a:pt x="288" y="34"/>
                </a:lnTo>
                <a:lnTo>
                  <a:pt x="270" y="20"/>
                </a:lnTo>
                <a:lnTo>
                  <a:pt x="250" y="8"/>
                </a:lnTo>
                <a:lnTo>
                  <a:pt x="228" y="2"/>
                </a:lnTo>
                <a:lnTo>
                  <a:pt x="216" y="0"/>
                </a:lnTo>
                <a:lnTo>
                  <a:pt x="202" y="0"/>
                </a:lnTo>
                <a:lnTo>
                  <a:pt x="202" y="0"/>
                </a:lnTo>
                <a:close/>
                <a:moveTo>
                  <a:pt x="202" y="212"/>
                </a:moveTo>
                <a:lnTo>
                  <a:pt x="202" y="212"/>
                </a:lnTo>
                <a:lnTo>
                  <a:pt x="184" y="210"/>
                </a:lnTo>
                <a:lnTo>
                  <a:pt x="168" y="204"/>
                </a:lnTo>
                <a:lnTo>
                  <a:pt x="152" y="196"/>
                </a:lnTo>
                <a:lnTo>
                  <a:pt x="138" y="184"/>
                </a:lnTo>
                <a:lnTo>
                  <a:pt x="128" y="172"/>
                </a:lnTo>
                <a:lnTo>
                  <a:pt x="118" y="156"/>
                </a:lnTo>
                <a:lnTo>
                  <a:pt x="114" y="138"/>
                </a:lnTo>
                <a:lnTo>
                  <a:pt x="112" y="120"/>
                </a:lnTo>
                <a:lnTo>
                  <a:pt x="112" y="120"/>
                </a:lnTo>
                <a:lnTo>
                  <a:pt x="114" y="102"/>
                </a:lnTo>
                <a:lnTo>
                  <a:pt x="118" y="86"/>
                </a:lnTo>
                <a:lnTo>
                  <a:pt x="128" y="70"/>
                </a:lnTo>
                <a:lnTo>
                  <a:pt x="138" y="56"/>
                </a:lnTo>
                <a:lnTo>
                  <a:pt x="152" y="46"/>
                </a:lnTo>
                <a:lnTo>
                  <a:pt x="168" y="36"/>
                </a:lnTo>
                <a:lnTo>
                  <a:pt x="184" y="32"/>
                </a:lnTo>
                <a:lnTo>
                  <a:pt x="202" y="30"/>
                </a:lnTo>
                <a:lnTo>
                  <a:pt x="202" y="30"/>
                </a:lnTo>
                <a:lnTo>
                  <a:pt x="222" y="32"/>
                </a:lnTo>
                <a:lnTo>
                  <a:pt x="238" y="36"/>
                </a:lnTo>
                <a:lnTo>
                  <a:pt x="254" y="46"/>
                </a:lnTo>
                <a:lnTo>
                  <a:pt x="268" y="56"/>
                </a:lnTo>
                <a:lnTo>
                  <a:pt x="278" y="70"/>
                </a:lnTo>
                <a:lnTo>
                  <a:pt x="286" y="86"/>
                </a:lnTo>
                <a:lnTo>
                  <a:pt x="292" y="102"/>
                </a:lnTo>
                <a:lnTo>
                  <a:pt x="294" y="120"/>
                </a:lnTo>
                <a:lnTo>
                  <a:pt x="294" y="120"/>
                </a:lnTo>
                <a:lnTo>
                  <a:pt x="292" y="138"/>
                </a:lnTo>
                <a:lnTo>
                  <a:pt x="286" y="156"/>
                </a:lnTo>
                <a:lnTo>
                  <a:pt x="278" y="172"/>
                </a:lnTo>
                <a:lnTo>
                  <a:pt x="268" y="184"/>
                </a:lnTo>
                <a:lnTo>
                  <a:pt x="254" y="196"/>
                </a:lnTo>
                <a:lnTo>
                  <a:pt x="238" y="204"/>
                </a:lnTo>
                <a:lnTo>
                  <a:pt x="222" y="210"/>
                </a:lnTo>
                <a:lnTo>
                  <a:pt x="202" y="212"/>
                </a:lnTo>
                <a:lnTo>
                  <a:pt x="202" y="212"/>
                </a:lnTo>
                <a:close/>
                <a:moveTo>
                  <a:pt x="142" y="130"/>
                </a:moveTo>
                <a:lnTo>
                  <a:pt x="142" y="130"/>
                </a:lnTo>
                <a:lnTo>
                  <a:pt x="138" y="130"/>
                </a:lnTo>
                <a:lnTo>
                  <a:pt x="136" y="128"/>
                </a:lnTo>
                <a:lnTo>
                  <a:pt x="134" y="124"/>
                </a:lnTo>
                <a:lnTo>
                  <a:pt x="132" y="120"/>
                </a:lnTo>
                <a:lnTo>
                  <a:pt x="132" y="120"/>
                </a:lnTo>
                <a:lnTo>
                  <a:pt x="134" y="106"/>
                </a:lnTo>
                <a:lnTo>
                  <a:pt x="138" y="94"/>
                </a:lnTo>
                <a:lnTo>
                  <a:pt x="144" y="82"/>
                </a:lnTo>
                <a:lnTo>
                  <a:pt x="154" y="72"/>
                </a:lnTo>
                <a:lnTo>
                  <a:pt x="164" y="62"/>
                </a:lnTo>
                <a:lnTo>
                  <a:pt x="176" y="56"/>
                </a:lnTo>
                <a:lnTo>
                  <a:pt x="188" y="52"/>
                </a:lnTo>
                <a:lnTo>
                  <a:pt x="202" y="50"/>
                </a:lnTo>
                <a:lnTo>
                  <a:pt x="202" y="50"/>
                </a:lnTo>
                <a:lnTo>
                  <a:pt x="206" y="52"/>
                </a:lnTo>
                <a:lnTo>
                  <a:pt x="210" y="54"/>
                </a:lnTo>
                <a:lnTo>
                  <a:pt x="212" y="56"/>
                </a:lnTo>
                <a:lnTo>
                  <a:pt x="212" y="60"/>
                </a:lnTo>
                <a:lnTo>
                  <a:pt x="212" y="60"/>
                </a:lnTo>
                <a:lnTo>
                  <a:pt x="212" y="64"/>
                </a:lnTo>
                <a:lnTo>
                  <a:pt x="210" y="68"/>
                </a:lnTo>
                <a:lnTo>
                  <a:pt x="206" y="70"/>
                </a:lnTo>
                <a:lnTo>
                  <a:pt x="202" y="70"/>
                </a:lnTo>
                <a:lnTo>
                  <a:pt x="202" y="70"/>
                </a:lnTo>
                <a:lnTo>
                  <a:pt x="192" y="72"/>
                </a:lnTo>
                <a:lnTo>
                  <a:pt x="184" y="74"/>
                </a:lnTo>
                <a:lnTo>
                  <a:pt x="174" y="80"/>
                </a:lnTo>
                <a:lnTo>
                  <a:pt x="168" y="86"/>
                </a:lnTo>
                <a:lnTo>
                  <a:pt x="162" y="92"/>
                </a:lnTo>
                <a:lnTo>
                  <a:pt x="156" y="102"/>
                </a:lnTo>
                <a:lnTo>
                  <a:pt x="154" y="110"/>
                </a:lnTo>
                <a:lnTo>
                  <a:pt x="152" y="120"/>
                </a:lnTo>
                <a:lnTo>
                  <a:pt x="152" y="120"/>
                </a:lnTo>
                <a:lnTo>
                  <a:pt x="152" y="124"/>
                </a:lnTo>
                <a:lnTo>
                  <a:pt x="150" y="128"/>
                </a:lnTo>
                <a:lnTo>
                  <a:pt x="146" y="130"/>
                </a:lnTo>
                <a:lnTo>
                  <a:pt x="142" y="130"/>
                </a:lnTo>
                <a:lnTo>
                  <a:pt x="142" y="130"/>
                </a:lnTo>
                <a:close/>
                <a:moveTo>
                  <a:pt x="124" y="238"/>
                </a:moveTo>
                <a:lnTo>
                  <a:pt x="48" y="316"/>
                </a:lnTo>
                <a:lnTo>
                  <a:pt x="48" y="316"/>
                </a:lnTo>
                <a:lnTo>
                  <a:pt x="38" y="322"/>
                </a:lnTo>
                <a:lnTo>
                  <a:pt x="28" y="324"/>
                </a:lnTo>
                <a:lnTo>
                  <a:pt x="28" y="324"/>
                </a:lnTo>
                <a:lnTo>
                  <a:pt x="18" y="322"/>
                </a:lnTo>
                <a:lnTo>
                  <a:pt x="8" y="316"/>
                </a:lnTo>
                <a:lnTo>
                  <a:pt x="8" y="316"/>
                </a:lnTo>
                <a:lnTo>
                  <a:pt x="2" y="306"/>
                </a:lnTo>
                <a:lnTo>
                  <a:pt x="0" y="296"/>
                </a:lnTo>
                <a:lnTo>
                  <a:pt x="2" y="286"/>
                </a:lnTo>
                <a:lnTo>
                  <a:pt x="8" y="276"/>
                </a:lnTo>
                <a:lnTo>
                  <a:pt x="86" y="198"/>
                </a:lnTo>
                <a:lnTo>
                  <a:pt x="86" y="198"/>
                </a:lnTo>
                <a:lnTo>
                  <a:pt x="94" y="210"/>
                </a:lnTo>
                <a:lnTo>
                  <a:pt x="102" y="220"/>
                </a:lnTo>
                <a:lnTo>
                  <a:pt x="114" y="230"/>
                </a:lnTo>
                <a:lnTo>
                  <a:pt x="124" y="238"/>
                </a:lnTo>
                <a:lnTo>
                  <a:pt x="124" y="2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defTabSz="914309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0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687EF47-9456-DC3F-284C-5886D4359E04}"/>
              </a:ext>
            </a:extLst>
          </p:cNvPr>
          <p:cNvSpPr/>
          <p:nvPr/>
        </p:nvSpPr>
        <p:spPr>
          <a:xfrm>
            <a:off x="6705573" y="4473141"/>
            <a:ext cx="432000" cy="4142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0782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s-ES_tradnl" sz="1200" b="1" i="1" kern="0" dirty="0">
                <a:solidFill>
                  <a:srgbClr val="FFFFFF"/>
                </a:solidFill>
                <a:latin typeface="Calibri"/>
                <a:sym typeface="Arial"/>
              </a:rPr>
              <a:t>P1</a:t>
            </a:r>
          </a:p>
        </p:txBody>
      </p:sp>
      <p:sp>
        <p:nvSpPr>
          <p:cNvPr id="51" name="Freeform 4899">
            <a:hlinkClick r:id="rId11" action="ppaction://hlinksldjump"/>
            <a:extLst>
              <a:ext uri="{FF2B5EF4-FFF2-40B4-BE49-F238E27FC236}">
                <a16:creationId xmlns:a16="http://schemas.microsoft.com/office/drawing/2014/main" id="{BAA14169-4A9C-22DF-FDF7-CB123F98E174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2261724" y="3793989"/>
            <a:ext cx="213717" cy="213659"/>
          </a:xfrm>
          <a:custGeom>
            <a:avLst/>
            <a:gdLst>
              <a:gd name="T0" fmla="*/ 190 w 324"/>
              <a:gd name="T1" fmla="*/ 0 h 324"/>
              <a:gd name="T2" fmla="*/ 134 w 324"/>
              <a:gd name="T3" fmla="*/ 20 h 324"/>
              <a:gd name="T4" fmla="*/ 90 w 324"/>
              <a:gd name="T5" fmla="*/ 74 h 324"/>
              <a:gd name="T6" fmla="*/ 82 w 324"/>
              <a:gd name="T7" fmla="*/ 120 h 324"/>
              <a:gd name="T8" fmla="*/ 84 w 324"/>
              <a:gd name="T9" fmla="*/ 146 h 324"/>
              <a:gd name="T10" fmla="*/ 118 w 324"/>
              <a:gd name="T11" fmla="*/ 206 h 324"/>
              <a:gd name="T12" fmla="*/ 178 w 324"/>
              <a:gd name="T13" fmla="*/ 240 h 324"/>
              <a:gd name="T14" fmla="*/ 202 w 324"/>
              <a:gd name="T15" fmla="*/ 242 h 324"/>
              <a:gd name="T16" fmla="*/ 250 w 324"/>
              <a:gd name="T17" fmla="*/ 232 h 324"/>
              <a:gd name="T18" fmla="*/ 304 w 324"/>
              <a:gd name="T19" fmla="*/ 188 h 324"/>
              <a:gd name="T20" fmla="*/ 324 w 324"/>
              <a:gd name="T21" fmla="*/ 132 h 324"/>
              <a:gd name="T22" fmla="*/ 324 w 324"/>
              <a:gd name="T23" fmla="*/ 108 h 324"/>
              <a:gd name="T24" fmla="*/ 304 w 324"/>
              <a:gd name="T25" fmla="*/ 52 h 324"/>
              <a:gd name="T26" fmla="*/ 250 w 324"/>
              <a:gd name="T27" fmla="*/ 8 h 324"/>
              <a:gd name="T28" fmla="*/ 202 w 324"/>
              <a:gd name="T29" fmla="*/ 0 h 324"/>
              <a:gd name="T30" fmla="*/ 202 w 324"/>
              <a:gd name="T31" fmla="*/ 212 h 324"/>
              <a:gd name="T32" fmla="*/ 152 w 324"/>
              <a:gd name="T33" fmla="*/ 196 h 324"/>
              <a:gd name="T34" fmla="*/ 118 w 324"/>
              <a:gd name="T35" fmla="*/ 156 h 324"/>
              <a:gd name="T36" fmla="*/ 112 w 324"/>
              <a:gd name="T37" fmla="*/ 120 h 324"/>
              <a:gd name="T38" fmla="*/ 128 w 324"/>
              <a:gd name="T39" fmla="*/ 70 h 324"/>
              <a:gd name="T40" fmla="*/ 168 w 324"/>
              <a:gd name="T41" fmla="*/ 36 h 324"/>
              <a:gd name="T42" fmla="*/ 202 w 324"/>
              <a:gd name="T43" fmla="*/ 30 h 324"/>
              <a:gd name="T44" fmla="*/ 254 w 324"/>
              <a:gd name="T45" fmla="*/ 46 h 324"/>
              <a:gd name="T46" fmla="*/ 286 w 324"/>
              <a:gd name="T47" fmla="*/ 86 h 324"/>
              <a:gd name="T48" fmla="*/ 294 w 324"/>
              <a:gd name="T49" fmla="*/ 120 h 324"/>
              <a:gd name="T50" fmla="*/ 278 w 324"/>
              <a:gd name="T51" fmla="*/ 172 h 324"/>
              <a:gd name="T52" fmla="*/ 238 w 324"/>
              <a:gd name="T53" fmla="*/ 204 h 324"/>
              <a:gd name="T54" fmla="*/ 202 w 324"/>
              <a:gd name="T55" fmla="*/ 212 h 324"/>
              <a:gd name="T56" fmla="*/ 138 w 324"/>
              <a:gd name="T57" fmla="*/ 130 h 324"/>
              <a:gd name="T58" fmla="*/ 132 w 324"/>
              <a:gd name="T59" fmla="*/ 120 h 324"/>
              <a:gd name="T60" fmla="*/ 138 w 324"/>
              <a:gd name="T61" fmla="*/ 94 h 324"/>
              <a:gd name="T62" fmla="*/ 164 w 324"/>
              <a:gd name="T63" fmla="*/ 62 h 324"/>
              <a:gd name="T64" fmla="*/ 202 w 324"/>
              <a:gd name="T65" fmla="*/ 50 h 324"/>
              <a:gd name="T66" fmla="*/ 210 w 324"/>
              <a:gd name="T67" fmla="*/ 54 h 324"/>
              <a:gd name="T68" fmla="*/ 212 w 324"/>
              <a:gd name="T69" fmla="*/ 60 h 324"/>
              <a:gd name="T70" fmla="*/ 206 w 324"/>
              <a:gd name="T71" fmla="*/ 70 h 324"/>
              <a:gd name="T72" fmla="*/ 192 w 324"/>
              <a:gd name="T73" fmla="*/ 72 h 324"/>
              <a:gd name="T74" fmla="*/ 168 w 324"/>
              <a:gd name="T75" fmla="*/ 86 h 324"/>
              <a:gd name="T76" fmla="*/ 154 w 324"/>
              <a:gd name="T77" fmla="*/ 110 h 324"/>
              <a:gd name="T78" fmla="*/ 152 w 324"/>
              <a:gd name="T79" fmla="*/ 124 h 324"/>
              <a:gd name="T80" fmla="*/ 142 w 324"/>
              <a:gd name="T81" fmla="*/ 130 h 324"/>
              <a:gd name="T82" fmla="*/ 48 w 324"/>
              <a:gd name="T83" fmla="*/ 316 h 324"/>
              <a:gd name="T84" fmla="*/ 28 w 324"/>
              <a:gd name="T85" fmla="*/ 324 h 324"/>
              <a:gd name="T86" fmla="*/ 8 w 324"/>
              <a:gd name="T87" fmla="*/ 316 h 324"/>
              <a:gd name="T88" fmla="*/ 0 w 324"/>
              <a:gd name="T89" fmla="*/ 296 h 324"/>
              <a:gd name="T90" fmla="*/ 86 w 324"/>
              <a:gd name="T91" fmla="*/ 198 h 324"/>
              <a:gd name="T92" fmla="*/ 102 w 324"/>
              <a:gd name="T93" fmla="*/ 220 h 324"/>
              <a:gd name="T94" fmla="*/ 124 w 324"/>
              <a:gd name="T95" fmla="*/ 238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4" h="324">
                <a:moveTo>
                  <a:pt x="202" y="0"/>
                </a:moveTo>
                <a:lnTo>
                  <a:pt x="202" y="0"/>
                </a:lnTo>
                <a:lnTo>
                  <a:pt x="190" y="0"/>
                </a:lnTo>
                <a:lnTo>
                  <a:pt x="178" y="2"/>
                </a:lnTo>
                <a:lnTo>
                  <a:pt x="156" y="8"/>
                </a:lnTo>
                <a:lnTo>
                  <a:pt x="134" y="20"/>
                </a:lnTo>
                <a:lnTo>
                  <a:pt x="118" y="34"/>
                </a:lnTo>
                <a:lnTo>
                  <a:pt x="102" y="52"/>
                </a:lnTo>
                <a:lnTo>
                  <a:pt x="90" y="74"/>
                </a:lnTo>
                <a:lnTo>
                  <a:pt x="84" y="96"/>
                </a:lnTo>
                <a:lnTo>
                  <a:pt x="82" y="108"/>
                </a:lnTo>
                <a:lnTo>
                  <a:pt x="82" y="120"/>
                </a:lnTo>
                <a:lnTo>
                  <a:pt x="82" y="120"/>
                </a:lnTo>
                <a:lnTo>
                  <a:pt x="82" y="132"/>
                </a:lnTo>
                <a:lnTo>
                  <a:pt x="84" y="146"/>
                </a:lnTo>
                <a:lnTo>
                  <a:pt x="90" y="168"/>
                </a:lnTo>
                <a:lnTo>
                  <a:pt x="102" y="188"/>
                </a:lnTo>
                <a:lnTo>
                  <a:pt x="118" y="206"/>
                </a:lnTo>
                <a:lnTo>
                  <a:pt x="134" y="222"/>
                </a:lnTo>
                <a:lnTo>
                  <a:pt x="156" y="232"/>
                </a:lnTo>
                <a:lnTo>
                  <a:pt x="178" y="240"/>
                </a:lnTo>
                <a:lnTo>
                  <a:pt x="190" y="242"/>
                </a:lnTo>
                <a:lnTo>
                  <a:pt x="202" y="242"/>
                </a:lnTo>
                <a:lnTo>
                  <a:pt x="202" y="242"/>
                </a:lnTo>
                <a:lnTo>
                  <a:pt x="216" y="242"/>
                </a:lnTo>
                <a:lnTo>
                  <a:pt x="228" y="240"/>
                </a:lnTo>
                <a:lnTo>
                  <a:pt x="250" y="232"/>
                </a:lnTo>
                <a:lnTo>
                  <a:pt x="270" y="222"/>
                </a:lnTo>
                <a:lnTo>
                  <a:pt x="288" y="206"/>
                </a:lnTo>
                <a:lnTo>
                  <a:pt x="304" y="188"/>
                </a:lnTo>
                <a:lnTo>
                  <a:pt x="314" y="168"/>
                </a:lnTo>
                <a:lnTo>
                  <a:pt x="322" y="146"/>
                </a:lnTo>
                <a:lnTo>
                  <a:pt x="324" y="132"/>
                </a:lnTo>
                <a:lnTo>
                  <a:pt x="324" y="120"/>
                </a:lnTo>
                <a:lnTo>
                  <a:pt x="324" y="120"/>
                </a:lnTo>
                <a:lnTo>
                  <a:pt x="324" y="108"/>
                </a:lnTo>
                <a:lnTo>
                  <a:pt x="322" y="96"/>
                </a:lnTo>
                <a:lnTo>
                  <a:pt x="314" y="74"/>
                </a:lnTo>
                <a:lnTo>
                  <a:pt x="304" y="52"/>
                </a:lnTo>
                <a:lnTo>
                  <a:pt x="288" y="34"/>
                </a:lnTo>
                <a:lnTo>
                  <a:pt x="270" y="20"/>
                </a:lnTo>
                <a:lnTo>
                  <a:pt x="250" y="8"/>
                </a:lnTo>
                <a:lnTo>
                  <a:pt x="228" y="2"/>
                </a:lnTo>
                <a:lnTo>
                  <a:pt x="216" y="0"/>
                </a:lnTo>
                <a:lnTo>
                  <a:pt x="202" y="0"/>
                </a:lnTo>
                <a:lnTo>
                  <a:pt x="202" y="0"/>
                </a:lnTo>
                <a:close/>
                <a:moveTo>
                  <a:pt x="202" y="212"/>
                </a:moveTo>
                <a:lnTo>
                  <a:pt x="202" y="212"/>
                </a:lnTo>
                <a:lnTo>
                  <a:pt x="184" y="210"/>
                </a:lnTo>
                <a:lnTo>
                  <a:pt x="168" y="204"/>
                </a:lnTo>
                <a:lnTo>
                  <a:pt x="152" y="196"/>
                </a:lnTo>
                <a:lnTo>
                  <a:pt x="138" y="184"/>
                </a:lnTo>
                <a:lnTo>
                  <a:pt x="128" y="172"/>
                </a:lnTo>
                <a:lnTo>
                  <a:pt x="118" y="156"/>
                </a:lnTo>
                <a:lnTo>
                  <a:pt x="114" y="138"/>
                </a:lnTo>
                <a:lnTo>
                  <a:pt x="112" y="120"/>
                </a:lnTo>
                <a:lnTo>
                  <a:pt x="112" y="120"/>
                </a:lnTo>
                <a:lnTo>
                  <a:pt x="114" y="102"/>
                </a:lnTo>
                <a:lnTo>
                  <a:pt x="118" y="86"/>
                </a:lnTo>
                <a:lnTo>
                  <a:pt x="128" y="70"/>
                </a:lnTo>
                <a:lnTo>
                  <a:pt x="138" y="56"/>
                </a:lnTo>
                <a:lnTo>
                  <a:pt x="152" y="46"/>
                </a:lnTo>
                <a:lnTo>
                  <a:pt x="168" y="36"/>
                </a:lnTo>
                <a:lnTo>
                  <a:pt x="184" y="32"/>
                </a:lnTo>
                <a:lnTo>
                  <a:pt x="202" y="30"/>
                </a:lnTo>
                <a:lnTo>
                  <a:pt x="202" y="30"/>
                </a:lnTo>
                <a:lnTo>
                  <a:pt x="222" y="32"/>
                </a:lnTo>
                <a:lnTo>
                  <a:pt x="238" y="36"/>
                </a:lnTo>
                <a:lnTo>
                  <a:pt x="254" y="46"/>
                </a:lnTo>
                <a:lnTo>
                  <a:pt x="268" y="56"/>
                </a:lnTo>
                <a:lnTo>
                  <a:pt x="278" y="70"/>
                </a:lnTo>
                <a:lnTo>
                  <a:pt x="286" y="86"/>
                </a:lnTo>
                <a:lnTo>
                  <a:pt x="292" y="102"/>
                </a:lnTo>
                <a:lnTo>
                  <a:pt x="294" y="120"/>
                </a:lnTo>
                <a:lnTo>
                  <a:pt x="294" y="120"/>
                </a:lnTo>
                <a:lnTo>
                  <a:pt x="292" y="138"/>
                </a:lnTo>
                <a:lnTo>
                  <a:pt x="286" y="156"/>
                </a:lnTo>
                <a:lnTo>
                  <a:pt x="278" y="172"/>
                </a:lnTo>
                <a:lnTo>
                  <a:pt x="268" y="184"/>
                </a:lnTo>
                <a:lnTo>
                  <a:pt x="254" y="196"/>
                </a:lnTo>
                <a:lnTo>
                  <a:pt x="238" y="204"/>
                </a:lnTo>
                <a:lnTo>
                  <a:pt x="222" y="210"/>
                </a:lnTo>
                <a:lnTo>
                  <a:pt x="202" y="212"/>
                </a:lnTo>
                <a:lnTo>
                  <a:pt x="202" y="212"/>
                </a:lnTo>
                <a:close/>
                <a:moveTo>
                  <a:pt x="142" y="130"/>
                </a:moveTo>
                <a:lnTo>
                  <a:pt x="142" y="130"/>
                </a:lnTo>
                <a:lnTo>
                  <a:pt x="138" y="130"/>
                </a:lnTo>
                <a:lnTo>
                  <a:pt x="136" y="128"/>
                </a:lnTo>
                <a:lnTo>
                  <a:pt x="134" y="124"/>
                </a:lnTo>
                <a:lnTo>
                  <a:pt x="132" y="120"/>
                </a:lnTo>
                <a:lnTo>
                  <a:pt x="132" y="120"/>
                </a:lnTo>
                <a:lnTo>
                  <a:pt x="134" y="106"/>
                </a:lnTo>
                <a:lnTo>
                  <a:pt x="138" y="94"/>
                </a:lnTo>
                <a:lnTo>
                  <a:pt x="144" y="82"/>
                </a:lnTo>
                <a:lnTo>
                  <a:pt x="154" y="72"/>
                </a:lnTo>
                <a:lnTo>
                  <a:pt x="164" y="62"/>
                </a:lnTo>
                <a:lnTo>
                  <a:pt x="176" y="56"/>
                </a:lnTo>
                <a:lnTo>
                  <a:pt x="188" y="52"/>
                </a:lnTo>
                <a:lnTo>
                  <a:pt x="202" y="50"/>
                </a:lnTo>
                <a:lnTo>
                  <a:pt x="202" y="50"/>
                </a:lnTo>
                <a:lnTo>
                  <a:pt x="206" y="52"/>
                </a:lnTo>
                <a:lnTo>
                  <a:pt x="210" y="54"/>
                </a:lnTo>
                <a:lnTo>
                  <a:pt x="212" y="56"/>
                </a:lnTo>
                <a:lnTo>
                  <a:pt x="212" y="60"/>
                </a:lnTo>
                <a:lnTo>
                  <a:pt x="212" y="60"/>
                </a:lnTo>
                <a:lnTo>
                  <a:pt x="212" y="64"/>
                </a:lnTo>
                <a:lnTo>
                  <a:pt x="210" y="68"/>
                </a:lnTo>
                <a:lnTo>
                  <a:pt x="206" y="70"/>
                </a:lnTo>
                <a:lnTo>
                  <a:pt x="202" y="70"/>
                </a:lnTo>
                <a:lnTo>
                  <a:pt x="202" y="70"/>
                </a:lnTo>
                <a:lnTo>
                  <a:pt x="192" y="72"/>
                </a:lnTo>
                <a:lnTo>
                  <a:pt x="184" y="74"/>
                </a:lnTo>
                <a:lnTo>
                  <a:pt x="174" y="80"/>
                </a:lnTo>
                <a:lnTo>
                  <a:pt x="168" y="86"/>
                </a:lnTo>
                <a:lnTo>
                  <a:pt x="162" y="92"/>
                </a:lnTo>
                <a:lnTo>
                  <a:pt x="156" y="102"/>
                </a:lnTo>
                <a:lnTo>
                  <a:pt x="154" y="110"/>
                </a:lnTo>
                <a:lnTo>
                  <a:pt x="152" y="120"/>
                </a:lnTo>
                <a:lnTo>
                  <a:pt x="152" y="120"/>
                </a:lnTo>
                <a:lnTo>
                  <a:pt x="152" y="124"/>
                </a:lnTo>
                <a:lnTo>
                  <a:pt x="150" y="128"/>
                </a:lnTo>
                <a:lnTo>
                  <a:pt x="146" y="130"/>
                </a:lnTo>
                <a:lnTo>
                  <a:pt x="142" y="130"/>
                </a:lnTo>
                <a:lnTo>
                  <a:pt x="142" y="130"/>
                </a:lnTo>
                <a:close/>
                <a:moveTo>
                  <a:pt x="124" y="238"/>
                </a:moveTo>
                <a:lnTo>
                  <a:pt x="48" y="316"/>
                </a:lnTo>
                <a:lnTo>
                  <a:pt x="48" y="316"/>
                </a:lnTo>
                <a:lnTo>
                  <a:pt x="38" y="322"/>
                </a:lnTo>
                <a:lnTo>
                  <a:pt x="28" y="324"/>
                </a:lnTo>
                <a:lnTo>
                  <a:pt x="28" y="324"/>
                </a:lnTo>
                <a:lnTo>
                  <a:pt x="18" y="322"/>
                </a:lnTo>
                <a:lnTo>
                  <a:pt x="8" y="316"/>
                </a:lnTo>
                <a:lnTo>
                  <a:pt x="8" y="316"/>
                </a:lnTo>
                <a:lnTo>
                  <a:pt x="2" y="306"/>
                </a:lnTo>
                <a:lnTo>
                  <a:pt x="0" y="296"/>
                </a:lnTo>
                <a:lnTo>
                  <a:pt x="2" y="286"/>
                </a:lnTo>
                <a:lnTo>
                  <a:pt x="8" y="276"/>
                </a:lnTo>
                <a:lnTo>
                  <a:pt x="86" y="198"/>
                </a:lnTo>
                <a:lnTo>
                  <a:pt x="86" y="198"/>
                </a:lnTo>
                <a:lnTo>
                  <a:pt x="94" y="210"/>
                </a:lnTo>
                <a:lnTo>
                  <a:pt x="102" y="220"/>
                </a:lnTo>
                <a:lnTo>
                  <a:pt x="114" y="230"/>
                </a:lnTo>
                <a:lnTo>
                  <a:pt x="124" y="238"/>
                </a:lnTo>
                <a:lnTo>
                  <a:pt x="124" y="2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defTabSz="914309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0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Freeform 4899">
            <a:hlinkClick r:id="" action="ppaction://noaction"/>
            <a:extLst>
              <a:ext uri="{FF2B5EF4-FFF2-40B4-BE49-F238E27FC236}">
                <a16:creationId xmlns:a16="http://schemas.microsoft.com/office/drawing/2014/main" id="{E44BDCF4-37F2-0773-D399-20465468DADB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3227220" y="3793989"/>
            <a:ext cx="213717" cy="213659"/>
          </a:xfrm>
          <a:custGeom>
            <a:avLst/>
            <a:gdLst>
              <a:gd name="T0" fmla="*/ 190 w 324"/>
              <a:gd name="T1" fmla="*/ 0 h 324"/>
              <a:gd name="T2" fmla="*/ 134 w 324"/>
              <a:gd name="T3" fmla="*/ 20 h 324"/>
              <a:gd name="T4" fmla="*/ 90 w 324"/>
              <a:gd name="T5" fmla="*/ 74 h 324"/>
              <a:gd name="T6" fmla="*/ 82 w 324"/>
              <a:gd name="T7" fmla="*/ 120 h 324"/>
              <a:gd name="T8" fmla="*/ 84 w 324"/>
              <a:gd name="T9" fmla="*/ 146 h 324"/>
              <a:gd name="T10" fmla="*/ 118 w 324"/>
              <a:gd name="T11" fmla="*/ 206 h 324"/>
              <a:gd name="T12" fmla="*/ 178 w 324"/>
              <a:gd name="T13" fmla="*/ 240 h 324"/>
              <a:gd name="T14" fmla="*/ 202 w 324"/>
              <a:gd name="T15" fmla="*/ 242 h 324"/>
              <a:gd name="T16" fmla="*/ 250 w 324"/>
              <a:gd name="T17" fmla="*/ 232 h 324"/>
              <a:gd name="T18" fmla="*/ 304 w 324"/>
              <a:gd name="T19" fmla="*/ 188 h 324"/>
              <a:gd name="T20" fmla="*/ 324 w 324"/>
              <a:gd name="T21" fmla="*/ 132 h 324"/>
              <a:gd name="T22" fmla="*/ 324 w 324"/>
              <a:gd name="T23" fmla="*/ 108 h 324"/>
              <a:gd name="T24" fmla="*/ 304 w 324"/>
              <a:gd name="T25" fmla="*/ 52 h 324"/>
              <a:gd name="T26" fmla="*/ 250 w 324"/>
              <a:gd name="T27" fmla="*/ 8 h 324"/>
              <a:gd name="T28" fmla="*/ 202 w 324"/>
              <a:gd name="T29" fmla="*/ 0 h 324"/>
              <a:gd name="T30" fmla="*/ 202 w 324"/>
              <a:gd name="T31" fmla="*/ 212 h 324"/>
              <a:gd name="T32" fmla="*/ 152 w 324"/>
              <a:gd name="T33" fmla="*/ 196 h 324"/>
              <a:gd name="T34" fmla="*/ 118 w 324"/>
              <a:gd name="T35" fmla="*/ 156 h 324"/>
              <a:gd name="T36" fmla="*/ 112 w 324"/>
              <a:gd name="T37" fmla="*/ 120 h 324"/>
              <a:gd name="T38" fmla="*/ 128 w 324"/>
              <a:gd name="T39" fmla="*/ 70 h 324"/>
              <a:gd name="T40" fmla="*/ 168 w 324"/>
              <a:gd name="T41" fmla="*/ 36 h 324"/>
              <a:gd name="T42" fmla="*/ 202 w 324"/>
              <a:gd name="T43" fmla="*/ 30 h 324"/>
              <a:gd name="T44" fmla="*/ 254 w 324"/>
              <a:gd name="T45" fmla="*/ 46 h 324"/>
              <a:gd name="T46" fmla="*/ 286 w 324"/>
              <a:gd name="T47" fmla="*/ 86 h 324"/>
              <a:gd name="T48" fmla="*/ 294 w 324"/>
              <a:gd name="T49" fmla="*/ 120 h 324"/>
              <a:gd name="T50" fmla="*/ 278 w 324"/>
              <a:gd name="T51" fmla="*/ 172 h 324"/>
              <a:gd name="T52" fmla="*/ 238 w 324"/>
              <a:gd name="T53" fmla="*/ 204 h 324"/>
              <a:gd name="T54" fmla="*/ 202 w 324"/>
              <a:gd name="T55" fmla="*/ 212 h 324"/>
              <a:gd name="T56" fmla="*/ 138 w 324"/>
              <a:gd name="T57" fmla="*/ 130 h 324"/>
              <a:gd name="T58" fmla="*/ 132 w 324"/>
              <a:gd name="T59" fmla="*/ 120 h 324"/>
              <a:gd name="T60" fmla="*/ 138 w 324"/>
              <a:gd name="T61" fmla="*/ 94 h 324"/>
              <a:gd name="T62" fmla="*/ 164 w 324"/>
              <a:gd name="T63" fmla="*/ 62 h 324"/>
              <a:gd name="T64" fmla="*/ 202 w 324"/>
              <a:gd name="T65" fmla="*/ 50 h 324"/>
              <a:gd name="T66" fmla="*/ 210 w 324"/>
              <a:gd name="T67" fmla="*/ 54 h 324"/>
              <a:gd name="T68" fmla="*/ 212 w 324"/>
              <a:gd name="T69" fmla="*/ 60 h 324"/>
              <a:gd name="T70" fmla="*/ 206 w 324"/>
              <a:gd name="T71" fmla="*/ 70 h 324"/>
              <a:gd name="T72" fmla="*/ 192 w 324"/>
              <a:gd name="T73" fmla="*/ 72 h 324"/>
              <a:gd name="T74" fmla="*/ 168 w 324"/>
              <a:gd name="T75" fmla="*/ 86 h 324"/>
              <a:gd name="T76" fmla="*/ 154 w 324"/>
              <a:gd name="T77" fmla="*/ 110 h 324"/>
              <a:gd name="T78" fmla="*/ 152 w 324"/>
              <a:gd name="T79" fmla="*/ 124 h 324"/>
              <a:gd name="T80" fmla="*/ 142 w 324"/>
              <a:gd name="T81" fmla="*/ 130 h 324"/>
              <a:gd name="T82" fmla="*/ 48 w 324"/>
              <a:gd name="T83" fmla="*/ 316 h 324"/>
              <a:gd name="T84" fmla="*/ 28 w 324"/>
              <a:gd name="T85" fmla="*/ 324 h 324"/>
              <a:gd name="T86" fmla="*/ 8 w 324"/>
              <a:gd name="T87" fmla="*/ 316 h 324"/>
              <a:gd name="T88" fmla="*/ 0 w 324"/>
              <a:gd name="T89" fmla="*/ 296 h 324"/>
              <a:gd name="T90" fmla="*/ 86 w 324"/>
              <a:gd name="T91" fmla="*/ 198 h 324"/>
              <a:gd name="T92" fmla="*/ 102 w 324"/>
              <a:gd name="T93" fmla="*/ 220 h 324"/>
              <a:gd name="T94" fmla="*/ 124 w 324"/>
              <a:gd name="T95" fmla="*/ 238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4" h="324">
                <a:moveTo>
                  <a:pt x="202" y="0"/>
                </a:moveTo>
                <a:lnTo>
                  <a:pt x="202" y="0"/>
                </a:lnTo>
                <a:lnTo>
                  <a:pt x="190" y="0"/>
                </a:lnTo>
                <a:lnTo>
                  <a:pt x="178" y="2"/>
                </a:lnTo>
                <a:lnTo>
                  <a:pt x="156" y="8"/>
                </a:lnTo>
                <a:lnTo>
                  <a:pt x="134" y="20"/>
                </a:lnTo>
                <a:lnTo>
                  <a:pt x="118" y="34"/>
                </a:lnTo>
                <a:lnTo>
                  <a:pt x="102" y="52"/>
                </a:lnTo>
                <a:lnTo>
                  <a:pt x="90" y="74"/>
                </a:lnTo>
                <a:lnTo>
                  <a:pt x="84" y="96"/>
                </a:lnTo>
                <a:lnTo>
                  <a:pt x="82" y="108"/>
                </a:lnTo>
                <a:lnTo>
                  <a:pt x="82" y="120"/>
                </a:lnTo>
                <a:lnTo>
                  <a:pt x="82" y="120"/>
                </a:lnTo>
                <a:lnTo>
                  <a:pt x="82" y="132"/>
                </a:lnTo>
                <a:lnTo>
                  <a:pt x="84" y="146"/>
                </a:lnTo>
                <a:lnTo>
                  <a:pt x="90" y="168"/>
                </a:lnTo>
                <a:lnTo>
                  <a:pt x="102" y="188"/>
                </a:lnTo>
                <a:lnTo>
                  <a:pt x="118" y="206"/>
                </a:lnTo>
                <a:lnTo>
                  <a:pt x="134" y="222"/>
                </a:lnTo>
                <a:lnTo>
                  <a:pt x="156" y="232"/>
                </a:lnTo>
                <a:lnTo>
                  <a:pt x="178" y="240"/>
                </a:lnTo>
                <a:lnTo>
                  <a:pt x="190" y="242"/>
                </a:lnTo>
                <a:lnTo>
                  <a:pt x="202" y="242"/>
                </a:lnTo>
                <a:lnTo>
                  <a:pt x="202" y="242"/>
                </a:lnTo>
                <a:lnTo>
                  <a:pt x="216" y="242"/>
                </a:lnTo>
                <a:lnTo>
                  <a:pt x="228" y="240"/>
                </a:lnTo>
                <a:lnTo>
                  <a:pt x="250" y="232"/>
                </a:lnTo>
                <a:lnTo>
                  <a:pt x="270" y="222"/>
                </a:lnTo>
                <a:lnTo>
                  <a:pt x="288" y="206"/>
                </a:lnTo>
                <a:lnTo>
                  <a:pt x="304" y="188"/>
                </a:lnTo>
                <a:lnTo>
                  <a:pt x="314" y="168"/>
                </a:lnTo>
                <a:lnTo>
                  <a:pt x="322" y="146"/>
                </a:lnTo>
                <a:lnTo>
                  <a:pt x="324" y="132"/>
                </a:lnTo>
                <a:lnTo>
                  <a:pt x="324" y="120"/>
                </a:lnTo>
                <a:lnTo>
                  <a:pt x="324" y="120"/>
                </a:lnTo>
                <a:lnTo>
                  <a:pt x="324" y="108"/>
                </a:lnTo>
                <a:lnTo>
                  <a:pt x="322" y="96"/>
                </a:lnTo>
                <a:lnTo>
                  <a:pt x="314" y="74"/>
                </a:lnTo>
                <a:lnTo>
                  <a:pt x="304" y="52"/>
                </a:lnTo>
                <a:lnTo>
                  <a:pt x="288" y="34"/>
                </a:lnTo>
                <a:lnTo>
                  <a:pt x="270" y="20"/>
                </a:lnTo>
                <a:lnTo>
                  <a:pt x="250" y="8"/>
                </a:lnTo>
                <a:lnTo>
                  <a:pt x="228" y="2"/>
                </a:lnTo>
                <a:lnTo>
                  <a:pt x="216" y="0"/>
                </a:lnTo>
                <a:lnTo>
                  <a:pt x="202" y="0"/>
                </a:lnTo>
                <a:lnTo>
                  <a:pt x="202" y="0"/>
                </a:lnTo>
                <a:close/>
                <a:moveTo>
                  <a:pt x="202" y="212"/>
                </a:moveTo>
                <a:lnTo>
                  <a:pt x="202" y="212"/>
                </a:lnTo>
                <a:lnTo>
                  <a:pt x="184" y="210"/>
                </a:lnTo>
                <a:lnTo>
                  <a:pt x="168" y="204"/>
                </a:lnTo>
                <a:lnTo>
                  <a:pt x="152" y="196"/>
                </a:lnTo>
                <a:lnTo>
                  <a:pt x="138" y="184"/>
                </a:lnTo>
                <a:lnTo>
                  <a:pt x="128" y="172"/>
                </a:lnTo>
                <a:lnTo>
                  <a:pt x="118" y="156"/>
                </a:lnTo>
                <a:lnTo>
                  <a:pt x="114" y="138"/>
                </a:lnTo>
                <a:lnTo>
                  <a:pt x="112" y="120"/>
                </a:lnTo>
                <a:lnTo>
                  <a:pt x="112" y="120"/>
                </a:lnTo>
                <a:lnTo>
                  <a:pt x="114" y="102"/>
                </a:lnTo>
                <a:lnTo>
                  <a:pt x="118" y="86"/>
                </a:lnTo>
                <a:lnTo>
                  <a:pt x="128" y="70"/>
                </a:lnTo>
                <a:lnTo>
                  <a:pt x="138" y="56"/>
                </a:lnTo>
                <a:lnTo>
                  <a:pt x="152" y="46"/>
                </a:lnTo>
                <a:lnTo>
                  <a:pt x="168" y="36"/>
                </a:lnTo>
                <a:lnTo>
                  <a:pt x="184" y="32"/>
                </a:lnTo>
                <a:lnTo>
                  <a:pt x="202" y="30"/>
                </a:lnTo>
                <a:lnTo>
                  <a:pt x="202" y="30"/>
                </a:lnTo>
                <a:lnTo>
                  <a:pt x="222" y="32"/>
                </a:lnTo>
                <a:lnTo>
                  <a:pt x="238" y="36"/>
                </a:lnTo>
                <a:lnTo>
                  <a:pt x="254" y="46"/>
                </a:lnTo>
                <a:lnTo>
                  <a:pt x="268" y="56"/>
                </a:lnTo>
                <a:lnTo>
                  <a:pt x="278" y="70"/>
                </a:lnTo>
                <a:lnTo>
                  <a:pt x="286" y="86"/>
                </a:lnTo>
                <a:lnTo>
                  <a:pt x="292" y="102"/>
                </a:lnTo>
                <a:lnTo>
                  <a:pt x="294" y="120"/>
                </a:lnTo>
                <a:lnTo>
                  <a:pt x="294" y="120"/>
                </a:lnTo>
                <a:lnTo>
                  <a:pt x="292" y="138"/>
                </a:lnTo>
                <a:lnTo>
                  <a:pt x="286" y="156"/>
                </a:lnTo>
                <a:lnTo>
                  <a:pt x="278" y="172"/>
                </a:lnTo>
                <a:lnTo>
                  <a:pt x="268" y="184"/>
                </a:lnTo>
                <a:lnTo>
                  <a:pt x="254" y="196"/>
                </a:lnTo>
                <a:lnTo>
                  <a:pt x="238" y="204"/>
                </a:lnTo>
                <a:lnTo>
                  <a:pt x="222" y="210"/>
                </a:lnTo>
                <a:lnTo>
                  <a:pt x="202" y="212"/>
                </a:lnTo>
                <a:lnTo>
                  <a:pt x="202" y="212"/>
                </a:lnTo>
                <a:close/>
                <a:moveTo>
                  <a:pt x="142" y="130"/>
                </a:moveTo>
                <a:lnTo>
                  <a:pt x="142" y="130"/>
                </a:lnTo>
                <a:lnTo>
                  <a:pt x="138" y="130"/>
                </a:lnTo>
                <a:lnTo>
                  <a:pt x="136" y="128"/>
                </a:lnTo>
                <a:lnTo>
                  <a:pt x="134" y="124"/>
                </a:lnTo>
                <a:lnTo>
                  <a:pt x="132" y="120"/>
                </a:lnTo>
                <a:lnTo>
                  <a:pt x="132" y="120"/>
                </a:lnTo>
                <a:lnTo>
                  <a:pt x="134" y="106"/>
                </a:lnTo>
                <a:lnTo>
                  <a:pt x="138" y="94"/>
                </a:lnTo>
                <a:lnTo>
                  <a:pt x="144" y="82"/>
                </a:lnTo>
                <a:lnTo>
                  <a:pt x="154" y="72"/>
                </a:lnTo>
                <a:lnTo>
                  <a:pt x="164" y="62"/>
                </a:lnTo>
                <a:lnTo>
                  <a:pt x="176" y="56"/>
                </a:lnTo>
                <a:lnTo>
                  <a:pt x="188" y="52"/>
                </a:lnTo>
                <a:lnTo>
                  <a:pt x="202" y="50"/>
                </a:lnTo>
                <a:lnTo>
                  <a:pt x="202" y="50"/>
                </a:lnTo>
                <a:lnTo>
                  <a:pt x="206" y="52"/>
                </a:lnTo>
                <a:lnTo>
                  <a:pt x="210" y="54"/>
                </a:lnTo>
                <a:lnTo>
                  <a:pt x="212" y="56"/>
                </a:lnTo>
                <a:lnTo>
                  <a:pt x="212" y="60"/>
                </a:lnTo>
                <a:lnTo>
                  <a:pt x="212" y="60"/>
                </a:lnTo>
                <a:lnTo>
                  <a:pt x="212" y="64"/>
                </a:lnTo>
                <a:lnTo>
                  <a:pt x="210" y="68"/>
                </a:lnTo>
                <a:lnTo>
                  <a:pt x="206" y="70"/>
                </a:lnTo>
                <a:lnTo>
                  <a:pt x="202" y="70"/>
                </a:lnTo>
                <a:lnTo>
                  <a:pt x="202" y="70"/>
                </a:lnTo>
                <a:lnTo>
                  <a:pt x="192" y="72"/>
                </a:lnTo>
                <a:lnTo>
                  <a:pt x="184" y="74"/>
                </a:lnTo>
                <a:lnTo>
                  <a:pt x="174" y="80"/>
                </a:lnTo>
                <a:lnTo>
                  <a:pt x="168" y="86"/>
                </a:lnTo>
                <a:lnTo>
                  <a:pt x="162" y="92"/>
                </a:lnTo>
                <a:lnTo>
                  <a:pt x="156" y="102"/>
                </a:lnTo>
                <a:lnTo>
                  <a:pt x="154" y="110"/>
                </a:lnTo>
                <a:lnTo>
                  <a:pt x="152" y="120"/>
                </a:lnTo>
                <a:lnTo>
                  <a:pt x="152" y="120"/>
                </a:lnTo>
                <a:lnTo>
                  <a:pt x="152" y="124"/>
                </a:lnTo>
                <a:lnTo>
                  <a:pt x="150" y="128"/>
                </a:lnTo>
                <a:lnTo>
                  <a:pt x="146" y="130"/>
                </a:lnTo>
                <a:lnTo>
                  <a:pt x="142" y="130"/>
                </a:lnTo>
                <a:lnTo>
                  <a:pt x="142" y="130"/>
                </a:lnTo>
                <a:close/>
                <a:moveTo>
                  <a:pt x="124" y="238"/>
                </a:moveTo>
                <a:lnTo>
                  <a:pt x="48" y="316"/>
                </a:lnTo>
                <a:lnTo>
                  <a:pt x="48" y="316"/>
                </a:lnTo>
                <a:lnTo>
                  <a:pt x="38" y="322"/>
                </a:lnTo>
                <a:lnTo>
                  <a:pt x="28" y="324"/>
                </a:lnTo>
                <a:lnTo>
                  <a:pt x="28" y="324"/>
                </a:lnTo>
                <a:lnTo>
                  <a:pt x="18" y="322"/>
                </a:lnTo>
                <a:lnTo>
                  <a:pt x="8" y="316"/>
                </a:lnTo>
                <a:lnTo>
                  <a:pt x="8" y="316"/>
                </a:lnTo>
                <a:lnTo>
                  <a:pt x="2" y="306"/>
                </a:lnTo>
                <a:lnTo>
                  <a:pt x="0" y="296"/>
                </a:lnTo>
                <a:lnTo>
                  <a:pt x="2" y="286"/>
                </a:lnTo>
                <a:lnTo>
                  <a:pt x="8" y="276"/>
                </a:lnTo>
                <a:lnTo>
                  <a:pt x="86" y="198"/>
                </a:lnTo>
                <a:lnTo>
                  <a:pt x="86" y="198"/>
                </a:lnTo>
                <a:lnTo>
                  <a:pt x="94" y="210"/>
                </a:lnTo>
                <a:lnTo>
                  <a:pt x="102" y="220"/>
                </a:lnTo>
                <a:lnTo>
                  <a:pt x="114" y="230"/>
                </a:lnTo>
                <a:lnTo>
                  <a:pt x="124" y="238"/>
                </a:lnTo>
                <a:lnTo>
                  <a:pt x="124" y="2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defTabSz="914309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0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1" name="Freeform 4899">
            <a:hlinkClick r:id="rId12" action="ppaction://hlinksldjump"/>
            <a:extLst>
              <a:ext uri="{FF2B5EF4-FFF2-40B4-BE49-F238E27FC236}">
                <a16:creationId xmlns:a16="http://schemas.microsoft.com/office/drawing/2014/main" id="{25A3B08F-02BB-FEAA-B05F-BFA9DF4BDA63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9269847" y="4815788"/>
            <a:ext cx="213717" cy="213659"/>
          </a:xfrm>
          <a:custGeom>
            <a:avLst/>
            <a:gdLst>
              <a:gd name="T0" fmla="*/ 190 w 324"/>
              <a:gd name="T1" fmla="*/ 0 h 324"/>
              <a:gd name="T2" fmla="*/ 134 w 324"/>
              <a:gd name="T3" fmla="*/ 20 h 324"/>
              <a:gd name="T4" fmla="*/ 90 w 324"/>
              <a:gd name="T5" fmla="*/ 74 h 324"/>
              <a:gd name="T6" fmla="*/ 82 w 324"/>
              <a:gd name="T7" fmla="*/ 120 h 324"/>
              <a:gd name="T8" fmla="*/ 84 w 324"/>
              <a:gd name="T9" fmla="*/ 146 h 324"/>
              <a:gd name="T10" fmla="*/ 118 w 324"/>
              <a:gd name="T11" fmla="*/ 206 h 324"/>
              <a:gd name="T12" fmla="*/ 178 w 324"/>
              <a:gd name="T13" fmla="*/ 240 h 324"/>
              <a:gd name="T14" fmla="*/ 202 w 324"/>
              <a:gd name="T15" fmla="*/ 242 h 324"/>
              <a:gd name="T16" fmla="*/ 250 w 324"/>
              <a:gd name="T17" fmla="*/ 232 h 324"/>
              <a:gd name="T18" fmla="*/ 304 w 324"/>
              <a:gd name="T19" fmla="*/ 188 h 324"/>
              <a:gd name="T20" fmla="*/ 324 w 324"/>
              <a:gd name="T21" fmla="*/ 132 h 324"/>
              <a:gd name="T22" fmla="*/ 324 w 324"/>
              <a:gd name="T23" fmla="*/ 108 h 324"/>
              <a:gd name="T24" fmla="*/ 304 w 324"/>
              <a:gd name="T25" fmla="*/ 52 h 324"/>
              <a:gd name="T26" fmla="*/ 250 w 324"/>
              <a:gd name="T27" fmla="*/ 8 h 324"/>
              <a:gd name="T28" fmla="*/ 202 w 324"/>
              <a:gd name="T29" fmla="*/ 0 h 324"/>
              <a:gd name="T30" fmla="*/ 202 w 324"/>
              <a:gd name="T31" fmla="*/ 212 h 324"/>
              <a:gd name="T32" fmla="*/ 152 w 324"/>
              <a:gd name="T33" fmla="*/ 196 h 324"/>
              <a:gd name="T34" fmla="*/ 118 w 324"/>
              <a:gd name="T35" fmla="*/ 156 h 324"/>
              <a:gd name="T36" fmla="*/ 112 w 324"/>
              <a:gd name="T37" fmla="*/ 120 h 324"/>
              <a:gd name="T38" fmla="*/ 128 w 324"/>
              <a:gd name="T39" fmla="*/ 70 h 324"/>
              <a:gd name="T40" fmla="*/ 168 w 324"/>
              <a:gd name="T41" fmla="*/ 36 h 324"/>
              <a:gd name="T42" fmla="*/ 202 w 324"/>
              <a:gd name="T43" fmla="*/ 30 h 324"/>
              <a:gd name="T44" fmla="*/ 254 w 324"/>
              <a:gd name="T45" fmla="*/ 46 h 324"/>
              <a:gd name="T46" fmla="*/ 286 w 324"/>
              <a:gd name="T47" fmla="*/ 86 h 324"/>
              <a:gd name="T48" fmla="*/ 294 w 324"/>
              <a:gd name="T49" fmla="*/ 120 h 324"/>
              <a:gd name="T50" fmla="*/ 278 w 324"/>
              <a:gd name="T51" fmla="*/ 172 h 324"/>
              <a:gd name="T52" fmla="*/ 238 w 324"/>
              <a:gd name="T53" fmla="*/ 204 h 324"/>
              <a:gd name="T54" fmla="*/ 202 w 324"/>
              <a:gd name="T55" fmla="*/ 212 h 324"/>
              <a:gd name="T56" fmla="*/ 138 w 324"/>
              <a:gd name="T57" fmla="*/ 130 h 324"/>
              <a:gd name="T58" fmla="*/ 132 w 324"/>
              <a:gd name="T59" fmla="*/ 120 h 324"/>
              <a:gd name="T60" fmla="*/ 138 w 324"/>
              <a:gd name="T61" fmla="*/ 94 h 324"/>
              <a:gd name="T62" fmla="*/ 164 w 324"/>
              <a:gd name="T63" fmla="*/ 62 h 324"/>
              <a:gd name="T64" fmla="*/ 202 w 324"/>
              <a:gd name="T65" fmla="*/ 50 h 324"/>
              <a:gd name="T66" fmla="*/ 210 w 324"/>
              <a:gd name="T67" fmla="*/ 54 h 324"/>
              <a:gd name="T68" fmla="*/ 212 w 324"/>
              <a:gd name="T69" fmla="*/ 60 h 324"/>
              <a:gd name="T70" fmla="*/ 206 w 324"/>
              <a:gd name="T71" fmla="*/ 70 h 324"/>
              <a:gd name="T72" fmla="*/ 192 w 324"/>
              <a:gd name="T73" fmla="*/ 72 h 324"/>
              <a:gd name="T74" fmla="*/ 168 w 324"/>
              <a:gd name="T75" fmla="*/ 86 h 324"/>
              <a:gd name="T76" fmla="*/ 154 w 324"/>
              <a:gd name="T77" fmla="*/ 110 h 324"/>
              <a:gd name="T78" fmla="*/ 152 w 324"/>
              <a:gd name="T79" fmla="*/ 124 h 324"/>
              <a:gd name="T80" fmla="*/ 142 w 324"/>
              <a:gd name="T81" fmla="*/ 130 h 324"/>
              <a:gd name="T82" fmla="*/ 48 w 324"/>
              <a:gd name="T83" fmla="*/ 316 h 324"/>
              <a:gd name="T84" fmla="*/ 28 w 324"/>
              <a:gd name="T85" fmla="*/ 324 h 324"/>
              <a:gd name="T86" fmla="*/ 8 w 324"/>
              <a:gd name="T87" fmla="*/ 316 h 324"/>
              <a:gd name="T88" fmla="*/ 0 w 324"/>
              <a:gd name="T89" fmla="*/ 296 h 324"/>
              <a:gd name="T90" fmla="*/ 86 w 324"/>
              <a:gd name="T91" fmla="*/ 198 h 324"/>
              <a:gd name="T92" fmla="*/ 102 w 324"/>
              <a:gd name="T93" fmla="*/ 220 h 324"/>
              <a:gd name="T94" fmla="*/ 124 w 324"/>
              <a:gd name="T95" fmla="*/ 238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4" h="324">
                <a:moveTo>
                  <a:pt x="202" y="0"/>
                </a:moveTo>
                <a:lnTo>
                  <a:pt x="202" y="0"/>
                </a:lnTo>
                <a:lnTo>
                  <a:pt x="190" y="0"/>
                </a:lnTo>
                <a:lnTo>
                  <a:pt x="178" y="2"/>
                </a:lnTo>
                <a:lnTo>
                  <a:pt x="156" y="8"/>
                </a:lnTo>
                <a:lnTo>
                  <a:pt x="134" y="20"/>
                </a:lnTo>
                <a:lnTo>
                  <a:pt x="118" y="34"/>
                </a:lnTo>
                <a:lnTo>
                  <a:pt x="102" y="52"/>
                </a:lnTo>
                <a:lnTo>
                  <a:pt x="90" y="74"/>
                </a:lnTo>
                <a:lnTo>
                  <a:pt x="84" y="96"/>
                </a:lnTo>
                <a:lnTo>
                  <a:pt x="82" y="108"/>
                </a:lnTo>
                <a:lnTo>
                  <a:pt x="82" y="120"/>
                </a:lnTo>
                <a:lnTo>
                  <a:pt x="82" y="120"/>
                </a:lnTo>
                <a:lnTo>
                  <a:pt x="82" y="132"/>
                </a:lnTo>
                <a:lnTo>
                  <a:pt x="84" y="146"/>
                </a:lnTo>
                <a:lnTo>
                  <a:pt x="90" y="168"/>
                </a:lnTo>
                <a:lnTo>
                  <a:pt x="102" y="188"/>
                </a:lnTo>
                <a:lnTo>
                  <a:pt x="118" y="206"/>
                </a:lnTo>
                <a:lnTo>
                  <a:pt x="134" y="222"/>
                </a:lnTo>
                <a:lnTo>
                  <a:pt x="156" y="232"/>
                </a:lnTo>
                <a:lnTo>
                  <a:pt x="178" y="240"/>
                </a:lnTo>
                <a:lnTo>
                  <a:pt x="190" y="242"/>
                </a:lnTo>
                <a:lnTo>
                  <a:pt x="202" y="242"/>
                </a:lnTo>
                <a:lnTo>
                  <a:pt x="202" y="242"/>
                </a:lnTo>
                <a:lnTo>
                  <a:pt x="216" y="242"/>
                </a:lnTo>
                <a:lnTo>
                  <a:pt x="228" y="240"/>
                </a:lnTo>
                <a:lnTo>
                  <a:pt x="250" y="232"/>
                </a:lnTo>
                <a:lnTo>
                  <a:pt x="270" y="222"/>
                </a:lnTo>
                <a:lnTo>
                  <a:pt x="288" y="206"/>
                </a:lnTo>
                <a:lnTo>
                  <a:pt x="304" y="188"/>
                </a:lnTo>
                <a:lnTo>
                  <a:pt x="314" y="168"/>
                </a:lnTo>
                <a:lnTo>
                  <a:pt x="322" y="146"/>
                </a:lnTo>
                <a:lnTo>
                  <a:pt x="324" y="132"/>
                </a:lnTo>
                <a:lnTo>
                  <a:pt x="324" y="120"/>
                </a:lnTo>
                <a:lnTo>
                  <a:pt x="324" y="120"/>
                </a:lnTo>
                <a:lnTo>
                  <a:pt x="324" y="108"/>
                </a:lnTo>
                <a:lnTo>
                  <a:pt x="322" y="96"/>
                </a:lnTo>
                <a:lnTo>
                  <a:pt x="314" y="74"/>
                </a:lnTo>
                <a:lnTo>
                  <a:pt x="304" y="52"/>
                </a:lnTo>
                <a:lnTo>
                  <a:pt x="288" y="34"/>
                </a:lnTo>
                <a:lnTo>
                  <a:pt x="270" y="20"/>
                </a:lnTo>
                <a:lnTo>
                  <a:pt x="250" y="8"/>
                </a:lnTo>
                <a:lnTo>
                  <a:pt x="228" y="2"/>
                </a:lnTo>
                <a:lnTo>
                  <a:pt x="216" y="0"/>
                </a:lnTo>
                <a:lnTo>
                  <a:pt x="202" y="0"/>
                </a:lnTo>
                <a:lnTo>
                  <a:pt x="202" y="0"/>
                </a:lnTo>
                <a:close/>
                <a:moveTo>
                  <a:pt x="202" y="212"/>
                </a:moveTo>
                <a:lnTo>
                  <a:pt x="202" y="212"/>
                </a:lnTo>
                <a:lnTo>
                  <a:pt x="184" y="210"/>
                </a:lnTo>
                <a:lnTo>
                  <a:pt x="168" y="204"/>
                </a:lnTo>
                <a:lnTo>
                  <a:pt x="152" y="196"/>
                </a:lnTo>
                <a:lnTo>
                  <a:pt x="138" y="184"/>
                </a:lnTo>
                <a:lnTo>
                  <a:pt x="128" y="172"/>
                </a:lnTo>
                <a:lnTo>
                  <a:pt x="118" y="156"/>
                </a:lnTo>
                <a:lnTo>
                  <a:pt x="114" y="138"/>
                </a:lnTo>
                <a:lnTo>
                  <a:pt x="112" y="120"/>
                </a:lnTo>
                <a:lnTo>
                  <a:pt x="112" y="120"/>
                </a:lnTo>
                <a:lnTo>
                  <a:pt x="114" y="102"/>
                </a:lnTo>
                <a:lnTo>
                  <a:pt x="118" y="86"/>
                </a:lnTo>
                <a:lnTo>
                  <a:pt x="128" y="70"/>
                </a:lnTo>
                <a:lnTo>
                  <a:pt x="138" y="56"/>
                </a:lnTo>
                <a:lnTo>
                  <a:pt x="152" y="46"/>
                </a:lnTo>
                <a:lnTo>
                  <a:pt x="168" y="36"/>
                </a:lnTo>
                <a:lnTo>
                  <a:pt x="184" y="32"/>
                </a:lnTo>
                <a:lnTo>
                  <a:pt x="202" y="30"/>
                </a:lnTo>
                <a:lnTo>
                  <a:pt x="202" y="30"/>
                </a:lnTo>
                <a:lnTo>
                  <a:pt x="222" y="32"/>
                </a:lnTo>
                <a:lnTo>
                  <a:pt x="238" y="36"/>
                </a:lnTo>
                <a:lnTo>
                  <a:pt x="254" y="46"/>
                </a:lnTo>
                <a:lnTo>
                  <a:pt x="268" y="56"/>
                </a:lnTo>
                <a:lnTo>
                  <a:pt x="278" y="70"/>
                </a:lnTo>
                <a:lnTo>
                  <a:pt x="286" y="86"/>
                </a:lnTo>
                <a:lnTo>
                  <a:pt x="292" y="102"/>
                </a:lnTo>
                <a:lnTo>
                  <a:pt x="294" y="120"/>
                </a:lnTo>
                <a:lnTo>
                  <a:pt x="294" y="120"/>
                </a:lnTo>
                <a:lnTo>
                  <a:pt x="292" y="138"/>
                </a:lnTo>
                <a:lnTo>
                  <a:pt x="286" y="156"/>
                </a:lnTo>
                <a:lnTo>
                  <a:pt x="278" y="172"/>
                </a:lnTo>
                <a:lnTo>
                  <a:pt x="268" y="184"/>
                </a:lnTo>
                <a:lnTo>
                  <a:pt x="254" y="196"/>
                </a:lnTo>
                <a:lnTo>
                  <a:pt x="238" y="204"/>
                </a:lnTo>
                <a:lnTo>
                  <a:pt x="222" y="210"/>
                </a:lnTo>
                <a:lnTo>
                  <a:pt x="202" y="212"/>
                </a:lnTo>
                <a:lnTo>
                  <a:pt x="202" y="212"/>
                </a:lnTo>
                <a:close/>
                <a:moveTo>
                  <a:pt x="142" y="130"/>
                </a:moveTo>
                <a:lnTo>
                  <a:pt x="142" y="130"/>
                </a:lnTo>
                <a:lnTo>
                  <a:pt x="138" y="130"/>
                </a:lnTo>
                <a:lnTo>
                  <a:pt x="136" y="128"/>
                </a:lnTo>
                <a:lnTo>
                  <a:pt x="134" y="124"/>
                </a:lnTo>
                <a:lnTo>
                  <a:pt x="132" y="120"/>
                </a:lnTo>
                <a:lnTo>
                  <a:pt x="132" y="120"/>
                </a:lnTo>
                <a:lnTo>
                  <a:pt x="134" y="106"/>
                </a:lnTo>
                <a:lnTo>
                  <a:pt x="138" y="94"/>
                </a:lnTo>
                <a:lnTo>
                  <a:pt x="144" y="82"/>
                </a:lnTo>
                <a:lnTo>
                  <a:pt x="154" y="72"/>
                </a:lnTo>
                <a:lnTo>
                  <a:pt x="164" y="62"/>
                </a:lnTo>
                <a:lnTo>
                  <a:pt x="176" y="56"/>
                </a:lnTo>
                <a:lnTo>
                  <a:pt x="188" y="52"/>
                </a:lnTo>
                <a:lnTo>
                  <a:pt x="202" y="50"/>
                </a:lnTo>
                <a:lnTo>
                  <a:pt x="202" y="50"/>
                </a:lnTo>
                <a:lnTo>
                  <a:pt x="206" y="52"/>
                </a:lnTo>
                <a:lnTo>
                  <a:pt x="210" y="54"/>
                </a:lnTo>
                <a:lnTo>
                  <a:pt x="212" y="56"/>
                </a:lnTo>
                <a:lnTo>
                  <a:pt x="212" y="60"/>
                </a:lnTo>
                <a:lnTo>
                  <a:pt x="212" y="60"/>
                </a:lnTo>
                <a:lnTo>
                  <a:pt x="212" y="64"/>
                </a:lnTo>
                <a:lnTo>
                  <a:pt x="210" y="68"/>
                </a:lnTo>
                <a:lnTo>
                  <a:pt x="206" y="70"/>
                </a:lnTo>
                <a:lnTo>
                  <a:pt x="202" y="70"/>
                </a:lnTo>
                <a:lnTo>
                  <a:pt x="202" y="70"/>
                </a:lnTo>
                <a:lnTo>
                  <a:pt x="192" y="72"/>
                </a:lnTo>
                <a:lnTo>
                  <a:pt x="184" y="74"/>
                </a:lnTo>
                <a:lnTo>
                  <a:pt x="174" y="80"/>
                </a:lnTo>
                <a:lnTo>
                  <a:pt x="168" y="86"/>
                </a:lnTo>
                <a:lnTo>
                  <a:pt x="162" y="92"/>
                </a:lnTo>
                <a:lnTo>
                  <a:pt x="156" y="102"/>
                </a:lnTo>
                <a:lnTo>
                  <a:pt x="154" y="110"/>
                </a:lnTo>
                <a:lnTo>
                  <a:pt x="152" y="120"/>
                </a:lnTo>
                <a:lnTo>
                  <a:pt x="152" y="120"/>
                </a:lnTo>
                <a:lnTo>
                  <a:pt x="152" y="124"/>
                </a:lnTo>
                <a:lnTo>
                  <a:pt x="150" y="128"/>
                </a:lnTo>
                <a:lnTo>
                  <a:pt x="146" y="130"/>
                </a:lnTo>
                <a:lnTo>
                  <a:pt x="142" y="130"/>
                </a:lnTo>
                <a:lnTo>
                  <a:pt x="142" y="130"/>
                </a:lnTo>
                <a:close/>
                <a:moveTo>
                  <a:pt x="124" y="238"/>
                </a:moveTo>
                <a:lnTo>
                  <a:pt x="48" y="316"/>
                </a:lnTo>
                <a:lnTo>
                  <a:pt x="48" y="316"/>
                </a:lnTo>
                <a:lnTo>
                  <a:pt x="38" y="322"/>
                </a:lnTo>
                <a:lnTo>
                  <a:pt x="28" y="324"/>
                </a:lnTo>
                <a:lnTo>
                  <a:pt x="28" y="324"/>
                </a:lnTo>
                <a:lnTo>
                  <a:pt x="18" y="322"/>
                </a:lnTo>
                <a:lnTo>
                  <a:pt x="8" y="316"/>
                </a:lnTo>
                <a:lnTo>
                  <a:pt x="8" y="316"/>
                </a:lnTo>
                <a:lnTo>
                  <a:pt x="2" y="306"/>
                </a:lnTo>
                <a:lnTo>
                  <a:pt x="0" y="296"/>
                </a:lnTo>
                <a:lnTo>
                  <a:pt x="2" y="286"/>
                </a:lnTo>
                <a:lnTo>
                  <a:pt x="8" y="276"/>
                </a:lnTo>
                <a:lnTo>
                  <a:pt x="86" y="198"/>
                </a:lnTo>
                <a:lnTo>
                  <a:pt x="86" y="198"/>
                </a:lnTo>
                <a:lnTo>
                  <a:pt x="94" y="210"/>
                </a:lnTo>
                <a:lnTo>
                  <a:pt x="102" y="220"/>
                </a:lnTo>
                <a:lnTo>
                  <a:pt x="114" y="230"/>
                </a:lnTo>
                <a:lnTo>
                  <a:pt x="124" y="238"/>
                </a:lnTo>
                <a:lnTo>
                  <a:pt x="124" y="2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defTabSz="914309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0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" name="Freeform 4899">
            <a:hlinkClick r:id="rId13" action="ppaction://hlinksldjump"/>
            <a:extLst>
              <a:ext uri="{FF2B5EF4-FFF2-40B4-BE49-F238E27FC236}">
                <a16:creationId xmlns:a16="http://schemas.microsoft.com/office/drawing/2014/main" id="{A127B768-B3B6-E7AC-84AD-4D3CDAF6FD72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11446395" y="4815788"/>
            <a:ext cx="213717" cy="213659"/>
          </a:xfrm>
          <a:custGeom>
            <a:avLst/>
            <a:gdLst>
              <a:gd name="T0" fmla="*/ 190 w 324"/>
              <a:gd name="T1" fmla="*/ 0 h 324"/>
              <a:gd name="T2" fmla="*/ 134 w 324"/>
              <a:gd name="T3" fmla="*/ 20 h 324"/>
              <a:gd name="T4" fmla="*/ 90 w 324"/>
              <a:gd name="T5" fmla="*/ 74 h 324"/>
              <a:gd name="T6" fmla="*/ 82 w 324"/>
              <a:gd name="T7" fmla="*/ 120 h 324"/>
              <a:gd name="T8" fmla="*/ 84 w 324"/>
              <a:gd name="T9" fmla="*/ 146 h 324"/>
              <a:gd name="T10" fmla="*/ 118 w 324"/>
              <a:gd name="T11" fmla="*/ 206 h 324"/>
              <a:gd name="T12" fmla="*/ 178 w 324"/>
              <a:gd name="T13" fmla="*/ 240 h 324"/>
              <a:gd name="T14" fmla="*/ 202 w 324"/>
              <a:gd name="T15" fmla="*/ 242 h 324"/>
              <a:gd name="T16" fmla="*/ 250 w 324"/>
              <a:gd name="T17" fmla="*/ 232 h 324"/>
              <a:gd name="T18" fmla="*/ 304 w 324"/>
              <a:gd name="T19" fmla="*/ 188 h 324"/>
              <a:gd name="T20" fmla="*/ 324 w 324"/>
              <a:gd name="T21" fmla="*/ 132 h 324"/>
              <a:gd name="T22" fmla="*/ 324 w 324"/>
              <a:gd name="T23" fmla="*/ 108 h 324"/>
              <a:gd name="T24" fmla="*/ 304 w 324"/>
              <a:gd name="T25" fmla="*/ 52 h 324"/>
              <a:gd name="T26" fmla="*/ 250 w 324"/>
              <a:gd name="T27" fmla="*/ 8 h 324"/>
              <a:gd name="T28" fmla="*/ 202 w 324"/>
              <a:gd name="T29" fmla="*/ 0 h 324"/>
              <a:gd name="T30" fmla="*/ 202 w 324"/>
              <a:gd name="T31" fmla="*/ 212 h 324"/>
              <a:gd name="T32" fmla="*/ 152 w 324"/>
              <a:gd name="T33" fmla="*/ 196 h 324"/>
              <a:gd name="T34" fmla="*/ 118 w 324"/>
              <a:gd name="T35" fmla="*/ 156 h 324"/>
              <a:gd name="T36" fmla="*/ 112 w 324"/>
              <a:gd name="T37" fmla="*/ 120 h 324"/>
              <a:gd name="T38" fmla="*/ 128 w 324"/>
              <a:gd name="T39" fmla="*/ 70 h 324"/>
              <a:gd name="T40" fmla="*/ 168 w 324"/>
              <a:gd name="T41" fmla="*/ 36 h 324"/>
              <a:gd name="T42" fmla="*/ 202 w 324"/>
              <a:gd name="T43" fmla="*/ 30 h 324"/>
              <a:gd name="T44" fmla="*/ 254 w 324"/>
              <a:gd name="T45" fmla="*/ 46 h 324"/>
              <a:gd name="T46" fmla="*/ 286 w 324"/>
              <a:gd name="T47" fmla="*/ 86 h 324"/>
              <a:gd name="T48" fmla="*/ 294 w 324"/>
              <a:gd name="T49" fmla="*/ 120 h 324"/>
              <a:gd name="T50" fmla="*/ 278 w 324"/>
              <a:gd name="T51" fmla="*/ 172 h 324"/>
              <a:gd name="T52" fmla="*/ 238 w 324"/>
              <a:gd name="T53" fmla="*/ 204 h 324"/>
              <a:gd name="T54" fmla="*/ 202 w 324"/>
              <a:gd name="T55" fmla="*/ 212 h 324"/>
              <a:gd name="T56" fmla="*/ 138 w 324"/>
              <a:gd name="T57" fmla="*/ 130 h 324"/>
              <a:gd name="T58" fmla="*/ 132 w 324"/>
              <a:gd name="T59" fmla="*/ 120 h 324"/>
              <a:gd name="T60" fmla="*/ 138 w 324"/>
              <a:gd name="T61" fmla="*/ 94 h 324"/>
              <a:gd name="T62" fmla="*/ 164 w 324"/>
              <a:gd name="T63" fmla="*/ 62 h 324"/>
              <a:gd name="T64" fmla="*/ 202 w 324"/>
              <a:gd name="T65" fmla="*/ 50 h 324"/>
              <a:gd name="T66" fmla="*/ 210 w 324"/>
              <a:gd name="T67" fmla="*/ 54 h 324"/>
              <a:gd name="T68" fmla="*/ 212 w 324"/>
              <a:gd name="T69" fmla="*/ 60 h 324"/>
              <a:gd name="T70" fmla="*/ 206 w 324"/>
              <a:gd name="T71" fmla="*/ 70 h 324"/>
              <a:gd name="T72" fmla="*/ 192 w 324"/>
              <a:gd name="T73" fmla="*/ 72 h 324"/>
              <a:gd name="T74" fmla="*/ 168 w 324"/>
              <a:gd name="T75" fmla="*/ 86 h 324"/>
              <a:gd name="T76" fmla="*/ 154 w 324"/>
              <a:gd name="T77" fmla="*/ 110 h 324"/>
              <a:gd name="T78" fmla="*/ 152 w 324"/>
              <a:gd name="T79" fmla="*/ 124 h 324"/>
              <a:gd name="T80" fmla="*/ 142 w 324"/>
              <a:gd name="T81" fmla="*/ 130 h 324"/>
              <a:gd name="T82" fmla="*/ 48 w 324"/>
              <a:gd name="T83" fmla="*/ 316 h 324"/>
              <a:gd name="T84" fmla="*/ 28 w 324"/>
              <a:gd name="T85" fmla="*/ 324 h 324"/>
              <a:gd name="T86" fmla="*/ 8 w 324"/>
              <a:gd name="T87" fmla="*/ 316 h 324"/>
              <a:gd name="T88" fmla="*/ 0 w 324"/>
              <a:gd name="T89" fmla="*/ 296 h 324"/>
              <a:gd name="T90" fmla="*/ 86 w 324"/>
              <a:gd name="T91" fmla="*/ 198 h 324"/>
              <a:gd name="T92" fmla="*/ 102 w 324"/>
              <a:gd name="T93" fmla="*/ 220 h 324"/>
              <a:gd name="T94" fmla="*/ 124 w 324"/>
              <a:gd name="T95" fmla="*/ 238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4" h="324">
                <a:moveTo>
                  <a:pt x="202" y="0"/>
                </a:moveTo>
                <a:lnTo>
                  <a:pt x="202" y="0"/>
                </a:lnTo>
                <a:lnTo>
                  <a:pt x="190" y="0"/>
                </a:lnTo>
                <a:lnTo>
                  <a:pt x="178" y="2"/>
                </a:lnTo>
                <a:lnTo>
                  <a:pt x="156" y="8"/>
                </a:lnTo>
                <a:lnTo>
                  <a:pt x="134" y="20"/>
                </a:lnTo>
                <a:lnTo>
                  <a:pt x="118" y="34"/>
                </a:lnTo>
                <a:lnTo>
                  <a:pt x="102" y="52"/>
                </a:lnTo>
                <a:lnTo>
                  <a:pt x="90" y="74"/>
                </a:lnTo>
                <a:lnTo>
                  <a:pt x="84" y="96"/>
                </a:lnTo>
                <a:lnTo>
                  <a:pt x="82" y="108"/>
                </a:lnTo>
                <a:lnTo>
                  <a:pt x="82" y="120"/>
                </a:lnTo>
                <a:lnTo>
                  <a:pt x="82" y="120"/>
                </a:lnTo>
                <a:lnTo>
                  <a:pt x="82" y="132"/>
                </a:lnTo>
                <a:lnTo>
                  <a:pt x="84" y="146"/>
                </a:lnTo>
                <a:lnTo>
                  <a:pt x="90" y="168"/>
                </a:lnTo>
                <a:lnTo>
                  <a:pt x="102" y="188"/>
                </a:lnTo>
                <a:lnTo>
                  <a:pt x="118" y="206"/>
                </a:lnTo>
                <a:lnTo>
                  <a:pt x="134" y="222"/>
                </a:lnTo>
                <a:lnTo>
                  <a:pt x="156" y="232"/>
                </a:lnTo>
                <a:lnTo>
                  <a:pt x="178" y="240"/>
                </a:lnTo>
                <a:lnTo>
                  <a:pt x="190" y="242"/>
                </a:lnTo>
                <a:lnTo>
                  <a:pt x="202" y="242"/>
                </a:lnTo>
                <a:lnTo>
                  <a:pt x="202" y="242"/>
                </a:lnTo>
                <a:lnTo>
                  <a:pt x="216" y="242"/>
                </a:lnTo>
                <a:lnTo>
                  <a:pt x="228" y="240"/>
                </a:lnTo>
                <a:lnTo>
                  <a:pt x="250" y="232"/>
                </a:lnTo>
                <a:lnTo>
                  <a:pt x="270" y="222"/>
                </a:lnTo>
                <a:lnTo>
                  <a:pt x="288" y="206"/>
                </a:lnTo>
                <a:lnTo>
                  <a:pt x="304" y="188"/>
                </a:lnTo>
                <a:lnTo>
                  <a:pt x="314" y="168"/>
                </a:lnTo>
                <a:lnTo>
                  <a:pt x="322" y="146"/>
                </a:lnTo>
                <a:lnTo>
                  <a:pt x="324" y="132"/>
                </a:lnTo>
                <a:lnTo>
                  <a:pt x="324" y="120"/>
                </a:lnTo>
                <a:lnTo>
                  <a:pt x="324" y="120"/>
                </a:lnTo>
                <a:lnTo>
                  <a:pt x="324" y="108"/>
                </a:lnTo>
                <a:lnTo>
                  <a:pt x="322" y="96"/>
                </a:lnTo>
                <a:lnTo>
                  <a:pt x="314" y="74"/>
                </a:lnTo>
                <a:lnTo>
                  <a:pt x="304" y="52"/>
                </a:lnTo>
                <a:lnTo>
                  <a:pt x="288" y="34"/>
                </a:lnTo>
                <a:lnTo>
                  <a:pt x="270" y="20"/>
                </a:lnTo>
                <a:lnTo>
                  <a:pt x="250" y="8"/>
                </a:lnTo>
                <a:lnTo>
                  <a:pt x="228" y="2"/>
                </a:lnTo>
                <a:lnTo>
                  <a:pt x="216" y="0"/>
                </a:lnTo>
                <a:lnTo>
                  <a:pt x="202" y="0"/>
                </a:lnTo>
                <a:lnTo>
                  <a:pt x="202" y="0"/>
                </a:lnTo>
                <a:close/>
                <a:moveTo>
                  <a:pt x="202" y="212"/>
                </a:moveTo>
                <a:lnTo>
                  <a:pt x="202" y="212"/>
                </a:lnTo>
                <a:lnTo>
                  <a:pt x="184" y="210"/>
                </a:lnTo>
                <a:lnTo>
                  <a:pt x="168" y="204"/>
                </a:lnTo>
                <a:lnTo>
                  <a:pt x="152" y="196"/>
                </a:lnTo>
                <a:lnTo>
                  <a:pt x="138" y="184"/>
                </a:lnTo>
                <a:lnTo>
                  <a:pt x="128" y="172"/>
                </a:lnTo>
                <a:lnTo>
                  <a:pt x="118" y="156"/>
                </a:lnTo>
                <a:lnTo>
                  <a:pt x="114" y="138"/>
                </a:lnTo>
                <a:lnTo>
                  <a:pt x="112" y="120"/>
                </a:lnTo>
                <a:lnTo>
                  <a:pt x="112" y="120"/>
                </a:lnTo>
                <a:lnTo>
                  <a:pt x="114" y="102"/>
                </a:lnTo>
                <a:lnTo>
                  <a:pt x="118" y="86"/>
                </a:lnTo>
                <a:lnTo>
                  <a:pt x="128" y="70"/>
                </a:lnTo>
                <a:lnTo>
                  <a:pt x="138" y="56"/>
                </a:lnTo>
                <a:lnTo>
                  <a:pt x="152" y="46"/>
                </a:lnTo>
                <a:lnTo>
                  <a:pt x="168" y="36"/>
                </a:lnTo>
                <a:lnTo>
                  <a:pt x="184" y="32"/>
                </a:lnTo>
                <a:lnTo>
                  <a:pt x="202" y="30"/>
                </a:lnTo>
                <a:lnTo>
                  <a:pt x="202" y="30"/>
                </a:lnTo>
                <a:lnTo>
                  <a:pt x="222" y="32"/>
                </a:lnTo>
                <a:lnTo>
                  <a:pt x="238" y="36"/>
                </a:lnTo>
                <a:lnTo>
                  <a:pt x="254" y="46"/>
                </a:lnTo>
                <a:lnTo>
                  <a:pt x="268" y="56"/>
                </a:lnTo>
                <a:lnTo>
                  <a:pt x="278" y="70"/>
                </a:lnTo>
                <a:lnTo>
                  <a:pt x="286" y="86"/>
                </a:lnTo>
                <a:lnTo>
                  <a:pt x="292" y="102"/>
                </a:lnTo>
                <a:lnTo>
                  <a:pt x="294" y="120"/>
                </a:lnTo>
                <a:lnTo>
                  <a:pt x="294" y="120"/>
                </a:lnTo>
                <a:lnTo>
                  <a:pt x="292" y="138"/>
                </a:lnTo>
                <a:lnTo>
                  <a:pt x="286" y="156"/>
                </a:lnTo>
                <a:lnTo>
                  <a:pt x="278" y="172"/>
                </a:lnTo>
                <a:lnTo>
                  <a:pt x="268" y="184"/>
                </a:lnTo>
                <a:lnTo>
                  <a:pt x="254" y="196"/>
                </a:lnTo>
                <a:lnTo>
                  <a:pt x="238" y="204"/>
                </a:lnTo>
                <a:lnTo>
                  <a:pt x="222" y="210"/>
                </a:lnTo>
                <a:lnTo>
                  <a:pt x="202" y="212"/>
                </a:lnTo>
                <a:lnTo>
                  <a:pt x="202" y="212"/>
                </a:lnTo>
                <a:close/>
                <a:moveTo>
                  <a:pt x="142" y="130"/>
                </a:moveTo>
                <a:lnTo>
                  <a:pt x="142" y="130"/>
                </a:lnTo>
                <a:lnTo>
                  <a:pt x="138" y="130"/>
                </a:lnTo>
                <a:lnTo>
                  <a:pt x="136" y="128"/>
                </a:lnTo>
                <a:lnTo>
                  <a:pt x="134" y="124"/>
                </a:lnTo>
                <a:lnTo>
                  <a:pt x="132" y="120"/>
                </a:lnTo>
                <a:lnTo>
                  <a:pt x="132" y="120"/>
                </a:lnTo>
                <a:lnTo>
                  <a:pt x="134" y="106"/>
                </a:lnTo>
                <a:lnTo>
                  <a:pt x="138" y="94"/>
                </a:lnTo>
                <a:lnTo>
                  <a:pt x="144" y="82"/>
                </a:lnTo>
                <a:lnTo>
                  <a:pt x="154" y="72"/>
                </a:lnTo>
                <a:lnTo>
                  <a:pt x="164" y="62"/>
                </a:lnTo>
                <a:lnTo>
                  <a:pt x="176" y="56"/>
                </a:lnTo>
                <a:lnTo>
                  <a:pt x="188" y="52"/>
                </a:lnTo>
                <a:lnTo>
                  <a:pt x="202" y="50"/>
                </a:lnTo>
                <a:lnTo>
                  <a:pt x="202" y="50"/>
                </a:lnTo>
                <a:lnTo>
                  <a:pt x="206" y="52"/>
                </a:lnTo>
                <a:lnTo>
                  <a:pt x="210" y="54"/>
                </a:lnTo>
                <a:lnTo>
                  <a:pt x="212" y="56"/>
                </a:lnTo>
                <a:lnTo>
                  <a:pt x="212" y="60"/>
                </a:lnTo>
                <a:lnTo>
                  <a:pt x="212" y="60"/>
                </a:lnTo>
                <a:lnTo>
                  <a:pt x="212" y="64"/>
                </a:lnTo>
                <a:lnTo>
                  <a:pt x="210" y="68"/>
                </a:lnTo>
                <a:lnTo>
                  <a:pt x="206" y="70"/>
                </a:lnTo>
                <a:lnTo>
                  <a:pt x="202" y="70"/>
                </a:lnTo>
                <a:lnTo>
                  <a:pt x="202" y="70"/>
                </a:lnTo>
                <a:lnTo>
                  <a:pt x="192" y="72"/>
                </a:lnTo>
                <a:lnTo>
                  <a:pt x="184" y="74"/>
                </a:lnTo>
                <a:lnTo>
                  <a:pt x="174" y="80"/>
                </a:lnTo>
                <a:lnTo>
                  <a:pt x="168" y="86"/>
                </a:lnTo>
                <a:lnTo>
                  <a:pt x="162" y="92"/>
                </a:lnTo>
                <a:lnTo>
                  <a:pt x="156" y="102"/>
                </a:lnTo>
                <a:lnTo>
                  <a:pt x="154" y="110"/>
                </a:lnTo>
                <a:lnTo>
                  <a:pt x="152" y="120"/>
                </a:lnTo>
                <a:lnTo>
                  <a:pt x="152" y="120"/>
                </a:lnTo>
                <a:lnTo>
                  <a:pt x="152" y="124"/>
                </a:lnTo>
                <a:lnTo>
                  <a:pt x="150" y="128"/>
                </a:lnTo>
                <a:lnTo>
                  <a:pt x="146" y="130"/>
                </a:lnTo>
                <a:lnTo>
                  <a:pt x="142" y="130"/>
                </a:lnTo>
                <a:lnTo>
                  <a:pt x="142" y="130"/>
                </a:lnTo>
                <a:close/>
                <a:moveTo>
                  <a:pt x="124" y="238"/>
                </a:moveTo>
                <a:lnTo>
                  <a:pt x="48" y="316"/>
                </a:lnTo>
                <a:lnTo>
                  <a:pt x="48" y="316"/>
                </a:lnTo>
                <a:lnTo>
                  <a:pt x="38" y="322"/>
                </a:lnTo>
                <a:lnTo>
                  <a:pt x="28" y="324"/>
                </a:lnTo>
                <a:lnTo>
                  <a:pt x="28" y="324"/>
                </a:lnTo>
                <a:lnTo>
                  <a:pt x="18" y="322"/>
                </a:lnTo>
                <a:lnTo>
                  <a:pt x="8" y="316"/>
                </a:lnTo>
                <a:lnTo>
                  <a:pt x="8" y="316"/>
                </a:lnTo>
                <a:lnTo>
                  <a:pt x="2" y="306"/>
                </a:lnTo>
                <a:lnTo>
                  <a:pt x="0" y="296"/>
                </a:lnTo>
                <a:lnTo>
                  <a:pt x="2" y="286"/>
                </a:lnTo>
                <a:lnTo>
                  <a:pt x="8" y="276"/>
                </a:lnTo>
                <a:lnTo>
                  <a:pt x="86" y="198"/>
                </a:lnTo>
                <a:lnTo>
                  <a:pt x="86" y="198"/>
                </a:lnTo>
                <a:lnTo>
                  <a:pt x="94" y="210"/>
                </a:lnTo>
                <a:lnTo>
                  <a:pt x="102" y="220"/>
                </a:lnTo>
                <a:lnTo>
                  <a:pt x="114" y="230"/>
                </a:lnTo>
                <a:lnTo>
                  <a:pt x="124" y="238"/>
                </a:lnTo>
                <a:lnTo>
                  <a:pt x="124" y="2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defTabSz="914309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050" dirty="0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507CAF-27D2-A1F0-97B4-3935593925D2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5">
            <a:extLst>
              <a:ext uri="{FF2B5EF4-FFF2-40B4-BE49-F238E27FC236}">
                <a16:creationId xmlns:a16="http://schemas.microsoft.com/office/drawing/2014/main" id="{3B289F55-8DEC-7CF3-4232-8714F7854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-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Flujo E2E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2" name="Graphic 1" descr="Rewind with solid fill">
            <a:hlinkClick r:id="rId14" action="ppaction://hlinksldjump"/>
            <a:extLst>
              <a:ext uri="{FF2B5EF4-FFF2-40B4-BE49-F238E27FC236}">
                <a16:creationId xmlns:a16="http://schemas.microsoft.com/office/drawing/2014/main" id="{1A7B85E0-42EA-0B36-763F-95C3FE0F547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77324" y="196514"/>
            <a:ext cx="470424" cy="4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6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43B4F1C8-1284-2EB7-7C6A-D7CD4B9F6E45}"/>
              </a:ext>
            </a:extLst>
          </p:cNvPr>
          <p:cNvSpPr/>
          <p:nvPr/>
        </p:nvSpPr>
        <p:spPr>
          <a:xfrm>
            <a:off x="5498237" y="1522195"/>
            <a:ext cx="706016" cy="496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4BFDFCB-7628-0430-A0AD-B24A5651A724}"/>
              </a:ext>
            </a:extLst>
          </p:cNvPr>
          <p:cNvSpPr txBox="1"/>
          <p:nvPr/>
        </p:nvSpPr>
        <p:spPr>
          <a:xfrm>
            <a:off x="466929" y="1568342"/>
            <a:ext cx="11246102" cy="18210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endParaRPr lang="es-ES_tradnl" sz="800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E953D822-24DA-2AB2-057A-94F89377DB54}"/>
              </a:ext>
            </a:extLst>
          </p:cNvPr>
          <p:cNvSpPr txBox="1"/>
          <p:nvPr/>
        </p:nvSpPr>
        <p:spPr>
          <a:xfrm>
            <a:off x="466928" y="3616511"/>
            <a:ext cx="11246102" cy="30455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endParaRPr lang="es-ES_tradnl" sz="800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1D850EC-F0FD-3D03-7E17-909A479DA626}"/>
              </a:ext>
            </a:extLst>
          </p:cNvPr>
          <p:cNvSpPr txBox="1"/>
          <p:nvPr/>
        </p:nvSpPr>
        <p:spPr>
          <a:xfrm>
            <a:off x="9712160" y="4401770"/>
            <a:ext cx="1638778" cy="203150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 anchor="t">
            <a:noAutofit/>
          </a:bodyPr>
          <a:lstStyle/>
          <a:p>
            <a:pPr algn="ctr"/>
            <a:endParaRPr lang="es-ES_tradnl" sz="1100" b="1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1330271-3884-1F95-AC02-20811FF6AA38}"/>
              </a:ext>
            </a:extLst>
          </p:cNvPr>
          <p:cNvSpPr txBox="1"/>
          <p:nvPr/>
        </p:nvSpPr>
        <p:spPr>
          <a:xfrm>
            <a:off x="4839874" y="4113003"/>
            <a:ext cx="1673456" cy="128114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/>
            <a:endParaRPr lang="en-US" sz="1000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DE4E31-15A2-24C0-1AF7-67EADEDF0EF2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30D229B-4F8F-7208-93D5-C965E8AB8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-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Comparativa proceso E2E (Actual vs Alternativa)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CuadroTexto 9">
            <a:extLst>
              <a:ext uri="{FF2B5EF4-FFF2-40B4-BE49-F238E27FC236}">
                <a16:creationId xmlns:a16="http://schemas.microsoft.com/office/drawing/2014/main" id="{339B98BD-3491-7804-FA47-033527B293A8}"/>
              </a:ext>
            </a:extLst>
          </p:cNvPr>
          <p:cNvSpPr txBox="1"/>
          <p:nvPr/>
        </p:nvSpPr>
        <p:spPr>
          <a:xfrm>
            <a:off x="503543" y="1014051"/>
            <a:ext cx="11498659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400" b="1" dirty="0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El nuevo proceso supone la generación de la información del Green </a:t>
            </a:r>
            <a:r>
              <a:rPr lang="es-ES_tradnl" sz="1400" b="1" dirty="0" err="1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Dashboard</a:t>
            </a:r>
            <a:r>
              <a:rPr lang="es-ES_tradnl" sz="1400" b="1" dirty="0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 de una forma más consistente, anclando la información de inversión crediticia al resto de ejercicios regulatorios así como a la máster contable a partir de un dato granular</a:t>
            </a:r>
          </a:p>
        </p:txBody>
      </p:sp>
      <p:sp>
        <p:nvSpPr>
          <p:cNvPr id="8" name="Forma libre 9">
            <a:extLst>
              <a:ext uri="{FF2B5EF4-FFF2-40B4-BE49-F238E27FC236}">
                <a16:creationId xmlns:a16="http://schemas.microsoft.com/office/drawing/2014/main" id="{C640B2F3-2C72-F914-ECFE-CE673F62D374}"/>
              </a:ext>
            </a:extLst>
          </p:cNvPr>
          <p:cNvSpPr/>
          <p:nvPr/>
        </p:nvSpPr>
        <p:spPr>
          <a:xfrm>
            <a:off x="629953" y="1865456"/>
            <a:ext cx="3027405" cy="1430471"/>
          </a:xfrm>
          <a:custGeom>
            <a:avLst/>
            <a:gdLst>
              <a:gd name="connsiteX0" fmla="*/ 0 w 3027405"/>
              <a:gd name="connsiteY0" fmla="*/ 0 h 2286000"/>
              <a:gd name="connsiteX1" fmla="*/ 889686 w 3027405"/>
              <a:gd name="connsiteY1" fmla="*/ 0 h 2286000"/>
              <a:gd name="connsiteX2" fmla="*/ 889686 w 3027405"/>
              <a:gd name="connsiteY2" fmla="*/ 426308 h 2286000"/>
              <a:gd name="connsiteX3" fmla="*/ 2137719 w 3027405"/>
              <a:gd name="connsiteY3" fmla="*/ 426308 h 2286000"/>
              <a:gd name="connsiteX4" fmla="*/ 2137719 w 3027405"/>
              <a:gd name="connsiteY4" fmla="*/ 0 h 2286000"/>
              <a:gd name="connsiteX5" fmla="*/ 3027405 w 3027405"/>
              <a:gd name="connsiteY5" fmla="*/ 0 h 2286000"/>
              <a:gd name="connsiteX6" fmla="*/ 3027405 w 3027405"/>
              <a:gd name="connsiteY6" fmla="*/ 2286000 h 2286000"/>
              <a:gd name="connsiteX7" fmla="*/ 0 w 3027405"/>
              <a:gd name="connsiteY7" fmla="*/ 2286000 h 2286000"/>
              <a:gd name="connsiteX0" fmla="*/ 889686 w 3027405"/>
              <a:gd name="connsiteY0" fmla="*/ 426308 h 2286000"/>
              <a:gd name="connsiteX1" fmla="*/ 2137719 w 3027405"/>
              <a:gd name="connsiteY1" fmla="*/ 426308 h 2286000"/>
              <a:gd name="connsiteX2" fmla="*/ 2137719 w 3027405"/>
              <a:gd name="connsiteY2" fmla="*/ 0 h 2286000"/>
              <a:gd name="connsiteX3" fmla="*/ 3027405 w 3027405"/>
              <a:gd name="connsiteY3" fmla="*/ 0 h 2286000"/>
              <a:gd name="connsiteX4" fmla="*/ 3027405 w 3027405"/>
              <a:gd name="connsiteY4" fmla="*/ 2286000 h 2286000"/>
              <a:gd name="connsiteX5" fmla="*/ 0 w 3027405"/>
              <a:gd name="connsiteY5" fmla="*/ 2286000 h 2286000"/>
              <a:gd name="connsiteX6" fmla="*/ 0 w 3027405"/>
              <a:gd name="connsiteY6" fmla="*/ 0 h 2286000"/>
              <a:gd name="connsiteX7" fmla="*/ 889686 w 3027405"/>
              <a:gd name="connsiteY7" fmla="*/ 0 h 2286000"/>
              <a:gd name="connsiteX8" fmla="*/ 981126 w 3027405"/>
              <a:gd name="connsiteY8" fmla="*/ 517748 h 2286000"/>
              <a:gd name="connsiteX0" fmla="*/ 889686 w 3027405"/>
              <a:gd name="connsiteY0" fmla="*/ 426308 h 2286000"/>
              <a:gd name="connsiteX1" fmla="*/ 2137719 w 3027405"/>
              <a:gd name="connsiteY1" fmla="*/ 426308 h 2286000"/>
              <a:gd name="connsiteX2" fmla="*/ 2137719 w 3027405"/>
              <a:gd name="connsiteY2" fmla="*/ 0 h 2286000"/>
              <a:gd name="connsiteX3" fmla="*/ 3027405 w 3027405"/>
              <a:gd name="connsiteY3" fmla="*/ 0 h 2286000"/>
              <a:gd name="connsiteX4" fmla="*/ 3027405 w 3027405"/>
              <a:gd name="connsiteY4" fmla="*/ 2286000 h 2286000"/>
              <a:gd name="connsiteX5" fmla="*/ 0 w 3027405"/>
              <a:gd name="connsiteY5" fmla="*/ 2286000 h 2286000"/>
              <a:gd name="connsiteX6" fmla="*/ 0 w 3027405"/>
              <a:gd name="connsiteY6" fmla="*/ 0 h 2286000"/>
              <a:gd name="connsiteX7" fmla="*/ 889686 w 3027405"/>
              <a:gd name="connsiteY7" fmla="*/ 0 h 2286000"/>
              <a:gd name="connsiteX0" fmla="*/ 2137719 w 3027405"/>
              <a:gd name="connsiteY0" fmla="*/ 426308 h 2286000"/>
              <a:gd name="connsiteX1" fmla="*/ 2137719 w 3027405"/>
              <a:gd name="connsiteY1" fmla="*/ 0 h 2286000"/>
              <a:gd name="connsiteX2" fmla="*/ 3027405 w 3027405"/>
              <a:gd name="connsiteY2" fmla="*/ 0 h 2286000"/>
              <a:gd name="connsiteX3" fmla="*/ 3027405 w 3027405"/>
              <a:gd name="connsiteY3" fmla="*/ 2286000 h 2286000"/>
              <a:gd name="connsiteX4" fmla="*/ 0 w 3027405"/>
              <a:gd name="connsiteY4" fmla="*/ 2286000 h 2286000"/>
              <a:gd name="connsiteX5" fmla="*/ 0 w 3027405"/>
              <a:gd name="connsiteY5" fmla="*/ 0 h 2286000"/>
              <a:gd name="connsiteX6" fmla="*/ 889686 w 3027405"/>
              <a:gd name="connsiteY6" fmla="*/ 0 h 2286000"/>
              <a:gd name="connsiteX0" fmla="*/ 2137719 w 3027405"/>
              <a:gd name="connsiteY0" fmla="*/ 0 h 2286000"/>
              <a:gd name="connsiteX1" fmla="*/ 3027405 w 3027405"/>
              <a:gd name="connsiteY1" fmla="*/ 0 h 2286000"/>
              <a:gd name="connsiteX2" fmla="*/ 3027405 w 3027405"/>
              <a:gd name="connsiteY2" fmla="*/ 2286000 h 2286000"/>
              <a:gd name="connsiteX3" fmla="*/ 0 w 3027405"/>
              <a:gd name="connsiteY3" fmla="*/ 2286000 h 2286000"/>
              <a:gd name="connsiteX4" fmla="*/ 0 w 3027405"/>
              <a:gd name="connsiteY4" fmla="*/ 0 h 2286000"/>
              <a:gd name="connsiteX5" fmla="*/ 889686 w 3027405"/>
              <a:gd name="connsiteY5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405" h="2286000">
                <a:moveTo>
                  <a:pt x="2137719" y="0"/>
                </a:moveTo>
                <a:lnTo>
                  <a:pt x="3027405" y="0"/>
                </a:lnTo>
                <a:lnTo>
                  <a:pt x="3027405" y="2286000"/>
                </a:lnTo>
                <a:lnTo>
                  <a:pt x="0" y="2286000"/>
                </a:lnTo>
                <a:lnTo>
                  <a:pt x="0" y="0"/>
                </a:lnTo>
                <a:lnTo>
                  <a:pt x="889686" y="0"/>
                </a:lnTo>
              </a:path>
            </a:pathLst>
          </a:cu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38E2CC75-3117-8DA8-F10A-65C1B4D0C25C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786432" y="2156725"/>
            <a:ext cx="280080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 defTabSz="8953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defTabSz="8953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2813" algn="l" defTabSz="8953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defTabSz="8953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defTabSz="8953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95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95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95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95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1000"/>
              </a:spcBef>
            </a:pPr>
            <a:r>
              <a:rPr lang="es-ES_tradnl" sz="1000" b="1" dirty="0">
                <a:latin typeface="Santander Text" panose="020B0504020201020104" pitchFamily="34" charset="0"/>
                <a:cs typeface="Calibri" panose="020F0502020204030204" pitchFamily="34" charset="0"/>
              </a:rPr>
              <a:t>Las unidades locales generan la información del </a:t>
            </a:r>
            <a:r>
              <a:rPr lang="en-AU" sz="1000" b="1" i="1" dirty="0">
                <a:latin typeface="Santander Text" panose="020B0504020201020104" pitchFamily="34" charset="0"/>
                <a:cs typeface="Calibri" panose="020F0502020204030204" pitchFamily="34" charset="0"/>
              </a:rPr>
              <a:t>Green Dashboard. </a:t>
            </a:r>
            <a:endParaRPr lang="es-ES_tradnl" sz="1000" dirty="0"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1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Manual o proceso local</a:t>
            </a:r>
          </a:p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A nivel geografía</a:t>
            </a:r>
          </a:p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Información agregada</a:t>
            </a:r>
          </a:p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Únicamente datos de Green </a:t>
            </a:r>
            <a:r>
              <a:rPr lang="es-ES_tradnl" sz="1000" dirty="0" err="1">
                <a:latin typeface="Santander Text" panose="020B0504020201020104" pitchFamily="34" charset="0"/>
                <a:cs typeface="Calibri" panose="020F0502020204030204" pitchFamily="34" charset="0"/>
              </a:rPr>
              <a:t>Dashboard</a:t>
            </a:r>
            <a:endParaRPr lang="es-ES" altLang="es-ES" sz="1000" dirty="0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grpSp>
        <p:nvGrpSpPr>
          <p:cNvPr id="28" name="Grupo 21">
            <a:extLst>
              <a:ext uri="{FF2B5EF4-FFF2-40B4-BE49-F238E27FC236}">
                <a16:creationId xmlns:a16="http://schemas.microsoft.com/office/drawing/2014/main" id="{844BFEB4-B015-9037-4BB5-D14FA5690161}"/>
              </a:ext>
            </a:extLst>
          </p:cNvPr>
          <p:cNvGrpSpPr/>
          <p:nvPr/>
        </p:nvGrpSpPr>
        <p:grpSpPr>
          <a:xfrm>
            <a:off x="3492759" y="2571178"/>
            <a:ext cx="314056" cy="298185"/>
            <a:chOff x="3988712" y="4462174"/>
            <a:chExt cx="691733" cy="691733"/>
          </a:xfrm>
        </p:grpSpPr>
        <p:sp>
          <p:nvSpPr>
            <p:cNvPr id="29" name="Elipse 22">
              <a:extLst>
                <a:ext uri="{FF2B5EF4-FFF2-40B4-BE49-F238E27FC236}">
                  <a16:creationId xmlns:a16="http://schemas.microsoft.com/office/drawing/2014/main" id="{4243DF35-75B1-F6A2-DFB9-88FC96910E8F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0" name="Grupo 23">
              <a:extLst>
                <a:ext uri="{FF2B5EF4-FFF2-40B4-BE49-F238E27FC236}">
                  <a16:creationId xmlns:a16="http://schemas.microsoft.com/office/drawing/2014/main" id="{7C52065B-D9C5-2145-2C54-ACD483D62FDE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31" name="Triángulo isósceles 18">
                <a:extLst>
                  <a:ext uri="{FF2B5EF4-FFF2-40B4-BE49-F238E27FC236}">
                    <a16:creationId xmlns:a16="http://schemas.microsoft.com/office/drawing/2014/main" id="{826C3A01-FACB-A68E-59D8-1593BC0D700D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Triángulo isósceles 18">
                <a:extLst>
                  <a:ext uri="{FF2B5EF4-FFF2-40B4-BE49-F238E27FC236}">
                    <a16:creationId xmlns:a16="http://schemas.microsoft.com/office/drawing/2014/main" id="{BF134B8C-6E5F-2C51-5005-A7DDF9C16531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39" name="Graphic 38" descr="Users with solid fill">
            <a:extLst>
              <a:ext uri="{FF2B5EF4-FFF2-40B4-BE49-F238E27FC236}">
                <a16:creationId xmlns:a16="http://schemas.microsoft.com/office/drawing/2014/main" id="{77DF0417-C615-4556-00FA-4EA2098E5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299" y="1574142"/>
            <a:ext cx="621655" cy="621655"/>
          </a:xfrm>
          <a:prstGeom prst="rect">
            <a:avLst/>
          </a:prstGeom>
        </p:spPr>
      </p:pic>
      <p:sp>
        <p:nvSpPr>
          <p:cNvPr id="40" name="Rounded Rectangle 175">
            <a:extLst>
              <a:ext uri="{FF2B5EF4-FFF2-40B4-BE49-F238E27FC236}">
                <a16:creationId xmlns:a16="http://schemas.microsoft.com/office/drawing/2014/main" id="{C45488D4-F2CA-C3F9-4DAD-016CCBBAB1A8}"/>
              </a:ext>
            </a:extLst>
          </p:cNvPr>
          <p:cNvSpPr/>
          <p:nvPr/>
        </p:nvSpPr>
        <p:spPr>
          <a:xfrm>
            <a:off x="1662390" y="1765028"/>
            <a:ext cx="1486871" cy="217250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Unidades Locales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CA4EE12-68A6-E835-1E77-654AB2D66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637" y="2643406"/>
            <a:ext cx="328089" cy="29818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3BF2308-F3C9-BE1E-D1FA-50EEEA0A1BA2}"/>
              </a:ext>
            </a:extLst>
          </p:cNvPr>
          <p:cNvSpPr txBox="1"/>
          <p:nvPr/>
        </p:nvSpPr>
        <p:spPr>
          <a:xfrm>
            <a:off x="3730905" y="2227327"/>
            <a:ext cx="832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Libro de </a:t>
            </a:r>
            <a:r>
              <a:rPr lang="en-US" sz="1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Negocio</a:t>
            </a:r>
            <a:endParaRPr lang="en-US" sz="1000" dirty="0">
              <a:solidFill>
                <a:prstClr val="black">
                  <a:lumMod val="75000"/>
                  <a:lumOff val="25000"/>
                </a:prst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orma libre 9">
            <a:extLst>
              <a:ext uri="{FF2B5EF4-FFF2-40B4-BE49-F238E27FC236}">
                <a16:creationId xmlns:a16="http://schemas.microsoft.com/office/drawing/2014/main" id="{80C96ADF-569B-3AD8-4D22-A59777970703}"/>
              </a:ext>
            </a:extLst>
          </p:cNvPr>
          <p:cNvSpPr/>
          <p:nvPr/>
        </p:nvSpPr>
        <p:spPr>
          <a:xfrm>
            <a:off x="4692674" y="1872008"/>
            <a:ext cx="6869374" cy="1423920"/>
          </a:xfrm>
          <a:custGeom>
            <a:avLst/>
            <a:gdLst>
              <a:gd name="connsiteX0" fmla="*/ 0 w 3027405"/>
              <a:gd name="connsiteY0" fmla="*/ 0 h 2286000"/>
              <a:gd name="connsiteX1" fmla="*/ 889686 w 3027405"/>
              <a:gd name="connsiteY1" fmla="*/ 0 h 2286000"/>
              <a:gd name="connsiteX2" fmla="*/ 889686 w 3027405"/>
              <a:gd name="connsiteY2" fmla="*/ 426308 h 2286000"/>
              <a:gd name="connsiteX3" fmla="*/ 2137719 w 3027405"/>
              <a:gd name="connsiteY3" fmla="*/ 426308 h 2286000"/>
              <a:gd name="connsiteX4" fmla="*/ 2137719 w 3027405"/>
              <a:gd name="connsiteY4" fmla="*/ 0 h 2286000"/>
              <a:gd name="connsiteX5" fmla="*/ 3027405 w 3027405"/>
              <a:gd name="connsiteY5" fmla="*/ 0 h 2286000"/>
              <a:gd name="connsiteX6" fmla="*/ 3027405 w 3027405"/>
              <a:gd name="connsiteY6" fmla="*/ 2286000 h 2286000"/>
              <a:gd name="connsiteX7" fmla="*/ 0 w 3027405"/>
              <a:gd name="connsiteY7" fmla="*/ 2286000 h 2286000"/>
              <a:gd name="connsiteX0" fmla="*/ 889686 w 3027405"/>
              <a:gd name="connsiteY0" fmla="*/ 426308 h 2286000"/>
              <a:gd name="connsiteX1" fmla="*/ 2137719 w 3027405"/>
              <a:gd name="connsiteY1" fmla="*/ 426308 h 2286000"/>
              <a:gd name="connsiteX2" fmla="*/ 2137719 w 3027405"/>
              <a:gd name="connsiteY2" fmla="*/ 0 h 2286000"/>
              <a:gd name="connsiteX3" fmla="*/ 3027405 w 3027405"/>
              <a:gd name="connsiteY3" fmla="*/ 0 h 2286000"/>
              <a:gd name="connsiteX4" fmla="*/ 3027405 w 3027405"/>
              <a:gd name="connsiteY4" fmla="*/ 2286000 h 2286000"/>
              <a:gd name="connsiteX5" fmla="*/ 0 w 3027405"/>
              <a:gd name="connsiteY5" fmla="*/ 2286000 h 2286000"/>
              <a:gd name="connsiteX6" fmla="*/ 0 w 3027405"/>
              <a:gd name="connsiteY6" fmla="*/ 0 h 2286000"/>
              <a:gd name="connsiteX7" fmla="*/ 889686 w 3027405"/>
              <a:gd name="connsiteY7" fmla="*/ 0 h 2286000"/>
              <a:gd name="connsiteX8" fmla="*/ 981126 w 3027405"/>
              <a:gd name="connsiteY8" fmla="*/ 517748 h 2286000"/>
              <a:gd name="connsiteX0" fmla="*/ 889686 w 3027405"/>
              <a:gd name="connsiteY0" fmla="*/ 426308 h 2286000"/>
              <a:gd name="connsiteX1" fmla="*/ 2137719 w 3027405"/>
              <a:gd name="connsiteY1" fmla="*/ 426308 h 2286000"/>
              <a:gd name="connsiteX2" fmla="*/ 2137719 w 3027405"/>
              <a:gd name="connsiteY2" fmla="*/ 0 h 2286000"/>
              <a:gd name="connsiteX3" fmla="*/ 3027405 w 3027405"/>
              <a:gd name="connsiteY3" fmla="*/ 0 h 2286000"/>
              <a:gd name="connsiteX4" fmla="*/ 3027405 w 3027405"/>
              <a:gd name="connsiteY4" fmla="*/ 2286000 h 2286000"/>
              <a:gd name="connsiteX5" fmla="*/ 0 w 3027405"/>
              <a:gd name="connsiteY5" fmla="*/ 2286000 h 2286000"/>
              <a:gd name="connsiteX6" fmla="*/ 0 w 3027405"/>
              <a:gd name="connsiteY6" fmla="*/ 0 h 2286000"/>
              <a:gd name="connsiteX7" fmla="*/ 889686 w 3027405"/>
              <a:gd name="connsiteY7" fmla="*/ 0 h 2286000"/>
              <a:gd name="connsiteX0" fmla="*/ 2137719 w 3027405"/>
              <a:gd name="connsiteY0" fmla="*/ 426308 h 2286000"/>
              <a:gd name="connsiteX1" fmla="*/ 2137719 w 3027405"/>
              <a:gd name="connsiteY1" fmla="*/ 0 h 2286000"/>
              <a:gd name="connsiteX2" fmla="*/ 3027405 w 3027405"/>
              <a:gd name="connsiteY2" fmla="*/ 0 h 2286000"/>
              <a:gd name="connsiteX3" fmla="*/ 3027405 w 3027405"/>
              <a:gd name="connsiteY3" fmla="*/ 2286000 h 2286000"/>
              <a:gd name="connsiteX4" fmla="*/ 0 w 3027405"/>
              <a:gd name="connsiteY4" fmla="*/ 2286000 h 2286000"/>
              <a:gd name="connsiteX5" fmla="*/ 0 w 3027405"/>
              <a:gd name="connsiteY5" fmla="*/ 0 h 2286000"/>
              <a:gd name="connsiteX6" fmla="*/ 889686 w 3027405"/>
              <a:gd name="connsiteY6" fmla="*/ 0 h 2286000"/>
              <a:gd name="connsiteX0" fmla="*/ 2137719 w 3027405"/>
              <a:gd name="connsiteY0" fmla="*/ 0 h 2286000"/>
              <a:gd name="connsiteX1" fmla="*/ 3027405 w 3027405"/>
              <a:gd name="connsiteY1" fmla="*/ 0 h 2286000"/>
              <a:gd name="connsiteX2" fmla="*/ 3027405 w 3027405"/>
              <a:gd name="connsiteY2" fmla="*/ 2286000 h 2286000"/>
              <a:gd name="connsiteX3" fmla="*/ 0 w 3027405"/>
              <a:gd name="connsiteY3" fmla="*/ 2286000 h 2286000"/>
              <a:gd name="connsiteX4" fmla="*/ 0 w 3027405"/>
              <a:gd name="connsiteY4" fmla="*/ 0 h 2286000"/>
              <a:gd name="connsiteX5" fmla="*/ 889686 w 3027405"/>
              <a:gd name="connsiteY5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405" h="2286000">
                <a:moveTo>
                  <a:pt x="2137719" y="0"/>
                </a:moveTo>
                <a:lnTo>
                  <a:pt x="3027405" y="0"/>
                </a:lnTo>
                <a:lnTo>
                  <a:pt x="3027405" y="2286000"/>
                </a:lnTo>
                <a:lnTo>
                  <a:pt x="0" y="2286000"/>
                </a:lnTo>
                <a:lnTo>
                  <a:pt x="0" y="0"/>
                </a:lnTo>
                <a:lnTo>
                  <a:pt x="889686" y="0"/>
                </a:lnTo>
              </a:path>
            </a:pathLst>
          </a:cu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ounded Rectangle 175">
            <a:extLst>
              <a:ext uri="{FF2B5EF4-FFF2-40B4-BE49-F238E27FC236}">
                <a16:creationId xmlns:a16="http://schemas.microsoft.com/office/drawing/2014/main" id="{84E79D7F-38CC-8DBE-FEDD-A768F1637AFF}"/>
              </a:ext>
            </a:extLst>
          </p:cNvPr>
          <p:cNvSpPr/>
          <p:nvPr/>
        </p:nvSpPr>
        <p:spPr>
          <a:xfrm>
            <a:off x="6199732" y="1758931"/>
            <a:ext cx="4438715" cy="217250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Corporación</a:t>
            </a:r>
          </a:p>
        </p:txBody>
      </p:sp>
      <p:sp>
        <p:nvSpPr>
          <p:cNvPr id="61" name="Rounded Rectangle 175">
            <a:extLst>
              <a:ext uri="{FF2B5EF4-FFF2-40B4-BE49-F238E27FC236}">
                <a16:creationId xmlns:a16="http://schemas.microsoft.com/office/drawing/2014/main" id="{F02E8498-93F9-1771-39B4-A8E541732BF6}"/>
              </a:ext>
            </a:extLst>
          </p:cNvPr>
          <p:cNvSpPr/>
          <p:nvPr/>
        </p:nvSpPr>
        <p:spPr>
          <a:xfrm>
            <a:off x="4915838" y="2224565"/>
            <a:ext cx="3339887" cy="209566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  <a:cs typeface="Calibri" panose="020F0502020204030204" pitchFamily="34" charset="0"/>
              </a:rPr>
              <a:t>SENDA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5BA3BD-6A76-05BA-7DE1-888F73AEAD2D}"/>
              </a:ext>
            </a:extLst>
          </p:cNvPr>
          <p:cNvSpPr txBox="1"/>
          <p:nvPr/>
        </p:nvSpPr>
        <p:spPr>
          <a:xfrm>
            <a:off x="4915838" y="2431860"/>
            <a:ext cx="3339887" cy="6869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00" dirty="0">
                <a:latin typeface="Santander Text" panose="020B0504020201020104" pitchFamily="34" charset="0"/>
                <a:cs typeface="Calibri" panose="020F0502020204030204" pitchFamily="34" charset="0"/>
              </a:rPr>
              <a:t>Carga con información local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00" u="sng" dirty="0">
                <a:latin typeface="Santander Text" panose="020B0504020201020104" pitchFamily="34" charset="0"/>
                <a:cs typeface="Calibri" panose="020F0502020204030204" pitchFamily="34" charset="0"/>
              </a:rPr>
              <a:t>Carga de </a:t>
            </a:r>
            <a:r>
              <a:rPr lang="es-ES_tradnl" sz="1100" u="sng" dirty="0" err="1">
                <a:latin typeface="Santander Text" panose="020B0504020201020104" pitchFamily="34" charset="0"/>
                <a:cs typeface="Calibri" panose="020F0502020204030204" pitchFamily="34" charset="0"/>
              </a:rPr>
              <a:t>EEPPs</a:t>
            </a:r>
            <a:r>
              <a:rPr lang="es-ES_tradnl" sz="1100" u="sng" dirty="0">
                <a:latin typeface="Santander Text" panose="020B0504020201020104" pitchFamily="34" charset="0"/>
                <a:cs typeface="Calibri" panose="020F0502020204030204" pitchFamily="34" charset="0"/>
              </a:rPr>
              <a:t> y métricas de Green </a:t>
            </a:r>
            <a:r>
              <a:rPr lang="es-ES_tradnl" sz="1100" u="sng" dirty="0" err="1">
                <a:latin typeface="Santander Text" panose="020B0504020201020104" pitchFamily="34" charset="0"/>
                <a:cs typeface="Calibri" panose="020F0502020204030204" pitchFamily="34" charset="0"/>
              </a:rPr>
              <a:t>Dashboard</a:t>
            </a:r>
            <a:endParaRPr lang="es-ES_tradnl" sz="1100" u="sng" dirty="0"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100" dirty="0">
                <a:latin typeface="Santander Text" panose="020B0504020201020104" pitchFamily="34" charset="0"/>
                <a:cs typeface="Calibri" panose="020F0502020204030204" pitchFamily="34" charset="0"/>
              </a:rPr>
              <a:t>Mapeos y consolidación con el resto de geografías</a:t>
            </a:r>
            <a:endParaRPr lang="es-ES_tradnl" sz="800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C2E77B4-FC51-DF59-1A1C-41753E843045}"/>
              </a:ext>
            </a:extLst>
          </p:cNvPr>
          <p:cNvGrpSpPr/>
          <p:nvPr/>
        </p:nvGrpSpPr>
        <p:grpSpPr>
          <a:xfrm>
            <a:off x="8498633" y="2229245"/>
            <a:ext cx="2893080" cy="894213"/>
            <a:chOff x="7327785" y="2329200"/>
            <a:chExt cx="2588375" cy="921665"/>
          </a:xfrm>
        </p:grpSpPr>
        <p:sp>
          <p:nvSpPr>
            <p:cNvPr id="64" name="Rounded Rectangle 175">
              <a:extLst>
                <a:ext uri="{FF2B5EF4-FFF2-40B4-BE49-F238E27FC236}">
                  <a16:creationId xmlns:a16="http://schemas.microsoft.com/office/drawing/2014/main" id="{3DC0726B-25CF-717E-B5C8-829E951B4738}"/>
                </a:ext>
              </a:extLst>
            </p:cNvPr>
            <p:cNvSpPr/>
            <p:nvPr/>
          </p:nvSpPr>
          <p:spPr>
            <a:xfrm>
              <a:off x="7327785" y="2329200"/>
              <a:ext cx="2588375" cy="216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antander Text" panose="020B0504020201020104" pitchFamily="34" charset="0"/>
                  <a:cs typeface="Calibri" panose="020F0502020204030204" pitchFamily="34" charset="0"/>
                </a:rPr>
                <a:t>EPM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00AA0AD-1649-6FB0-2F51-2886D4B653DB}"/>
                </a:ext>
              </a:extLst>
            </p:cNvPr>
            <p:cNvSpPr txBox="1"/>
            <p:nvPr/>
          </p:nvSpPr>
          <p:spPr>
            <a:xfrm>
              <a:off x="7327785" y="2542859"/>
              <a:ext cx="2588375" cy="70800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 wrap="square" rtlCol="0" anchor="ctr">
              <a:noAutofit/>
            </a:bodyPr>
            <a:lstStyle/>
            <a:p>
              <a:pPr marL="252000" indent="-171450">
                <a:buFont typeface="Arial" panose="020B0604020202020204" pitchFamily="34" charset="0"/>
                <a:buChar char="•"/>
              </a:pPr>
              <a:r>
                <a:rPr lang="es-ES_tradnl" sz="1100" b="1" dirty="0">
                  <a:solidFill>
                    <a:schemeClr val="accent1"/>
                  </a:solidFill>
                  <a:latin typeface="Santander Text" panose="020B0504020201020104" pitchFamily="34" charset="0"/>
                  <a:cs typeface="Calibri" panose="020F0502020204030204" pitchFamily="34" charset="0"/>
                </a:rPr>
                <a:t>Generación del informe Green </a:t>
              </a:r>
              <a:r>
                <a:rPr lang="en-AU" sz="1100" b="1" i="1" dirty="0">
                  <a:solidFill>
                    <a:schemeClr val="accent1"/>
                  </a:solidFill>
                  <a:latin typeface="Santander Text" panose="020B0504020201020104" pitchFamily="34" charset="0"/>
                  <a:cs typeface="Calibri" panose="020F0502020204030204" pitchFamily="34" charset="0"/>
                </a:rPr>
                <a:t>Dashboard</a:t>
              </a:r>
            </a:p>
            <a:p>
              <a:pPr marL="252000" indent="-171450">
                <a:buFont typeface="Arial" panose="020B0604020202020204" pitchFamily="34" charset="0"/>
                <a:buChar char="•"/>
              </a:pPr>
              <a:r>
                <a:rPr lang="es-ES" sz="1100" dirty="0">
                  <a:latin typeface="Santander Text" panose="020B0504020201020104" pitchFamily="34" charset="0"/>
                  <a:cs typeface="Calibri" panose="020F0502020204030204" pitchFamily="34" charset="0"/>
                </a:rPr>
                <a:t>Revisión y análisis</a:t>
              </a:r>
              <a:endParaRPr lang="es-ES_tradnl" sz="1100" dirty="0">
                <a:latin typeface="Santander Text" panose="020B05040202010201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Grupo 21">
            <a:extLst>
              <a:ext uri="{FF2B5EF4-FFF2-40B4-BE49-F238E27FC236}">
                <a16:creationId xmlns:a16="http://schemas.microsoft.com/office/drawing/2014/main" id="{10D37120-5D76-38A3-DC30-77C0F200C418}"/>
              </a:ext>
            </a:extLst>
          </p:cNvPr>
          <p:cNvGrpSpPr/>
          <p:nvPr/>
        </p:nvGrpSpPr>
        <p:grpSpPr>
          <a:xfrm>
            <a:off x="4533995" y="2571178"/>
            <a:ext cx="322926" cy="298185"/>
            <a:chOff x="3988712" y="4462174"/>
            <a:chExt cx="691733" cy="691733"/>
          </a:xfrm>
        </p:grpSpPr>
        <p:sp>
          <p:nvSpPr>
            <p:cNvPr id="68" name="Elipse 22">
              <a:extLst>
                <a:ext uri="{FF2B5EF4-FFF2-40B4-BE49-F238E27FC236}">
                  <a16:creationId xmlns:a16="http://schemas.microsoft.com/office/drawing/2014/main" id="{AD6A94B2-66AC-AB25-2C61-42AB76E6ECF2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9" name="Grupo 23">
              <a:extLst>
                <a:ext uri="{FF2B5EF4-FFF2-40B4-BE49-F238E27FC236}">
                  <a16:creationId xmlns:a16="http://schemas.microsoft.com/office/drawing/2014/main" id="{1A42D609-FB2C-64D7-A95F-9E9E3ADC1D4C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70" name="Triángulo isósceles 18">
                <a:extLst>
                  <a:ext uri="{FF2B5EF4-FFF2-40B4-BE49-F238E27FC236}">
                    <a16:creationId xmlns:a16="http://schemas.microsoft.com/office/drawing/2014/main" id="{BEB25C61-1DB7-D1C8-5199-A9472B9808AC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Triángulo isósceles 18">
                <a:extLst>
                  <a:ext uri="{FF2B5EF4-FFF2-40B4-BE49-F238E27FC236}">
                    <a16:creationId xmlns:a16="http://schemas.microsoft.com/office/drawing/2014/main" id="{20AEF2D8-9618-932C-ED17-2C132FA421C2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7" name="Grupo 21">
            <a:extLst>
              <a:ext uri="{FF2B5EF4-FFF2-40B4-BE49-F238E27FC236}">
                <a16:creationId xmlns:a16="http://schemas.microsoft.com/office/drawing/2014/main" id="{D3EAE2DB-15C2-B814-6744-F15AD7201BFE}"/>
              </a:ext>
            </a:extLst>
          </p:cNvPr>
          <p:cNvGrpSpPr/>
          <p:nvPr/>
        </p:nvGrpSpPr>
        <p:grpSpPr>
          <a:xfrm>
            <a:off x="8214571" y="2547517"/>
            <a:ext cx="314056" cy="298185"/>
            <a:chOff x="3988712" y="4462174"/>
            <a:chExt cx="691733" cy="691733"/>
          </a:xfrm>
        </p:grpSpPr>
        <p:sp>
          <p:nvSpPr>
            <p:cNvPr id="78" name="Elipse 22">
              <a:extLst>
                <a:ext uri="{FF2B5EF4-FFF2-40B4-BE49-F238E27FC236}">
                  <a16:creationId xmlns:a16="http://schemas.microsoft.com/office/drawing/2014/main" id="{A75B2DB7-E274-409F-E204-7EB326EAEA74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9" name="Grupo 23">
              <a:extLst>
                <a:ext uri="{FF2B5EF4-FFF2-40B4-BE49-F238E27FC236}">
                  <a16:creationId xmlns:a16="http://schemas.microsoft.com/office/drawing/2014/main" id="{D4AACA67-4465-FBCE-DF12-BAD0104F17C5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80" name="Triángulo isósceles 18">
                <a:extLst>
                  <a:ext uri="{FF2B5EF4-FFF2-40B4-BE49-F238E27FC236}">
                    <a16:creationId xmlns:a16="http://schemas.microsoft.com/office/drawing/2014/main" id="{9999FF34-6B7B-30C0-10E1-85860B1FFE73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1" name="Triángulo isósceles 18">
                <a:extLst>
                  <a:ext uri="{FF2B5EF4-FFF2-40B4-BE49-F238E27FC236}">
                    <a16:creationId xmlns:a16="http://schemas.microsoft.com/office/drawing/2014/main" id="{4CF4F3C7-3214-7BDC-EFB8-42F5425812EF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01443BF8-CE97-3375-4B6F-A76F8813F8E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r="15198" b="-22140"/>
          <a:stretch/>
        </p:blipFill>
        <p:spPr>
          <a:xfrm>
            <a:off x="5508895" y="1622499"/>
            <a:ext cx="597610" cy="455276"/>
          </a:xfrm>
          <a:prstGeom prst="rect">
            <a:avLst/>
          </a:prstGeom>
        </p:spPr>
      </p:pic>
      <p:sp>
        <p:nvSpPr>
          <p:cNvPr id="87" name="Rounded Rectangle 175">
            <a:extLst>
              <a:ext uri="{FF2B5EF4-FFF2-40B4-BE49-F238E27FC236}">
                <a16:creationId xmlns:a16="http://schemas.microsoft.com/office/drawing/2014/main" id="{C94D1E55-28F6-BA15-5BBE-FBD79A6271C3}"/>
              </a:ext>
            </a:extLst>
          </p:cNvPr>
          <p:cNvSpPr/>
          <p:nvPr/>
        </p:nvSpPr>
        <p:spPr>
          <a:xfrm>
            <a:off x="670599" y="3793474"/>
            <a:ext cx="10759790" cy="217250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Corporación</a:t>
            </a:r>
          </a:p>
        </p:txBody>
      </p:sp>
      <p:sp>
        <p:nvSpPr>
          <p:cNvPr id="84" name="Rounded Rectangle 175">
            <a:extLst>
              <a:ext uri="{FF2B5EF4-FFF2-40B4-BE49-F238E27FC236}">
                <a16:creationId xmlns:a16="http://schemas.microsoft.com/office/drawing/2014/main" id="{4E6D67CB-10FC-F9F6-7307-CBE9A7B48C73}"/>
              </a:ext>
            </a:extLst>
          </p:cNvPr>
          <p:cNvSpPr/>
          <p:nvPr/>
        </p:nvSpPr>
        <p:spPr>
          <a:xfrm>
            <a:off x="670598" y="1455733"/>
            <a:ext cx="1573955" cy="1859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</a:rPr>
              <a:t>PROCESO ACTUAL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6191B77-0F2F-EEB4-C15F-FE4C92C5C7AC}"/>
              </a:ext>
            </a:extLst>
          </p:cNvPr>
          <p:cNvSpPr txBox="1"/>
          <p:nvPr/>
        </p:nvSpPr>
        <p:spPr>
          <a:xfrm>
            <a:off x="670598" y="4104599"/>
            <a:ext cx="2958220" cy="133438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/>
            <a:r>
              <a:rPr lang="es-ES_tradnl" sz="1100" b="1" dirty="0">
                <a:latin typeface="Santander Text" panose="020B0504020201020104" pitchFamily="34" charset="0"/>
                <a:cs typeface="Calibri" panose="020F0502020204030204" pitchFamily="34" charset="0"/>
              </a:rPr>
              <a:t>Información </a:t>
            </a:r>
            <a:r>
              <a:rPr lang="es-ES" sz="1100" b="1" dirty="0">
                <a:latin typeface="Santander Text" panose="020B0504020201020104" pitchFamily="34" charset="0"/>
                <a:cs typeface="Calibri" panose="020F0502020204030204" pitchFamily="34" charset="0"/>
              </a:rPr>
              <a:t>Granular Inversión Crediticia</a:t>
            </a:r>
            <a:endParaRPr lang="es-ES_tradnl" sz="1100" dirty="0"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marL="171450" indent="-171450" algn="just">
              <a:lnSpc>
                <a:spcPts val="11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Automático</a:t>
            </a:r>
          </a:p>
          <a:p>
            <a:pPr marL="171450" indent="-171450" algn="just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A nivel sociedad</a:t>
            </a:r>
          </a:p>
          <a:p>
            <a:pPr marL="171450" indent="-171450" algn="just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Información granular</a:t>
            </a:r>
          </a:p>
          <a:p>
            <a:pPr marL="171450" indent="-171450" algn="just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Datos de Green </a:t>
            </a:r>
            <a:r>
              <a:rPr lang="es-ES_tradnl" sz="1000" dirty="0" err="1">
                <a:latin typeface="Santander Text" panose="020B0504020201020104" pitchFamily="34" charset="0"/>
                <a:cs typeface="Calibri" panose="020F0502020204030204" pitchFamily="34" charset="0"/>
              </a:rPr>
              <a:t>Dashboard</a:t>
            </a: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 y del resto de atributos de la herramienta granular </a:t>
            </a:r>
          </a:p>
          <a:p>
            <a:pPr marL="180000" algn="just">
              <a:lnSpc>
                <a:spcPts val="1100"/>
              </a:lnSpc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(Capital, Riesgos, EEFF, LF, etc.)</a:t>
            </a:r>
            <a:endParaRPr lang="en-US" sz="1000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06E137B-F164-50B8-FC8E-A1C8117A5614}"/>
              </a:ext>
            </a:extLst>
          </p:cNvPr>
          <p:cNvSpPr txBox="1"/>
          <p:nvPr/>
        </p:nvSpPr>
        <p:spPr>
          <a:xfrm>
            <a:off x="3575449" y="4874228"/>
            <a:ext cx="126769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defRPr/>
            </a:pPr>
            <a:r>
              <a:rPr kumimoji="0" lang="es-ES_tradnl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cs typeface="Calibri" panose="020F0502020204030204" pitchFamily="34" charset="0"/>
              </a:rPr>
              <a:t>Tablón </a:t>
            </a:r>
            <a:r>
              <a:rPr lang="es-ES_tradnl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único con la información GD</a:t>
            </a:r>
            <a:endParaRPr kumimoji="0" lang="es-ES" sz="10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C27A3F6-61FE-C713-AD13-7DA2033817A9}"/>
              </a:ext>
            </a:extLst>
          </p:cNvPr>
          <p:cNvGrpSpPr/>
          <p:nvPr/>
        </p:nvGrpSpPr>
        <p:grpSpPr>
          <a:xfrm>
            <a:off x="4096053" y="4516484"/>
            <a:ext cx="285630" cy="351869"/>
            <a:chOff x="7723975" y="4693678"/>
            <a:chExt cx="760992" cy="688949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499E1BD9-3E27-D955-876C-B51B19C1BC24}"/>
                </a:ext>
              </a:extLst>
            </p:cNvPr>
            <p:cNvGrpSpPr/>
            <p:nvPr/>
          </p:nvGrpSpPr>
          <p:grpSpPr>
            <a:xfrm>
              <a:off x="7723975" y="4777549"/>
              <a:ext cx="694818" cy="605078"/>
              <a:chOff x="3073278" y="2073991"/>
              <a:chExt cx="238670" cy="332402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46378205-497B-0E44-83DB-563DD11865B7}"/>
                  </a:ext>
                </a:extLst>
              </p:cNvPr>
              <p:cNvSpPr/>
              <p:nvPr/>
            </p:nvSpPr>
            <p:spPr>
              <a:xfrm>
                <a:off x="3086204" y="2087770"/>
                <a:ext cx="223693" cy="3186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  <p:sp>
            <p:nvSpPr>
              <p:cNvPr id="170" name="Freeform 56">
                <a:extLst>
                  <a:ext uri="{FF2B5EF4-FFF2-40B4-BE49-F238E27FC236}">
                    <a16:creationId xmlns:a16="http://schemas.microsoft.com/office/drawing/2014/main" id="{9388E242-3C35-EF6B-BC8C-270FE2C9F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200261"/>
                <a:ext cx="93880" cy="16189"/>
              </a:xfrm>
              <a:custGeom>
                <a:avLst/>
                <a:gdLst>
                  <a:gd name="T0" fmla="*/ 4 w 40"/>
                  <a:gd name="T1" fmla="*/ 8 h 8"/>
                  <a:gd name="T2" fmla="*/ 36 w 40"/>
                  <a:gd name="T3" fmla="*/ 8 h 8"/>
                  <a:gd name="T4" fmla="*/ 40 w 40"/>
                  <a:gd name="T5" fmla="*/ 4 h 8"/>
                  <a:gd name="T6" fmla="*/ 36 w 40"/>
                  <a:gd name="T7" fmla="*/ 0 h 8"/>
                  <a:gd name="T8" fmla="*/ 4 w 40"/>
                  <a:gd name="T9" fmla="*/ 0 h 8"/>
                  <a:gd name="T10" fmla="*/ 0 w 40"/>
                  <a:gd name="T11" fmla="*/ 4 h 8"/>
                  <a:gd name="T12" fmla="*/ 4 w 40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8">
                    <a:moveTo>
                      <a:pt x="4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8" y="8"/>
                      <a:pt x="40" y="6"/>
                      <a:pt x="40" y="4"/>
                    </a:cubicBezTo>
                    <a:cubicBezTo>
                      <a:pt x="40" y="2"/>
                      <a:pt x="38" y="0"/>
                      <a:pt x="36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  <p:sp>
            <p:nvSpPr>
              <p:cNvPr id="171" name="Freeform 57">
                <a:extLst>
                  <a:ext uri="{FF2B5EF4-FFF2-40B4-BE49-F238E27FC236}">
                    <a16:creationId xmlns:a16="http://schemas.microsoft.com/office/drawing/2014/main" id="{DFD0FDD2-5375-BBE2-9CDD-06D434C59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263935"/>
                <a:ext cx="126466" cy="16189"/>
              </a:xfrm>
              <a:custGeom>
                <a:avLst/>
                <a:gdLst>
                  <a:gd name="T0" fmla="*/ 0 w 72"/>
                  <a:gd name="T1" fmla="*/ 4 h 8"/>
                  <a:gd name="T2" fmla="*/ 4 w 72"/>
                  <a:gd name="T3" fmla="*/ 8 h 8"/>
                  <a:gd name="T4" fmla="*/ 68 w 72"/>
                  <a:gd name="T5" fmla="*/ 8 h 8"/>
                  <a:gd name="T6" fmla="*/ 72 w 72"/>
                  <a:gd name="T7" fmla="*/ 4 h 8"/>
                  <a:gd name="T8" fmla="*/ 68 w 72"/>
                  <a:gd name="T9" fmla="*/ 0 h 8"/>
                  <a:gd name="T10" fmla="*/ 4 w 72"/>
                  <a:gd name="T11" fmla="*/ 0 h 8"/>
                  <a:gd name="T12" fmla="*/ 0 w 72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0" y="4"/>
                    </a:move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  <p:sp>
            <p:nvSpPr>
              <p:cNvPr id="172" name="Freeform 58">
                <a:extLst>
                  <a:ext uri="{FF2B5EF4-FFF2-40B4-BE49-F238E27FC236}">
                    <a16:creationId xmlns:a16="http://schemas.microsoft.com/office/drawing/2014/main" id="{12E67B25-9CD5-A94C-BEBB-220B31407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327610"/>
                <a:ext cx="126466" cy="15109"/>
              </a:xfrm>
              <a:custGeom>
                <a:avLst/>
                <a:gdLst>
                  <a:gd name="T0" fmla="*/ 68 w 72"/>
                  <a:gd name="T1" fmla="*/ 0 h 8"/>
                  <a:gd name="T2" fmla="*/ 4 w 72"/>
                  <a:gd name="T3" fmla="*/ 0 h 8"/>
                  <a:gd name="T4" fmla="*/ 0 w 72"/>
                  <a:gd name="T5" fmla="*/ 4 h 8"/>
                  <a:gd name="T6" fmla="*/ 4 w 72"/>
                  <a:gd name="T7" fmla="*/ 8 h 8"/>
                  <a:gd name="T8" fmla="*/ 68 w 72"/>
                  <a:gd name="T9" fmla="*/ 8 h 8"/>
                  <a:gd name="T10" fmla="*/ 72 w 72"/>
                  <a:gd name="T11" fmla="*/ 4 h 8"/>
                  <a:gd name="T12" fmla="*/ 68 w 7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  <p:sp>
            <p:nvSpPr>
              <p:cNvPr id="173" name="Freeform 59">
                <a:extLst>
                  <a:ext uri="{FF2B5EF4-FFF2-40B4-BE49-F238E27FC236}">
                    <a16:creationId xmlns:a16="http://schemas.microsoft.com/office/drawing/2014/main" id="{85242A4C-6112-B0FF-5229-5709DFAC45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73278" y="2073991"/>
                <a:ext cx="238670" cy="332402"/>
              </a:xfrm>
              <a:custGeom>
                <a:avLst/>
                <a:gdLst>
                  <a:gd name="T0" fmla="*/ 136 w 136"/>
                  <a:gd name="T1" fmla="*/ 47 h 168"/>
                  <a:gd name="T2" fmla="*/ 136 w 136"/>
                  <a:gd name="T3" fmla="*/ 47 h 168"/>
                  <a:gd name="T4" fmla="*/ 135 w 136"/>
                  <a:gd name="T5" fmla="*/ 45 h 168"/>
                  <a:gd name="T6" fmla="*/ 135 w 136"/>
                  <a:gd name="T7" fmla="*/ 45 h 168"/>
                  <a:gd name="T8" fmla="*/ 95 w 136"/>
                  <a:gd name="T9" fmla="*/ 1 h 168"/>
                  <a:gd name="T10" fmla="*/ 94 w 136"/>
                  <a:gd name="T11" fmla="*/ 1 h 168"/>
                  <a:gd name="T12" fmla="*/ 94 w 136"/>
                  <a:gd name="T13" fmla="*/ 0 h 168"/>
                  <a:gd name="T14" fmla="*/ 92 w 136"/>
                  <a:gd name="T15" fmla="*/ 0 h 168"/>
                  <a:gd name="T16" fmla="*/ 92 w 136"/>
                  <a:gd name="T17" fmla="*/ 0 h 168"/>
                  <a:gd name="T18" fmla="*/ 20 w 136"/>
                  <a:gd name="T19" fmla="*/ 0 h 168"/>
                  <a:gd name="T20" fmla="*/ 0 w 136"/>
                  <a:gd name="T21" fmla="*/ 20 h 168"/>
                  <a:gd name="T22" fmla="*/ 0 w 136"/>
                  <a:gd name="T23" fmla="*/ 148 h 168"/>
                  <a:gd name="T24" fmla="*/ 20 w 136"/>
                  <a:gd name="T25" fmla="*/ 168 h 168"/>
                  <a:gd name="T26" fmla="*/ 116 w 136"/>
                  <a:gd name="T27" fmla="*/ 168 h 168"/>
                  <a:gd name="T28" fmla="*/ 136 w 136"/>
                  <a:gd name="T29" fmla="*/ 148 h 168"/>
                  <a:gd name="T30" fmla="*/ 136 w 136"/>
                  <a:gd name="T31" fmla="*/ 48 h 168"/>
                  <a:gd name="T32" fmla="*/ 136 w 136"/>
                  <a:gd name="T33" fmla="*/ 47 h 168"/>
                  <a:gd name="T34" fmla="*/ 91 w 136"/>
                  <a:gd name="T35" fmla="*/ 21 h 168"/>
                  <a:gd name="T36" fmla="*/ 94 w 136"/>
                  <a:gd name="T37" fmla="*/ 12 h 168"/>
                  <a:gd name="T38" fmla="*/ 119 w 136"/>
                  <a:gd name="T39" fmla="*/ 39 h 168"/>
                  <a:gd name="T40" fmla="*/ 97 w 136"/>
                  <a:gd name="T41" fmla="*/ 32 h 168"/>
                  <a:gd name="T42" fmla="*/ 91 w 136"/>
                  <a:gd name="T43" fmla="*/ 21 h 168"/>
                  <a:gd name="T44" fmla="*/ 128 w 136"/>
                  <a:gd name="T45" fmla="*/ 148 h 168"/>
                  <a:gd name="T46" fmla="*/ 116 w 136"/>
                  <a:gd name="T47" fmla="*/ 160 h 168"/>
                  <a:gd name="T48" fmla="*/ 20 w 136"/>
                  <a:gd name="T49" fmla="*/ 160 h 168"/>
                  <a:gd name="T50" fmla="*/ 8 w 136"/>
                  <a:gd name="T51" fmla="*/ 148 h 168"/>
                  <a:gd name="T52" fmla="*/ 8 w 136"/>
                  <a:gd name="T53" fmla="*/ 20 h 168"/>
                  <a:gd name="T54" fmla="*/ 20 w 136"/>
                  <a:gd name="T55" fmla="*/ 8 h 168"/>
                  <a:gd name="T56" fmla="*/ 87 w 136"/>
                  <a:gd name="T57" fmla="*/ 8 h 168"/>
                  <a:gd name="T58" fmla="*/ 84 w 136"/>
                  <a:gd name="T59" fmla="*/ 19 h 168"/>
                  <a:gd name="T60" fmla="*/ 94 w 136"/>
                  <a:gd name="T61" fmla="*/ 40 h 168"/>
                  <a:gd name="T62" fmla="*/ 128 w 136"/>
                  <a:gd name="T63" fmla="*/ 51 h 168"/>
                  <a:gd name="T64" fmla="*/ 128 w 136"/>
                  <a:gd name="T65" fmla="*/ 14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6" h="168">
                    <a:moveTo>
                      <a:pt x="136" y="47"/>
                    </a:moveTo>
                    <a:cubicBezTo>
                      <a:pt x="136" y="47"/>
                      <a:pt x="136" y="47"/>
                      <a:pt x="136" y="47"/>
                    </a:cubicBezTo>
                    <a:cubicBezTo>
                      <a:pt x="136" y="46"/>
                      <a:pt x="135" y="46"/>
                      <a:pt x="135" y="45"/>
                    </a:cubicBezTo>
                    <a:cubicBezTo>
                      <a:pt x="135" y="45"/>
                      <a:pt x="135" y="45"/>
                      <a:pt x="135" y="45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4" y="1"/>
                      <a:pt x="94" y="1"/>
                    </a:cubicBezTo>
                    <a:cubicBezTo>
                      <a:pt x="94" y="1"/>
                      <a:pt x="94" y="0"/>
                      <a:pt x="94" y="0"/>
                    </a:cubicBezTo>
                    <a:cubicBezTo>
                      <a:pt x="93" y="0"/>
                      <a:pt x="93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9"/>
                      <a:pt x="9" y="168"/>
                      <a:pt x="20" y="168"/>
                    </a:cubicBezTo>
                    <a:cubicBezTo>
                      <a:pt x="116" y="168"/>
                      <a:pt x="116" y="168"/>
                      <a:pt x="116" y="168"/>
                    </a:cubicBezTo>
                    <a:cubicBezTo>
                      <a:pt x="127" y="168"/>
                      <a:pt x="136" y="159"/>
                      <a:pt x="136" y="148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6" y="48"/>
                      <a:pt x="136" y="47"/>
                      <a:pt x="136" y="47"/>
                    </a:cubicBezTo>
                    <a:close/>
                    <a:moveTo>
                      <a:pt x="91" y="21"/>
                    </a:moveTo>
                    <a:cubicBezTo>
                      <a:pt x="94" y="12"/>
                      <a:pt x="94" y="12"/>
                      <a:pt x="94" y="1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2" y="31"/>
                      <a:pt x="90" y="26"/>
                      <a:pt x="91" y="21"/>
                    </a:cubicBezTo>
                    <a:close/>
                    <a:moveTo>
                      <a:pt x="128" y="148"/>
                    </a:moveTo>
                    <a:cubicBezTo>
                      <a:pt x="128" y="155"/>
                      <a:pt x="123" y="160"/>
                      <a:pt x="116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13" y="160"/>
                      <a:pt x="8" y="155"/>
                      <a:pt x="8" y="14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1" y="28"/>
                      <a:pt x="86" y="37"/>
                      <a:pt x="94" y="40"/>
                    </a:cubicBezTo>
                    <a:cubicBezTo>
                      <a:pt x="128" y="51"/>
                      <a:pt x="128" y="51"/>
                      <a:pt x="128" y="51"/>
                    </a:cubicBezTo>
                    <a:lnTo>
                      <a:pt x="128" y="148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</p:grpSp>
        <p:sp>
          <p:nvSpPr>
            <p:cNvPr id="168" name="Isosceles Triangle 167">
              <a:extLst>
                <a:ext uri="{FF2B5EF4-FFF2-40B4-BE49-F238E27FC236}">
                  <a16:creationId xmlns:a16="http://schemas.microsoft.com/office/drawing/2014/main" id="{36760895-ADBF-8DF4-02E9-FDB19ABA360E}"/>
                </a:ext>
              </a:extLst>
            </p:cNvPr>
            <p:cNvSpPr/>
            <p:nvPr/>
          </p:nvSpPr>
          <p:spPr>
            <a:xfrm rot="2712836">
              <a:off x="8285029" y="4726716"/>
              <a:ext cx="232976" cy="1669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endParaRPr>
            </a:p>
          </p:txBody>
        </p:sp>
      </p:grpSp>
      <p:sp>
        <p:nvSpPr>
          <p:cNvPr id="174" name="Rounded Rectangle 175">
            <a:extLst>
              <a:ext uri="{FF2B5EF4-FFF2-40B4-BE49-F238E27FC236}">
                <a16:creationId xmlns:a16="http://schemas.microsoft.com/office/drawing/2014/main" id="{2E9DDEFB-495C-4936-6E5D-360BE7CB2CB2}"/>
              </a:ext>
            </a:extLst>
          </p:cNvPr>
          <p:cNvSpPr/>
          <p:nvPr/>
        </p:nvSpPr>
        <p:spPr>
          <a:xfrm>
            <a:off x="4988377" y="4200905"/>
            <a:ext cx="1375062" cy="209566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  <a:cs typeface="Calibri" panose="020F0502020204030204" pitchFamily="34" charset="0"/>
              </a:rPr>
              <a:t>DMaaS</a:t>
            </a:r>
            <a:endParaRPr kumimoji="0" lang="es-ES" sz="1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FAC8FD5-F994-79AA-259B-F2B6B1959A32}"/>
              </a:ext>
            </a:extLst>
          </p:cNvPr>
          <p:cNvSpPr txBox="1"/>
          <p:nvPr/>
        </p:nvSpPr>
        <p:spPr>
          <a:xfrm>
            <a:off x="4999195" y="4545239"/>
            <a:ext cx="14269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Generación del satélite de Green </a:t>
            </a:r>
            <a:r>
              <a:rPr lang="es-ES_tradnl" sz="1000" dirty="0" err="1">
                <a:latin typeface="Santander Text" panose="020B0504020201020104" pitchFamily="34" charset="0"/>
                <a:cs typeface="Calibri" panose="020F0502020204030204" pitchFamily="34" charset="0"/>
              </a:rPr>
              <a:t>Dashboard</a:t>
            </a: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 aplicando reglas y mapeos </a:t>
            </a:r>
          </a:p>
        </p:txBody>
      </p:sp>
      <p:grpSp>
        <p:nvGrpSpPr>
          <p:cNvPr id="192" name="Grupo 21">
            <a:extLst>
              <a:ext uri="{FF2B5EF4-FFF2-40B4-BE49-F238E27FC236}">
                <a16:creationId xmlns:a16="http://schemas.microsoft.com/office/drawing/2014/main" id="{4F83A725-8D69-F556-9CDB-02B9B4EC4FC3}"/>
              </a:ext>
            </a:extLst>
          </p:cNvPr>
          <p:cNvGrpSpPr/>
          <p:nvPr/>
        </p:nvGrpSpPr>
        <p:grpSpPr>
          <a:xfrm>
            <a:off x="3476961" y="4558024"/>
            <a:ext cx="314056" cy="298185"/>
            <a:chOff x="3988712" y="4462174"/>
            <a:chExt cx="691733" cy="691733"/>
          </a:xfrm>
        </p:grpSpPr>
        <p:sp>
          <p:nvSpPr>
            <p:cNvPr id="193" name="Elipse 22">
              <a:extLst>
                <a:ext uri="{FF2B5EF4-FFF2-40B4-BE49-F238E27FC236}">
                  <a16:creationId xmlns:a16="http://schemas.microsoft.com/office/drawing/2014/main" id="{30C6E0D6-FF25-D129-E36F-0C94879B2FF5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4" name="Grupo 23">
              <a:extLst>
                <a:ext uri="{FF2B5EF4-FFF2-40B4-BE49-F238E27FC236}">
                  <a16:creationId xmlns:a16="http://schemas.microsoft.com/office/drawing/2014/main" id="{C7DAB031-AD81-9972-863F-6CF8D736926C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195" name="Triángulo isósceles 18">
                <a:extLst>
                  <a:ext uri="{FF2B5EF4-FFF2-40B4-BE49-F238E27FC236}">
                    <a16:creationId xmlns:a16="http://schemas.microsoft.com/office/drawing/2014/main" id="{81E30F80-6702-75D0-A133-B494619E6B88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6" name="Triángulo isósceles 18">
                <a:extLst>
                  <a:ext uri="{FF2B5EF4-FFF2-40B4-BE49-F238E27FC236}">
                    <a16:creationId xmlns:a16="http://schemas.microsoft.com/office/drawing/2014/main" id="{F4FC325E-A84C-D971-56A7-B521523955A6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198" name="Grupo 21">
            <a:extLst>
              <a:ext uri="{FF2B5EF4-FFF2-40B4-BE49-F238E27FC236}">
                <a16:creationId xmlns:a16="http://schemas.microsoft.com/office/drawing/2014/main" id="{CBD7415F-E9B4-08EA-AA4D-518FBBC20F6B}"/>
              </a:ext>
            </a:extLst>
          </p:cNvPr>
          <p:cNvGrpSpPr/>
          <p:nvPr/>
        </p:nvGrpSpPr>
        <p:grpSpPr>
          <a:xfrm>
            <a:off x="4691738" y="4555167"/>
            <a:ext cx="314056" cy="298185"/>
            <a:chOff x="3988712" y="4462174"/>
            <a:chExt cx="691733" cy="691733"/>
          </a:xfrm>
        </p:grpSpPr>
        <p:sp>
          <p:nvSpPr>
            <p:cNvPr id="199" name="Elipse 22">
              <a:extLst>
                <a:ext uri="{FF2B5EF4-FFF2-40B4-BE49-F238E27FC236}">
                  <a16:creationId xmlns:a16="http://schemas.microsoft.com/office/drawing/2014/main" id="{BA1FD781-9B1E-C073-1489-054BBA8F6E6B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0" name="Grupo 23">
              <a:extLst>
                <a:ext uri="{FF2B5EF4-FFF2-40B4-BE49-F238E27FC236}">
                  <a16:creationId xmlns:a16="http://schemas.microsoft.com/office/drawing/2014/main" id="{75498A96-365E-5AD8-0806-6A74DFD82A7D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201" name="Triángulo isósceles 18">
                <a:extLst>
                  <a:ext uri="{FF2B5EF4-FFF2-40B4-BE49-F238E27FC236}">
                    <a16:creationId xmlns:a16="http://schemas.microsoft.com/office/drawing/2014/main" id="{0C89F822-F382-EA47-306E-E8AE930D52DA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2" name="Triángulo isósceles 18">
                <a:extLst>
                  <a:ext uri="{FF2B5EF4-FFF2-40B4-BE49-F238E27FC236}">
                    <a16:creationId xmlns:a16="http://schemas.microsoft.com/office/drawing/2014/main" id="{C83011D8-4EBE-850F-6492-02FDA04C15F6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8BCB6E9D-8E7F-D705-C39D-13FB6068BA54}"/>
              </a:ext>
            </a:extLst>
          </p:cNvPr>
          <p:cNvSpPr txBox="1"/>
          <p:nvPr/>
        </p:nvSpPr>
        <p:spPr>
          <a:xfrm>
            <a:off x="7304266" y="4407936"/>
            <a:ext cx="1653880" cy="20253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 anchor="t">
            <a:noAutofit/>
          </a:bodyPr>
          <a:lstStyle/>
          <a:p>
            <a:pPr algn="ctr"/>
            <a:endParaRPr lang="es-ES_tradnl" sz="1100" b="1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216" name="Rounded Rectangle 175">
            <a:extLst>
              <a:ext uri="{FF2B5EF4-FFF2-40B4-BE49-F238E27FC236}">
                <a16:creationId xmlns:a16="http://schemas.microsoft.com/office/drawing/2014/main" id="{92397001-0DD8-47FA-8440-2EC1D189640E}"/>
              </a:ext>
            </a:extLst>
          </p:cNvPr>
          <p:cNvSpPr/>
          <p:nvPr/>
        </p:nvSpPr>
        <p:spPr>
          <a:xfrm>
            <a:off x="7416015" y="4504241"/>
            <a:ext cx="1440601" cy="209566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  <a:cs typeface="Calibri" panose="020F0502020204030204" pitchFamily="34" charset="0"/>
              </a:rPr>
              <a:t>Aprovisionamiento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761C027-28CD-7D1C-1999-2202409B8D79}"/>
              </a:ext>
            </a:extLst>
          </p:cNvPr>
          <p:cNvSpPr txBox="1"/>
          <p:nvPr/>
        </p:nvSpPr>
        <p:spPr>
          <a:xfrm>
            <a:off x="7279766" y="4893094"/>
            <a:ext cx="16538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_tradnl" sz="1000" b="1" dirty="0">
                <a:latin typeface="Santander Text" panose="020B0504020201020104" pitchFamily="34" charset="0"/>
                <a:cs typeface="Calibri" panose="020F0502020204030204" pitchFamily="34" charset="0"/>
              </a:rPr>
              <a:t>Anclaje a la Máster Contable</a:t>
            </a:r>
          </a:p>
          <a:p>
            <a:pPr algn="ctr"/>
            <a:endParaRPr lang="es-ES_tradnl" sz="1000" dirty="0"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Reutilización del </a:t>
            </a:r>
            <a:r>
              <a:rPr lang="es-ES_tradnl" sz="1000" b="1" dirty="0">
                <a:latin typeface="Santander Text" panose="020B0504020201020104" pitchFamily="34" charset="0"/>
                <a:cs typeface="Calibri" panose="020F0502020204030204" pitchFamily="34" charset="0"/>
              </a:rPr>
              <a:t>proceso de validación </a:t>
            </a: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sobre los satélites con </a:t>
            </a:r>
            <a:r>
              <a:rPr lang="es-ES_tradnl" sz="1000" b="1" dirty="0">
                <a:latin typeface="Santander Text" panose="020B0504020201020104" pitchFamily="34" charset="0"/>
                <a:cs typeface="Calibri" panose="020F0502020204030204" pitchFamily="34" charset="0"/>
              </a:rPr>
              <a:t>datos </a:t>
            </a:r>
            <a:r>
              <a:rPr lang="es-ES_tradnl" sz="1000" b="1" dirty="0" err="1">
                <a:latin typeface="Santander Text" panose="020B0504020201020104" pitchFamily="34" charset="0"/>
                <a:cs typeface="Calibri" panose="020F0502020204030204" pitchFamily="34" charset="0"/>
              </a:rPr>
              <a:t>Semi-agregados</a:t>
            </a:r>
            <a:endParaRPr lang="es-ES_tradnl" sz="1000" b="1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218" name="Rounded Rectangle 175">
            <a:extLst>
              <a:ext uri="{FF2B5EF4-FFF2-40B4-BE49-F238E27FC236}">
                <a16:creationId xmlns:a16="http://schemas.microsoft.com/office/drawing/2014/main" id="{4572228B-EF79-E12D-03CB-B7F43C2CBD4E}"/>
              </a:ext>
            </a:extLst>
          </p:cNvPr>
          <p:cNvSpPr/>
          <p:nvPr/>
        </p:nvSpPr>
        <p:spPr>
          <a:xfrm>
            <a:off x="9825538" y="4504241"/>
            <a:ext cx="1417227" cy="209566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  <a:cs typeface="Calibri" panose="020F0502020204030204" pitchFamily="34" charset="0"/>
              </a:rPr>
              <a:t>Reporting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860F17AE-9D31-93AE-E85C-CE2933FE183C}"/>
              </a:ext>
            </a:extLst>
          </p:cNvPr>
          <p:cNvSpPr txBox="1"/>
          <p:nvPr/>
        </p:nvSpPr>
        <p:spPr>
          <a:xfrm>
            <a:off x="9752934" y="4802063"/>
            <a:ext cx="16387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Generación de las </a:t>
            </a:r>
            <a:r>
              <a:rPr lang="es-ES_tradnl" sz="1000" b="1" dirty="0" err="1">
                <a:latin typeface="Santander Text" panose="020B0504020201020104" pitchFamily="34" charset="0"/>
                <a:cs typeface="Calibri" panose="020F0502020204030204" pitchFamily="34" charset="0"/>
              </a:rPr>
              <a:t>EEPPs</a:t>
            </a:r>
            <a:r>
              <a:rPr lang="es-ES_tradnl" sz="1000" b="1" dirty="0">
                <a:latin typeface="Santander Text" panose="020B0504020201020104" pitchFamily="34" charset="0"/>
                <a:cs typeface="Calibri" panose="020F0502020204030204" pitchFamily="34" charset="0"/>
              </a:rPr>
              <a:t> de Green </a:t>
            </a:r>
            <a:r>
              <a:rPr lang="es-ES_tradnl" sz="1000" b="1" dirty="0" err="1">
                <a:latin typeface="Santander Text" panose="020B0504020201020104" pitchFamily="34" charset="0"/>
                <a:cs typeface="Calibri" panose="020F0502020204030204" pitchFamily="34" charset="0"/>
              </a:rPr>
              <a:t>Dashboard</a:t>
            </a:r>
            <a:r>
              <a:rPr lang="es-ES_tradnl" sz="1000" b="1" dirty="0">
                <a:latin typeface="Santander Text" panose="020B0504020201020104" pitchFamily="34" charset="0"/>
                <a:cs typeface="Calibri" panose="020F0502020204030204" pitchFamily="34" charset="0"/>
              </a:rPr>
              <a:t> para la visión de </a:t>
            </a:r>
            <a:r>
              <a:rPr lang="es-ES_tradnl" sz="1000" b="1" dirty="0" err="1">
                <a:latin typeface="Santander Text" panose="020B0504020201020104" pitchFamily="34" charset="0"/>
                <a:cs typeface="Calibri" panose="020F0502020204030204" pitchFamily="34" charset="0"/>
              </a:rPr>
              <a:t>CdG</a:t>
            </a:r>
            <a:r>
              <a:rPr lang="es-ES_tradnl" sz="1000" b="1" dirty="0">
                <a:latin typeface="Santander Text" panose="020B0504020201020104" pitchFamily="34" charset="0"/>
                <a:cs typeface="Calibri" panose="020F0502020204030204" pitchFamily="34" charset="0"/>
              </a:rPr>
              <a:t>:</a:t>
            </a: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 </a:t>
            </a:r>
            <a:r>
              <a:rPr lang="es-ES_tradnl" sz="1000" dirty="0" err="1">
                <a:latin typeface="Santander Text" panose="020B0504020201020104" pitchFamily="34" charset="0"/>
                <a:cs typeface="Calibri" panose="020F0502020204030204" pitchFamily="34" charset="0"/>
              </a:rPr>
              <a:t>Blce</a:t>
            </a: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 y PL.+ </a:t>
            </a:r>
            <a:r>
              <a:rPr lang="es-ES_tradnl" sz="1000" b="1" dirty="0">
                <a:latin typeface="Santander Text" panose="020B0504020201020104" pitchFamily="34" charset="0"/>
                <a:cs typeface="Calibri" panose="020F0502020204030204" pitchFamily="34" charset="0"/>
              </a:rPr>
              <a:t>las métricas/ratio específicos </a:t>
            </a:r>
            <a:r>
              <a:rPr lang="es-ES_tradnl" sz="1000" dirty="0">
                <a:latin typeface="Santander Text" panose="020B0504020201020104" pitchFamily="34" charset="0"/>
                <a:cs typeface="Calibri" panose="020F0502020204030204" pitchFamily="34" charset="0"/>
              </a:rPr>
              <a:t>de GF (envío por sociedad)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s-ES_tradnl" sz="1000" dirty="0"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s-ES_tradnl" sz="1000" b="1" dirty="0">
                <a:solidFill>
                  <a:schemeClr val="accent1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Generación del informe Green </a:t>
            </a:r>
            <a:r>
              <a:rPr lang="en-AU" sz="1000" b="1" i="1" dirty="0">
                <a:solidFill>
                  <a:schemeClr val="accent1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Dashboard</a:t>
            </a:r>
          </a:p>
        </p:txBody>
      </p:sp>
      <p:grpSp>
        <p:nvGrpSpPr>
          <p:cNvPr id="221" name="Grupo 21">
            <a:extLst>
              <a:ext uri="{FF2B5EF4-FFF2-40B4-BE49-F238E27FC236}">
                <a16:creationId xmlns:a16="http://schemas.microsoft.com/office/drawing/2014/main" id="{99970CE7-5535-2F19-9991-05DD26D7DB97}"/>
              </a:ext>
            </a:extLst>
          </p:cNvPr>
          <p:cNvGrpSpPr/>
          <p:nvPr/>
        </p:nvGrpSpPr>
        <p:grpSpPr>
          <a:xfrm>
            <a:off x="9176755" y="5289892"/>
            <a:ext cx="314056" cy="298185"/>
            <a:chOff x="3988712" y="4462174"/>
            <a:chExt cx="691733" cy="691733"/>
          </a:xfrm>
        </p:grpSpPr>
        <p:sp>
          <p:nvSpPr>
            <p:cNvPr id="222" name="Elipse 22">
              <a:extLst>
                <a:ext uri="{FF2B5EF4-FFF2-40B4-BE49-F238E27FC236}">
                  <a16:creationId xmlns:a16="http://schemas.microsoft.com/office/drawing/2014/main" id="{3E1FDBA1-CD86-9A31-4283-CED1970B2892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3" name="Grupo 23">
              <a:extLst>
                <a:ext uri="{FF2B5EF4-FFF2-40B4-BE49-F238E27FC236}">
                  <a16:creationId xmlns:a16="http://schemas.microsoft.com/office/drawing/2014/main" id="{AA0E3BCD-EB18-401A-953C-1C89238D1494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224" name="Triángulo isósceles 18">
                <a:extLst>
                  <a:ext uri="{FF2B5EF4-FFF2-40B4-BE49-F238E27FC236}">
                    <a16:creationId xmlns:a16="http://schemas.microsoft.com/office/drawing/2014/main" id="{A9AD180B-EC6C-3B8B-4896-1C8D34E7AB17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5" name="Triángulo isósceles 18">
                <a:extLst>
                  <a:ext uri="{FF2B5EF4-FFF2-40B4-BE49-F238E27FC236}">
                    <a16:creationId xmlns:a16="http://schemas.microsoft.com/office/drawing/2014/main" id="{D0DFA8DD-2CA0-0659-8652-258129C61500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85" name="Rounded Rectangle 175">
            <a:extLst>
              <a:ext uri="{FF2B5EF4-FFF2-40B4-BE49-F238E27FC236}">
                <a16:creationId xmlns:a16="http://schemas.microsoft.com/office/drawing/2014/main" id="{4BF497F7-1A69-8183-4EFF-5EDD1BDC34EC}"/>
              </a:ext>
            </a:extLst>
          </p:cNvPr>
          <p:cNvSpPr/>
          <p:nvPr/>
        </p:nvSpPr>
        <p:spPr>
          <a:xfrm>
            <a:off x="678074" y="3535880"/>
            <a:ext cx="1573955" cy="185956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b="1" dirty="0">
                <a:solidFill>
                  <a:prstClr val="white"/>
                </a:solidFill>
                <a:latin typeface="Santander Text" panose="020B0504020201020104" pitchFamily="34" charset="0"/>
              </a:rPr>
              <a:t>PROCESO ALTERNATIVO</a:t>
            </a:r>
            <a:endParaRPr kumimoji="0" lang="es-E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</a:endParaRPr>
          </a:p>
        </p:txBody>
      </p:sp>
      <p:pic>
        <p:nvPicPr>
          <p:cNvPr id="231" name="Graphic 230" descr="Users with solid fill">
            <a:extLst>
              <a:ext uri="{FF2B5EF4-FFF2-40B4-BE49-F238E27FC236}">
                <a16:creationId xmlns:a16="http://schemas.microsoft.com/office/drawing/2014/main" id="{210E8F29-A822-9D14-C29B-0515CE933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95" y="5390961"/>
            <a:ext cx="621655" cy="621655"/>
          </a:xfrm>
          <a:prstGeom prst="rect">
            <a:avLst/>
          </a:prstGeom>
        </p:spPr>
      </p:pic>
      <p:sp>
        <p:nvSpPr>
          <p:cNvPr id="232" name="Rounded Rectangle 175">
            <a:extLst>
              <a:ext uri="{FF2B5EF4-FFF2-40B4-BE49-F238E27FC236}">
                <a16:creationId xmlns:a16="http://schemas.microsoft.com/office/drawing/2014/main" id="{7FA5BD1B-50BE-3AA6-8158-BD3EEFC774F1}"/>
              </a:ext>
            </a:extLst>
          </p:cNvPr>
          <p:cNvSpPr/>
          <p:nvPr/>
        </p:nvSpPr>
        <p:spPr>
          <a:xfrm>
            <a:off x="1300986" y="5599262"/>
            <a:ext cx="5192667" cy="217250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Unidades Locales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2E189F2E-C987-0560-BD5C-C56684C4C4C8}"/>
              </a:ext>
            </a:extLst>
          </p:cNvPr>
          <p:cNvSpPr txBox="1"/>
          <p:nvPr/>
        </p:nvSpPr>
        <p:spPr>
          <a:xfrm>
            <a:off x="678074" y="5902211"/>
            <a:ext cx="2958208" cy="67710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_tradnl" sz="1050" b="1" dirty="0">
                <a:latin typeface="Santander Text" panose="020B0504020201020104" pitchFamily="34" charset="0"/>
                <a:cs typeface="Calibri" panose="020F0502020204030204" pitchFamily="34" charset="0"/>
              </a:rPr>
              <a:t>Resto de información de </a:t>
            </a:r>
            <a:r>
              <a:rPr lang="en-AU" sz="1050" b="1" dirty="0">
                <a:latin typeface="Santander Text" panose="020B0504020201020104" pitchFamily="34" charset="0"/>
                <a:cs typeface="Calibri" panose="020F0502020204030204" pitchFamily="34" charset="0"/>
              </a:rPr>
              <a:t>Green </a:t>
            </a:r>
            <a:r>
              <a:rPr lang="en-AU" sz="1050" b="1" dirty="0" err="1">
                <a:latin typeface="Santander Text" panose="020B0504020201020104" pitchFamily="34" charset="0"/>
                <a:cs typeface="Calibri" panose="020F0502020204030204" pitchFamily="34" charset="0"/>
              </a:rPr>
              <a:t>Drashboard</a:t>
            </a:r>
            <a:endParaRPr lang="es-ES_tradnl" sz="1050" dirty="0"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50" dirty="0">
                <a:latin typeface="Santander Text" panose="020B0504020201020104" pitchFamily="34" charset="0"/>
                <a:cs typeface="Calibri" panose="020F0502020204030204" pitchFamily="34" charset="0"/>
              </a:rPr>
              <a:t>Manual o proceso local</a:t>
            </a:r>
          </a:p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50" dirty="0">
                <a:latin typeface="Santander Text" panose="020B0504020201020104" pitchFamily="34" charset="0"/>
                <a:cs typeface="Calibri" panose="020F0502020204030204" pitchFamily="34" charset="0"/>
              </a:rPr>
              <a:t>Nivel sociedad</a:t>
            </a:r>
          </a:p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s-ES_tradnl" sz="1050" dirty="0">
                <a:latin typeface="Santander Text" panose="020B0504020201020104" pitchFamily="34" charset="0"/>
                <a:cs typeface="Calibri" panose="020F0502020204030204" pitchFamily="34" charset="0"/>
              </a:rPr>
              <a:t>Información agregada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3E6163E-9EB1-3DF6-EF43-28E797B51896}"/>
              </a:ext>
            </a:extLst>
          </p:cNvPr>
          <p:cNvSpPr txBox="1"/>
          <p:nvPr/>
        </p:nvSpPr>
        <p:spPr>
          <a:xfrm>
            <a:off x="5481306" y="6066351"/>
            <a:ext cx="7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dirty="0">
                <a:latin typeface="Santander Text" panose="020B0504020201020104" pitchFamily="34" charset="0"/>
              </a:rPr>
              <a:t>Satélites locales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93CD9539-08A8-C3F8-254F-3BDF75AC5379}"/>
              </a:ext>
            </a:extLst>
          </p:cNvPr>
          <p:cNvGrpSpPr/>
          <p:nvPr/>
        </p:nvGrpSpPr>
        <p:grpSpPr>
          <a:xfrm>
            <a:off x="5138889" y="6012748"/>
            <a:ext cx="372559" cy="405936"/>
            <a:chOff x="3870148" y="5286498"/>
            <a:chExt cx="569012" cy="501323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B24E1D23-1358-2045-3835-A37A9A33401F}"/>
                </a:ext>
              </a:extLst>
            </p:cNvPr>
            <p:cNvGrpSpPr/>
            <p:nvPr/>
          </p:nvGrpSpPr>
          <p:grpSpPr>
            <a:xfrm>
              <a:off x="3870148" y="5286498"/>
              <a:ext cx="390668" cy="389563"/>
              <a:chOff x="7723975" y="4693678"/>
              <a:chExt cx="760992" cy="688938"/>
            </a:xfrm>
          </p:grpSpPr>
          <p:grpSp>
            <p:nvGrpSpPr>
              <p:cNvPr id="246" name="Group 245">
                <a:extLst>
                  <a:ext uri="{FF2B5EF4-FFF2-40B4-BE49-F238E27FC236}">
                    <a16:creationId xmlns:a16="http://schemas.microsoft.com/office/drawing/2014/main" id="{42C0FA9A-95E0-A80D-0C5D-847C9A6A8B73}"/>
                  </a:ext>
                </a:extLst>
              </p:cNvPr>
              <p:cNvGrpSpPr/>
              <p:nvPr/>
            </p:nvGrpSpPr>
            <p:grpSpPr>
              <a:xfrm>
                <a:off x="7723975" y="4777536"/>
                <a:ext cx="694818" cy="605080"/>
                <a:chOff x="3073278" y="2073989"/>
                <a:chExt cx="238670" cy="332404"/>
              </a:xfrm>
            </p:grpSpPr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65012544-EC1A-803D-C66D-091114EC6FBD}"/>
                    </a:ext>
                  </a:extLst>
                </p:cNvPr>
                <p:cNvSpPr/>
                <p:nvPr/>
              </p:nvSpPr>
              <p:spPr>
                <a:xfrm>
                  <a:off x="3086204" y="2087788"/>
                  <a:ext cx="223693" cy="31860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249" name="Freeform 56">
                  <a:extLst>
                    <a:ext uri="{FF2B5EF4-FFF2-40B4-BE49-F238E27FC236}">
                      <a16:creationId xmlns:a16="http://schemas.microsoft.com/office/drawing/2014/main" id="{3DCA632B-0827-A59F-CBBC-D6BCFE298C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9379" y="2200261"/>
                  <a:ext cx="93880" cy="16189"/>
                </a:xfrm>
                <a:custGeom>
                  <a:avLst/>
                  <a:gdLst>
                    <a:gd name="T0" fmla="*/ 4 w 40"/>
                    <a:gd name="T1" fmla="*/ 8 h 8"/>
                    <a:gd name="T2" fmla="*/ 36 w 40"/>
                    <a:gd name="T3" fmla="*/ 8 h 8"/>
                    <a:gd name="T4" fmla="*/ 40 w 40"/>
                    <a:gd name="T5" fmla="*/ 4 h 8"/>
                    <a:gd name="T6" fmla="*/ 36 w 40"/>
                    <a:gd name="T7" fmla="*/ 0 h 8"/>
                    <a:gd name="T8" fmla="*/ 4 w 40"/>
                    <a:gd name="T9" fmla="*/ 0 h 8"/>
                    <a:gd name="T10" fmla="*/ 0 w 40"/>
                    <a:gd name="T11" fmla="*/ 4 h 8"/>
                    <a:gd name="T12" fmla="*/ 4 w 40"/>
                    <a:gd name="T13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8">
                      <a:moveTo>
                        <a:pt x="4" y="8"/>
                      </a:moveTo>
                      <a:cubicBezTo>
                        <a:pt x="36" y="8"/>
                        <a:pt x="36" y="8"/>
                        <a:pt x="36" y="8"/>
                      </a:cubicBezTo>
                      <a:cubicBezTo>
                        <a:pt x="38" y="8"/>
                        <a:pt x="40" y="6"/>
                        <a:pt x="40" y="4"/>
                      </a:cubicBezTo>
                      <a:cubicBezTo>
                        <a:pt x="40" y="2"/>
                        <a:pt x="38" y="0"/>
                        <a:pt x="36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250" name="Freeform 57">
                  <a:extLst>
                    <a:ext uri="{FF2B5EF4-FFF2-40B4-BE49-F238E27FC236}">
                      <a16:creationId xmlns:a16="http://schemas.microsoft.com/office/drawing/2014/main" id="{60D7244C-0B4A-1802-8844-674360E947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9378" y="2263932"/>
                  <a:ext cx="126466" cy="16189"/>
                </a:xfrm>
                <a:custGeom>
                  <a:avLst/>
                  <a:gdLst>
                    <a:gd name="T0" fmla="*/ 0 w 72"/>
                    <a:gd name="T1" fmla="*/ 4 h 8"/>
                    <a:gd name="T2" fmla="*/ 4 w 72"/>
                    <a:gd name="T3" fmla="*/ 8 h 8"/>
                    <a:gd name="T4" fmla="*/ 68 w 72"/>
                    <a:gd name="T5" fmla="*/ 8 h 8"/>
                    <a:gd name="T6" fmla="*/ 72 w 72"/>
                    <a:gd name="T7" fmla="*/ 4 h 8"/>
                    <a:gd name="T8" fmla="*/ 68 w 72"/>
                    <a:gd name="T9" fmla="*/ 0 h 8"/>
                    <a:gd name="T10" fmla="*/ 4 w 72"/>
                    <a:gd name="T11" fmla="*/ 0 h 8"/>
                    <a:gd name="T12" fmla="*/ 0 w 72"/>
                    <a:gd name="T13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8">
                      <a:moveTo>
                        <a:pt x="0" y="4"/>
                      </a:move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8" y="8"/>
                        <a:pt x="68" y="8"/>
                        <a:pt x="68" y="8"/>
                      </a:cubicBezTo>
                      <a:cubicBezTo>
                        <a:pt x="70" y="8"/>
                        <a:pt x="72" y="6"/>
                        <a:pt x="72" y="4"/>
                      </a:cubicBezTo>
                      <a:cubicBezTo>
                        <a:pt x="72" y="2"/>
                        <a:pt x="70" y="0"/>
                        <a:pt x="68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251" name="Freeform 58">
                  <a:extLst>
                    <a:ext uri="{FF2B5EF4-FFF2-40B4-BE49-F238E27FC236}">
                      <a16:creationId xmlns:a16="http://schemas.microsoft.com/office/drawing/2014/main" id="{29EFA651-1DBD-F950-72D1-F6F08A748A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9379" y="2327610"/>
                  <a:ext cx="126466" cy="15109"/>
                </a:xfrm>
                <a:custGeom>
                  <a:avLst/>
                  <a:gdLst>
                    <a:gd name="T0" fmla="*/ 68 w 72"/>
                    <a:gd name="T1" fmla="*/ 0 h 8"/>
                    <a:gd name="T2" fmla="*/ 4 w 72"/>
                    <a:gd name="T3" fmla="*/ 0 h 8"/>
                    <a:gd name="T4" fmla="*/ 0 w 72"/>
                    <a:gd name="T5" fmla="*/ 4 h 8"/>
                    <a:gd name="T6" fmla="*/ 4 w 72"/>
                    <a:gd name="T7" fmla="*/ 8 h 8"/>
                    <a:gd name="T8" fmla="*/ 68 w 72"/>
                    <a:gd name="T9" fmla="*/ 8 h 8"/>
                    <a:gd name="T10" fmla="*/ 72 w 72"/>
                    <a:gd name="T11" fmla="*/ 4 h 8"/>
                    <a:gd name="T12" fmla="*/ 68 w 72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8">
                      <a:moveTo>
                        <a:pt x="68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8" y="8"/>
                        <a:pt x="68" y="8"/>
                        <a:pt x="68" y="8"/>
                      </a:cubicBezTo>
                      <a:cubicBezTo>
                        <a:pt x="70" y="8"/>
                        <a:pt x="72" y="6"/>
                        <a:pt x="72" y="4"/>
                      </a:cubicBezTo>
                      <a:cubicBezTo>
                        <a:pt x="72" y="2"/>
                        <a:pt x="70" y="0"/>
                        <a:pt x="68" y="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252" name="Freeform 59">
                  <a:extLst>
                    <a:ext uri="{FF2B5EF4-FFF2-40B4-BE49-F238E27FC236}">
                      <a16:creationId xmlns:a16="http://schemas.microsoft.com/office/drawing/2014/main" id="{4DA19172-F28F-0283-0A4C-0FA4C982DD6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073278" y="2073989"/>
                  <a:ext cx="238670" cy="332402"/>
                </a:xfrm>
                <a:custGeom>
                  <a:avLst/>
                  <a:gdLst>
                    <a:gd name="T0" fmla="*/ 136 w 136"/>
                    <a:gd name="T1" fmla="*/ 47 h 168"/>
                    <a:gd name="T2" fmla="*/ 136 w 136"/>
                    <a:gd name="T3" fmla="*/ 47 h 168"/>
                    <a:gd name="T4" fmla="*/ 135 w 136"/>
                    <a:gd name="T5" fmla="*/ 45 h 168"/>
                    <a:gd name="T6" fmla="*/ 135 w 136"/>
                    <a:gd name="T7" fmla="*/ 45 h 168"/>
                    <a:gd name="T8" fmla="*/ 95 w 136"/>
                    <a:gd name="T9" fmla="*/ 1 h 168"/>
                    <a:gd name="T10" fmla="*/ 94 w 136"/>
                    <a:gd name="T11" fmla="*/ 1 h 168"/>
                    <a:gd name="T12" fmla="*/ 94 w 136"/>
                    <a:gd name="T13" fmla="*/ 0 h 168"/>
                    <a:gd name="T14" fmla="*/ 92 w 136"/>
                    <a:gd name="T15" fmla="*/ 0 h 168"/>
                    <a:gd name="T16" fmla="*/ 92 w 136"/>
                    <a:gd name="T17" fmla="*/ 0 h 168"/>
                    <a:gd name="T18" fmla="*/ 20 w 136"/>
                    <a:gd name="T19" fmla="*/ 0 h 168"/>
                    <a:gd name="T20" fmla="*/ 0 w 136"/>
                    <a:gd name="T21" fmla="*/ 20 h 168"/>
                    <a:gd name="T22" fmla="*/ 0 w 136"/>
                    <a:gd name="T23" fmla="*/ 148 h 168"/>
                    <a:gd name="T24" fmla="*/ 20 w 136"/>
                    <a:gd name="T25" fmla="*/ 168 h 168"/>
                    <a:gd name="T26" fmla="*/ 116 w 136"/>
                    <a:gd name="T27" fmla="*/ 168 h 168"/>
                    <a:gd name="T28" fmla="*/ 136 w 136"/>
                    <a:gd name="T29" fmla="*/ 148 h 168"/>
                    <a:gd name="T30" fmla="*/ 136 w 136"/>
                    <a:gd name="T31" fmla="*/ 48 h 168"/>
                    <a:gd name="T32" fmla="*/ 136 w 136"/>
                    <a:gd name="T33" fmla="*/ 47 h 168"/>
                    <a:gd name="T34" fmla="*/ 91 w 136"/>
                    <a:gd name="T35" fmla="*/ 21 h 168"/>
                    <a:gd name="T36" fmla="*/ 94 w 136"/>
                    <a:gd name="T37" fmla="*/ 12 h 168"/>
                    <a:gd name="T38" fmla="*/ 119 w 136"/>
                    <a:gd name="T39" fmla="*/ 39 h 168"/>
                    <a:gd name="T40" fmla="*/ 97 w 136"/>
                    <a:gd name="T41" fmla="*/ 32 h 168"/>
                    <a:gd name="T42" fmla="*/ 91 w 136"/>
                    <a:gd name="T43" fmla="*/ 21 h 168"/>
                    <a:gd name="T44" fmla="*/ 128 w 136"/>
                    <a:gd name="T45" fmla="*/ 148 h 168"/>
                    <a:gd name="T46" fmla="*/ 116 w 136"/>
                    <a:gd name="T47" fmla="*/ 160 h 168"/>
                    <a:gd name="T48" fmla="*/ 20 w 136"/>
                    <a:gd name="T49" fmla="*/ 160 h 168"/>
                    <a:gd name="T50" fmla="*/ 8 w 136"/>
                    <a:gd name="T51" fmla="*/ 148 h 168"/>
                    <a:gd name="T52" fmla="*/ 8 w 136"/>
                    <a:gd name="T53" fmla="*/ 20 h 168"/>
                    <a:gd name="T54" fmla="*/ 20 w 136"/>
                    <a:gd name="T55" fmla="*/ 8 h 168"/>
                    <a:gd name="T56" fmla="*/ 87 w 136"/>
                    <a:gd name="T57" fmla="*/ 8 h 168"/>
                    <a:gd name="T58" fmla="*/ 84 w 136"/>
                    <a:gd name="T59" fmla="*/ 19 h 168"/>
                    <a:gd name="T60" fmla="*/ 94 w 136"/>
                    <a:gd name="T61" fmla="*/ 40 h 168"/>
                    <a:gd name="T62" fmla="*/ 128 w 136"/>
                    <a:gd name="T63" fmla="*/ 51 h 168"/>
                    <a:gd name="T64" fmla="*/ 128 w 136"/>
                    <a:gd name="T65" fmla="*/ 14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36" h="168">
                      <a:moveTo>
                        <a:pt x="136" y="47"/>
                      </a:moveTo>
                      <a:cubicBezTo>
                        <a:pt x="136" y="47"/>
                        <a:pt x="136" y="47"/>
                        <a:pt x="136" y="47"/>
                      </a:cubicBezTo>
                      <a:cubicBezTo>
                        <a:pt x="136" y="46"/>
                        <a:pt x="135" y="46"/>
                        <a:pt x="135" y="45"/>
                      </a:cubicBezTo>
                      <a:cubicBezTo>
                        <a:pt x="135" y="45"/>
                        <a:pt x="135" y="45"/>
                        <a:pt x="135" y="45"/>
                      </a:cubicBezTo>
                      <a:cubicBezTo>
                        <a:pt x="95" y="1"/>
                        <a:pt x="95" y="1"/>
                        <a:pt x="95" y="1"/>
                      </a:cubicBezTo>
                      <a:cubicBezTo>
                        <a:pt x="95" y="1"/>
                        <a:pt x="94" y="1"/>
                        <a:pt x="94" y="1"/>
                      </a:cubicBezTo>
                      <a:cubicBezTo>
                        <a:pt x="94" y="1"/>
                        <a:pt x="94" y="0"/>
                        <a:pt x="94" y="0"/>
                      </a:cubicBezTo>
                      <a:cubicBezTo>
                        <a:pt x="93" y="0"/>
                        <a:pt x="93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9" y="0"/>
                        <a:pt x="0" y="9"/>
                        <a:pt x="0" y="20"/>
                      </a:cubicBez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0" y="159"/>
                        <a:pt x="9" y="168"/>
                        <a:pt x="20" y="168"/>
                      </a:cubicBezTo>
                      <a:cubicBezTo>
                        <a:pt x="116" y="168"/>
                        <a:pt x="116" y="168"/>
                        <a:pt x="116" y="168"/>
                      </a:cubicBezTo>
                      <a:cubicBezTo>
                        <a:pt x="127" y="168"/>
                        <a:pt x="136" y="159"/>
                        <a:pt x="136" y="148"/>
                      </a:cubicBezTo>
                      <a:cubicBezTo>
                        <a:pt x="136" y="48"/>
                        <a:pt x="136" y="48"/>
                        <a:pt x="136" y="48"/>
                      </a:cubicBezTo>
                      <a:cubicBezTo>
                        <a:pt x="136" y="48"/>
                        <a:pt x="136" y="47"/>
                        <a:pt x="136" y="47"/>
                      </a:cubicBezTo>
                      <a:close/>
                      <a:moveTo>
                        <a:pt x="91" y="21"/>
                      </a:moveTo>
                      <a:cubicBezTo>
                        <a:pt x="94" y="12"/>
                        <a:pt x="94" y="12"/>
                        <a:pt x="94" y="12"/>
                      </a:cubicBezTo>
                      <a:cubicBezTo>
                        <a:pt x="119" y="39"/>
                        <a:pt x="119" y="39"/>
                        <a:pt x="119" y="39"/>
                      </a:cubicBezTo>
                      <a:cubicBezTo>
                        <a:pt x="97" y="32"/>
                        <a:pt x="97" y="32"/>
                        <a:pt x="97" y="32"/>
                      </a:cubicBezTo>
                      <a:cubicBezTo>
                        <a:pt x="92" y="31"/>
                        <a:pt x="90" y="26"/>
                        <a:pt x="91" y="21"/>
                      </a:cubicBezTo>
                      <a:close/>
                      <a:moveTo>
                        <a:pt x="128" y="148"/>
                      </a:moveTo>
                      <a:cubicBezTo>
                        <a:pt x="128" y="155"/>
                        <a:pt x="123" y="160"/>
                        <a:pt x="116" y="160"/>
                      </a:cubicBezTo>
                      <a:cubicBezTo>
                        <a:pt x="20" y="160"/>
                        <a:pt x="20" y="160"/>
                        <a:pt x="20" y="160"/>
                      </a:cubicBezTo>
                      <a:cubicBezTo>
                        <a:pt x="13" y="160"/>
                        <a:pt x="8" y="155"/>
                        <a:pt x="8" y="148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13"/>
                        <a:pt x="13" y="8"/>
                        <a:pt x="20" y="8"/>
                      </a:cubicBezTo>
                      <a:cubicBezTo>
                        <a:pt x="87" y="8"/>
                        <a:pt x="87" y="8"/>
                        <a:pt x="87" y="8"/>
                      </a:cubicBezTo>
                      <a:cubicBezTo>
                        <a:pt x="84" y="19"/>
                        <a:pt x="84" y="19"/>
                        <a:pt x="84" y="19"/>
                      </a:cubicBezTo>
                      <a:cubicBezTo>
                        <a:pt x="81" y="28"/>
                        <a:pt x="86" y="37"/>
                        <a:pt x="94" y="40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lnTo>
                        <a:pt x="128" y="148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</p:grpSp>
          <p:sp>
            <p:nvSpPr>
              <p:cNvPr id="247" name="Isosceles Triangle 246">
                <a:extLst>
                  <a:ext uri="{FF2B5EF4-FFF2-40B4-BE49-F238E27FC236}">
                    <a16:creationId xmlns:a16="http://schemas.microsoft.com/office/drawing/2014/main" id="{4163C03E-A4FC-FD4E-3B0C-26FFCBD7809F}"/>
                  </a:ext>
                </a:extLst>
              </p:cNvPr>
              <p:cNvSpPr/>
              <p:nvPr/>
            </p:nvSpPr>
            <p:spPr>
              <a:xfrm rot="2712836">
                <a:off x="8285029" y="4726716"/>
                <a:ext cx="232976" cy="16690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713FFD1A-D630-D079-A8C4-CFD295F17DE8}"/>
                </a:ext>
              </a:extLst>
            </p:cNvPr>
            <p:cNvGrpSpPr/>
            <p:nvPr/>
          </p:nvGrpSpPr>
          <p:grpSpPr>
            <a:xfrm>
              <a:off x="4048492" y="5398258"/>
              <a:ext cx="390668" cy="389563"/>
              <a:chOff x="7723975" y="4693678"/>
              <a:chExt cx="760992" cy="688938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72197DF8-9606-483C-F5C9-CE5458B59298}"/>
                  </a:ext>
                </a:extLst>
              </p:cNvPr>
              <p:cNvGrpSpPr/>
              <p:nvPr/>
            </p:nvGrpSpPr>
            <p:grpSpPr>
              <a:xfrm>
                <a:off x="7723975" y="4777536"/>
                <a:ext cx="694818" cy="605080"/>
                <a:chOff x="3073278" y="2073989"/>
                <a:chExt cx="238670" cy="332404"/>
              </a:xfrm>
            </p:grpSpPr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67397B96-8E61-6C9F-D1C8-0749A9CA8F8C}"/>
                    </a:ext>
                  </a:extLst>
                </p:cNvPr>
                <p:cNvSpPr/>
                <p:nvPr/>
              </p:nvSpPr>
              <p:spPr>
                <a:xfrm>
                  <a:off x="3086204" y="2087788"/>
                  <a:ext cx="223693" cy="31860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242" name="Freeform 56">
                  <a:extLst>
                    <a:ext uri="{FF2B5EF4-FFF2-40B4-BE49-F238E27FC236}">
                      <a16:creationId xmlns:a16="http://schemas.microsoft.com/office/drawing/2014/main" id="{ACEC8C23-6008-A881-3FDA-836B11030A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9379" y="2200261"/>
                  <a:ext cx="93880" cy="16189"/>
                </a:xfrm>
                <a:custGeom>
                  <a:avLst/>
                  <a:gdLst>
                    <a:gd name="T0" fmla="*/ 4 w 40"/>
                    <a:gd name="T1" fmla="*/ 8 h 8"/>
                    <a:gd name="T2" fmla="*/ 36 w 40"/>
                    <a:gd name="T3" fmla="*/ 8 h 8"/>
                    <a:gd name="T4" fmla="*/ 40 w 40"/>
                    <a:gd name="T5" fmla="*/ 4 h 8"/>
                    <a:gd name="T6" fmla="*/ 36 w 40"/>
                    <a:gd name="T7" fmla="*/ 0 h 8"/>
                    <a:gd name="T8" fmla="*/ 4 w 40"/>
                    <a:gd name="T9" fmla="*/ 0 h 8"/>
                    <a:gd name="T10" fmla="*/ 0 w 40"/>
                    <a:gd name="T11" fmla="*/ 4 h 8"/>
                    <a:gd name="T12" fmla="*/ 4 w 40"/>
                    <a:gd name="T13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8">
                      <a:moveTo>
                        <a:pt x="4" y="8"/>
                      </a:moveTo>
                      <a:cubicBezTo>
                        <a:pt x="36" y="8"/>
                        <a:pt x="36" y="8"/>
                        <a:pt x="36" y="8"/>
                      </a:cubicBezTo>
                      <a:cubicBezTo>
                        <a:pt x="38" y="8"/>
                        <a:pt x="40" y="6"/>
                        <a:pt x="40" y="4"/>
                      </a:cubicBezTo>
                      <a:cubicBezTo>
                        <a:pt x="40" y="2"/>
                        <a:pt x="38" y="0"/>
                        <a:pt x="36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243" name="Freeform 57">
                  <a:extLst>
                    <a:ext uri="{FF2B5EF4-FFF2-40B4-BE49-F238E27FC236}">
                      <a16:creationId xmlns:a16="http://schemas.microsoft.com/office/drawing/2014/main" id="{A9ED3929-48A4-AD70-1C42-01A9C4214C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9378" y="2263932"/>
                  <a:ext cx="126466" cy="16189"/>
                </a:xfrm>
                <a:custGeom>
                  <a:avLst/>
                  <a:gdLst>
                    <a:gd name="T0" fmla="*/ 0 w 72"/>
                    <a:gd name="T1" fmla="*/ 4 h 8"/>
                    <a:gd name="T2" fmla="*/ 4 w 72"/>
                    <a:gd name="T3" fmla="*/ 8 h 8"/>
                    <a:gd name="T4" fmla="*/ 68 w 72"/>
                    <a:gd name="T5" fmla="*/ 8 h 8"/>
                    <a:gd name="T6" fmla="*/ 72 w 72"/>
                    <a:gd name="T7" fmla="*/ 4 h 8"/>
                    <a:gd name="T8" fmla="*/ 68 w 72"/>
                    <a:gd name="T9" fmla="*/ 0 h 8"/>
                    <a:gd name="T10" fmla="*/ 4 w 72"/>
                    <a:gd name="T11" fmla="*/ 0 h 8"/>
                    <a:gd name="T12" fmla="*/ 0 w 72"/>
                    <a:gd name="T13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8">
                      <a:moveTo>
                        <a:pt x="0" y="4"/>
                      </a:move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8" y="8"/>
                        <a:pt x="68" y="8"/>
                        <a:pt x="68" y="8"/>
                      </a:cubicBezTo>
                      <a:cubicBezTo>
                        <a:pt x="70" y="8"/>
                        <a:pt x="72" y="6"/>
                        <a:pt x="72" y="4"/>
                      </a:cubicBezTo>
                      <a:cubicBezTo>
                        <a:pt x="72" y="2"/>
                        <a:pt x="70" y="0"/>
                        <a:pt x="68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244" name="Freeform 58">
                  <a:extLst>
                    <a:ext uri="{FF2B5EF4-FFF2-40B4-BE49-F238E27FC236}">
                      <a16:creationId xmlns:a16="http://schemas.microsoft.com/office/drawing/2014/main" id="{391A332D-B880-B96E-6686-F4B5321165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9379" y="2327610"/>
                  <a:ext cx="126466" cy="15109"/>
                </a:xfrm>
                <a:custGeom>
                  <a:avLst/>
                  <a:gdLst>
                    <a:gd name="T0" fmla="*/ 68 w 72"/>
                    <a:gd name="T1" fmla="*/ 0 h 8"/>
                    <a:gd name="T2" fmla="*/ 4 w 72"/>
                    <a:gd name="T3" fmla="*/ 0 h 8"/>
                    <a:gd name="T4" fmla="*/ 0 w 72"/>
                    <a:gd name="T5" fmla="*/ 4 h 8"/>
                    <a:gd name="T6" fmla="*/ 4 w 72"/>
                    <a:gd name="T7" fmla="*/ 8 h 8"/>
                    <a:gd name="T8" fmla="*/ 68 w 72"/>
                    <a:gd name="T9" fmla="*/ 8 h 8"/>
                    <a:gd name="T10" fmla="*/ 72 w 72"/>
                    <a:gd name="T11" fmla="*/ 4 h 8"/>
                    <a:gd name="T12" fmla="*/ 68 w 72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8">
                      <a:moveTo>
                        <a:pt x="68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8" y="8"/>
                        <a:pt x="68" y="8"/>
                        <a:pt x="68" y="8"/>
                      </a:cubicBezTo>
                      <a:cubicBezTo>
                        <a:pt x="70" y="8"/>
                        <a:pt x="72" y="6"/>
                        <a:pt x="72" y="4"/>
                      </a:cubicBezTo>
                      <a:cubicBezTo>
                        <a:pt x="72" y="2"/>
                        <a:pt x="70" y="0"/>
                        <a:pt x="68" y="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245" name="Freeform 59">
                  <a:extLst>
                    <a:ext uri="{FF2B5EF4-FFF2-40B4-BE49-F238E27FC236}">
                      <a16:creationId xmlns:a16="http://schemas.microsoft.com/office/drawing/2014/main" id="{DA2A9DF0-6028-26FC-ED44-C01013D3DCA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073278" y="2073989"/>
                  <a:ext cx="238670" cy="332402"/>
                </a:xfrm>
                <a:custGeom>
                  <a:avLst/>
                  <a:gdLst>
                    <a:gd name="T0" fmla="*/ 136 w 136"/>
                    <a:gd name="T1" fmla="*/ 47 h 168"/>
                    <a:gd name="T2" fmla="*/ 136 w 136"/>
                    <a:gd name="T3" fmla="*/ 47 h 168"/>
                    <a:gd name="T4" fmla="*/ 135 w 136"/>
                    <a:gd name="T5" fmla="*/ 45 h 168"/>
                    <a:gd name="T6" fmla="*/ 135 w 136"/>
                    <a:gd name="T7" fmla="*/ 45 h 168"/>
                    <a:gd name="T8" fmla="*/ 95 w 136"/>
                    <a:gd name="T9" fmla="*/ 1 h 168"/>
                    <a:gd name="T10" fmla="*/ 94 w 136"/>
                    <a:gd name="T11" fmla="*/ 1 h 168"/>
                    <a:gd name="T12" fmla="*/ 94 w 136"/>
                    <a:gd name="T13" fmla="*/ 0 h 168"/>
                    <a:gd name="T14" fmla="*/ 92 w 136"/>
                    <a:gd name="T15" fmla="*/ 0 h 168"/>
                    <a:gd name="T16" fmla="*/ 92 w 136"/>
                    <a:gd name="T17" fmla="*/ 0 h 168"/>
                    <a:gd name="T18" fmla="*/ 20 w 136"/>
                    <a:gd name="T19" fmla="*/ 0 h 168"/>
                    <a:gd name="T20" fmla="*/ 0 w 136"/>
                    <a:gd name="T21" fmla="*/ 20 h 168"/>
                    <a:gd name="T22" fmla="*/ 0 w 136"/>
                    <a:gd name="T23" fmla="*/ 148 h 168"/>
                    <a:gd name="T24" fmla="*/ 20 w 136"/>
                    <a:gd name="T25" fmla="*/ 168 h 168"/>
                    <a:gd name="T26" fmla="*/ 116 w 136"/>
                    <a:gd name="T27" fmla="*/ 168 h 168"/>
                    <a:gd name="T28" fmla="*/ 136 w 136"/>
                    <a:gd name="T29" fmla="*/ 148 h 168"/>
                    <a:gd name="T30" fmla="*/ 136 w 136"/>
                    <a:gd name="T31" fmla="*/ 48 h 168"/>
                    <a:gd name="T32" fmla="*/ 136 w 136"/>
                    <a:gd name="T33" fmla="*/ 47 h 168"/>
                    <a:gd name="T34" fmla="*/ 91 w 136"/>
                    <a:gd name="T35" fmla="*/ 21 h 168"/>
                    <a:gd name="T36" fmla="*/ 94 w 136"/>
                    <a:gd name="T37" fmla="*/ 12 h 168"/>
                    <a:gd name="T38" fmla="*/ 119 w 136"/>
                    <a:gd name="T39" fmla="*/ 39 h 168"/>
                    <a:gd name="T40" fmla="*/ 97 w 136"/>
                    <a:gd name="T41" fmla="*/ 32 h 168"/>
                    <a:gd name="T42" fmla="*/ 91 w 136"/>
                    <a:gd name="T43" fmla="*/ 21 h 168"/>
                    <a:gd name="T44" fmla="*/ 128 w 136"/>
                    <a:gd name="T45" fmla="*/ 148 h 168"/>
                    <a:gd name="T46" fmla="*/ 116 w 136"/>
                    <a:gd name="T47" fmla="*/ 160 h 168"/>
                    <a:gd name="T48" fmla="*/ 20 w 136"/>
                    <a:gd name="T49" fmla="*/ 160 h 168"/>
                    <a:gd name="T50" fmla="*/ 8 w 136"/>
                    <a:gd name="T51" fmla="*/ 148 h 168"/>
                    <a:gd name="T52" fmla="*/ 8 w 136"/>
                    <a:gd name="T53" fmla="*/ 20 h 168"/>
                    <a:gd name="T54" fmla="*/ 20 w 136"/>
                    <a:gd name="T55" fmla="*/ 8 h 168"/>
                    <a:gd name="T56" fmla="*/ 87 w 136"/>
                    <a:gd name="T57" fmla="*/ 8 h 168"/>
                    <a:gd name="T58" fmla="*/ 84 w 136"/>
                    <a:gd name="T59" fmla="*/ 19 h 168"/>
                    <a:gd name="T60" fmla="*/ 94 w 136"/>
                    <a:gd name="T61" fmla="*/ 40 h 168"/>
                    <a:gd name="T62" fmla="*/ 128 w 136"/>
                    <a:gd name="T63" fmla="*/ 51 h 168"/>
                    <a:gd name="T64" fmla="*/ 128 w 136"/>
                    <a:gd name="T65" fmla="*/ 14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36" h="168">
                      <a:moveTo>
                        <a:pt x="136" y="47"/>
                      </a:moveTo>
                      <a:cubicBezTo>
                        <a:pt x="136" y="47"/>
                        <a:pt x="136" y="47"/>
                        <a:pt x="136" y="47"/>
                      </a:cubicBezTo>
                      <a:cubicBezTo>
                        <a:pt x="136" y="46"/>
                        <a:pt x="135" y="46"/>
                        <a:pt x="135" y="45"/>
                      </a:cubicBezTo>
                      <a:cubicBezTo>
                        <a:pt x="135" y="45"/>
                        <a:pt x="135" y="45"/>
                        <a:pt x="135" y="45"/>
                      </a:cubicBezTo>
                      <a:cubicBezTo>
                        <a:pt x="95" y="1"/>
                        <a:pt x="95" y="1"/>
                        <a:pt x="95" y="1"/>
                      </a:cubicBezTo>
                      <a:cubicBezTo>
                        <a:pt x="95" y="1"/>
                        <a:pt x="94" y="1"/>
                        <a:pt x="94" y="1"/>
                      </a:cubicBezTo>
                      <a:cubicBezTo>
                        <a:pt x="94" y="1"/>
                        <a:pt x="94" y="0"/>
                        <a:pt x="94" y="0"/>
                      </a:cubicBezTo>
                      <a:cubicBezTo>
                        <a:pt x="93" y="0"/>
                        <a:pt x="93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9" y="0"/>
                        <a:pt x="0" y="9"/>
                        <a:pt x="0" y="20"/>
                      </a:cubicBez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0" y="159"/>
                        <a:pt x="9" y="168"/>
                        <a:pt x="20" y="168"/>
                      </a:cubicBezTo>
                      <a:cubicBezTo>
                        <a:pt x="116" y="168"/>
                        <a:pt x="116" y="168"/>
                        <a:pt x="116" y="168"/>
                      </a:cubicBezTo>
                      <a:cubicBezTo>
                        <a:pt x="127" y="168"/>
                        <a:pt x="136" y="159"/>
                        <a:pt x="136" y="148"/>
                      </a:cubicBezTo>
                      <a:cubicBezTo>
                        <a:pt x="136" y="48"/>
                        <a:pt x="136" y="48"/>
                        <a:pt x="136" y="48"/>
                      </a:cubicBezTo>
                      <a:cubicBezTo>
                        <a:pt x="136" y="48"/>
                        <a:pt x="136" y="47"/>
                        <a:pt x="136" y="47"/>
                      </a:cubicBezTo>
                      <a:close/>
                      <a:moveTo>
                        <a:pt x="91" y="21"/>
                      </a:moveTo>
                      <a:cubicBezTo>
                        <a:pt x="94" y="12"/>
                        <a:pt x="94" y="12"/>
                        <a:pt x="94" y="12"/>
                      </a:cubicBezTo>
                      <a:cubicBezTo>
                        <a:pt x="119" y="39"/>
                        <a:pt x="119" y="39"/>
                        <a:pt x="119" y="39"/>
                      </a:cubicBezTo>
                      <a:cubicBezTo>
                        <a:pt x="97" y="32"/>
                        <a:pt x="97" y="32"/>
                        <a:pt x="97" y="32"/>
                      </a:cubicBezTo>
                      <a:cubicBezTo>
                        <a:pt x="92" y="31"/>
                        <a:pt x="90" y="26"/>
                        <a:pt x="91" y="21"/>
                      </a:cubicBezTo>
                      <a:close/>
                      <a:moveTo>
                        <a:pt x="128" y="148"/>
                      </a:moveTo>
                      <a:cubicBezTo>
                        <a:pt x="128" y="155"/>
                        <a:pt x="123" y="160"/>
                        <a:pt x="116" y="160"/>
                      </a:cubicBezTo>
                      <a:cubicBezTo>
                        <a:pt x="20" y="160"/>
                        <a:pt x="20" y="160"/>
                        <a:pt x="20" y="160"/>
                      </a:cubicBezTo>
                      <a:cubicBezTo>
                        <a:pt x="13" y="160"/>
                        <a:pt x="8" y="155"/>
                        <a:pt x="8" y="148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13"/>
                        <a:pt x="13" y="8"/>
                        <a:pt x="20" y="8"/>
                      </a:cubicBezTo>
                      <a:cubicBezTo>
                        <a:pt x="87" y="8"/>
                        <a:pt x="87" y="8"/>
                        <a:pt x="87" y="8"/>
                      </a:cubicBezTo>
                      <a:cubicBezTo>
                        <a:pt x="84" y="19"/>
                        <a:pt x="84" y="19"/>
                        <a:pt x="84" y="19"/>
                      </a:cubicBezTo>
                      <a:cubicBezTo>
                        <a:pt x="81" y="28"/>
                        <a:pt x="86" y="37"/>
                        <a:pt x="94" y="40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lnTo>
                        <a:pt x="128" y="148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</a:endParaRPr>
                </a:p>
              </p:txBody>
            </p:sp>
          </p:grpSp>
          <p:sp>
            <p:nvSpPr>
              <p:cNvPr id="240" name="Isosceles Triangle 239">
                <a:extLst>
                  <a:ext uri="{FF2B5EF4-FFF2-40B4-BE49-F238E27FC236}">
                    <a16:creationId xmlns:a16="http://schemas.microsoft.com/office/drawing/2014/main" id="{0F28085A-D9E2-6D83-E3ED-E66B64A8D401}"/>
                  </a:ext>
                </a:extLst>
              </p:cNvPr>
              <p:cNvSpPr/>
              <p:nvPr/>
            </p:nvSpPr>
            <p:spPr>
              <a:xfrm rot="2712836">
                <a:off x="8285029" y="4726716"/>
                <a:ext cx="232976" cy="16690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</p:grpSp>
      </p:grpSp>
      <p:grpSp>
        <p:nvGrpSpPr>
          <p:cNvPr id="253" name="Grupo 21">
            <a:extLst>
              <a:ext uri="{FF2B5EF4-FFF2-40B4-BE49-F238E27FC236}">
                <a16:creationId xmlns:a16="http://schemas.microsoft.com/office/drawing/2014/main" id="{997277A0-0D52-E860-6E12-77F7EAC11542}"/>
              </a:ext>
            </a:extLst>
          </p:cNvPr>
          <p:cNvGrpSpPr/>
          <p:nvPr/>
        </p:nvGrpSpPr>
        <p:grpSpPr>
          <a:xfrm>
            <a:off x="4092981" y="6082288"/>
            <a:ext cx="314056" cy="298185"/>
            <a:chOff x="3988712" y="4462174"/>
            <a:chExt cx="691733" cy="691733"/>
          </a:xfrm>
        </p:grpSpPr>
        <p:sp>
          <p:nvSpPr>
            <p:cNvPr id="254" name="Elipse 22">
              <a:extLst>
                <a:ext uri="{FF2B5EF4-FFF2-40B4-BE49-F238E27FC236}">
                  <a16:creationId xmlns:a16="http://schemas.microsoft.com/office/drawing/2014/main" id="{EA5C189D-1D7D-0B69-FCB4-926A4D29508A}"/>
                </a:ext>
              </a:extLst>
            </p:cNvPr>
            <p:cNvSpPr/>
            <p:nvPr/>
          </p:nvSpPr>
          <p:spPr>
            <a:xfrm>
              <a:off x="3988712" y="4462174"/>
              <a:ext cx="691733" cy="691733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55" name="Grupo 23">
              <a:extLst>
                <a:ext uri="{FF2B5EF4-FFF2-40B4-BE49-F238E27FC236}">
                  <a16:creationId xmlns:a16="http://schemas.microsoft.com/office/drawing/2014/main" id="{BAFD271D-8A86-C789-5339-306ED746B8CD}"/>
                </a:ext>
              </a:extLst>
            </p:cNvPr>
            <p:cNvGrpSpPr/>
            <p:nvPr/>
          </p:nvGrpSpPr>
          <p:grpSpPr>
            <a:xfrm>
              <a:off x="4237156" y="4650123"/>
              <a:ext cx="230327" cy="315835"/>
              <a:chOff x="4255056" y="4663501"/>
              <a:chExt cx="230327" cy="315835"/>
            </a:xfrm>
          </p:grpSpPr>
          <p:sp>
            <p:nvSpPr>
              <p:cNvPr id="256" name="Triángulo isósceles 18">
                <a:extLst>
                  <a:ext uri="{FF2B5EF4-FFF2-40B4-BE49-F238E27FC236}">
                    <a16:creationId xmlns:a16="http://schemas.microsoft.com/office/drawing/2014/main" id="{11E490CD-F2CD-5BA3-2A7C-5C0857E073D8}"/>
                  </a:ext>
                </a:extLst>
              </p:cNvPr>
              <p:cNvSpPr/>
              <p:nvPr/>
            </p:nvSpPr>
            <p:spPr>
              <a:xfrm rot="5400000">
                <a:off x="4251221" y="4745174"/>
                <a:ext cx="315835" cy="152489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7" name="Triángulo isósceles 18">
                <a:extLst>
                  <a:ext uri="{FF2B5EF4-FFF2-40B4-BE49-F238E27FC236}">
                    <a16:creationId xmlns:a16="http://schemas.microsoft.com/office/drawing/2014/main" id="{F959CB9A-8A24-310C-9DB3-18329B3A29DA}"/>
                  </a:ext>
                </a:extLst>
              </p:cNvPr>
              <p:cNvSpPr/>
              <p:nvPr/>
            </p:nvSpPr>
            <p:spPr>
              <a:xfrm rot="5400000">
                <a:off x="4200174" y="4770183"/>
                <a:ext cx="212234" cy="102470"/>
              </a:xfrm>
              <a:custGeom>
                <a:avLst/>
                <a:gdLst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0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  <a:gd name="connsiteX3" fmla="*/ 289573 w 565481"/>
                  <a:gd name="connsiteY3" fmla="*/ 369414 h 369651"/>
                  <a:gd name="connsiteX4" fmla="*/ 0 w 565481"/>
                  <a:gd name="connsiteY4" fmla="*/ 369651 h 369651"/>
                  <a:gd name="connsiteX0" fmla="*/ 289573 w 565481"/>
                  <a:gd name="connsiteY0" fmla="*/ 369414 h 460854"/>
                  <a:gd name="connsiteX1" fmla="*/ 0 w 565481"/>
                  <a:gd name="connsiteY1" fmla="*/ 369651 h 460854"/>
                  <a:gd name="connsiteX2" fmla="*/ 282741 w 565481"/>
                  <a:gd name="connsiteY2" fmla="*/ 0 h 460854"/>
                  <a:gd name="connsiteX3" fmla="*/ 565481 w 565481"/>
                  <a:gd name="connsiteY3" fmla="*/ 369651 h 460854"/>
                  <a:gd name="connsiteX4" fmla="*/ 381013 w 565481"/>
                  <a:gd name="connsiteY4" fmla="*/ 460854 h 460854"/>
                  <a:gd name="connsiteX0" fmla="*/ 289573 w 565481"/>
                  <a:gd name="connsiteY0" fmla="*/ 369414 h 369651"/>
                  <a:gd name="connsiteX1" fmla="*/ 0 w 565481"/>
                  <a:gd name="connsiteY1" fmla="*/ 369651 h 369651"/>
                  <a:gd name="connsiteX2" fmla="*/ 282741 w 565481"/>
                  <a:gd name="connsiteY2" fmla="*/ 0 h 369651"/>
                  <a:gd name="connsiteX3" fmla="*/ 565481 w 565481"/>
                  <a:gd name="connsiteY3" fmla="*/ 369651 h 369651"/>
                  <a:gd name="connsiteX0" fmla="*/ 0 w 565481"/>
                  <a:gd name="connsiteY0" fmla="*/ 369651 h 369651"/>
                  <a:gd name="connsiteX1" fmla="*/ 282741 w 565481"/>
                  <a:gd name="connsiteY1" fmla="*/ 0 h 369651"/>
                  <a:gd name="connsiteX2" fmla="*/ 565481 w 565481"/>
                  <a:gd name="connsiteY2" fmla="*/ 369651 h 36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5481" h="369651">
                    <a:moveTo>
                      <a:pt x="0" y="369651"/>
                    </a:moveTo>
                    <a:lnTo>
                      <a:pt x="282741" y="0"/>
                    </a:lnTo>
                    <a:lnTo>
                      <a:pt x="565481" y="369651"/>
                    </a:lnTo>
                  </a:path>
                </a:pathLst>
              </a:custGeom>
              <a:noFill/>
              <a:ln w="28575" cap="rnd" cmpd="sng" algn="ctr">
                <a:solidFill>
                  <a:sysClr val="window" lastClr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2789835E-770C-F707-C87B-B04D4FA3A0A4}"/>
              </a:ext>
            </a:extLst>
          </p:cNvPr>
          <p:cNvSpPr txBox="1"/>
          <p:nvPr/>
        </p:nvSpPr>
        <p:spPr>
          <a:xfrm>
            <a:off x="4827797" y="5914687"/>
            <a:ext cx="1673456" cy="6646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/>
            <a:endParaRPr lang="en-US" sz="1000" dirty="0"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259" name="Arrow: Chevron 258">
            <a:extLst>
              <a:ext uri="{FF2B5EF4-FFF2-40B4-BE49-F238E27FC236}">
                <a16:creationId xmlns:a16="http://schemas.microsoft.com/office/drawing/2014/main" id="{3C7F0D44-28EE-5E29-E43D-D067F5BCF66B}"/>
              </a:ext>
            </a:extLst>
          </p:cNvPr>
          <p:cNvSpPr/>
          <p:nvPr/>
        </p:nvSpPr>
        <p:spPr>
          <a:xfrm>
            <a:off x="6752778" y="4372455"/>
            <a:ext cx="276628" cy="2046227"/>
          </a:xfrm>
          <a:prstGeom prst="chevron">
            <a:avLst>
              <a:gd name="adj" fmla="val 8049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8FC5BA1B-6229-BC52-27D1-0E44012C2A47}"/>
              </a:ext>
            </a:extLst>
          </p:cNvPr>
          <p:cNvGrpSpPr/>
          <p:nvPr/>
        </p:nvGrpSpPr>
        <p:grpSpPr>
          <a:xfrm>
            <a:off x="6188128" y="5023631"/>
            <a:ext cx="301684" cy="315250"/>
            <a:chOff x="7723975" y="4693678"/>
            <a:chExt cx="760992" cy="688938"/>
          </a:xfrm>
        </p:grpSpPr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94552129-844B-688E-C125-FD7AE89C337C}"/>
                </a:ext>
              </a:extLst>
            </p:cNvPr>
            <p:cNvGrpSpPr/>
            <p:nvPr/>
          </p:nvGrpSpPr>
          <p:grpSpPr>
            <a:xfrm>
              <a:off x="7723975" y="4777536"/>
              <a:ext cx="694818" cy="605080"/>
              <a:chOff x="3073278" y="2073989"/>
              <a:chExt cx="238670" cy="332404"/>
            </a:xfrm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3E0494F-DA93-6C42-E936-86690F8A6353}"/>
                  </a:ext>
                </a:extLst>
              </p:cNvPr>
              <p:cNvSpPr/>
              <p:nvPr/>
            </p:nvSpPr>
            <p:spPr>
              <a:xfrm>
                <a:off x="3086204" y="2087788"/>
                <a:ext cx="223693" cy="3186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  <p:sp>
            <p:nvSpPr>
              <p:cNvPr id="264" name="Freeform 56">
                <a:extLst>
                  <a:ext uri="{FF2B5EF4-FFF2-40B4-BE49-F238E27FC236}">
                    <a16:creationId xmlns:a16="http://schemas.microsoft.com/office/drawing/2014/main" id="{F359F221-030E-5FF8-463F-4EE950E07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200261"/>
                <a:ext cx="93880" cy="16189"/>
              </a:xfrm>
              <a:custGeom>
                <a:avLst/>
                <a:gdLst>
                  <a:gd name="T0" fmla="*/ 4 w 40"/>
                  <a:gd name="T1" fmla="*/ 8 h 8"/>
                  <a:gd name="T2" fmla="*/ 36 w 40"/>
                  <a:gd name="T3" fmla="*/ 8 h 8"/>
                  <a:gd name="T4" fmla="*/ 40 w 40"/>
                  <a:gd name="T5" fmla="*/ 4 h 8"/>
                  <a:gd name="T6" fmla="*/ 36 w 40"/>
                  <a:gd name="T7" fmla="*/ 0 h 8"/>
                  <a:gd name="T8" fmla="*/ 4 w 40"/>
                  <a:gd name="T9" fmla="*/ 0 h 8"/>
                  <a:gd name="T10" fmla="*/ 0 w 40"/>
                  <a:gd name="T11" fmla="*/ 4 h 8"/>
                  <a:gd name="T12" fmla="*/ 4 w 40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8">
                    <a:moveTo>
                      <a:pt x="4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8" y="8"/>
                      <a:pt x="40" y="6"/>
                      <a:pt x="40" y="4"/>
                    </a:cubicBezTo>
                    <a:cubicBezTo>
                      <a:pt x="40" y="2"/>
                      <a:pt x="38" y="0"/>
                      <a:pt x="36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  <p:sp>
            <p:nvSpPr>
              <p:cNvPr id="265" name="Freeform 57">
                <a:extLst>
                  <a:ext uri="{FF2B5EF4-FFF2-40B4-BE49-F238E27FC236}">
                    <a16:creationId xmlns:a16="http://schemas.microsoft.com/office/drawing/2014/main" id="{8BB2175C-3ECB-3DA3-2132-DFA838413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8" y="2263932"/>
                <a:ext cx="126466" cy="16189"/>
              </a:xfrm>
              <a:custGeom>
                <a:avLst/>
                <a:gdLst>
                  <a:gd name="T0" fmla="*/ 0 w 72"/>
                  <a:gd name="T1" fmla="*/ 4 h 8"/>
                  <a:gd name="T2" fmla="*/ 4 w 72"/>
                  <a:gd name="T3" fmla="*/ 8 h 8"/>
                  <a:gd name="T4" fmla="*/ 68 w 72"/>
                  <a:gd name="T5" fmla="*/ 8 h 8"/>
                  <a:gd name="T6" fmla="*/ 72 w 72"/>
                  <a:gd name="T7" fmla="*/ 4 h 8"/>
                  <a:gd name="T8" fmla="*/ 68 w 72"/>
                  <a:gd name="T9" fmla="*/ 0 h 8"/>
                  <a:gd name="T10" fmla="*/ 4 w 72"/>
                  <a:gd name="T11" fmla="*/ 0 h 8"/>
                  <a:gd name="T12" fmla="*/ 0 w 72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0" y="4"/>
                    </a:move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  <p:sp>
            <p:nvSpPr>
              <p:cNvPr id="266" name="Freeform 58">
                <a:extLst>
                  <a:ext uri="{FF2B5EF4-FFF2-40B4-BE49-F238E27FC236}">
                    <a16:creationId xmlns:a16="http://schemas.microsoft.com/office/drawing/2014/main" id="{DCF19158-EDC9-FD47-5EEA-F1530C578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379" y="2327610"/>
                <a:ext cx="126466" cy="15109"/>
              </a:xfrm>
              <a:custGeom>
                <a:avLst/>
                <a:gdLst>
                  <a:gd name="T0" fmla="*/ 68 w 72"/>
                  <a:gd name="T1" fmla="*/ 0 h 8"/>
                  <a:gd name="T2" fmla="*/ 4 w 72"/>
                  <a:gd name="T3" fmla="*/ 0 h 8"/>
                  <a:gd name="T4" fmla="*/ 0 w 72"/>
                  <a:gd name="T5" fmla="*/ 4 h 8"/>
                  <a:gd name="T6" fmla="*/ 4 w 72"/>
                  <a:gd name="T7" fmla="*/ 8 h 8"/>
                  <a:gd name="T8" fmla="*/ 68 w 72"/>
                  <a:gd name="T9" fmla="*/ 8 h 8"/>
                  <a:gd name="T10" fmla="*/ 72 w 72"/>
                  <a:gd name="T11" fmla="*/ 4 h 8"/>
                  <a:gd name="T12" fmla="*/ 68 w 7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8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70" y="8"/>
                      <a:pt x="72" y="6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  <p:sp>
            <p:nvSpPr>
              <p:cNvPr id="267" name="Freeform 59">
                <a:extLst>
                  <a:ext uri="{FF2B5EF4-FFF2-40B4-BE49-F238E27FC236}">
                    <a16:creationId xmlns:a16="http://schemas.microsoft.com/office/drawing/2014/main" id="{F654C8FC-FE8A-BC32-2530-9629617958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73278" y="2073989"/>
                <a:ext cx="238670" cy="332402"/>
              </a:xfrm>
              <a:custGeom>
                <a:avLst/>
                <a:gdLst>
                  <a:gd name="T0" fmla="*/ 136 w 136"/>
                  <a:gd name="T1" fmla="*/ 47 h 168"/>
                  <a:gd name="T2" fmla="*/ 136 w 136"/>
                  <a:gd name="T3" fmla="*/ 47 h 168"/>
                  <a:gd name="T4" fmla="*/ 135 w 136"/>
                  <a:gd name="T5" fmla="*/ 45 h 168"/>
                  <a:gd name="T6" fmla="*/ 135 w 136"/>
                  <a:gd name="T7" fmla="*/ 45 h 168"/>
                  <a:gd name="T8" fmla="*/ 95 w 136"/>
                  <a:gd name="T9" fmla="*/ 1 h 168"/>
                  <a:gd name="T10" fmla="*/ 94 w 136"/>
                  <a:gd name="T11" fmla="*/ 1 h 168"/>
                  <a:gd name="T12" fmla="*/ 94 w 136"/>
                  <a:gd name="T13" fmla="*/ 0 h 168"/>
                  <a:gd name="T14" fmla="*/ 92 w 136"/>
                  <a:gd name="T15" fmla="*/ 0 h 168"/>
                  <a:gd name="T16" fmla="*/ 92 w 136"/>
                  <a:gd name="T17" fmla="*/ 0 h 168"/>
                  <a:gd name="T18" fmla="*/ 20 w 136"/>
                  <a:gd name="T19" fmla="*/ 0 h 168"/>
                  <a:gd name="T20" fmla="*/ 0 w 136"/>
                  <a:gd name="T21" fmla="*/ 20 h 168"/>
                  <a:gd name="T22" fmla="*/ 0 w 136"/>
                  <a:gd name="T23" fmla="*/ 148 h 168"/>
                  <a:gd name="T24" fmla="*/ 20 w 136"/>
                  <a:gd name="T25" fmla="*/ 168 h 168"/>
                  <a:gd name="T26" fmla="*/ 116 w 136"/>
                  <a:gd name="T27" fmla="*/ 168 h 168"/>
                  <a:gd name="T28" fmla="*/ 136 w 136"/>
                  <a:gd name="T29" fmla="*/ 148 h 168"/>
                  <a:gd name="T30" fmla="*/ 136 w 136"/>
                  <a:gd name="T31" fmla="*/ 48 h 168"/>
                  <a:gd name="T32" fmla="*/ 136 w 136"/>
                  <a:gd name="T33" fmla="*/ 47 h 168"/>
                  <a:gd name="T34" fmla="*/ 91 w 136"/>
                  <a:gd name="T35" fmla="*/ 21 h 168"/>
                  <a:gd name="T36" fmla="*/ 94 w 136"/>
                  <a:gd name="T37" fmla="*/ 12 h 168"/>
                  <a:gd name="T38" fmla="*/ 119 w 136"/>
                  <a:gd name="T39" fmla="*/ 39 h 168"/>
                  <a:gd name="T40" fmla="*/ 97 w 136"/>
                  <a:gd name="T41" fmla="*/ 32 h 168"/>
                  <a:gd name="T42" fmla="*/ 91 w 136"/>
                  <a:gd name="T43" fmla="*/ 21 h 168"/>
                  <a:gd name="T44" fmla="*/ 128 w 136"/>
                  <a:gd name="T45" fmla="*/ 148 h 168"/>
                  <a:gd name="T46" fmla="*/ 116 w 136"/>
                  <a:gd name="T47" fmla="*/ 160 h 168"/>
                  <a:gd name="T48" fmla="*/ 20 w 136"/>
                  <a:gd name="T49" fmla="*/ 160 h 168"/>
                  <a:gd name="T50" fmla="*/ 8 w 136"/>
                  <a:gd name="T51" fmla="*/ 148 h 168"/>
                  <a:gd name="T52" fmla="*/ 8 w 136"/>
                  <a:gd name="T53" fmla="*/ 20 h 168"/>
                  <a:gd name="T54" fmla="*/ 20 w 136"/>
                  <a:gd name="T55" fmla="*/ 8 h 168"/>
                  <a:gd name="T56" fmla="*/ 87 w 136"/>
                  <a:gd name="T57" fmla="*/ 8 h 168"/>
                  <a:gd name="T58" fmla="*/ 84 w 136"/>
                  <a:gd name="T59" fmla="*/ 19 h 168"/>
                  <a:gd name="T60" fmla="*/ 94 w 136"/>
                  <a:gd name="T61" fmla="*/ 40 h 168"/>
                  <a:gd name="T62" fmla="*/ 128 w 136"/>
                  <a:gd name="T63" fmla="*/ 51 h 168"/>
                  <a:gd name="T64" fmla="*/ 128 w 136"/>
                  <a:gd name="T65" fmla="*/ 14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6" h="168">
                    <a:moveTo>
                      <a:pt x="136" y="47"/>
                    </a:moveTo>
                    <a:cubicBezTo>
                      <a:pt x="136" y="47"/>
                      <a:pt x="136" y="47"/>
                      <a:pt x="136" y="47"/>
                    </a:cubicBezTo>
                    <a:cubicBezTo>
                      <a:pt x="136" y="46"/>
                      <a:pt x="135" y="46"/>
                      <a:pt x="135" y="45"/>
                    </a:cubicBezTo>
                    <a:cubicBezTo>
                      <a:pt x="135" y="45"/>
                      <a:pt x="135" y="45"/>
                      <a:pt x="135" y="45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4" y="1"/>
                      <a:pt x="94" y="1"/>
                    </a:cubicBezTo>
                    <a:cubicBezTo>
                      <a:pt x="94" y="1"/>
                      <a:pt x="94" y="0"/>
                      <a:pt x="94" y="0"/>
                    </a:cubicBezTo>
                    <a:cubicBezTo>
                      <a:pt x="93" y="0"/>
                      <a:pt x="93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9"/>
                      <a:pt x="9" y="168"/>
                      <a:pt x="20" y="168"/>
                    </a:cubicBezTo>
                    <a:cubicBezTo>
                      <a:pt x="116" y="168"/>
                      <a:pt x="116" y="168"/>
                      <a:pt x="116" y="168"/>
                    </a:cubicBezTo>
                    <a:cubicBezTo>
                      <a:pt x="127" y="168"/>
                      <a:pt x="136" y="159"/>
                      <a:pt x="136" y="148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6" y="48"/>
                      <a:pt x="136" y="47"/>
                      <a:pt x="136" y="47"/>
                    </a:cubicBezTo>
                    <a:close/>
                    <a:moveTo>
                      <a:pt x="91" y="21"/>
                    </a:moveTo>
                    <a:cubicBezTo>
                      <a:pt x="94" y="12"/>
                      <a:pt x="94" y="12"/>
                      <a:pt x="94" y="1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2" y="31"/>
                      <a:pt x="90" y="26"/>
                      <a:pt x="91" y="21"/>
                    </a:cubicBezTo>
                    <a:close/>
                    <a:moveTo>
                      <a:pt x="128" y="148"/>
                    </a:moveTo>
                    <a:cubicBezTo>
                      <a:pt x="128" y="155"/>
                      <a:pt x="123" y="160"/>
                      <a:pt x="116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13" y="160"/>
                      <a:pt x="8" y="155"/>
                      <a:pt x="8" y="14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1" y="28"/>
                      <a:pt x="86" y="37"/>
                      <a:pt x="94" y="40"/>
                    </a:cubicBezTo>
                    <a:cubicBezTo>
                      <a:pt x="128" y="51"/>
                      <a:pt x="128" y="51"/>
                      <a:pt x="128" y="51"/>
                    </a:cubicBezTo>
                    <a:lnTo>
                      <a:pt x="128" y="148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</a:endParaRPr>
              </a:p>
            </p:txBody>
          </p:sp>
        </p:grp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056836DA-6194-31E7-E1D9-24358E6264D5}"/>
                </a:ext>
              </a:extLst>
            </p:cNvPr>
            <p:cNvSpPr/>
            <p:nvPr/>
          </p:nvSpPr>
          <p:spPr>
            <a:xfrm rot="2712836">
              <a:off x="8285029" y="4726716"/>
              <a:ext cx="232976" cy="1669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endParaRPr>
            </a:p>
          </p:txBody>
        </p:sp>
      </p:grpSp>
      <p:cxnSp>
        <p:nvCxnSpPr>
          <p:cNvPr id="286" name="Connector: Elbow 285">
            <a:extLst>
              <a:ext uri="{FF2B5EF4-FFF2-40B4-BE49-F238E27FC236}">
                <a16:creationId xmlns:a16="http://schemas.microsoft.com/office/drawing/2014/main" id="{F3E42D9B-C8A9-BE7F-1301-18C0137EECD6}"/>
              </a:ext>
            </a:extLst>
          </p:cNvPr>
          <p:cNvCxnSpPr>
            <a:cxnSpLocks/>
          </p:cNvCxnSpPr>
          <p:nvPr/>
        </p:nvCxnSpPr>
        <p:spPr>
          <a:xfrm>
            <a:off x="4083633" y="3518164"/>
            <a:ext cx="7328732" cy="1692420"/>
          </a:xfrm>
          <a:prstGeom prst="bentConnector3">
            <a:avLst>
              <a:gd name="adj1" fmla="val 102878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9DD5F451-7FCD-D968-A15A-F95B7AFFB0D8}"/>
              </a:ext>
            </a:extLst>
          </p:cNvPr>
          <p:cNvCxnSpPr/>
          <p:nvPr/>
        </p:nvCxnSpPr>
        <p:spPr>
          <a:xfrm flipV="1">
            <a:off x="4092981" y="2976313"/>
            <a:ext cx="0" cy="535119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Rewind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D9B77977-B04D-68D4-09B0-BE7CAE9304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77324" y="196514"/>
            <a:ext cx="470424" cy="4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9">
            <a:extLst>
              <a:ext uri="{FF2B5EF4-FFF2-40B4-BE49-F238E27FC236}">
                <a16:creationId xmlns:a16="http://schemas.microsoft.com/office/drawing/2014/main" id="{342AFB57-E2B9-A4EB-7352-404AB27D9FF8}"/>
              </a:ext>
            </a:extLst>
          </p:cNvPr>
          <p:cNvSpPr txBox="1"/>
          <p:nvPr/>
        </p:nvSpPr>
        <p:spPr>
          <a:xfrm>
            <a:off x="719404" y="1008129"/>
            <a:ext cx="10515600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400" b="1" dirty="0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La solución propuesta nace anclada y trazada para la inversión crediticia y permite alcanzar el objetivo del caso de uso del Green </a:t>
            </a:r>
            <a:r>
              <a:rPr lang="es-ES_tradnl" sz="1400" b="1" dirty="0" err="1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Dashboard</a:t>
            </a:r>
            <a:r>
              <a:rPr lang="es-ES_tradnl" sz="1400" b="1" dirty="0">
                <a:solidFill>
                  <a:schemeClr val="tx2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 aprovechando la plataforma ya construida y siendo escalable para futuras peticiones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B69AB2-913C-D16E-1A41-1F60CD7EDF83}"/>
              </a:ext>
            </a:extLst>
          </p:cNvPr>
          <p:cNvSpPr/>
          <p:nvPr/>
        </p:nvSpPr>
        <p:spPr>
          <a:xfrm>
            <a:off x="4267179" y="1549020"/>
            <a:ext cx="6731900" cy="63897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s-ES_tradnl" sz="1200" b="1" kern="0" dirty="0">
                <a:solidFill>
                  <a:schemeClr val="accent1"/>
                </a:solidFill>
                <a:latin typeface="Santander Text" panose="020B0504020201020104" pitchFamily="34" charset="0"/>
              </a:rPr>
              <a:t>S</a:t>
            </a:r>
            <a:r>
              <a:rPr lang="es-ES_tradnl" sz="1200" b="1" kern="0" dirty="0">
                <a:solidFill>
                  <a:srgbClr val="EB0000"/>
                </a:solidFill>
                <a:latin typeface="Santander Text" panose="020B0504020201020104" pitchFamily="34" charset="0"/>
              </a:rPr>
              <a:t>olución que da respuesta a peticiones actuales y futuras </a:t>
            </a:r>
            <a:r>
              <a:rPr lang="es-ES_tradnl" sz="1200" kern="0" dirty="0">
                <a:latin typeface="Santander Text" panose="020B0504020201020104" pitchFamily="34" charset="0"/>
              </a:rPr>
              <a:t>(Green Loan, Green </a:t>
            </a:r>
            <a:r>
              <a:rPr lang="es-ES_tradnl" sz="1200" kern="0" dirty="0" err="1">
                <a:latin typeface="Santander Text" panose="020B0504020201020104" pitchFamily="34" charset="0"/>
              </a:rPr>
              <a:t>Dashboard</a:t>
            </a:r>
            <a:r>
              <a:rPr lang="es-ES_tradnl" sz="1200" kern="0" dirty="0">
                <a:latin typeface="Santander Text" panose="020B0504020201020104" pitchFamily="34" charset="0"/>
              </a:rPr>
              <a:t>, Green Finance, Pilar III, Inspecciones de Riesgo de crédito, etc.) con desgloses y otras “convivencias” tanto en el ámbito de información de gestión como en cualquier otro.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4504C-1859-4C35-6249-0273F240AEED}"/>
              </a:ext>
            </a:extLst>
          </p:cNvPr>
          <p:cNvSpPr/>
          <p:nvPr/>
        </p:nvSpPr>
        <p:spPr>
          <a:xfrm>
            <a:off x="4659357" y="3242647"/>
            <a:ext cx="6855085" cy="833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s-ES_tradnl" sz="1200" kern="0" dirty="0">
                <a:latin typeface="Santander Text" panose="020B0504020201020104" pitchFamily="34" charset="0"/>
              </a:rPr>
              <a:t>Los </a:t>
            </a:r>
            <a:r>
              <a:rPr lang="es-ES_tradnl" sz="1200" b="1" kern="0" dirty="0">
                <a:solidFill>
                  <a:schemeClr val="accent1"/>
                </a:solidFill>
                <a:latin typeface="Santander Text" panose="020B0504020201020104" pitchFamily="34" charset="0"/>
              </a:rPr>
              <a:t>datos base de partida </a:t>
            </a:r>
            <a:r>
              <a:rPr lang="es-ES_tradnl" sz="1200" kern="0" dirty="0">
                <a:latin typeface="Santander Text" panose="020B0504020201020104" pitchFamily="34" charset="0"/>
              </a:rPr>
              <a:t>que utiliza el modelo de datos se encuentran </a:t>
            </a:r>
            <a:r>
              <a:rPr lang="es-ES_tradnl" sz="1200" b="1" kern="0" dirty="0">
                <a:solidFill>
                  <a:schemeClr val="accent1"/>
                </a:solidFill>
                <a:latin typeface="Santander Text" panose="020B0504020201020104" pitchFamily="34" charset="0"/>
              </a:rPr>
              <a:t>anclados contablemente </a:t>
            </a:r>
            <a:r>
              <a:rPr lang="es-ES_tradnl" sz="1200" kern="0" dirty="0">
                <a:latin typeface="Santander Text" panose="020B0504020201020104" pitchFamily="34" charset="0"/>
              </a:rPr>
              <a:t>tanto para la parte Green como no Green.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s-ES_tradnl" sz="1200" kern="0" dirty="0">
                <a:latin typeface="Santander Text" panose="020B0504020201020104" pitchFamily="34" charset="0"/>
              </a:rPr>
              <a:t>Se </a:t>
            </a:r>
            <a:r>
              <a:rPr lang="es-ES" sz="1200" kern="0" dirty="0">
                <a:latin typeface="Santander Text" panose="020B0504020201020104" pitchFamily="34" charset="0"/>
              </a:rPr>
              <a:t>permite la </a:t>
            </a:r>
            <a:r>
              <a:rPr lang="es-ES" sz="1200" b="1" kern="0" dirty="0">
                <a:solidFill>
                  <a:srgbClr val="EB0000"/>
                </a:solidFill>
                <a:latin typeface="Santander Text" panose="020B0504020201020104" pitchFamily="34" charset="0"/>
              </a:rPr>
              <a:t>trazabilidad de la información </a:t>
            </a:r>
            <a:r>
              <a:rPr lang="es-ES" sz="1200" kern="0" dirty="0">
                <a:latin typeface="Santander Text" panose="020B0504020201020104" pitchFamily="34" charset="0"/>
              </a:rPr>
              <a:t>a nivel contrato.</a:t>
            </a:r>
            <a:endParaRPr lang="es-ES_tradnl" sz="1200" kern="0" dirty="0">
              <a:latin typeface="Santander Text" panose="020B05040202010201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F7840-0053-997F-E3A5-515E6149A298}"/>
              </a:ext>
            </a:extLst>
          </p:cNvPr>
          <p:cNvSpPr/>
          <p:nvPr/>
        </p:nvSpPr>
        <p:spPr>
          <a:xfrm>
            <a:off x="4529089" y="4173015"/>
            <a:ext cx="6627929" cy="55453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s-ES_tradnl" sz="1200" b="1" kern="0" dirty="0">
                <a:solidFill>
                  <a:srgbClr val="EB0000"/>
                </a:solidFill>
                <a:latin typeface="Santander Text" panose="020B0504020201020104" pitchFamily="34" charset="0"/>
              </a:rPr>
              <a:t>Anticipación del anclaje al origen</a:t>
            </a:r>
            <a:r>
              <a:rPr lang="es-ES_tradnl" sz="1200" kern="0" dirty="0">
                <a:latin typeface="Santander Text" panose="020B0504020201020104" pitchFamily="34" charset="0"/>
              </a:rPr>
              <a:t>, de tal forma que son las unidades las responsables de enviar la información anclada con la contabilidad.</a:t>
            </a:r>
            <a:endParaRPr lang="es-ES_tradnl" sz="1200" kern="0" dirty="0">
              <a:highlight>
                <a:srgbClr val="00FF00"/>
              </a:highlight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70AFA-3554-A4E8-7129-82BE283E0544}"/>
              </a:ext>
            </a:extLst>
          </p:cNvPr>
          <p:cNvSpPr/>
          <p:nvPr/>
        </p:nvSpPr>
        <p:spPr>
          <a:xfrm>
            <a:off x="4529089" y="2400779"/>
            <a:ext cx="6627929" cy="66930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s-ES_tradnl" sz="1200" b="1" kern="0" dirty="0">
                <a:solidFill>
                  <a:schemeClr val="accent1"/>
                </a:solidFill>
                <a:latin typeface="Santander Text" panose="020B0504020201020104" pitchFamily="34" charset="0"/>
              </a:rPr>
              <a:t>Modelo de control </a:t>
            </a:r>
            <a:r>
              <a:rPr lang="es-ES_tradnl" sz="1200" kern="0" dirty="0">
                <a:latin typeface="Santander Text" panose="020B0504020201020104" pitchFamily="34" charset="0"/>
              </a:rPr>
              <a:t>que cuenta con 2,000 validaciones (formato, completitud, consistencia, integridad, contables, etc.) que da una imagen de la calidad de los datos utilizados. </a:t>
            </a:r>
            <a:endParaRPr lang="es-ES" sz="1200" kern="0" dirty="0">
              <a:latin typeface="Santander Text" panose="020B05040202010201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1F1B29-D431-FD71-E50E-1A83C231D55B}"/>
              </a:ext>
            </a:extLst>
          </p:cNvPr>
          <p:cNvSpPr/>
          <p:nvPr/>
        </p:nvSpPr>
        <p:spPr>
          <a:xfrm>
            <a:off x="4267179" y="5029718"/>
            <a:ext cx="6731900" cy="55453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s-ES_tradnl" sz="1200" b="1" kern="0" dirty="0">
                <a:solidFill>
                  <a:srgbClr val="FF0000"/>
                </a:solidFill>
                <a:latin typeface="Santander Text" panose="020B0504020201020104" pitchFamily="34" charset="0"/>
              </a:rPr>
              <a:t>Convivencia entre ambos modelos de aprovisionamiento</a:t>
            </a:r>
            <a:r>
              <a:rPr lang="es-ES_tradnl" sz="1200" kern="0" dirty="0">
                <a:latin typeface="Santander Text" panose="020B0504020201020104" pitchFamily="34" charset="0"/>
              </a:rPr>
              <a:t> (Actual y TO BE granular).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4341B07-6E06-B043-3A95-323DDB30CA5F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7405F528-877D-6B8C-25E0-A264A77F6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-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Ventajas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F24853E-DE6F-1FB0-8AC0-BB943C6D74C7}"/>
              </a:ext>
            </a:extLst>
          </p:cNvPr>
          <p:cNvGrpSpPr/>
          <p:nvPr/>
        </p:nvGrpSpPr>
        <p:grpSpPr>
          <a:xfrm rot="21363905">
            <a:off x="39298" y="2106283"/>
            <a:ext cx="3302455" cy="3208716"/>
            <a:chOff x="603200" y="1861733"/>
            <a:chExt cx="3643918" cy="3427413"/>
          </a:xfrm>
        </p:grpSpPr>
        <p:sp>
          <p:nvSpPr>
            <p:cNvPr id="18" name="Arco 1">
              <a:extLst>
                <a:ext uri="{FF2B5EF4-FFF2-40B4-BE49-F238E27FC236}">
                  <a16:creationId xmlns:a16="http://schemas.microsoft.com/office/drawing/2014/main" id="{7B86C47C-485C-8463-716B-7025C45AC637}"/>
                </a:ext>
              </a:extLst>
            </p:cNvPr>
            <p:cNvSpPr/>
            <p:nvPr/>
          </p:nvSpPr>
          <p:spPr>
            <a:xfrm>
              <a:off x="1371985" y="2630084"/>
              <a:ext cx="1282265" cy="2051048"/>
            </a:xfrm>
            <a:prstGeom prst="arc">
              <a:avLst>
                <a:gd name="adj1" fmla="val 16200000"/>
                <a:gd name="adj2" fmla="val 16173207"/>
              </a:avLst>
            </a:prstGeom>
            <a:noFill/>
            <a:ln w="476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858E4BA4-EAAB-835A-5CAA-58452BD77F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19855" y="1861733"/>
              <a:ext cx="1622425" cy="1536700"/>
            </a:xfrm>
            <a:custGeom>
              <a:avLst/>
              <a:gdLst>
                <a:gd name="T0" fmla="*/ 345 w 400"/>
                <a:gd name="T1" fmla="*/ 6 h 378"/>
                <a:gd name="T2" fmla="*/ 175 w 400"/>
                <a:gd name="T3" fmla="*/ 176 h 378"/>
                <a:gd name="T4" fmla="*/ 41 w 400"/>
                <a:gd name="T5" fmla="*/ 189 h 378"/>
                <a:gd name="T6" fmla="*/ 41 w 400"/>
                <a:gd name="T7" fmla="*/ 337 h 378"/>
                <a:gd name="T8" fmla="*/ 190 w 400"/>
                <a:gd name="T9" fmla="*/ 337 h 378"/>
                <a:gd name="T10" fmla="*/ 202 w 400"/>
                <a:gd name="T11" fmla="*/ 203 h 378"/>
                <a:gd name="T12" fmla="*/ 285 w 400"/>
                <a:gd name="T13" fmla="*/ 120 h 378"/>
                <a:gd name="T14" fmla="*/ 299 w 400"/>
                <a:gd name="T15" fmla="*/ 134 h 378"/>
                <a:gd name="T16" fmla="*/ 320 w 400"/>
                <a:gd name="T17" fmla="*/ 134 h 378"/>
                <a:gd name="T18" fmla="*/ 326 w 400"/>
                <a:gd name="T19" fmla="*/ 128 h 378"/>
                <a:gd name="T20" fmla="*/ 326 w 400"/>
                <a:gd name="T21" fmla="*/ 107 h 378"/>
                <a:gd name="T22" fmla="*/ 312 w 400"/>
                <a:gd name="T23" fmla="*/ 93 h 378"/>
                <a:gd name="T24" fmla="*/ 336 w 400"/>
                <a:gd name="T25" fmla="*/ 69 h 378"/>
                <a:gd name="T26" fmla="*/ 367 w 400"/>
                <a:gd name="T27" fmla="*/ 100 h 378"/>
                <a:gd name="T28" fmla="*/ 387 w 400"/>
                <a:gd name="T29" fmla="*/ 100 h 378"/>
                <a:gd name="T30" fmla="*/ 394 w 400"/>
                <a:gd name="T31" fmla="*/ 94 h 378"/>
                <a:gd name="T32" fmla="*/ 394 w 400"/>
                <a:gd name="T33" fmla="*/ 73 h 378"/>
                <a:gd name="T34" fmla="*/ 363 w 400"/>
                <a:gd name="T35" fmla="*/ 42 h 378"/>
                <a:gd name="T36" fmla="*/ 373 w 400"/>
                <a:gd name="T37" fmla="*/ 33 h 378"/>
                <a:gd name="T38" fmla="*/ 373 w 400"/>
                <a:gd name="T39" fmla="*/ 12 h 378"/>
                <a:gd name="T40" fmla="*/ 366 w 400"/>
                <a:gd name="T41" fmla="*/ 6 h 378"/>
                <a:gd name="T42" fmla="*/ 345 w 400"/>
                <a:gd name="T43" fmla="*/ 6 h 378"/>
                <a:gd name="T44" fmla="*/ 167 w 400"/>
                <a:gd name="T45" fmla="*/ 314 h 378"/>
                <a:gd name="T46" fmla="*/ 65 w 400"/>
                <a:gd name="T47" fmla="*/ 314 h 378"/>
                <a:gd name="T48" fmla="*/ 65 w 400"/>
                <a:gd name="T49" fmla="*/ 212 h 378"/>
                <a:gd name="T50" fmla="*/ 167 w 400"/>
                <a:gd name="T51" fmla="*/ 212 h 378"/>
                <a:gd name="T52" fmla="*/ 167 w 400"/>
                <a:gd name="T53" fmla="*/ 314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0" h="378">
                  <a:moveTo>
                    <a:pt x="345" y="6"/>
                  </a:moveTo>
                  <a:cubicBezTo>
                    <a:pt x="175" y="176"/>
                    <a:pt x="175" y="176"/>
                    <a:pt x="175" y="176"/>
                  </a:cubicBezTo>
                  <a:cubicBezTo>
                    <a:pt x="134" y="148"/>
                    <a:pt x="78" y="153"/>
                    <a:pt x="41" y="189"/>
                  </a:cubicBezTo>
                  <a:cubicBezTo>
                    <a:pt x="0" y="230"/>
                    <a:pt x="0" y="296"/>
                    <a:pt x="41" y="337"/>
                  </a:cubicBezTo>
                  <a:cubicBezTo>
                    <a:pt x="82" y="378"/>
                    <a:pt x="149" y="378"/>
                    <a:pt x="190" y="337"/>
                  </a:cubicBezTo>
                  <a:cubicBezTo>
                    <a:pt x="226" y="301"/>
                    <a:pt x="230" y="244"/>
                    <a:pt x="202" y="203"/>
                  </a:cubicBezTo>
                  <a:cubicBezTo>
                    <a:pt x="285" y="120"/>
                    <a:pt x="285" y="120"/>
                    <a:pt x="285" y="120"/>
                  </a:cubicBezTo>
                  <a:cubicBezTo>
                    <a:pt x="299" y="134"/>
                    <a:pt x="299" y="134"/>
                    <a:pt x="299" y="134"/>
                  </a:cubicBezTo>
                  <a:cubicBezTo>
                    <a:pt x="305" y="140"/>
                    <a:pt x="314" y="140"/>
                    <a:pt x="320" y="134"/>
                  </a:cubicBezTo>
                  <a:cubicBezTo>
                    <a:pt x="326" y="128"/>
                    <a:pt x="326" y="128"/>
                    <a:pt x="326" y="128"/>
                  </a:cubicBezTo>
                  <a:cubicBezTo>
                    <a:pt x="332" y="122"/>
                    <a:pt x="332" y="113"/>
                    <a:pt x="326" y="107"/>
                  </a:cubicBezTo>
                  <a:cubicBezTo>
                    <a:pt x="312" y="93"/>
                    <a:pt x="312" y="93"/>
                    <a:pt x="312" y="93"/>
                  </a:cubicBezTo>
                  <a:cubicBezTo>
                    <a:pt x="336" y="69"/>
                    <a:pt x="336" y="69"/>
                    <a:pt x="336" y="69"/>
                  </a:cubicBezTo>
                  <a:cubicBezTo>
                    <a:pt x="367" y="100"/>
                    <a:pt x="367" y="100"/>
                    <a:pt x="367" y="100"/>
                  </a:cubicBezTo>
                  <a:cubicBezTo>
                    <a:pt x="372" y="106"/>
                    <a:pt x="382" y="106"/>
                    <a:pt x="387" y="100"/>
                  </a:cubicBezTo>
                  <a:cubicBezTo>
                    <a:pt x="394" y="94"/>
                    <a:pt x="394" y="94"/>
                    <a:pt x="394" y="94"/>
                  </a:cubicBezTo>
                  <a:cubicBezTo>
                    <a:pt x="400" y="88"/>
                    <a:pt x="400" y="79"/>
                    <a:pt x="394" y="73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73" y="33"/>
                    <a:pt x="373" y="33"/>
                    <a:pt x="373" y="33"/>
                  </a:cubicBezTo>
                  <a:cubicBezTo>
                    <a:pt x="378" y="27"/>
                    <a:pt x="378" y="18"/>
                    <a:pt x="373" y="12"/>
                  </a:cubicBezTo>
                  <a:cubicBezTo>
                    <a:pt x="366" y="6"/>
                    <a:pt x="366" y="6"/>
                    <a:pt x="366" y="6"/>
                  </a:cubicBezTo>
                  <a:cubicBezTo>
                    <a:pt x="360" y="0"/>
                    <a:pt x="351" y="0"/>
                    <a:pt x="345" y="6"/>
                  </a:cubicBezTo>
                  <a:close/>
                  <a:moveTo>
                    <a:pt x="167" y="314"/>
                  </a:moveTo>
                  <a:cubicBezTo>
                    <a:pt x="139" y="342"/>
                    <a:pt x="93" y="342"/>
                    <a:pt x="65" y="314"/>
                  </a:cubicBezTo>
                  <a:cubicBezTo>
                    <a:pt x="36" y="286"/>
                    <a:pt x="36" y="240"/>
                    <a:pt x="65" y="212"/>
                  </a:cubicBezTo>
                  <a:cubicBezTo>
                    <a:pt x="93" y="184"/>
                    <a:pt x="139" y="184"/>
                    <a:pt x="167" y="212"/>
                  </a:cubicBezTo>
                  <a:cubicBezTo>
                    <a:pt x="195" y="240"/>
                    <a:pt x="195" y="286"/>
                    <a:pt x="167" y="31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70F92F61-EEB4-0866-1F74-F93F758893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10355" y="2552295"/>
              <a:ext cx="1828800" cy="1163638"/>
            </a:xfrm>
            <a:custGeom>
              <a:avLst/>
              <a:gdLst>
                <a:gd name="T0" fmla="*/ 424 w 451"/>
                <a:gd name="T1" fmla="*/ 3 h 286"/>
                <a:gd name="T2" fmla="*/ 205 w 451"/>
                <a:gd name="T3" fmla="*/ 105 h 286"/>
                <a:gd name="T4" fmla="*/ 76 w 451"/>
                <a:gd name="T5" fmla="*/ 71 h 286"/>
                <a:gd name="T6" fmla="*/ 25 w 451"/>
                <a:gd name="T7" fmla="*/ 211 h 286"/>
                <a:gd name="T8" fmla="*/ 164 w 451"/>
                <a:gd name="T9" fmla="*/ 262 h 286"/>
                <a:gd name="T10" fmla="*/ 222 w 451"/>
                <a:gd name="T11" fmla="*/ 140 h 286"/>
                <a:gd name="T12" fmla="*/ 328 w 451"/>
                <a:gd name="T13" fmla="*/ 90 h 286"/>
                <a:gd name="T14" fmla="*/ 336 w 451"/>
                <a:gd name="T15" fmla="*/ 108 h 286"/>
                <a:gd name="T16" fmla="*/ 356 w 451"/>
                <a:gd name="T17" fmla="*/ 115 h 286"/>
                <a:gd name="T18" fmla="*/ 364 w 451"/>
                <a:gd name="T19" fmla="*/ 111 h 286"/>
                <a:gd name="T20" fmla="*/ 371 w 451"/>
                <a:gd name="T21" fmla="*/ 92 h 286"/>
                <a:gd name="T22" fmla="*/ 363 w 451"/>
                <a:gd name="T23" fmla="*/ 74 h 286"/>
                <a:gd name="T24" fmla="*/ 394 w 451"/>
                <a:gd name="T25" fmla="*/ 60 h 286"/>
                <a:gd name="T26" fmla="*/ 412 w 451"/>
                <a:gd name="T27" fmla="*/ 99 h 286"/>
                <a:gd name="T28" fmla="*/ 431 w 451"/>
                <a:gd name="T29" fmla="*/ 106 h 286"/>
                <a:gd name="T30" fmla="*/ 440 w 451"/>
                <a:gd name="T31" fmla="*/ 102 h 286"/>
                <a:gd name="T32" fmla="*/ 447 w 451"/>
                <a:gd name="T33" fmla="*/ 83 h 286"/>
                <a:gd name="T34" fmla="*/ 428 w 451"/>
                <a:gd name="T35" fmla="*/ 44 h 286"/>
                <a:gd name="T36" fmla="*/ 440 w 451"/>
                <a:gd name="T37" fmla="*/ 38 h 286"/>
                <a:gd name="T38" fmla="*/ 447 w 451"/>
                <a:gd name="T39" fmla="*/ 19 h 286"/>
                <a:gd name="T40" fmla="*/ 443 w 451"/>
                <a:gd name="T41" fmla="*/ 10 h 286"/>
                <a:gd name="T42" fmla="*/ 424 w 451"/>
                <a:gd name="T43" fmla="*/ 3 h 286"/>
                <a:gd name="T44" fmla="*/ 151 w 451"/>
                <a:gd name="T45" fmla="*/ 232 h 286"/>
                <a:gd name="T46" fmla="*/ 55 w 451"/>
                <a:gd name="T47" fmla="*/ 197 h 286"/>
                <a:gd name="T48" fmla="*/ 90 w 451"/>
                <a:gd name="T49" fmla="*/ 101 h 286"/>
                <a:gd name="T50" fmla="*/ 185 w 451"/>
                <a:gd name="T51" fmla="*/ 136 h 286"/>
                <a:gd name="T52" fmla="*/ 151 w 451"/>
                <a:gd name="T53" fmla="*/ 232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51" h="286">
                  <a:moveTo>
                    <a:pt x="424" y="3"/>
                  </a:moveTo>
                  <a:cubicBezTo>
                    <a:pt x="205" y="105"/>
                    <a:pt x="205" y="105"/>
                    <a:pt x="205" y="105"/>
                  </a:cubicBezTo>
                  <a:cubicBezTo>
                    <a:pt x="176" y="65"/>
                    <a:pt x="122" y="50"/>
                    <a:pt x="76" y="71"/>
                  </a:cubicBezTo>
                  <a:cubicBezTo>
                    <a:pt x="23" y="96"/>
                    <a:pt x="0" y="158"/>
                    <a:pt x="25" y="211"/>
                  </a:cubicBezTo>
                  <a:cubicBezTo>
                    <a:pt x="49" y="264"/>
                    <a:pt x="112" y="286"/>
                    <a:pt x="164" y="262"/>
                  </a:cubicBezTo>
                  <a:cubicBezTo>
                    <a:pt x="211" y="240"/>
                    <a:pt x="234" y="188"/>
                    <a:pt x="222" y="140"/>
                  </a:cubicBezTo>
                  <a:cubicBezTo>
                    <a:pt x="328" y="90"/>
                    <a:pt x="328" y="90"/>
                    <a:pt x="328" y="90"/>
                  </a:cubicBezTo>
                  <a:cubicBezTo>
                    <a:pt x="336" y="108"/>
                    <a:pt x="336" y="108"/>
                    <a:pt x="336" y="108"/>
                  </a:cubicBezTo>
                  <a:cubicBezTo>
                    <a:pt x="340" y="115"/>
                    <a:pt x="349" y="118"/>
                    <a:pt x="356" y="115"/>
                  </a:cubicBezTo>
                  <a:cubicBezTo>
                    <a:pt x="364" y="111"/>
                    <a:pt x="364" y="111"/>
                    <a:pt x="364" y="111"/>
                  </a:cubicBezTo>
                  <a:cubicBezTo>
                    <a:pt x="371" y="108"/>
                    <a:pt x="375" y="99"/>
                    <a:pt x="371" y="92"/>
                  </a:cubicBezTo>
                  <a:cubicBezTo>
                    <a:pt x="363" y="74"/>
                    <a:pt x="363" y="74"/>
                    <a:pt x="363" y="74"/>
                  </a:cubicBezTo>
                  <a:cubicBezTo>
                    <a:pt x="394" y="60"/>
                    <a:pt x="394" y="60"/>
                    <a:pt x="394" y="60"/>
                  </a:cubicBezTo>
                  <a:cubicBezTo>
                    <a:pt x="412" y="99"/>
                    <a:pt x="412" y="99"/>
                    <a:pt x="412" y="99"/>
                  </a:cubicBezTo>
                  <a:cubicBezTo>
                    <a:pt x="415" y="106"/>
                    <a:pt x="424" y="110"/>
                    <a:pt x="431" y="106"/>
                  </a:cubicBezTo>
                  <a:cubicBezTo>
                    <a:pt x="440" y="102"/>
                    <a:pt x="440" y="102"/>
                    <a:pt x="440" y="102"/>
                  </a:cubicBezTo>
                  <a:cubicBezTo>
                    <a:pt x="447" y="99"/>
                    <a:pt x="450" y="90"/>
                    <a:pt x="447" y="83"/>
                  </a:cubicBezTo>
                  <a:cubicBezTo>
                    <a:pt x="428" y="44"/>
                    <a:pt x="428" y="44"/>
                    <a:pt x="428" y="44"/>
                  </a:cubicBezTo>
                  <a:cubicBezTo>
                    <a:pt x="440" y="38"/>
                    <a:pt x="440" y="38"/>
                    <a:pt x="440" y="38"/>
                  </a:cubicBezTo>
                  <a:cubicBezTo>
                    <a:pt x="448" y="35"/>
                    <a:pt x="451" y="26"/>
                    <a:pt x="447" y="19"/>
                  </a:cubicBezTo>
                  <a:cubicBezTo>
                    <a:pt x="443" y="10"/>
                    <a:pt x="443" y="10"/>
                    <a:pt x="443" y="10"/>
                  </a:cubicBezTo>
                  <a:cubicBezTo>
                    <a:pt x="440" y="3"/>
                    <a:pt x="431" y="0"/>
                    <a:pt x="424" y="3"/>
                  </a:cubicBezTo>
                  <a:close/>
                  <a:moveTo>
                    <a:pt x="151" y="232"/>
                  </a:moveTo>
                  <a:cubicBezTo>
                    <a:pt x="114" y="249"/>
                    <a:pt x="71" y="233"/>
                    <a:pt x="55" y="197"/>
                  </a:cubicBezTo>
                  <a:cubicBezTo>
                    <a:pt x="38" y="161"/>
                    <a:pt x="53" y="118"/>
                    <a:pt x="90" y="101"/>
                  </a:cubicBezTo>
                  <a:cubicBezTo>
                    <a:pt x="126" y="84"/>
                    <a:pt x="169" y="100"/>
                    <a:pt x="185" y="136"/>
                  </a:cubicBezTo>
                  <a:cubicBezTo>
                    <a:pt x="202" y="172"/>
                    <a:pt x="187" y="215"/>
                    <a:pt x="151" y="23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6697B620-062D-C26F-4FED-DE1AA3C6E1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8468" y="3138083"/>
              <a:ext cx="1898650" cy="890588"/>
            </a:xfrm>
            <a:custGeom>
              <a:avLst/>
              <a:gdLst>
                <a:gd name="T0" fmla="*/ 451 w 468"/>
                <a:gd name="T1" fmla="*/ 60 h 219"/>
                <a:gd name="T2" fmla="*/ 210 w 468"/>
                <a:gd name="T3" fmla="*/ 81 h 219"/>
                <a:gd name="T4" fmla="*/ 100 w 468"/>
                <a:gd name="T5" fmla="*/ 5 h 219"/>
                <a:gd name="T6" fmla="*/ 5 w 468"/>
                <a:gd name="T7" fmla="*/ 118 h 219"/>
                <a:gd name="T8" fmla="*/ 118 w 468"/>
                <a:gd name="T9" fmla="*/ 214 h 219"/>
                <a:gd name="T10" fmla="*/ 214 w 468"/>
                <a:gd name="T11" fmla="*/ 119 h 219"/>
                <a:gd name="T12" fmla="*/ 331 w 468"/>
                <a:gd name="T13" fmla="*/ 109 h 219"/>
                <a:gd name="T14" fmla="*/ 333 w 468"/>
                <a:gd name="T15" fmla="*/ 128 h 219"/>
                <a:gd name="T16" fmla="*/ 349 w 468"/>
                <a:gd name="T17" fmla="*/ 141 h 219"/>
                <a:gd name="T18" fmla="*/ 358 w 468"/>
                <a:gd name="T19" fmla="*/ 141 h 219"/>
                <a:gd name="T20" fmla="*/ 371 w 468"/>
                <a:gd name="T21" fmla="*/ 125 h 219"/>
                <a:gd name="T22" fmla="*/ 369 w 468"/>
                <a:gd name="T23" fmla="*/ 105 h 219"/>
                <a:gd name="T24" fmla="*/ 403 w 468"/>
                <a:gd name="T25" fmla="*/ 102 h 219"/>
                <a:gd name="T26" fmla="*/ 407 w 468"/>
                <a:gd name="T27" fmla="*/ 146 h 219"/>
                <a:gd name="T28" fmla="*/ 422 w 468"/>
                <a:gd name="T29" fmla="*/ 159 h 219"/>
                <a:gd name="T30" fmla="*/ 431 w 468"/>
                <a:gd name="T31" fmla="*/ 158 h 219"/>
                <a:gd name="T32" fmla="*/ 445 w 468"/>
                <a:gd name="T33" fmla="*/ 142 h 219"/>
                <a:gd name="T34" fmla="*/ 441 w 468"/>
                <a:gd name="T35" fmla="*/ 99 h 219"/>
                <a:gd name="T36" fmla="*/ 454 w 468"/>
                <a:gd name="T37" fmla="*/ 98 h 219"/>
                <a:gd name="T38" fmla="*/ 467 w 468"/>
                <a:gd name="T39" fmla="*/ 82 h 219"/>
                <a:gd name="T40" fmla="*/ 467 w 468"/>
                <a:gd name="T41" fmla="*/ 73 h 219"/>
                <a:gd name="T42" fmla="*/ 451 w 468"/>
                <a:gd name="T43" fmla="*/ 60 h 219"/>
                <a:gd name="T44" fmla="*/ 116 w 468"/>
                <a:gd name="T45" fmla="*/ 181 h 219"/>
                <a:gd name="T46" fmla="*/ 37 w 468"/>
                <a:gd name="T47" fmla="*/ 116 h 219"/>
                <a:gd name="T48" fmla="*/ 103 w 468"/>
                <a:gd name="T49" fmla="*/ 37 h 219"/>
                <a:gd name="T50" fmla="*/ 181 w 468"/>
                <a:gd name="T51" fmla="*/ 103 h 219"/>
                <a:gd name="T52" fmla="*/ 116 w 468"/>
                <a:gd name="T53" fmla="*/ 181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8" h="219">
                  <a:moveTo>
                    <a:pt x="451" y="60"/>
                  </a:moveTo>
                  <a:cubicBezTo>
                    <a:pt x="210" y="81"/>
                    <a:pt x="210" y="81"/>
                    <a:pt x="210" y="81"/>
                  </a:cubicBezTo>
                  <a:cubicBezTo>
                    <a:pt x="197" y="33"/>
                    <a:pt x="151" y="0"/>
                    <a:pt x="100" y="5"/>
                  </a:cubicBezTo>
                  <a:cubicBezTo>
                    <a:pt x="42" y="10"/>
                    <a:pt x="0" y="61"/>
                    <a:pt x="5" y="118"/>
                  </a:cubicBezTo>
                  <a:cubicBezTo>
                    <a:pt x="10" y="176"/>
                    <a:pt x="61" y="219"/>
                    <a:pt x="118" y="214"/>
                  </a:cubicBezTo>
                  <a:cubicBezTo>
                    <a:pt x="170" y="209"/>
                    <a:pt x="209" y="169"/>
                    <a:pt x="214" y="119"/>
                  </a:cubicBezTo>
                  <a:cubicBezTo>
                    <a:pt x="331" y="109"/>
                    <a:pt x="331" y="109"/>
                    <a:pt x="331" y="109"/>
                  </a:cubicBezTo>
                  <a:cubicBezTo>
                    <a:pt x="333" y="128"/>
                    <a:pt x="333" y="128"/>
                    <a:pt x="333" y="128"/>
                  </a:cubicBezTo>
                  <a:cubicBezTo>
                    <a:pt x="333" y="136"/>
                    <a:pt x="341" y="142"/>
                    <a:pt x="349" y="141"/>
                  </a:cubicBezTo>
                  <a:cubicBezTo>
                    <a:pt x="358" y="141"/>
                    <a:pt x="358" y="141"/>
                    <a:pt x="358" y="141"/>
                  </a:cubicBezTo>
                  <a:cubicBezTo>
                    <a:pt x="366" y="140"/>
                    <a:pt x="372" y="133"/>
                    <a:pt x="371" y="125"/>
                  </a:cubicBezTo>
                  <a:cubicBezTo>
                    <a:pt x="369" y="105"/>
                    <a:pt x="369" y="105"/>
                    <a:pt x="369" y="105"/>
                  </a:cubicBezTo>
                  <a:cubicBezTo>
                    <a:pt x="403" y="102"/>
                    <a:pt x="403" y="102"/>
                    <a:pt x="403" y="102"/>
                  </a:cubicBezTo>
                  <a:cubicBezTo>
                    <a:pt x="407" y="146"/>
                    <a:pt x="407" y="146"/>
                    <a:pt x="407" y="146"/>
                  </a:cubicBezTo>
                  <a:cubicBezTo>
                    <a:pt x="407" y="154"/>
                    <a:pt x="414" y="160"/>
                    <a:pt x="422" y="159"/>
                  </a:cubicBezTo>
                  <a:cubicBezTo>
                    <a:pt x="431" y="158"/>
                    <a:pt x="431" y="158"/>
                    <a:pt x="431" y="158"/>
                  </a:cubicBezTo>
                  <a:cubicBezTo>
                    <a:pt x="439" y="157"/>
                    <a:pt x="445" y="150"/>
                    <a:pt x="445" y="142"/>
                  </a:cubicBezTo>
                  <a:cubicBezTo>
                    <a:pt x="441" y="99"/>
                    <a:pt x="441" y="99"/>
                    <a:pt x="441" y="99"/>
                  </a:cubicBezTo>
                  <a:cubicBezTo>
                    <a:pt x="454" y="98"/>
                    <a:pt x="454" y="98"/>
                    <a:pt x="454" y="98"/>
                  </a:cubicBezTo>
                  <a:cubicBezTo>
                    <a:pt x="462" y="97"/>
                    <a:pt x="468" y="90"/>
                    <a:pt x="467" y="82"/>
                  </a:cubicBezTo>
                  <a:cubicBezTo>
                    <a:pt x="467" y="73"/>
                    <a:pt x="467" y="73"/>
                    <a:pt x="467" y="73"/>
                  </a:cubicBezTo>
                  <a:cubicBezTo>
                    <a:pt x="466" y="65"/>
                    <a:pt x="459" y="59"/>
                    <a:pt x="451" y="60"/>
                  </a:cubicBezTo>
                  <a:close/>
                  <a:moveTo>
                    <a:pt x="116" y="181"/>
                  </a:moveTo>
                  <a:cubicBezTo>
                    <a:pt x="76" y="185"/>
                    <a:pt x="41" y="155"/>
                    <a:pt x="37" y="116"/>
                  </a:cubicBezTo>
                  <a:cubicBezTo>
                    <a:pt x="34" y="76"/>
                    <a:pt x="63" y="41"/>
                    <a:pt x="103" y="37"/>
                  </a:cubicBezTo>
                  <a:cubicBezTo>
                    <a:pt x="143" y="34"/>
                    <a:pt x="178" y="63"/>
                    <a:pt x="181" y="103"/>
                  </a:cubicBezTo>
                  <a:cubicBezTo>
                    <a:pt x="185" y="143"/>
                    <a:pt x="155" y="178"/>
                    <a:pt x="116" y="1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C337CDC1-6151-42B0-2FA3-A2DC8A16FF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6555" y="3471458"/>
              <a:ext cx="1895475" cy="1117600"/>
            </a:xfrm>
            <a:custGeom>
              <a:avLst/>
              <a:gdLst>
                <a:gd name="T0" fmla="*/ 454 w 467"/>
                <a:gd name="T1" fmla="*/ 187 h 275"/>
                <a:gd name="T2" fmla="*/ 221 w 467"/>
                <a:gd name="T3" fmla="*/ 124 h 275"/>
                <a:gd name="T4" fmla="*/ 144 w 467"/>
                <a:gd name="T5" fmla="*/ 15 h 275"/>
                <a:gd name="T6" fmla="*/ 15 w 467"/>
                <a:gd name="T7" fmla="*/ 89 h 275"/>
                <a:gd name="T8" fmla="*/ 89 w 467"/>
                <a:gd name="T9" fmla="*/ 218 h 275"/>
                <a:gd name="T10" fmla="*/ 211 w 467"/>
                <a:gd name="T11" fmla="*/ 161 h 275"/>
                <a:gd name="T12" fmla="*/ 325 w 467"/>
                <a:gd name="T13" fmla="*/ 192 h 275"/>
                <a:gd name="T14" fmla="*/ 320 w 467"/>
                <a:gd name="T15" fmla="*/ 211 h 275"/>
                <a:gd name="T16" fmla="*/ 330 w 467"/>
                <a:gd name="T17" fmla="*/ 229 h 275"/>
                <a:gd name="T18" fmla="*/ 339 w 467"/>
                <a:gd name="T19" fmla="*/ 231 h 275"/>
                <a:gd name="T20" fmla="*/ 357 w 467"/>
                <a:gd name="T21" fmla="*/ 221 h 275"/>
                <a:gd name="T22" fmla="*/ 362 w 467"/>
                <a:gd name="T23" fmla="*/ 202 h 275"/>
                <a:gd name="T24" fmla="*/ 395 w 467"/>
                <a:gd name="T25" fmla="*/ 211 h 275"/>
                <a:gd name="T26" fmla="*/ 383 w 467"/>
                <a:gd name="T27" fmla="*/ 252 h 275"/>
                <a:gd name="T28" fmla="*/ 394 w 467"/>
                <a:gd name="T29" fmla="*/ 270 h 275"/>
                <a:gd name="T30" fmla="*/ 402 w 467"/>
                <a:gd name="T31" fmla="*/ 273 h 275"/>
                <a:gd name="T32" fmla="*/ 420 w 467"/>
                <a:gd name="T33" fmla="*/ 262 h 275"/>
                <a:gd name="T34" fmla="*/ 432 w 467"/>
                <a:gd name="T35" fmla="*/ 221 h 275"/>
                <a:gd name="T36" fmla="*/ 444 w 467"/>
                <a:gd name="T37" fmla="*/ 224 h 275"/>
                <a:gd name="T38" fmla="*/ 462 w 467"/>
                <a:gd name="T39" fmla="*/ 214 h 275"/>
                <a:gd name="T40" fmla="*/ 465 w 467"/>
                <a:gd name="T41" fmla="*/ 205 h 275"/>
                <a:gd name="T42" fmla="*/ 454 w 467"/>
                <a:gd name="T43" fmla="*/ 187 h 275"/>
                <a:gd name="T44" fmla="*/ 98 w 467"/>
                <a:gd name="T45" fmla="*/ 186 h 275"/>
                <a:gd name="T46" fmla="*/ 47 w 467"/>
                <a:gd name="T47" fmla="*/ 98 h 275"/>
                <a:gd name="T48" fmla="*/ 135 w 467"/>
                <a:gd name="T49" fmla="*/ 47 h 275"/>
                <a:gd name="T50" fmla="*/ 186 w 467"/>
                <a:gd name="T51" fmla="*/ 135 h 275"/>
                <a:gd name="T52" fmla="*/ 98 w 467"/>
                <a:gd name="T53" fmla="*/ 186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7" h="275">
                  <a:moveTo>
                    <a:pt x="454" y="187"/>
                  </a:moveTo>
                  <a:cubicBezTo>
                    <a:pt x="221" y="124"/>
                    <a:pt x="221" y="124"/>
                    <a:pt x="221" y="124"/>
                  </a:cubicBezTo>
                  <a:cubicBezTo>
                    <a:pt x="225" y="75"/>
                    <a:pt x="193" y="28"/>
                    <a:pt x="144" y="15"/>
                  </a:cubicBezTo>
                  <a:cubicBezTo>
                    <a:pt x="88" y="0"/>
                    <a:pt x="30" y="33"/>
                    <a:pt x="15" y="89"/>
                  </a:cubicBezTo>
                  <a:cubicBezTo>
                    <a:pt x="0" y="145"/>
                    <a:pt x="33" y="203"/>
                    <a:pt x="89" y="218"/>
                  </a:cubicBezTo>
                  <a:cubicBezTo>
                    <a:pt x="139" y="231"/>
                    <a:pt x="190" y="207"/>
                    <a:pt x="211" y="161"/>
                  </a:cubicBezTo>
                  <a:cubicBezTo>
                    <a:pt x="325" y="192"/>
                    <a:pt x="325" y="192"/>
                    <a:pt x="325" y="192"/>
                  </a:cubicBezTo>
                  <a:cubicBezTo>
                    <a:pt x="320" y="211"/>
                    <a:pt x="320" y="211"/>
                    <a:pt x="320" y="211"/>
                  </a:cubicBezTo>
                  <a:cubicBezTo>
                    <a:pt x="318" y="219"/>
                    <a:pt x="322" y="227"/>
                    <a:pt x="330" y="229"/>
                  </a:cubicBezTo>
                  <a:cubicBezTo>
                    <a:pt x="339" y="231"/>
                    <a:pt x="339" y="231"/>
                    <a:pt x="339" y="231"/>
                  </a:cubicBezTo>
                  <a:cubicBezTo>
                    <a:pt x="347" y="233"/>
                    <a:pt x="355" y="228"/>
                    <a:pt x="357" y="221"/>
                  </a:cubicBezTo>
                  <a:cubicBezTo>
                    <a:pt x="362" y="202"/>
                    <a:pt x="362" y="202"/>
                    <a:pt x="362" y="202"/>
                  </a:cubicBezTo>
                  <a:cubicBezTo>
                    <a:pt x="395" y="211"/>
                    <a:pt x="395" y="211"/>
                    <a:pt x="395" y="211"/>
                  </a:cubicBezTo>
                  <a:cubicBezTo>
                    <a:pt x="383" y="252"/>
                    <a:pt x="383" y="252"/>
                    <a:pt x="383" y="252"/>
                  </a:cubicBezTo>
                  <a:cubicBezTo>
                    <a:pt x="381" y="260"/>
                    <a:pt x="386" y="268"/>
                    <a:pt x="394" y="270"/>
                  </a:cubicBezTo>
                  <a:cubicBezTo>
                    <a:pt x="402" y="273"/>
                    <a:pt x="402" y="273"/>
                    <a:pt x="402" y="273"/>
                  </a:cubicBezTo>
                  <a:cubicBezTo>
                    <a:pt x="410" y="275"/>
                    <a:pt x="418" y="270"/>
                    <a:pt x="420" y="262"/>
                  </a:cubicBezTo>
                  <a:cubicBezTo>
                    <a:pt x="432" y="221"/>
                    <a:pt x="432" y="221"/>
                    <a:pt x="432" y="221"/>
                  </a:cubicBezTo>
                  <a:cubicBezTo>
                    <a:pt x="444" y="224"/>
                    <a:pt x="444" y="224"/>
                    <a:pt x="444" y="224"/>
                  </a:cubicBezTo>
                  <a:cubicBezTo>
                    <a:pt x="452" y="226"/>
                    <a:pt x="460" y="221"/>
                    <a:pt x="462" y="214"/>
                  </a:cubicBezTo>
                  <a:cubicBezTo>
                    <a:pt x="465" y="205"/>
                    <a:pt x="465" y="205"/>
                    <a:pt x="465" y="205"/>
                  </a:cubicBezTo>
                  <a:cubicBezTo>
                    <a:pt x="467" y="197"/>
                    <a:pt x="462" y="189"/>
                    <a:pt x="454" y="187"/>
                  </a:cubicBezTo>
                  <a:close/>
                  <a:moveTo>
                    <a:pt x="98" y="186"/>
                  </a:moveTo>
                  <a:cubicBezTo>
                    <a:pt x="59" y="176"/>
                    <a:pt x="36" y="136"/>
                    <a:pt x="47" y="98"/>
                  </a:cubicBezTo>
                  <a:cubicBezTo>
                    <a:pt x="57" y="59"/>
                    <a:pt x="97" y="37"/>
                    <a:pt x="135" y="47"/>
                  </a:cubicBezTo>
                  <a:cubicBezTo>
                    <a:pt x="174" y="57"/>
                    <a:pt x="196" y="97"/>
                    <a:pt x="186" y="135"/>
                  </a:cubicBezTo>
                  <a:cubicBezTo>
                    <a:pt x="176" y="174"/>
                    <a:pt x="136" y="197"/>
                    <a:pt x="98" y="186"/>
                  </a:cubicBezTo>
                  <a:close/>
                </a:path>
              </a:pathLst>
            </a:custGeom>
            <a:solidFill>
              <a:srgbClr val="BB3F7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3B9DD509-146C-DDC3-EC9B-C0A206A54E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455" y="3792133"/>
              <a:ext cx="1706563" cy="1497013"/>
            </a:xfrm>
            <a:custGeom>
              <a:avLst/>
              <a:gdLst>
                <a:gd name="T0" fmla="*/ 413 w 421"/>
                <a:gd name="T1" fmla="*/ 301 h 368"/>
                <a:gd name="T2" fmla="*/ 215 w 421"/>
                <a:gd name="T3" fmla="*/ 162 h 368"/>
                <a:gd name="T4" fmla="*/ 180 w 421"/>
                <a:gd name="T5" fmla="*/ 33 h 368"/>
                <a:gd name="T6" fmla="*/ 34 w 421"/>
                <a:gd name="T7" fmla="*/ 59 h 368"/>
                <a:gd name="T8" fmla="*/ 59 w 421"/>
                <a:gd name="T9" fmla="*/ 205 h 368"/>
                <a:gd name="T10" fmla="*/ 193 w 421"/>
                <a:gd name="T11" fmla="*/ 194 h 368"/>
                <a:gd name="T12" fmla="*/ 290 w 421"/>
                <a:gd name="T13" fmla="*/ 261 h 368"/>
                <a:gd name="T14" fmla="*/ 279 w 421"/>
                <a:gd name="T15" fmla="*/ 277 h 368"/>
                <a:gd name="T16" fmla="*/ 282 w 421"/>
                <a:gd name="T17" fmla="*/ 297 h 368"/>
                <a:gd name="T18" fmla="*/ 289 w 421"/>
                <a:gd name="T19" fmla="*/ 303 h 368"/>
                <a:gd name="T20" fmla="*/ 310 w 421"/>
                <a:gd name="T21" fmla="*/ 299 h 368"/>
                <a:gd name="T22" fmla="*/ 321 w 421"/>
                <a:gd name="T23" fmla="*/ 283 h 368"/>
                <a:gd name="T24" fmla="*/ 349 w 421"/>
                <a:gd name="T25" fmla="*/ 302 h 368"/>
                <a:gd name="T26" fmla="*/ 324 w 421"/>
                <a:gd name="T27" fmla="*/ 338 h 368"/>
                <a:gd name="T28" fmla="*/ 328 w 421"/>
                <a:gd name="T29" fmla="*/ 358 h 368"/>
                <a:gd name="T30" fmla="*/ 335 w 421"/>
                <a:gd name="T31" fmla="*/ 363 h 368"/>
                <a:gd name="T32" fmla="*/ 355 w 421"/>
                <a:gd name="T33" fmla="*/ 360 h 368"/>
                <a:gd name="T34" fmla="*/ 380 w 421"/>
                <a:gd name="T35" fmla="*/ 324 h 368"/>
                <a:gd name="T36" fmla="*/ 391 w 421"/>
                <a:gd name="T37" fmla="*/ 332 h 368"/>
                <a:gd name="T38" fmla="*/ 411 w 421"/>
                <a:gd name="T39" fmla="*/ 328 h 368"/>
                <a:gd name="T40" fmla="*/ 416 w 421"/>
                <a:gd name="T41" fmla="*/ 321 h 368"/>
                <a:gd name="T42" fmla="*/ 413 w 421"/>
                <a:gd name="T43" fmla="*/ 301 h 368"/>
                <a:gd name="T44" fmla="*/ 78 w 421"/>
                <a:gd name="T45" fmla="*/ 178 h 368"/>
                <a:gd name="T46" fmla="*/ 60 w 421"/>
                <a:gd name="T47" fmla="*/ 77 h 368"/>
                <a:gd name="T48" fmla="*/ 161 w 421"/>
                <a:gd name="T49" fmla="*/ 60 h 368"/>
                <a:gd name="T50" fmla="*/ 179 w 421"/>
                <a:gd name="T51" fmla="*/ 160 h 368"/>
                <a:gd name="T52" fmla="*/ 78 w 421"/>
                <a:gd name="T53" fmla="*/ 17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21" h="368">
                  <a:moveTo>
                    <a:pt x="413" y="301"/>
                  </a:moveTo>
                  <a:cubicBezTo>
                    <a:pt x="215" y="162"/>
                    <a:pt x="215" y="162"/>
                    <a:pt x="215" y="162"/>
                  </a:cubicBezTo>
                  <a:cubicBezTo>
                    <a:pt x="236" y="117"/>
                    <a:pt x="222" y="62"/>
                    <a:pt x="180" y="33"/>
                  </a:cubicBezTo>
                  <a:cubicBezTo>
                    <a:pt x="132" y="0"/>
                    <a:pt x="67" y="11"/>
                    <a:pt x="34" y="59"/>
                  </a:cubicBezTo>
                  <a:cubicBezTo>
                    <a:pt x="0" y="106"/>
                    <a:pt x="12" y="172"/>
                    <a:pt x="59" y="205"/>
                  </a:cubicBezTo>
                  <a:cubicBezTo>
                    <a:pt x="102" y="234"/>
                    <a:pt x="158" y="229"/>
                    <a:pt x="193" y="194"/>
                  </a:cubicBezTo>
                  <a:cubicBezTo>
                    <a:pt x="290" y="261"/>
                    <a:pt x="290" y="261"/>
                    <a:pt x="290" y="26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274" y="284"/>
                    <a:pt x="276" y="293"/>
                    <a:pt x="282" y="297"/>
                  </a:cubicBezTo>
                  <a:cubicBezTo>
                    <a:pt x="289" y="303"/>
                    <a:pt x="289" y="303"/>
                    <a:pt x="289" y="303"/>
                  </a:cubicBezTo>
                  <a:cubicBezTo>
                    <a:pt x="296" y="307"/>
                    <a:pt x="305" y="306"/>
                    <a:pt x="310" y="299"/>
                  </a:cubicBezTo>
                  <a:cubicBezTo>
                    <a:pt x="321" y="283"/>
                    <a:pt x="321" y="283"/>
                    <a:pt x="321" y="283"/>
                  </a:cubicBezTo>
                  <a:cubicBezTo>
                    <a:pt x="349" y="302"/>
                    <a:pt x="349" y="302"/>
                    <a:pt x="349" y="302"/>
                  </a:cubicBezTo>
                  <a:cubicBezTo>
                    <a:pt x="324" y="338"/>
                    <a:pt x="324" y="338"/>
                    <a:pt x="324" y="338"/>
                  </a:cubicBezTo>
                  <a:cubicBezTo>
                    <a:pt x="319" y="344"/>
                    <a:pt x="321" y="354"/>
                    <a:pt x="328" y="358"/>
                  </a:cubicBezTo>
                  <a:cubicBezTo>
                    <a:pt x="335" y="363"/>
                    <a:pt x="335" y="363"/>
                    <a:pt x="335" y="363"/>
                  </a:cubicBezTo>
                  <a:cubicBezTo>
                    <a:pt x="341" y="368"/>
                    <a:pt x="351" y="366"/>
                    <a:pt x="355" y="360"/>
                  </a:cubicBezTo>
                  <a:cubicBezTo>
                    <a:pt x="380" y="324"/>
                    <a:pt x="380" y="324"/>
                    <a:pt x="380" y="324"/>
                  </a:cubicBezTo>
                  <a:cubicBezTo>
                    <a:pt x="391" y="332"/>
                    <a:pt x="391" y="332"/>
                    <a:pt x="391" y="332"/>
                  </a:cubicBezTo>
                  <a:cubicBezTo>
                    <a:pt x="398" y="336"/>
                    <a:pt x="407" y="335"/>
                    <a:pt x="411" y="328"/>
                  </a:cubicBezTo>
                  <a:cubicBezTo>
                    <a:pt x="416" y="321"/>
                    <a:pt x="416" y="321"/>
                    <a:pt x="416" y="321"/>
                  </a:cubicBezTo>
                  <a:cubicBezTo>
                    <a:pt x="421" y="314"/>
                    <a:pt x="419" y="305"/>
                    <a:pt x="413" y="301"/>
                  </a:cubicBezTo>
                  <a:close/>
                  <a:moveTo>
                    <a:pt x="78" y="178"/>
                  </a:moveTo>
                  <a:cubicBezTo>
                    <a:pt x="46" y="155"/>
                    <a:pt x="38" y="110"/>
                    <a:pt x="60" y="77"/>
                  </a:cubicBezTo>
                  <a:cubicBezTo>
                    <a:pt x="83" y="45"/>
                    <a:pt x="128" y="37"/>
                    <a:pt x="161" y="60"/>
                  </a:cubicBezTo>
                  <a:cubicBezTo>
                    <a:pt x="194" y="83"/>
                    <a:pt x="201" y="128"/>
                    <a:pt x="179" y="160"/>
                  </a:cubicBezTo>
                  <a:cubicBezTo>
                    <a:pt x="156" y="193"/>
                    <a:pt x="111" y="201"/>
                    <a:pt x="78" y="17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8" name="Arco 9">
              <a:extLst>
                <a:ext uri="{FF2B5EF4-FFF2-40B4-BE49-F238E27FC236}">
                  <a16:creationId xmlns:a16="http://schemas.microsoft.com/office/drawing/2014/main" id="{A847CAC2-14A4-A6DD-1F69-5EA026353D63}"/>
                </a:ext>
              </a:extLst>
            </p:cNvPr>
            <p:cNvSpPr/>
            <p:nvPr/>
          </p:nvSpPr>
          <p:spPr>
            <a:xfrm>
              <a:off x="603200" y="2630084"/>
              <a:ext cx="2051050" cy="2051048"/>
            </a:xfrm>
            <a:prstGeom prst="arc">
              <a:avLst>
                <a:gd name="adj1" fmla="val 20912386"/>
                <a:gd name="adj2" fmla="val 417128"/>
              </a:avLst>
            </a:prstGeom>
            <a:noFill/>
            <a:ln w="476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00" name="Grupo 48">
            <a:extLst>
              <a:ext uri="{FF2B5EF4-FFF2-40B4-BE49-F238E27FC236}">
                <a16:creationId xmlns:a16="http://schemas.microsoft.com/office/drawing/2014/main" id="{5989EB8B-B84D-0B7E-8BFA-A367D5650D1B}"/>
              </a:ext>
            </a:extLst>
          </p:cNvPr>
          <p:cNvGrpSpPr/>
          <p:nvPr/>
        </p:nvGrpSpPr>
        <p:grpSpPr>
          <a:xfrm>
            <a:off x="3631388" y="5123342"/>
            <a:ext cx="336989" cy="367287"/>
            <a:chOff x="4083718" y="5102689"/>
            <a:chExt cx="376830" cy="410709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1" name="Freeform 48">
              <a:extLst>
                <a:ext uri="{FF2B5EF4-FFF2-40B4-BE49-F238E27FC236}">
                  <a16:creationId xmlns:a16="http://schemas.microsoft.com/office/drawing/2014/main" id="{DC55DE41-82E7-7A30-012F-30EBD14F0344}"/>
                </a:ext>
              </a:extLst>
            </p:cNvPr>
            <p:cNvSpPr>
              <a:spLocks noEditPoints="1"/>
            </p:cNvSpPr>
            <p:nvPr/>
          </p:nvSpPr>
          <p:spPr bwMode="auto">
            <a:xfrm rot="2768192">
              <a:off x="4172113" y="5103376"/>
              <a:ext cx="289122" cy="287748"/>
            </a:xfrm>
            <a:custGeom>
              <a:avLst/>
              <a:gdLst>
                <a:gd name="T0" fmla="*/ 68 w 230"/>
                <a:gd name="T1" fmla="*/ 169 h 230"/>
                <a:gd name="T2" fmla="*/ 112 w 230"/>
                <a:gd name="T3" fmla="*/ 227 h 230"/>
                <a:gd name="T4" fmla="*/ 118 w 230"/>
                <a:gd name="T5" fmla="*/ 227 h 230"/>
                <a:gd name="T6" fmla="*/ 162 w 230"/>
                <a:gd name="T7" fmla="*/ 169 h 230"/>
                <a:gd name="T8" fmla="*/ 168 w 230"/>
                <a:gd name="T9" fmla="*/ 163 h 230"/>
                <a:gd name="T10" fmla="*/ 227 w 230"/>
                <a:gd name="T11" fmla="*/ 118 h 230"/>
                <a:gd name="T12" fmla="*/ 227 w 230"/>
                <a:gd name="T13" fmla="*/ 112 h 230"/>
                <a:gd name="T14" fmla="*/ 115 w 230"/>
                <a:gd name="T15" fmla="*/ 0 h 230"/>
                <a:gd name="T16" fmla="*/ 3 w 230"/>
                <a:gd name="T17" fmla="*/ 112 h 230"/>
                <a:gd name="T18" fmla="*/ 3 w 230"/>
                <a:gd name="T19" fmla="*/ 118 h 230"/>
                <a:gd name="T20" fmla="*/ 62 w 230"/>
                <a:gd name="T21" fmla="*/ 163 h 230"/>
                <a:gd name="T22" fmla="*/ 150 w 230"/>
                <a:gd name="T23" fmla="*/ 145 h 230"/>
                <a:gd name="T24" fmla="*/ 159 w 230"/>
                <a:gd name="T25" fmla="*/ 160 h 230"/>
                <a:gd name="T26" fmla="*/ 153 w 230"/>
                <a:gd name="T27" fmla="*/ 160 h 230"/>
                <a:gd name="T28" fmla="*/ 144 w 230"/>
                <a:gd name="T29" fmla="*/ 145 h 230"/>
                <a:gd name="T30" fmla="*/ 132 w 230"/>
                <a:gd name="T31" fmla="*/ 127 h 230"/>
                <a:gd name="T32" fmla="*/ 141 w 230"/>
                <a:gd name="T33" fmla="*/ 142 h 230"/>
                <a:gd name="T34" fmla="*/ 135 w 230"/>
                <a:gd name="T35" fmla="*/ 142 h 230"/>
                <a:gd name="T36" fmla="*/ 126 w 230"/>
                <a:gd name="T37" fmla="*/ 127 h 230"/>
                <a:gd name="T38" fmla="*/ 107 w 230"/>
                <a:gd name="T39" fmla="*/ 118 h 230"/>
                <a:gd name="T40" fmla="*/ 123 w 230"/>
                <a:gd name="T41" fmla="*/ 118 h 230"/>
                <a:gd name="T42" fmla="*/ 120 w 230"/>
                <a:gd name="T43" fmla="*/ 125 h 230"/>
                <a:gd name="T44" fmla="*/ 115 w 230"/>
                <a:gd name="T45" fmla="*/ 122 h 230"/>
                <a:gd name="T46" fmla="*/ 107 w 230"/>
                <a:gd name="T47" fmla="*/ 124 h 230"/>
                <a:gd name="T48" fmla="*/ 89 w 230"/>
                <a:gd name="T49" fmla="*/ 136 h 230"/>
                <a:gd name="T50" fmla="*/ 104 w 230"/>
                <a:gd name="T51" fmla="*/ 127 h 230"/>
                <a:gd name="T52" fmla="*/ 95 w 230"/>
                <a:gd name="T53" fmla="*/ 142 h 230"/>
                <a:gd name="T54" fmla="*/ 89 w 230"/>
                <a:gd name="T55" fmla="*/ 142 h 230"/>
                <a:gd name="T56" fmla="*/ 71 w 230"/>
                <a:gd name="T57" fmla="*/ 154 h 230"/>
                <a:gd name="T58" fmla="*/ 86 w 230"/>
                <a:gd name="T59" fmla="*/ 145 h 230"/>
                <a:gd name="T60" fmla="*/ 77 w 230"/>
                <a:gd name="T61" fmla="*/ 160 h 230"/>
                <a:gd name="T62" fmla="*/ 71 w 230"/>
                <a:gd name="T63" fmla="*/ 16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0" h="230">
                  <a:moveTo>
                    <a:pt x="68" y="163"/>
                  </a:moveTo>
                  <a:cubicBezTo>
                    <a:pt x="70" y="164"/>
                    <a:pt x="70" y="167"/>
                    <a:pt x="68" y="169"/>
                  </a:cubicBezTo>
                  <a:cubicBezTo>
                    <a:pt x="61" y="176"/>
                    <a:pt x="61" y="176"/>
                    <a:pt x="61" y="176"/>
                  </a:cubicBezTo>
                  <a:cubicBezTo>
                    <a:pt x="112" y="227"/>
                    <a:pt x="112" y="227"/>
                    <a:pt x="112" y="227"/>
                  </a:cubicBezTo>
                  <a:cubicBezTo>
                    <a:pt x="115" y="230"/>
                    <a:pt x="115" y="230"/>
                    <a:pt x="115" y="230"/>
                  </a:cubicBezTo>
                  <a:cubicBezTo>
                    <a:pt x="118" y="227"/>
                    <a:pt x="118" y="227"/>
                    <a:pt x="118" y="227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60" y="167"/>
                    <a:pt x="160" y="164"/>
                    <a:pt x="162" y="163"/>
                  </a:cubicBezTo>
                  <a:cubicBezTo>
                    <a:pt x="163" y="161"/>
                    <a:pt x="166" y="161"/>
                    <a:pt x="168" y="163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227" y="118"/>
                    <a:pt x="227" y="118"/>
                    <a:pt x="227" y="118"/>
                  </a:cubicBezTo>
                  <a:cubicBezTo>
                    <a:pt x="230" y="115"/>
                    <a:pt x="230" y="115"/>
                    <a:pt x="230" y="115"/>
                  </a:cubicBezTo>
                  <a:cubicBezTo>
                    <a:pt x="227" y="112"/>
                    <a:pt x="227" y="112"/>
                    <a:pt x="227" y="112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3" y="112"/>
                    <a:pt x="3" y="112"/>
                    <a:pt x="3" y="11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3" y="118"/>
                    <a:pt x="3" y="118"/>
                    <a:pt x="3" y="118"/>
                  </a:cubicBezTo>
                  <a:cubicBezTo>
                    <a:pt x="55" y="170"/>
                    <a:pt x="55" y="170"/>
                    <a:pt x="55" y="170"/>
                  </a:cubicBezTo>
                  <a:cubicBezTo>
                    <a:pt x="62" y="163"/>
                    <a:pt x="62" y="163"/>
                    <a:pt x="62" y="163"/>
                  </a:cubicBezTo>
                  <a:cubicBezTo>
                    <a:pt x="64" y="161"/>
                    <a:pt x="67" y="161"/>
                    <a:pt x="68" y="163"/>
                  </a:cubicBezTo>
                  <a:close/>
                  <a:moveTo>
                    <a:pt x="150" y="145"/>
                  </a:moveTo>
                  <a:cubicBezTo>
                    <a:pt x="159" y="154"/>
                    <a:pt x="159" y="154"/>
                    <a:pt x="159" y="154"/>
                  </a:cubicBezTo>
                  <a:cubicBezTo>
                    <a:pt x="161" y="155"/>
                    <a:pt x="161" y="158"/>
                    <a:pt x="159" y="160"/>
                  </a:cubicBezTo>
                  <a:cubicBezTo>
                    <a:pt x="158" y="161"/>
                    <a:pt x="157" y="161"/>
                    <a:pt x="156" y="161"/>
                  </a:cubicBezTo>
                  <a:cubicBezTo>
                    <a:pt x="155" y="161"/>
                    <a:pt x="154" y="161"/>
                    <a:pt x="153" y="160"/>
                  </a:cubicBezTo>
                  <a:cubicBezTo>
                    <a:pt x="144" y="151"/>
                    <a:pt x="144" y="151"/>
                    <a:pt x="144" y="151"/>
                  </a:cubicBezTo>
                  <a:cubicBezTo>
                    <a:pt x="142" y="149"/>
                    <a:pt x="142" y="146"/>
                    <a:pt x="144" y="145"/>
                  </a:cubicBezTo>
                  <a:cubicBezTo>
                    <a:pt x="145" y="143"/>
                    <a:pt x="148" y="143"/>
                    <a:pt x="150" y="145"/>
                  </a:cubicBezTo>
                  <a:close/>
                  <a:moveTo>
                    <a:pt x="132" y="127"/>
                  </a:moveTo>
                  <a:cubicBezTo>
                    <a:pt x="141" y="136"/>
                    <a:pt x="141" y="136"/>
                    <a:pt x="141" y="136"/>
                  </a:cubicBezTo>
                  <a:cubicBezTo>
                    <a:pt x="143" y="137"/>
                    <a:pt x="143" y="140"/>
                    <a:pt x="141" y="142"/>
                  </a:cubicBezTo>
                  <a:cubicBezTo>
                    <a:pt x="140" y="143"/>
                    <a:pt x="139" y="143"/>
                    <a:pt x="138" y="143"/>
                  </a:cubicBezTo>
                  <a:cubicBezTo>
                    <a:pt x="137" y="143"/>
                    <a:pt x="136" y="143"/>
                    <a:pt x="135" y="14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4" y="131"/>
                    <a:pt x="124" y="128"/>
                    <a:pt x="126" y="127"/>
                  </a:cubicBezTo>
                  <a:cubicBezTo>
                    <a:pt x="127" y="125"/>
                    <a:pt x="130" y="125"/>
                    <a:pt x="132" y="127"/>
                  </a:cubicBezTo>
                  <a:close/>
                  <a:moveTo>
                    <a:pt x="107" y="118"/>
                  </a:moveTo>
                  <a:cubicBezTo>
                    <a:pt x="115" y="109"/>
                    <a:pt x="115" y="109"/>
                    <a:pt x="115" y="109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5" y="119"/>
                    <a:pt x="125" y="122"/>
                    <a:pt x="123" y="124"/>
                  </a:cubicBezTo>
                  <a:cubicBezTo>
                    <a:pt x="122" y="125"/>
                    <a:pt x="121" y="125"/>
                    <a:pt x="120" y="125"/>
                  </a:cubicBezTo>
                  <a:cubicBezTo>
                    <a:pt x="119" y="125"/>
                    <a:pt x="118" y="125"/>
                    <a:pt x="117" y="124"/>
                  </a:cubicBezTo>
                  <a:cubicBezTo>
                    <a:pt x="115" y="122"/>
                    <a:pt x="115" y="122"/>
                    <a:pt x="115" y="122"/>
                  </a:cubicBezTo>
                  <a:cubicBezTo>
                    <a:pt x="113" y="124"/>
                    <a:pt x="113" y="124"/>
                    <a:pt x="113" y="124"/>
                  </a:cubicBezTo>
                  <a:cubicBezTo>
                    <a:pt x="112" y="126"/>
                    <a:pt x="109" y="126"/>
                    <a:pt x="107" y="124"/>
                  </a:cubicBezTo>
                  <a:cubicBezTo>
                    <a:pt x="105" y="122"/>
                    <a:pt x="105" y="119"/>
                    <a:pt x="107" y="118"/>
                  </a:cubicBezTo>
                  <a:close/>
                  <a:moveTo>
                    <a:pt x="89" y="136"/>
                  </a:moveTo>
                  <a:cubicBezTo>
                    <a:pt x="98" y="127"/>
                    <a:pt x="98" y="127"/>
                    <a:pt x="98" y="127"/>
                  </a:cubicBezTo>
                  <a:cubicBezTo>
                    <a:pt x="100" y="125"/>
                    <a:pt x="103" y="125"/>
                    <a:pt x="104" y="127"/>
                  </a:cubicBezTo>
                  <a:cubicBezTo>
                    <a:pt x="106" y="128"/>
                    <a:pt x="106" y="131"/>
                    <a:pt x="104" y="133"/>
                  </a:cubicBezTo>
                  <a:cubicBezTo>
                    <a:pt x="95" y="142"/>
                    <a:pt x="95" y="142"/>
                    <a:pt x="95" y="142"/>
                  </a:cubicBezTo>
                  <a:cubicBezTo>
                    <a:pt x="94" y="143"/>
                    <a:pt x="93" y="143"/>
                    <a:pt x="92" y="143"/>
                  </a:cubicBezTo>
                  <a:cubicBezTo>
                    <a:pt x="91" y="143"/>
                    <a:pt x="90" y="143"/>
                    <a:pt x="89" y="142"/>
                  </a:cubicBezTo>
                  <a:cubicBezTo>
                    <a:pt x="87" y="140"/>
                    <a:pt x="87" y="137"/>
                    <a:pt x="89" y="136"/>
                  </a:cubicBezTo>
                  <a:close/>
                  <a:moveTo>
                    <a:pt x="71" y="154"/>
                  </a:moveTo>
                  <a:cubicBezTo>
                    <a:pt x="80" y="145"/>
                    <a:pt x="80" y="145"/>
                    <a:pt x="80" y="145"/>
                  </a:cubicBezTo>
                  <a:cubicBezTo>
                    <a:pt x="82" y="143"/>
                    <a:pt x="85" y="143"/>
                    <a:pt x="86" y="145"/>
                  </a:cubicBezTo>
                  <a:cubicBezTo>
                    <a:pt x="88" y="146"/>
                    <a:pt x="88" y="149"/>
                    <a:pt x="86" y="151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6" y="161"/>
                    <a:pt x="75" y="161"/>
                    <a:pt x="74" y="161"/>
                  </a:cubicBezTo>
                  <a:cubicBezTo>
                    <a:pt x="73" y="161"/>
                    <a:pt x="72" y="161"/>
                    <a:pt x="71" y="160"/>
                  </a:cubicBezTo>
                  <a:cubicBezTo>
                    <a:pt x="69" y="158"/>
                    <a:pt x="69" y="155"/>
                    <a:pt x="71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2" name="Freeform 49">
              <a:extLst>
                <a:ext uri="{FF2B5EF4-FFF2-40B4-BE49-F238E27FC236}">
                  <a16:creationId xmlns:a16="http://schemas.microsoft.com/office/drawing/2014/main" id="{55423B64-FFAF-16C9-64FD-201310FD6932}"/>
                </a:ext>
              </a:extLst>
            </p:cNvPr>
            <p:cNvSpPr>
              <a:spLocks/>
            </p:cNvSpPr>
            <p:nvPr/>
          </p:nvSpPr>
          <p:spPr bwMode="auto">
            <a:xfrm rot="2768192">
              <a:off x="4045604" y="5262390"/>
              <a:ext cx="289122" cy="212893"/>
            </a:xfrm>
            <a:custGeom>
              <a:avLst/>
              <a:gdLst>
                <a:gd name="T0" fmla="*/ 309 w 421"/>
                <a:gd name="T1" fmla="*/ 11 h 310"/>
                <a:gd name="T2" fmla="*/ 397 w 421"/>
                <a:gd name="T3" fmla="*/ 100 h 310"/>
                <a:gd name="T4" fmla="*/ 210 w 421"/>
                <a:gd name="T5" fmla="*/ 286 h 310"/>
                <a:gd name="T6" fmla="*/ 24 w 421"/>
                <a:gd name="T7" fmla="*/ 100 h 310"/>
                <a:gd name="T8" fmla="*/ 112 w 421"/>
                <a:gd name="T9" fmla="*/ 11 h 310"/>
                <a:gd name="T10" fmla="*/ 101 w 421"/>
                <a:gd name="T11" fmla="*/ 0 h 310"/>
                <a:gd name="T12" fmla="*/ 0 w 421"/>
                <a:gd name="T13" fmla="*/ 100 h 310"/>
                <a:gd name="T14" fmla="*/ 210 w 421"/>
                <a:gd name="T15" fmla="*/ 310 h 310"/>
                <a:gd name="T16" fmla="*/ 421 w 421"/>
                <a:gd name="T17" fmla="*/ 100 h 310"/>
                <a:gd name="T18" fmla="*/ 320 w 421"/>
                <a:gd name="T19" fmla="*/ 0 h 310"/>
                <a:gd name="T20" fmla="*/ 309 w 421"/>
                <a:gd name="T21" fmla="*/ 11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1" h="310">
                  <a:moveTo>
                    <a:pt x="309" y="11"/>
                  </a:moveTo>
                  <a:lnTo>
                    <a:pt x="397" y="100"/>
                  </a:lnTo>
                  <a:lnTo>
                    <a:pt x="210" y="286"/>
                  </a:lnTo>
                  <a:lnTo>
                    <a:pt x="24" y="100"/>
                  </a:lnTo>
                  <a:lnTo>
                    <a:pt x="112" y="11"/>
                  </a:lnTo>
                  <a:lnTo>
                    <a:pt x="101" y="0"/>
                  </a:lnTo>
                  <a:lnTo>
                    <a:pt x="0" y="100"/>
                  </a:lnTo>
                  <a:lnTo>
                    <a:pt x="210" y="310"/>
                  </a:lnTo>
                  <a:lnTo>
                    <a:pt x="421" y="100"/>
                  </a:lnTo>
                  <a:lnTo>
                    <a:pt x="320" y="0"/>
                  </a:lnTo>
                  <a:lnTo>
                    <a:pt x="30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111" name="Grupo 48">
            <a:extLst>
              <a:ext uri="{FF2B5EF4-FFF2-40B4-BE49-F238E27FC236}">
                <a16:creationId xmlns:a16="http://schemas.microsoft.com/office/drawing/2014/main" id="{79B55FE6-2171-FBDE-76AC-6A8C53BF1366}"/>
              </a:ext>
            </a:extLst>
          </p:cNvPr>
          <p:cNvGrpSpPr/>
          <p:nvPr/>
        </p:nvGrpSpPr>
        <p:grpSpPr>
          <a:xfrm>
            <a:off x="4013771" y="4243505"/>
            <a:ext cx="336989" cy="367287"/>
            <a:chOff x="4083718" y="5102689"/>
            <a:chExt cx="376830" cy="410709"/>
          </a:xfrm>
          <a:solidFill>
            <a:schemeClr val="accent3"/>
          </a:solidFill>
        </p:grpSpPr>
        <p:sp>
          <p:nvSpPr>
            <p:cNvPr id="112" name="Freeform 48">
              <a:extLst>
                <a:ext uri="{FF2B5EF4-FFF2-40B4-BE49-F238E27FC236}">
                  <a16:creationId xmlns:a16="http://schemas.microsoft.com/office/drawing/2014/main" id="{FBBCE6ED-EB5B-9D5E-4068-9F813F972401}"/>
                </a:ext>
              </a:extLst>
            </p:cNvPr>
            <p:cNvSpPr>
              <a:spLocks noEditPoints="1"/>
            </p:cNvSpPr>
            <p:nvPr/>
          </p:nvSpPr>
          <p:spPr bwMode="auto">
            <a:xfrm rot="2768192">
              <a:off x="4172113" y="5103376"/>
              <a:ext cx="289122" cy="287748"/>
            </a:xfrm>
            <a:custGeom>
              <a:avLst/>
              <a:gdLst>
                <a:gd name="T0" fmla="*/ 68 w 230"/>
                <a:gd name="T1" fmla="*/ 169 h 230"/>
                <a:gd name="T2" fmla="*/ 112 w 230"/>
                <a:gd name="T3" fmla="*/ 227 h 230"/>
                <a:gd name="T4" fmla="*/ 118 w 230"/>
                <a:gd name="T5" fmla="*/ 227 h 230"/>
                <a:gd name="T6" fmla="*/ 162 w 230"/>
                <a:gd name="T7" fmla="*/ 169 h 230"/>
                <a:gd name="T8" fmla="*/ 168 w 230"/>
                <a:gd name="T9" fmla="*/ 163 h 230"/>
                <a:gd name="T10" fmla="*/ 227 w 230"/>
                <a:gd name="T11" fmla="*/ 118 h 230"/>
                <a:gd name="T12" fmla="*/ 227 w 230"/>
                <a:gd name="T13" fmla="*/ 112 h 230"/>
                <a:gd name="T14" fmla="*/ 115 w 230"/>
                <a:gd name="T15" fmla="*/ 0 h 230"/>
                <a:gd name="T16" fmla="*/ 3 w 230"/>
                <a:gd name="T17" fmla="*/ 112 h 230"/>
                <a:gd name="T18" fmla="*/ 3 w 230"/>
                <a:gd name="T19" fmla="*/ 118 h 230"/>
                <a:gd name="T20" fmla="*/ 62 w 230"/>
                <a:gd name="T21" fmla="*/ 163 h 230"/>
                <a:gd name="T22" fmla="*/ 150 w 230"/>
                <a:gd name="T23" fmla="*/ 145 h 230"/>
                <a:gd name="T24" fmla="*/ 159 w 230"/>
                <a:gd name="T25" fmla="*/ 160 h 230"/>
                <a:gd name="T26" fmla="*/ 153 w 230"/>
                <a:gd name="T27" fmla="*/ 160 h 230"/>
                <a:gd name="T28" fmla="*/ 144 w 230"/>
                <a:gd name="T29" fmla="*/ 145 h 230"/>
                <a:gd name="T30" fmla="*/ 132 w 230"/>
                <a:gd name="T31" fmla="*/ 127 h 230"/>
                <a:gd name="T32" fmla="*/ 141 w 230"/>
                <a:gd name="T33" fmla="*/ 142 h 230"/>
                <a:gd name="T34" fmla="*/ 135 w 230"/>
                <a:gd name="T35" fmla="*/ 142 h 230"/>
                <a:gd name="T36" fmla="*/ 126 w 230"/>
                <a:gd name="T37" fmla="*/ 127 h 230"/>
                <a:gd name="T38" fmla="*/ 107 w 230"/>
                <a:gd name="T39" fmla="*/ 118 h 230"/>
                <a:gd name="T40" fmla="*/ 123 w 230"/>
                <a:gd name="T41" fmla="*/ 118 h 230"/>
                <a:gd name="T42" fmla="*/ 120 w 230"/>
                <a:gd name="T43" fmla="*/ 125 h 230"/>
                <a:gd name="T44" fmla="*/ 115 w 230"/>
                <a:gd name="T45" fmla="*/ 122 h 230"/>
                <a:gd name="T46" fmla="*/ 107 w 230"/>
                <a:gd name="T47" fmla="*/ 124 h 230"/>
                <a:gd name="T48" fmla="*/ 89 w 230"/>
                <a:gd name="T49" fmla="*/ 136 h 230"/>
                <a:gd name="T50" fmla="*/ 104 w 230"/>
                <a:gd name="T51" fmla="*/ 127 h 230"/>
                <a:gd name="T52" fmla="*/ 95 w 230"/>
                <a:gd name="T53" fmla="*/ 142 h 230"/>
                <a:gd name="T54" fmla="*/ 89 w 230"/>
                <a:gd name="T55" fmla="*/ 142 h 230"/>
                <a:gd name="T56" fmla="*/ 71 w 230"/>
                <a:gd name="T57" fmla="*/ 154 h 230"/>
                <a:gd name="T58" fmla="*/ 86 w 230"/>
                <a:gd name="T59" fmla="*/ 145 h 230"/>
                <a:gd name="T60" fmla="*/ 77 w 230"/>
                <a:gd name="T61" fmla="*/ 160 h 230"/>
                <a:gd name="T62" fmla="*/ 71 w 230"/>
                <a:gd name="T63" fmla="*/ 16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0" h="230">
                  <a:moveTo>
                    <a:pt x="68" y="163"/>
                  </a:moveTo>
                  <a:cubicBezTo>
                    <a:pt x="70" y="164"/>
                    <a:pt x="70" y="167"/>
                    <a:pt x="68" y="169"/>
                  </a:cubicBezTo>
                  <a:cubicBezTo>
                    <a:pt x="61" y="176"/>
                    <a:pt x="61" y="176"/>
                    <a:pt x="61" y="176"/>
                  </a:cubicBezTo>
                  <a:cubicBezTo>
                    <a:pt x="112" y="227"/>
                    <a:pt x="112" y="227"/>
                    <a:pt x="112" y="227"/>
                  </a:cubicBezTo>
                  <a:cubicBezTo>
                    <a:pt x="115" y="230"/>
                    <a:pt x="115" y="230"/>
                    <a:pt x="115" y="230"/>
                  </a:cubicBezTo>
                  <a:cubicBezTo>
                    <a:pt x="118" y="227"/>
                    <a:pt x="118" y="227"/>
                    <a:pt x="118" y="227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60" y="167"/>
                    <a:pt x="160" y="164"/>
                    <a:pt x="162" y="163"/>
                  </a:cubicBezTo>
                  <a:cubicBezTo>
                    <a:pt x="163" y="161"/>
                    <a:pt x="166" y="161"/>
                    <a:pt x="168" y="163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227" y="118"/>
                    <a:pt x="227" y="118"/>
                    <a:pt x="227" y="118"/>
                  </a:cubicBezTo>
                  <a:cubicBezTo>
                    <a:pt x="230" y="115"/>
                    <a:pt x="230" y="115"/>
                    <a:pt x="230" y="115"/>
                  </a:cubicBezTo>
                  <a:cubicBezTo>
                    <a:pt x="227" y="112"/>
                    <a:pt x="227" y="112"/>
                    <a:pt x="227" y="112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3" y="112"/>
                    <a:pt x="3" y="112"/>
                    <a:pt x="3" y="11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3" y="118"/>
                    <a:pt x="3" y="118"/>
                    <a:pt x="3" y="118"/>
                  </a:cubicBezTo>
                  <a:cubicBezTo>
                    <a:pt x="55" y="170"/>
                    <a:pt x="55" y="170"/>
                    <a:pt x="55" y="170"/>
                  </a:cubicBezTo>
                  <a:cubicBezTo>
                    <a:pt x="62" y="163"/>
                    <a:pt x="62" y="163"/>
                    <a:pt x="62" y="163"/>
                  </a:cubicBezTo>
                  <a:cubicBezTo>
                    <a:pt x="64" y="161"/>
                    <a:pt x="67" y="161"/>
                    <a:pt x="68" y="163"/>
                  </a:cubicBezTo>
                  <a:close/>
                  <a:moveTo>
                    <a:pt x="150" y="145"/>
                  </a:moveTo>
                  <a:cubicBezTo>
                    <a:pt x="159" y="154"/>
                    <a:pt x="159" y="154"/>
                    <a:pt x="159" y="154"/>
                  </a:cubicBezTo>
                  <a:cubicBezTo>
                    <a:pt x="161" y="155"/>
                    <a:pt x="161" y="158"/>
                    <a:pt x="159" y="160"/>
                  </a:cubicBezTo>
                  <a:cubicBezTo>
                    <a:pt x="158" y="161"/>
                    <a:pt x="157" y="161"/>
                    <a:pt x="156" y="161"/>
                  </a:cubicBezTo>
                  <a:cubicBezTo>
                    <a:pt x="155" y="161"/>
                    <a:pt x="154" y="161"/>
                    <a:pt x="153" y="160"/>
                  </a:cubicBezTo>
                  <a:cubicBezTo>
                    <a:pt x="144" y="151"/>
                    <a:pt x="144" y="151"/>
                    <a:pt x="144" y="151"/>
                  </a:cubicBezTo>
                  <a:cubicBezTo>
                    <a:pt x="142" y="149"/>
                    <a:pt x="142" y="146"/>
                    <a:pt x="144" y="145"/>
                  </a:cubicBezTo>
                  <a:cubicBezTo>
                    <a:pt x="145" y="143"/>
                    <a:pt x="148" y="143"/>
                    <a:pt x="150" y="145"/>
                  </a:cubicBezTo>
                  <a:close/>
                  <a:moveTo>
                    <a:pt x="132" y="127"/>
                  </a:moveTo>
                  <a:cubicBezTo>
                    <a:pt x="141" y="136"/>
                    <a:pt x="141" y="136"/>
                    <a:pt x="141" y="136"/>
                  </a:cubicBezTo>
                  <a:cubicBezTo>
                    <a:pt x="143" y="137"/>
                    <a:pt x="143" y="140"/>
                    <a:pt x="141" y="142"/>
                  </a:cubicBezTo>
                  <a:cubicBezTo>
                    <a:pt x="140" y="143"/>
                    <a:pt x="139" y="143"/>
                    <a:pt x="138" y="143"/>
                  </a:cubicBezTo>
                  <a:cubicBezTo>
                    <a:pt x="137" y="143"/>
                    <a:pt x="136" y="143"/>
                    <a:pt x="135" y="14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4" y="131"/>
                    <a:pt x="124" y="128"/>
                    <a:pt x="126" y="127"/>
                  </a:cubicBezTo>
                  <a:cubicBezTo>
                    <a:pt x="127" y="125"/>
                    <a:pt x="130" y="125"/>
                    <a:pt x="132" y="127"/>
                  </a:cubicBezTo>
                  <a:close/>
                  <a:moveTo>
                    <a:pt x="107" y="118"/>
                  </a:moveTo>
                  <a:cubicBezTo>
                    <a:pt x="115" y="109"/>
                    <a:pt x="115" y="109"/>
                    <a:pt x="115" y="109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5" y="119"/>
                    <a:pt x="125" y="122"/>
                    <a:pt x="123" y="124"/>
                  </a:cubicBezTo>
                  <a:cubicBezTo>
                    <a:pt x="122" y="125"/>
                    <a:pt x="121" y="125"/>
                    <a:pt x="120" y="125"/>
                  </a:cubicBezTo>
                  <a:cubicBezTo>
                    <a:pt x="119" y="125"/>
                    <a:pt x="118" y="125"/>
                    <a:pt x="117" y="124"/>
                  </a:cubicBezTo>
                  <a:cubicBezTo>
                    <a:pt x="115" y="122"/>
                    <a:pt x="115" y="122"/>
                    <a:pt x="115" y="122"/>
                  </a:cubicBezTo>
                  <a:cubicBezTo>
                    <a:pt x="113" y="124"/>
                    <a:pt x="113" y="124"/>
                    <a:pt x="113" y="124"/>
                  </a:cubicBezTo>
                  <a:cubicBezTo>
                    <a:pt x="112" y="126"/>
                    <a:pt x="109" y="126"/>
                    <a:pt x="107" y="124"/>
                  </a:cubicBezTo>
                  <a:cubicBezTo>
                    <a:pt x="105" y="122"/>
                    <a:pt x="105" y="119"/>
                    <a:pt x="107" y="118"/>
                  </a:cubicBezTo>
                  <a:close/>
                  <a:moveTo>
                    <a:pt x="89" y="136"/>
                  </a:moveTo>
                  <a:cubicBezTo>
                    <a:pt x="98" y="127"/>
                    <a:pt x="98" y="127"/>
                    <a:pt x="98" y="127"/>
                  </a:cubicBezTo>
                  <a:cubicBezTo>
                    <a:pt x="100" y="125"/>
                    <a:pt x="103" y="125"/>
                    <a:pt x="104" y="127"/>
                  </a:cubicBezTo>
                  <a:cubicBezTo>
                    <a:pt x="106" y="128"/>
                    <a:pt x="106" y="131"/>
                    <a:pt x="104" y="133"/>
                  </a:cubicBezTo>
                  <a:cubicBezTo>
                    <a:pt x="95" y="142"/>
                    <a:pt x="95" y="142"/>
                    <a:pt x="95" y="142"/>
                  </a:cubicBezTo>
                  <a:cubicBezTo>
                    <a:pt x="94" y="143"/>
                    <a:pt x="93" y="143"/>
                    <a:pt x="92" y="143"/>
                  </a:cubicBezTo>
                  <a:cubicBezTo>
                    <a:pt x="91" y="143"/>
                    <a:pt x="90" y="143"/>
                    <a:pt x="89" y="142"/>
                  </a:cubicBezTo>
                  <a:cubicBezTo>
                    <a:pt x="87" y="140"/>
                    <a:pt x="87" y="137"/>
                    <a:pt x="89" y="136"/>
                  </a:cubicBezTo>
                  <a:close/>
                  <a:moveTo>
                    <a:pt x="71" y="154"/>
                  </a:moveTo>
                  <a:cubicBezTo>
                    <a:pt x="80" y="145"/>
                    <a:pt x="80" y="145"/>
                    <a:pt x="80" y="145"/>
                  </a:cubicBezTo>
                  <a:cubicBezTo>
                    <a:pt x="82" y="143"/>
                    <a:pt x="85" y="143"/>
                    <a:pt x="86" y="145"/>
                  </a:cubicBezTo>
                  <a:cubicBezTo>
                    <a:pt x="88" y="146"/>
                    <a:pt x="88" y="149"/>
                    <a:pt x="86" y="151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6" y="161"/>
                    <a:pt x="75" y="161"/>
                    <a:pt x="74" y="161"/>
                  </a:cubicBezTo>
                  <a:cubicBezTo>
                    <a:pt x="73" y="161"/>
                    <a:pt x="72" y="161"/>
                    <a:pt x="71" y="160"/>
                  </a:cubicBezTo>
                  <a:cubicBezTo>
                    <a:pt x="69" y="158"/>
                    <a:pt x="69" y="155"/>
                    <a:pt x="71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3" name="Freeform 49">
              <a:extLst>
                <a:ext uri="{FF2B5EF4-FFF2-40B4-BE49-F238E27FC236}">
                  <a16:creationId xmlns:a16="http://schemas.microsoft.com/office/drawing/2014/main" id="{C257CFAB-B59F-881C-A5C3-F1CC284788B7}"/>
                </a:ext>
              </a:extLst>
            </p:cNvPr>
            <p:cNvSpPr>
              <a:spLocks/>
            </p:cNvSpPr>
            <p:nvPr/>
          </p:nvSpPr>
          <p:spPr bwMode="auto">
            <a:xfrm rot="2768192">
              <a:off x="4045604" y="5262390"/>
              <a:ext cx="289122" cy="212893"/>
            </a:xfrm>
            <a:custGeom>
              <a:avLst/>
              <a:gdLst>
                <a:gd name="T0" fmla="*/ 309 w 421"/>
                <a:gd name="T1" fmla="*/ 11 h 310"/>
                <a:gd name="T2" fmla="*/ 397 w 421"/>
                <a:gd name="T3" fmla="*/ 100 h 310"/>
                <a:gd name="T4" fmla="*/ 210 w 421"/>
                <a:gd name="T5" fmla="*/ 286 h 310"/>
                <a:gd name="T6" fmla="*/ 24 w 421"/>
                <a:gd name="T7" fmla="*/ 100 h 310"/>
                <a:gd name="T8" fmla="*/ 112 w 421"/>
                <a:gd name="T9" fmla="*/ 11 h 310"/>
                <a:gd name="T10" fmla="*/ 101 w 421"/>
                <a:gd name="T11" fmla="*/ 0 h 310"/>
                <a:gd name="T12" fmla="*/ 0 w 421"/>
                <a:gd name="T13" fmla="*/ 100 h 310"/>
                <a:gd name="T14" fmla="*/ 210 w 421"/>
                <a:gd name="T15" fmla="*/ 310 h 310"/>
                <a:gd name="T16" fmla="*/ 421 w 421"/>
                <a:gd name="T17" fmla="*/ 100 h 310"/>
                <a:gd name="T18" fmla="*/ 320 w 421"/>
                <a:gd name="T19" fmla="*/ 0 h 310"/>
                <a:gd name="T20" fmla="*/ 309 w 421"/>
                <a:gd name="T21" fmla="*/ 11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1" h="310">
                  <a:moveTo>
                    <a:pt x="309" y="11"/>
                  </a:moveTo>
                  <a:lnTo>
                    <a:pt x="397" y="100"/>
                  </a:lnTo>
                  <a:lnTo>
                    <a:pt x="210" y="286"/>
                  </a:lnTo>
                  <a:lnTo>
                    <a:pt x="24" y="100"/>
                  </a:lnTo>
                  <a:lnTo>
                    <a:pt x="112" y="11"/>
                  </a:lnTo>
                  <a:lnTo>
                    <a:pt x="101" y="0"/>
                  </a:lnTo>
                  <a:lnTo>
                    <a:pt x="0" y="100"/>
                  </a:lnTo>
                  <a:lnTo>
                    <a:pt x="210" y="310"/>
                  </a:lnTo>
                  <a:lnTo>
                    <a:pt x="421" y="100"/>
                  </a:lnTo>
                  <a:lnTo>
                    <a:pt x="320" y="0"/>
                  </a:lnTo>
                  <a:lnTo>
                    <a:pt x="30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114" name="Grupo 48">
            <a:extLst>
              <a:ext uri="{FF2B5EF4-FFF2-40B4-BE49-F238E27FC236}">
                <a16:creationId xmlns:a16="http://schemas.microsoft.com/office/drawing/2014/main" id="{79E4F466-5DBE-EC0F-0567-0F57380CAF83}"/>
              </a:ext>
            </a:extLst>
          </p:cNvPr>
          <p:cNvGrpSpPr/>
          <p:nvPr/>
        </p:nvGrpSpPr>
        <p:grpSpPr>
          <a:xfrm>
            <a:off x="4211090" y="3393562"/>
            <a:ext cx="336989" cy="367287"/>
            <a:chOff x="4083718" y="5102689"/>
            <a:chExt cx="376830" cy="410709"/>
          </a:xfrm>
          <a:solidFill>
            <a:srgbClr val="00B050"/>
          </a:solidFill>
        </p:grpSpPr>
        <p:sp>
          <p:nvSpPr>
            <p:cNvPr id="115" name="Freeform 48">
              <a:extLst>
                <a:ext uri="{FF2B5EF4-FFF2-40B4-BE49-F238E27FC236}">
                  <a16:creationId xmlns:a16="http://schemas.microsoft.com/office/drawing/2014/main" id="{B3FA9872-5786-01A7-3F02-DF91040C0C2F}"/>
                </a:ext>
              </a:extLst>
            </p:cNvPr>
            <p:cNvSpPr>
              <a:spLocks noEditPoints="1"/>
            </p:cNvSpPr>
            <p:nvPr/>
          </p:nvSpPr>
          <p:spPr bwMode="auto">
            <a:xfrm rot="2768192">
              <a:off x="4172113" y="5103376"/>
              <a:ext cx="289122" cy="287748"/>
            </a:xfrm>
            <a:custGeom>
              <a:avLst/>
              <a:gdLst>
                <a:gd name="T0" fmla="*/ 68 w 230"/>
                <a:gd name="T1" fmla="*/ 169 h 230"/>
                <a:gd name="T2" fmla="*/ 112 w 230"/>
                <a:gd name="T3" fmla="*/ 227 h 230"/>
                <a:gd name="T4" fmla="*/ 118 w 230"/>
                <a:gd name="T5" fmla="*/ 227 h 230"/>
                <a:gd name="T6" fmla="*/ 162 w 230"/>
                <a:gd name="T7" fmla="*/ 169 h 230"/>
                <a:gd name="T8" fmla="*/ 168 w 230"/>
                <a:gd name="T9" fmla="*/ 163 h 230"/>
                <a:gd name="T10" fmla="*/ 227 w 230"/>
                <a:gd name="T11" fmla="*/ 118 h 230"/>
                <a:gd name="T12" fmla="*/ 227 w 230"/>
                <a:gd name="T13" fmla="*/ 112 h 230"/>
                <a:gd name="T14" fmla="*/ 115 w 230"/>
                <a:gd name="T15" fmla="*/ 0 h 230"/>
                <a:gd name="T16" fmla="*/ 3 w 230"/>
                <a:gd name="T17" fmla="*/ 112 h 230"/>
                <a:gd name="T18" fmla="*/ 3 w 230"/>
                <a:gd name="T19" fmla="*/ 118 h 230"/>
                <a:gd name="T20" fmla="*/ 62 w 230"/>
                <a:gd name="T21" fmla="*/ 163 h 230"/>
                <a:gd name="T22" fmla="*/ 150 w 230"/>
                <a:gd name="T23" fmla="*/ 145 h 230"/>
                <a:gd name="T24" fmla="*/ 159 w 230"/>
                <a:gd name="T25" fmla="*/ 160 h 230"/>
                <a:gd name="T26" fmla="*/ 153 w 230"/>
                <a:gd name="T27" fmla="*/ 160 h 230"/>
                <a:gd name="T28" fmla="*/ 144 w 230"/>
                <a:gd name="T29" fmla="*/ 145 h 230"/>
                <a:gd name="T30" fmla="*/ 132 w 230"/>
                <a:gd name="T31" fmla="*/ 127 h 230"/>
                <a:gd name="T32" fmla="*/ 141 w 230"/>
                <a:gd name="T33" fmla="*/ 142 h 230"/>
                <a:gd name="T34" fmla="*/ 135 w 230"/>
                <a:gd name="T35" fmla="*/ 142 h 230"/>
                <a:gd name="T36" fmla="*/ 126 w 230"/>
                <a:gd name="T37" fmla="*/ 127 h 230"/>
                <a:gd name="T38" fmla="*/ 107 w 230"/>
                <a:gd name="T39" fmla="*/ 118 h 230"/>
                <a:gd name="T40" fmla="*/ 123 w 230"/>
                <a:gd name="T41" fmla="*/ 118 h 230"/>
                <a:gd name="T42" fmla="*/ 120 w 230"/>
                <a:gd name="T43" fmla="*/ 125 h 230"/>
                <a:gd name="T44" fmla="*/ 115 w 230"/>
                <a:gd name="T45" fmla="*/ 122 h 230"/>
                <a:gd name="T46" fmla="*/ 107 w 230"/>
                <a:gd name="T47" fmla="*/ 124 h 230"/>
                <a:gd name="T48" fmla="*/ 89 w 230"/>
                <a:gd name="T49" fmla="*/ 136 h 230"/>
                <a:gd name="T50" fmla="*/ 104 w 230"/>
                <a:gd name="T51" fmla="*/ 127 h 230"/>
                <a:gd name="T52" fmla="*/ 95 w 230"/>
                <a:gd name="T53" fmla="*/ 142 h 230"/>
                <a:gd name="T54" fmla="*/ 89 w 230"/>
                <a:gd name="T55" fmla="*/ 142 h 230"/>
                <a:gd name="T56" fmla="*/ 71 w 230"/>
                <a:gd name="T57" fmla="*/ 154 h 230"/>
                <a:gd name="T58" fmla="*/ 86 w 230"/>
                <a:gd name="T59" fmla="*/ 145 h 230"/>
                <a:gd name="T60" fmla="*/ 77 w 230"/>
                <a:gd name="T61" fmla="*/ 160 h 230"/>
                <a:gd name="T62" fmla="*/ 71 w 230"/>
                <a:gd name="T63" fmla="*/ 16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0" h="230">
                  <a:moveTo>
                    <a:pt x="68" y="163"/>
                  </a:moveTo>
                  <a:cubicBezTo>
                    <a:pt x="70" y="164"/>
                    <a:pt x="70" y="167"/>
                    <a:pt x="68" y="169"/>
                  </a:cubicBezTo>
                  <a:cubicBezTo>
                    <a:pt x="61" y="176"/>
                    <a:pt x="61" y="176"/>
                    <a:pt x="61" y="176"/>
                  </a:cubicBezTo>
                  <a:cubicBezTo>
                    <a:pt x="112" y="227"/>
                    <a:pt x="112" y="227"/>
                    <a:pt x="112" y="227"/>
                  </a:cubicBezTo>
                  <a:cubicBezTo>
                    <a:pt x="115" y="230"/>
                    <a:pt x="115" y="230"/>
                    <a:pt x="115" y="230"/>
                  </a:cubicBezTo>
                  <a:cubicBezTo>
                    <a:pt x="118" y="227"/>
                    <a:pt x="118" y="227"/>
                    <a:pt x="118" y="227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60" y="167"/>
                    <a:pt x="160" y="164"/>
                    <a:pt x="162" y="163"/>
                  </a:cubicBezTo>
                  <a:cubicBezTo>
                    <a:pt x="163" y="161"/>
                    <a:pt x="166" y="161"/>
                    <a:pt x="168" y="163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227" y="118"/>
                    <a:pt x="227" y="118"/>
                    <a:pt x="227" y="118"/>
                  </a:cubicBezTo>
                  <a:cubicBezTo>
                    <a:pt x="230" y="115"/>
                    <a:pt x="230" y="115"/>
                    <a:pt x="230" y="115"/>
                  </a:cubicBezTo>
                  <a:cubicBezTo>
                    <a:pt x="227" y="112"/>
                    <a:pt x="227" y="112"/>
                    <a:pt x="227" y="112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3" y="112"/>
                    <a:pt x="3" y="112"/>
                    <a:pt x="3" y="11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3" y="118"/>
                    <a:pt x="3" y="118"/>
                    <a:pt x="3" y="118"/>
                  </a:cubicBezTo>
                  <a:cubicBezTo>
                    <a:pt x="55" y="170"/>
                    <a:pt x="55" y="170"/>
                    <a:pt x="55" y="170"/>
                  </a:cubicBezTo>
                  <a:cubicBezTo>
                    <a:pt x="62" y="163"/>
                    <a:pt x="62" y="163"/>
                    <a:pt x="62" y="163"/>
                  </a:cubicBezTo>
                  <a:cubicBezTo>
                    <a:pt x="64" y="161"/>
                    <a:pt x="67" y="161"/>
                    <a:pt x="68" y="163"/>
                  </a:cubicBezTo>
                  <a:close/>
                  <a:moveTo>
                    <a:pt x="150" y="145"/>
                  </a:moveTo>
                  <a:cubicBezTo>
                    <a:pt x="159" y="154"/>
                    <a:pt x="159" y="154"/>
                    <a:pt x="159" y="154"/>
                  </a:cubicBezTo>
                  <a:cubicBezTo>
                    <a:pt x="161" y="155"/>
                    <a:pt x="161" y="158"/>
                    <a:pt x="159" y="160"/>
                  </a:cubicBezTo>
                  <a:cubicBezTo>
                    <a:pt x="158" y="161"/>
                    <a:pt x="157" y="161"/>
                    <a:pt x="156" y="161"/>
                  </a:cubicBezTo>
                  <a:cubicBezTo>
                    <a:pt x="155" y="161"/>
                    <a:pt x="154" y="161"/>
                    <a:pt x="153" y="160"/>
                  </a:cubicBezTo>
                  <a:cubicBezTo>
                    <a:pt x="144" y="151"/>
                    <a:pt x="144" y="151"/>
                    <a:pt x="144" y="151"/>
                  </a:cubicBezTo>
                  <a:cubicBezTo>
                    <a:pt x="142" y="149"/>
                    <a:pt x="142" y="146"/>
                    <a:pt x="144" y="145"/>
                  </a:cubicBezTo>
                  <a:cubicBezTo>
                    <a:pt x="145" y="143"/>
                    <a:pt x="148" y="143"/>
                    <a:pt x="150" y="145"/>
                  </a:cubicBezTo>
                  <a:close/>
                  <a:moveTo>
                    <a:pt x="132" y="127"/>
                  </a:moveTo>
                  <a:cubicBezTo>
                    <a:pt x="141" y="136"/>
                    <a:pt x="141" y="136"/>
                    <a:pt x="141" y="136"/>
                  </a:cubicBezTo>
                  <a:cubicBezTo>
                    <a:pt x="143" y="137"/>
                    <a:pt x="143" y="140"/>
                    <a:pt x="141" y="142"/>
                  </a:cubicBezTo>
                  <a:cubicBezTo>
                    <a:pt x="140" y="143"/>
                    <a:pt x="139" y="143"/>
                    <a:pt x="138" y="143"/>
                  </a:cubicBezTo>
                  <a:cubicBezTo>
                    <a:pt x="137" y="143"/>
                    <a:pt x="136" y="143"/>
                    <a:pt x="135" y="14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4" y="131"/>
                    <a:pt x="124" y="128"/>
                    <a:pt x="126" y="127"/>
                  </a:cubicBezTo>
                  <a:cubicBezTo>
                    <a:pt x="127" y="125"/>
                    <a:pt x="130" y="125"/>
                    <a:pt x="132" y="127"/>
                  </a:cubicBezTo>
                  <a:close/>
                  <a:moveTo>
                    <a:pt x="107" y="118"/>
                  </a:moveTo>
                  <a:cubicBezTo>
                    <a:pt x="115" y="109"/>
                    <a:pt x="115" y="109"/>
                    <a:pt x="115" y="109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5" y="119"/>
                    <a:pt x="125" y="122"/>
                    <a:pt x="123" y="124"/>
                  </a:cubicBezTo>
                  <a:cubicBezTo>
                    <a:pt x="122" y="125"/>
                    <a:pt x="121" y="125"/>
                    <a:pt x="120" y="125"/>
                  </a:cubicBezTo>
                  <a:cubicBezTo>
                    <a:pt x="119" y="125"/>
                    <a:pt x="118" y="125"/>
                    <a:pt x="117" y="124"/>
                  </a:cubicBezTo>
                  <a:cubicBezTo>
                    <a:pt x="115" y="122"/>
                    <a:pt x="115" y="122"/>
                    <a:pt x="115" y="122"/>
                  </a:cubicBezTo>
                  <a:cubicBezTo>
                    <a:pt x="113" y="124"/>
                    <a:pt x="113" y="124"/>
                    <a:pt x="113" y="124"/>
                  </a:cubicBezTo>
                  <a:cubicBezTo>
                    <a:pt x="112" y="126"/>
                    <a:pt x="109" y="126"/>
                    <a:pt x="107" y="124"/>
                  </a:cubicBezTo>
                  <a:cubicBezTo>
                    <a:pt x="105" y="122"/>
                    <a:pt x="105" y="119"/>
                    <a:pt x="107" y="118"/>
                  </a:cubicBezTo>
                  <a:close/>
                  <a:moveTo>
                    <a:pt x="89" y="136"/>
                  </a:moveTo>
                  <a:cubicBezTo>
                    <a:pt x="98" y="127"/>
                    <a:pt x="98" y="127"/>
                    <a:pt x="98" y="127"/>
                  </a:cubicBezTo>
                  <a:cubicBezTo>
                    <a:pt x="100" y="125"/>
                    <a:pt x="103" y="125"/>
                    <a:pt x="104" y="127"/>
                  </a:cubicBezTo>
                  <a:cubicBezTo>
                    <a:pt x="106" y="128"/>
                    <a:pt x="106" y="131"/>
                    <a:pt x="104" y="133"/>
                  </a:cubicBezTo>
                  <a:cubicBezTo>
                    <a:pt x="95" y="142"/>
                    <a:pt x="95" y="142"/>
                    <a:pt x="95" y="142"/>
                  </a:cubicBezTo>
                  <a:cubicBezTo>
                    <a:pt x="94" y="143"/>
                    <a:pt x="93" y="143"/>
                    <a:pt x="92" y="143"/>
                  </a:cubicBezTo>
                  <a:cubicBezTo>
                    <a:pt x="91" y="143"/>
                    <a:pt x="90" y="143"/>
                    <a:pt x="89" y="142"/>
                  </a:cubicBezTo>
                  <a:cubicBezTo>
                    <a:pt x="87" y="140"/>
                    <a:pt x="87" y="137"/>
                    <a:pt x="89" y="136"/>
                  </a:cubicBezTo>
                  <a:close/>
                  <a:moveTo>
                    <a:pt x="71" y="154"/>
                  </a:moveTo>
                  <a:cubicBezTo>
                    <a:pt x="80" y="145"/>
                    <a:pt x="80" y="145"/>
                    <a:pt x="80" y="145"/>
                  </a:cubicBezTo>
                  <a:cubicBezTo>
                    <a:pt x="82" y="143"/>
                    <a:pt x="85" y="143"/>
                    <a:pt x="86" y="145"/>
                  </a:cubicBezTo>
                  <a:cubicBezTo>
                    <a:pt x="88" y="146"/>
                    <a:pt x="88" y="149"/>
                    <a:pt x="86" y="151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6" y="161"/>
                    <a:pt x="75" y="161"/>
                    <a:pt x="74" y="161"/>
                  </a:cubicBezTo>
                  <a:cubicBezTo>
                    <a:pt x="73" y="161"/>
                    <a:pt x="72" y="161"/>
                    <a:pt x="71" y="160"/>
                  </a:cubicBezTo>
                  <a:cubicBezTo>
                    <a:pt x="69" y="158"/>
                    <a:pt x="69" y="155"/>
                    <a:pt x="71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6" name="Freeform 49">
              <a:extLst>
                <a:ext uri="{FF2B5EF4-FFF2-40B4-BE49-F238E27FC236}">
                  <a16:creationId xmlns:a16="http://schemas.microsoft.com/office/drawing/2014/main" id="{EA4833A1-02B9-0118-FFFD-D3A22C43F067}"/>
                </a:ext>
              </a:extLst>
            </p:cNvPr>
            <p:cNvSpPr>
              <a:spLocks/>
            </p:cNvSpPr>
            <p:nvPr/>
          </p:nvSpPr>
          <p:spPr bwMode="auto">
            <a:xfrm rot="2768192">
              <a:off x="4045604" y="5262390"/>
              <a:ext cx="289122" cy="212893"/>
            </a:xfrm>
            <a:custGeom>
              <a:avLst/>
              <a:gdLst>
                <a:gd name="T0" fmla="*/ 309 w 421"/>
                <a:gd name="T1" fmla="*/ 11 h 310"/>
                <a:gd name="T2" fmla="*/ 397 w 421"/>
                <a:gd name="T3" fmla="*/ 100 h 310"/>
                <a:gd name="T4" fmla="*/ 210 w 421"/>
                <a:gd name="T5" fmla="*/ 286 h 310"/>
                <a:gd name="T6" fmla="*/ 24 w 421"/>
                <a:gd name="T7" fmla="*/ 100 h 310"/>
                <a:gd name="T8" fmla="*/ 112 w 421"/>
                <a:gd name="T9" fmla="*/ 11 h 310"/>
                <a:gd name="T10" fmla="*/ 101 w 421"/>
                <a:gd name="T11" fmla="*/ 0 h 310"/>
                <a:gd name="T12" fmla="*/ 0 w 421"/>
                <a:gd name="T13" fmla="*/ 100 h 310"/>
                <a:gd name="T14" fmla="*/ 210 w 421"/>
                <a:gd name="T15" fmla="*/ 310 h 310"/>
                <a:gd name="T16" fmla="*/ 421 w 421"/>
                <a:gd name="T17" fmla="*/ 100 h 310"/>
                <a:gd name="T18" fmla="*/ 320 w 421"/>
                <a:gd name="T19" fmla="*/ 0 h 310"/>
                <a:gd name="T20" fmla="*/ 309 w 421"/>
                <a:gd name="T21" fmla="*/ 11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1" h="310">
                  <a:moveTo>
                    <a:pt x="309" y="11"/>
                  </a:moveTo>
                  <a:lnTo>
                    <a:pt x="397" y="100"/>
                  </a:lnTo>
                  <a:lnTo>
                    <a:pt x="210" y="286"/>
                  </a:lnTo>
                  <a:lnTo>
                    <a:pt x="24" y="100"/>
                  </a:lnTo>
                  <a:lnTo>
                    <a:pt x="112" y="11"/>
                  </a:lnTo>
                  <a:lnTo>
                    <a:pt x="101" y="0"/>
                  </a:lnTo>
                  <a:lnTo>
                    <a:pt x="0" y="100"/>
                  </a:lnTo>
                  <a:lnTo>
                    <a:pt x="210" y="310"/>
                  </a:lnTo>
                  <a:lnTo>
                    <a:pt x="421" y="100"/>
                  </a:lnTo>
                  <a:lnTo>
                    <a:pt x="320" y="0"/>
                  </a:lnTo>
                  <a:lnTo>
                    <a:pt x="30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117" name="Grupo 48">
            <a:extLst>
              <a:ext uri="{FF2B5EF4-FFF2-40B4-BE49-F238E27FC236}">
                <a16:creationId xmlns:a16="http://schemas.microsoft.com/office/drawing/2014/main" id="{75391572-97F0-58D0-67E3-C09662D31BA7}"/>
              </a:ext>
            </a:extLst>
          </p:cNvPr>
          <p:cNvGrpSpPr/>
          <p:nvPr/>
        </p:nvGrpSpPr>
        <p:grpSpPr>
          <a:xfrm>
            <a:off x="4022273" y="2590524"/>
            <a:ext cx="336989" cy="367287"/>
            <a:chOff x="4083718" y="5102689"/>
            <a:chExt cx="376830" cy="410709"/>
          </a:xfrm>
          <a:solidFill>
            <a:schemeClr val="accent6"/>
          </a:solidFill>
        </p:grpSpPr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F8D54782-6B6A-93D8-DA86-E99825866BF9}"/>
                </a:ext>
              </a:extLst>
            </p:cNvPr>
            <p:cNvSpPr>
              <a:spLocks noEditPoints="1"/>
            </p:cNvSpPr>
            <p:nvPr/>
          </p:nvSpPr>
          <p:spPr bwMode="auto">
            <a:xfrm rot="2768192">
              <a:off x="4172113" y="5103376"/>
              <a:ext cx="289122" cy="287748"/>
            </a:xfrm>
            <a:custGeom>
              <a:avLst/>
              <a:gdLst>
                <a:gd name="T0" fmla="*/ 68 w 230"/>
                <a:gd name="T1" fmla="*/ 169 h 230"/>
                <a:gd name="T2" fmla="*/ 112 w 230"/>
                <a:gd name="T3" fmla="*/ 227 h 230"/>
                <a:gd name="T4" fmla="*/ 118 w 230"/>
                <a:gd name="T5" fmla="*/ 227 h 230"/>
                <a:gd name="T6" fmla="*/ 162 w 230"/>
                <a:gd name="T7" fmla="*/ 169 h 230"/>
                <a:gd name="T8" fmla="*/ 168 w 230"/>
                <a:gd name="T9" fmla="*/ 163 h 230"/>
                <a:gd name="T10" fmla="*/ 227 w 230"/>
                <a:gd name="T11" fmla="*/ 118 h 230"/>
                <a:gd name="T12" fmla="*/ 227 w 230"/>
                <a:gd name="T13" fmla="*/ 112 h 230"/>
                <a:gd name="T14" fmla="*/ 115 w 230"/>
                <a:gd name="T15" fmla="*/ 0 h 230"/>
                <a:gd name="T16" fmla="*/ 3 w 230"/>
                <a:gd name="T17" fmla="*/ 112 h 230"/>
                <a:gd name="T18" fmla="*/ 3 w 230"/>
                <a:gd name="T19" fmla="*/ 118 h 230"/>
                <a:gd name="T20" fmla="*/ 62 w 230"/>
                <a:gd name="T21" fmla="*/ 163 h 230"/>
                <a:gd name="T22" fmla="*/ 150 w 230"/>
                <a:gd name="T23" fmla="*/ 145 h 230"/>
                <a:gd name="T24" fmla="*/ 159 w 230"/>
                <a:gd name="T25" fmla="*/ 160 h 230"/>
                <a:gd name="T26" fmla="*/ 153 w 230"/>
                <a:gd name="T27" fmla="*/ 160 h 230"/>
                <a:gd name="T28" fmla="*/ 144 w 230"/>
                <a:gd name="T29" fmla="*/ 145 h 230"/>
                <a:gd name="T30" fmla="*/ 132 w 230"/>
                <a:gd name="T31" fmla="*/ 127 h 230"/>
                <a:gd name="T32" fmla="*/ 141 w 230"/>
                <a:gd name="T33" fmla="*/ 142 h 230"/>
                <a:gd name="T34" fmla="*/ 135 w 230"/>
                <a:gd name="T35" fmla="*/ 142 h 230"/>
                <a:gd name="T36" fmla="*/ 126 w 230"/>
                <a:gd name="T37" fmla="*/ 127 h 230"/>
                <a:gd name="T38" fmla="*/ 107 w 230"/>
                <a:gd name="T39" fmla="*/ 118 h 230"/>
                <a:gd name="T40" fmla="*/ 123 w 230"/>
                <a:gd name="T41" fmla="*/ 118 h 230"/>
                <a:gd name="T42" fmla="*/ 120 w 230"/>
                <a:gd name="T43" fmla="*/ 125 h 230"/>
                <a:gd name="T44" fmla="*/ 115 w 230"/>
                <a:gd name="T45" fmla="*/ 122 h 230"/>
                <a:gd name="T46" fmla="*/ 107 w 230"/>
                <a:gd name="T47" fmla="*/ 124 h 230"/>
                <a:gd name="T48" fmla="*/ 89 w 230"/>
                <a:gd name="T49" fmla="*/ 136 h 230"/>
                <a:gd name="T50" fmla="*/ 104 w 230"/>
                <a:gd name="T51" fmla="*/ 127 h 230"/>
                <a:gd name="T52" fmla="*/ 95 w 230"/>
                <a:gd name="T53" fmla="*/ 142 h 230"/>
                <a:gd name="T54" fmla="*/ 89 w 230"/>
                <a:gd name="T55" fmla="*/ 142 h 230"/>
                <a:gd name="T56" fmla="*/ 71 w 230"/>
                <a:gd name="T57" fmla="*/ 154 h 230"/>
                <a:gd name="T58" fmla="*/ 86 w 230"/>
                <a:gd name="T59" fmla="*/ 145 h 230"/>
                <a:gd name="T60" fmla="*/ 77 w 230"/>
                <a:gd name="T61" fmla="*/ 160 h 230"/>
                <a:gd name="T62" fmla="*/ 71 w 230"/>
                <a:gd name="T63" fmla="*/ 16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0" h="230">
                  <a:moveTo>
                    <a:pt x="68" y="163"/>
                  </a:moveTo>
                  <a:cubicBezTo>
                    <a:pt x="70" y="164"/>
                    <a:pt x="70" y="167"/>
                    <a:pt x="68" y="169"/>
                  </a:cubicBezTo>
                  <a:cubicBezTo>
                    <a:pt x="61" y="176"/>
                    <a:pt x="61" y="176"/>
                    <a:pt x="61" y="176"/>
                  </a:cubicBezTo>
                  <a:cubicBezTo>
                    <a:pt x="112" y="227"/>
                    <a:pt x="112" y="227"/>
                    <a:pt x="112" y="227"/>
                  </a:cubicBezTo>
                  <a:cubicBezTo>
                    <a:pt x="115" y="230"/>
                    <a:pt x="115" y="230"/>
                    <a:pt x="115" y="230"/>
                  </a:cubicBezTo>
                  <a:cubicBezTo>
                    <a:pt x="118" y="227"/>
                    <a:pt x="118" y="227"/>
                    <a:pt x="118" y="227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60" y="167"/>
                    <a:pt x="160" y="164"/>
                    <a:pt x="162" y="163"/>
                  </a:cubicBezTo>
                  <a:cubicBezTo>
                    <a:pt x="163" y="161"/>
                    <a:pt x="166" y="161"/>
                    <a:pt x="168" y="163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227" y="118"/>
                    <a:pt x="227" y="118"/>
                    <a:pt x="227" y="118"/>
                  </a:cubicBezTo>
                  <a:cubicBezTo>
                    <a:pt x="230" y="115"/>
                    <a:pt x="230" y="115"/>
                    <a:pt x="230" y="115"/>
                  </a:cubicBezTo>
                  <a:cubicBezTo>
                    <a:pt x="227" y="112"/>
                    <a:pt x="227" y="112"/>
                    <a:pt x="227" y="112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3" y="112"/>
                    <a:pt x="3" y="112"/>
                    <a:pt x="3" y="11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3" y="118"/>
                    <a:pt x="3" y="118"/>
                    <a:pt x="3" y="118"/>
                  </a:cubicBezTo>
                  <a:cubicBezTo>
                    <a:pt x="55" y="170"/>
                    <a:pt x="55" y="170"/>
                    <a:pt x="55" y="170"/>
                  </a:cubicBezTo>
                  <a:cubicBezTo>
                    <a:pt x="62" y="163"/>
                    <a:pt x="62" y="163"/>
                    <a:pt x="62" y="163"/>
                  </a:cubicBezTo>
                  <a:cubicBezTo>
                    <a:pt x="64" y="161"/>
                    <a:pt x="67" y="161"/>
                    <a:pt x="68" y="163"/>
                  </a:cubicBezTo>
                  <a:close/>
                  <a:moveTo>
                    <a:pt x="150" y="145"/>
                  </a:moveTo>
                  <a:cubicBezTo>
                    <a:pt x="159" y="154"/>
                    <a:pt x="159" y="154"/>
                    <a:pt x="159" y="154"/>
                  </a:cubicBezTo>
                  <a:cubicBezTo>
                    <a:pt x="161" y="155"/>
                    <a:pt x="161" y="158"/>
                    <a:pt x="159" y="160"/>
                  </a:cubicBezTo>
                  <a:cubicBezTo>
                    <a:pt x="158" y="161"/>
                    <a:pt x="157" y="161"/>
                    <a:pt x="156" y="161"/>
                  </a:cubicBezTo>
                  <a:cubicBezTo>
                    <a:pt x="155" y="161"/>
                    <a:pt x="154" y="161"/>
                    <a:pt x="153" y="160"/>
                  </a:cubicBezTo>
                  <a:cubicBezTo>
                    <a:pt x="144" y="151"/>
                    <a:pt x="144" y="151"/>
                    <a:pt x="144" y="151"/>
                  </a:cubicBezTo>
                  <a:cubicBezTo>
                    <a:pt x="142" y="149"/>
                    <a:pt x="142" y="146"/>
                    <a:pt x="144" y="145"/>
                  </a:cubicBezTo>
                  <a:cubicBezTo>
                    <a:pt x="145" y="143"/>
                    <a:pt x="148" y="143"/>
                    <a:pt x="150" y="145"/>
                  </a:cubicBezTo>
                  <a:close/>
                  <a:moveTo>
                    <a:pt x="132" y="127"/>
                  </a:moveTo>
                  <a:cubicBezTo>
                    <a:pt x="141" y="136"/>
                    <a:pt x="141" y="136"/>
                    <a:pt x="141" y="136"/>
                  </a:cubicBezTo>
                  <a:cubicBezTo>
                    <a:pt x="143" y="137"/>
                    <a:pt x="143" y="140"/>
                    <a:pt x="141" y="142"/>
                  </a:cubicBezTo>
                  <a:cubicBezTo>
                    <a:pt x="140" y="143"/>
                    <a:pt x="139" y="143"/>
                    <a:pt x="138" y="143"/>
                  </a:cubicBezTo>
                  <a:cubicBezTo>
                    <a:pt x="137" y="143"/>
                    <a:pt x="136" y="143"/>
                    <a:pt x="135" y="14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4" y="131"/>
                    <a:pt x="124" y="128"/>
                    <a:pt x="126" y="127"/>
                  </a:cubicBezTo>
                  <a:cubicBezTo>
                    <a:pt x="127" y="125"/>
                    <a:pt x="130" y="125"/>
                    <a:pt x="132" y="127"/>
                  </a:cubicBezTo>
                  <a:close/>
                  <a:moveTo>
                    <a:pt x="107" y="118"/>
                  </a:moveTo>
                  <a:cubicBezTo>
                    <a:pt x="115" y="109"/>
                    <a:pt x="115" y="109"/>
                    <a:pt x="115" y="109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5" y="119"/>
                    <a:pt x="125" y="122"/>
                    <a:pt x="123" y="124"/>
                  </a:cubicBezTo>
                  <a:cubicBezTo>
                    <a:pt x="122" y="125"/>
                    <a:pt x="121" y="125"/>
                    <a:pt x="120" y="125"/>
                  </a:cubicBezTo>
                  <a:cubicBezTo>
                    <a:pt x="119" y="125"/>
                    <a:pt x="118" y="125"/>
                    <a:pt x="117" y="124"/>
                  </a:cubicBezTo>
                  <a:cubicBezTo>
                    <a:pt x="115" y="122"/>
                    <a:pt x="115" y="122"/>
                    <a:pt x="115" y="122"/>
                  </a:cubicBezTo>
                  <a:cubicBezTo>
                    <a:pt x="113" y="124"/>
                    <a:pt x="113" y="124"/>
                    <a:pt x="113" y="124"/>
                  </a:cubicBezTo>
                  <a:cubicBezTo>
                    <a:pt x="112" y="126"/>
                    <a:pt x="109" y="126"/>
                    <a:pt x="107" y="124"/>
                  </a:cubicBezTo>
                  <a:cubicBezTo>
                    <a:pt x="105" y="122"/>
                    <a:pt x="105" y="119"/>
                    <a:pt x="107" y="118"/>
                  </a:cubicBezTo>
                  <a:close/>
                  <a:moveTo>
                    <a:pt x="89" y="136"/>
                  </a:moveTo>
                  <a:cubicBezTo>
                    <a:pt x="98" y="127"/>
                    <a:pt x="98" y="127"/>
                    <a:pt x="98" y="127"/>
                  </a:cubicBezTo>
                  <a:cubicBezTo>
                    <a:pt x="100" y="125"/>
                    <a:pt x="103" y="125"/>
                    <a:pt x="104" y="127"/>
                  </a:cubicBezTo>
                  <a:cubicBezTo>
                    <a:pt x="106" y="128"/>
                    <a:pt x="106" y="131"/>
                    <a:pt x="104" y="133"/>
                  </a:cubicBezTo>
                  <a:cubicBezTo>
                    <a:pt x="95" y="142"/>
                    <a:pt x="95" y="142"/>
                    <a:pt x="95" y="142"/>
                  </a:cubicBezTo>
                  <a:cubicBezTo>
                    <a:pt x="94" y="143"/>
                    <a:pt x="93" y="143"/>
                    <a:pt x="92" y="143"/>
                  </a:cubicBezTo>
                  <a:cubicBezTo>
                    <a:pt x="91" y="143"/>
                    <a:pt x="90" y="143"/>
                    <a:pt x="89" y="142"/>
                  </a:cubicBezTo>
                  <a:cubicBezTo>
                    <a:pt x="87" y="140"/>
                    <a:pt x="87" y="137"/>
                    <a:pt x="89" y="136"/>
                  </a:cubicBezTo>
                  <a:close/>
                  <a:moveTo>
                    <a:pt x="71" y="154"/>
                  </a:moveTo>
                  <a:cubicBezTo>
                    <a:pt x="80" y="145"/>
                    <a:pt x="80" y="145"/>
                    <a:pt x="80" y="145"/>
                  </a:cubicBezTo>
                  <a:cubicBezTo>
                    <a:pt x="82" y="143"/>
                    <a:pt x="85" y="143"/>
                    <a:pt x="86" y="145"/>
                  </a:cubicBezTo>
                  <a:cubicBezTo>
                    <a:pt x="88" y="146"/>
                    <a:pt x="88" y="149"/>
                    <a:pt x="86" y="151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6" y="161"/>
                    <a:pt x="75" y="161"/>
                    <a:pt x="74" y="161"/>
                  </a:cubicBezTo>
                  <a:cubicBezTo>
                    <a:pt x="73" y="161"/>
                    <a:pt x="72" y="161"/>
                    <a:pt x="71" y="160"/>
                  </a:cubicBezTo>
                  <a:cubicBezTo>
                    <a:pt x="69" y="158"/>
                    <a:pt x="69" y="155"/>
                    <a:pt x="71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7C8F0A52-C324-6F5F-BFCB-115162E553D8}"/>
                </a:ext>
              </a:extLst>
            </p:cNvPr>
            <p:cNvSpPr>
              <a:spLocks/>
            </p:cNvSpPr>
            <p:nvPr/>
          </p:nvSpPr>
          <p:spPr bwMode="auto">
            <a:xfrm rot="2768192">
              <a:off x="4045604" y="5262390"/>
              <a:ext cx="289122" cy="212893"/>
            </a:xfrm>
            <a:custGeom>
              <a:avLst/>
              <a:gdLst>
                <a:gd name="T0" fmla="*/ 309 w 421"/>
                <a:gd name="T1" fmla="*/ 11 h 310"/>
                <a:gd name="T2" fmla="*/ 397 w 421"/>
                <a:gd name="T3" fmla="*/ 100 h 310"/>
                <a:gd name="T4" fmla="*/ 210 w 421"/>
                <a:gd name="T5" fmla="*/ 286 h 310"/>
                <a:gd name="T6" fmla="*/ 24 w 421"/>
                <a:gd name="T7" fmla="*/ 100 h 310"/>
                <a:gd name="T8" fmla="*/ 112 w 421"/>
                <a:gd name="T9" fmla="*/ 11 h 310"/>
                <a:gd name="T10" fmla="*/ 101 w 421"/>
                <a:gd name="T11" fmla="*/ 0 h 310"/>
                <a:gd name="T12" fmla="*/ 0 w 421"/>
                <a:gd name="T13" fmla="*/ 100 h 310"/>
                <a:gd name="T14" fmla="*/ 210 w 421"/>
                <a:gd name="T15" fmla="*/ 310 h 310"/>
                <a:gd name="T16" fmla="*/ 421 w 421"/>
                <a:gd name="T17" fmla="*/ 100 h 310"/>
                <a:gd name="T18" fmla="*/ 320 w 421"/>
                <a:gd name="T19" fmla="*/ 0 h 310"/>
                <a:gd name="T20" fmla="*/ 309 w 421"/>
                <a:gd name="T21" fmla="*/ 11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1" h="310">
                  <a:moveTo>
                    <a:pt x="309" y="11"/>
                  </a:moveTo>
                  <a:lnTo>
                    <a:pt x="397" y="100"/>
                  </a:lnTo>
                  <a:lnTo>
                    <a:pt x="210" y="286"/>
                  </a:lnTo>
                  <a:lnTo>
                    <a:pt x="24" y="100"/>
                  </a:lnTo>
                  <a:lnTo>
                    <a:pt x="112" y="11"/>
                  </a:lnTo>
                  <a:lnTo>
                    <a:pt x="101" y="0"/>
                  </a:lnTo>
                  <a:lnTo>
                    <a:pt x="0" y="100"/>
                  </a:lnTo>
                  <a:lnTo>
                    <a:pt x="210" y="310"/>
                  </a:lnTo>
                  <a:lnTo>
                    <a:pt x="421" y="100"/>
                  </a:lnTo>
                  <a:lnTo>
                    <a:pt x="320" y="0"/>
                  </a:lnTo>
                  <a:lnTo>
                    <a:pt x="30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120" name="Grupo 48">
            <a:extLst>
              <a:ext uri="{FF2B5EF4-FFF2-40B4-BE49-F238E27FC236}">
                <a16:creationId xmlns:a16="http://schemas.microsoft.com/office/drawing/2014/main" id="{1CAC9859-73B9-2F20-1A9D-DF16105B5000}"/>
              </a:ext>
            </a:extLst>
          </p:cNvPr>
          <p:cNvGrpSpPr/>
          <p:nvPr/>
        </p:nvGrpSpPr>
        <p:grpSpPr>
          <a:xfrm>
            <a:off x="3607995" y="1776223"/>
            <a:ext cx="336989" cy="367287"/>
            <a:chOff x="4083718" y="5102689"/>
            <a:chExt cx="376830" cy="410709"/>
          </a:xfrm>
          <a:solidFill>
            <a:schemeClr val="accent5"/>
          </a:solidFill>
        </p:grpSpPr>
        <p:sp>
          <p:nvSpPr>
            <p:cNvPr id="121" name="Freeform 48">
              <a:extLst>
                <a:ext uri="{FF2B5EF4-FFF2-40B4-BE49-F238E27FC236}">
                  <a16:creationId xmlns:a16="http://schemas.microsoft.com/office/drawing/2014/main" id="{D7ADE01C-350C-D20B-670D-DA2D6B106B8E}"/>
                </a:ext>
              </a:extLst>
            </p:cNvPr>
            <p:cNvSpPr>
              <a:spLocks noEditPoints="1"/>
            </p:cNvSpPr>
            <p:nvPr/>
          </p:nvSpPr>
          <p:spPr bwMode="auto">
            <a:xfrm rot="2768192">
              <a:off x="4172113" y="5103376"/>
              <a:ext cx="289122" cy="287748"/>
            </a:xfrm>
            <a:custGeom>
              <a:avLst/>
              <a:gdLst>
                <a:gd name="T0" fmla="*/ 68 w 230"/>
                <a:gd name="T1" fmla="*/ 169 h 230"/>
                <a:gd name="T2" fmla="*/ 112 w 230"/>
                <a:gd name="T3" fmla="*/ 227 h 230"/>
                <a:gd name="T4" fmla="*/ 118 w 230"/>
                <a:gd name="T5" fmla="*/ 227 h 230"/>
                <a:gd name="T6" fmla="*/ 162 w 230"/>
                <a:gd name="T7" fmla="*/ 169 h 230"/>
                <a:gd name="T8" fmla="*/ 168 w 230"/>
                <a:gd name="T9" fmla="*/ 163 h 230"/>
                <a:gd name="T10" fmla="*/ 227 w 230"/>
                <a:gd name="T11" fmla="*/ 118 h 230"/>
                <a:gd name="T12" fmla="*/ 227 w 230"/>
                <a:gd name="T13" fmla="*/ 112 h 230"/>
                <a:gd name="T14" fmla="*/ 115 w 230"/>
                <a:gd name="T15" fmla="*/ 0 h 230"/>
                <a:gd name="T16" fmla="*/ 3 w 230"/>
                <a:gd name="T17" fmla="*/ 112 h 230"/>
                <a:gd name="T18" fmla="*/ 3 w 230"/>
                <a:gd name="T19" fmla="*/ 118 h 230"/>
                <a:gd name="T20" fmla="*/ 62 w 230"/>
                <a:gd name="T21" fmla="*/ 163 h 230"/>
                <a:gd name="T22" fmla="*/ 150 w 230"/>
                <a:gd name="T23" fmla="*/ 145 h 230"/>
                <a:gd name="T24" fmla="*/ 159 w 230"/>
                <a:gd name="T25" fmla="*/ 160 h 230"/>
                <a:gd name="T26" fmla="*/ 153 w 230"/>
                <a:gd name="T27" fmla="*/ 160 h 230"/>
                <a:gd name="T28" fmla="*/ 144 w 230"/>
                <a:gd name="T29" fmla="*/ 145 h 230"/>
                <a:gd name="T30" fmla="*/ 132 w 230"/>
                <a:gd name="T31" fmla="*/ 127 h 230"/>
                <a:gd name="T32" fmla="*/ 141 w 230"/>
                <a:gd name="T33" fmla="*/ 142 h 230"/>
                <a:gd name="T34" fmla="*/ 135 w 230"/>
                <a:gd name="T35" fmla="*/ 142 h 230"/>
                <a:gd name="T36" fmla="*/ 126 w 230"/>
                <a:gd name="T37" fmla="*/ 127 h 230"/>
                <a:gd name="T38" fmla="*/ 107 w 230"/>
                <a:gd name="T39" fmla="*/ 118 h 230"/>
                <a:gd name="T40" fmla="*/ 123 w 230"/>
                <a:gd name="T41" fmla="*/ 118 h 230"/>
                <a:gd name="T42" fmla="*/ 120 w 230"/>
                <a:gd name="T43" fmla="*/ 125 h 230"/>
                <a:gd name="T44" fmla="*/ 115 w 230"/>
                <a:gd name="T45" fmla="*/ 122 h 230"/>
                <a:gd name="T46" fmla="*/ 107 w 230"/>
                <a:gd name="T47" fmla="*/ 124 h 230"/>
                <a:gd name="T48" fmla="*/ 89 w 230"/>
                <a:gd name="T49" fmla="*/ 136 h 230"/>
                <a:gd name="T50" fmla="*/ 104 w 230"/>
                <a:gd name="T51" fmla="*/ 127 h 230"/>
                <a:gd name="T52" fmla="*/ 95 w 230"/>
                <a:gd name="T53" fmla="*/ 142 h 230"/>
                <a:gd name="T54" fmla="*/ 89 w 230"/>
                <a:gd name="T55" fmla="*/ 142 h 230"/>
                <a:gd name="T56" fmla="*/ 71 w 230"/>
                <a:gd name="T57" fmla="*/ 154 h 230"/>
                <a:gd name="T58" fmla="*/ 86 w 230"/>
                <a:gd name="T59" fmla="*/ 145 h 230"/>
                <a:gd name="T60" fmla="*/ 77 w 230"/>
                <a:gd name="T61" fmla="*/ 160 h 230"/>
                <a:gd name="T62" fmla="*/ 71 w 230"/>
                <a:gd name="T63" fmla="*/ 16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0" h="230">
                  <a:moveTo>
                    <a:pt x="68" y="163"/>
                  </a:moveTo>
                  <a:cubicBezTo>
                    <a:pt x="70" y="164"/>
                    <a:pt x="70" y="167"/>
                    <a:pt x="68" y="169"/>
                  </a:cubicBezTo>
                  <a:cubicBezTo>
                    <a:pt x="61" y="176"/>
                    <a:pt x="61" y="176"/>
                    <a:pt x="61" y="176"/>
                  </a:cubicBezTo>
                  <a:cubicBezTo>
                    <a:pt x="112" y="227"/>
                    <a:pt x="112" y="227"/>
                    <a:pt x="112" y="227"/>
                  </a:cubicBezTo>
                  <a:cubicBezTo>
                    <a:pt x="115" y="230"/>
                    <a:pt x="115" y="230"/>
                    <a:pt x="115" y="230"/>
                  </a:cubicBezTo>
                  <a:cubicBezTo>
                    <a:pt x="118" y="227"/>
                    <a:pt x="118" y="227"/>
                    <a:pt x="118" y="227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60" y="167"/>
                    <a:pt x="160" y="164"/>
                    <a:pt x="162" y="163"/>
                  </a:cubicBezTo>
                  <a:cubicBezTo>
                    <a:pt x="163" y="161"/>
                    <a:pt x="166" y="161"/>
                    <a:pt x="168" y="163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227" y="118"/>
                    <a:pt x="227" y="118"/>
                    <a:pt x="227" y="118"/>
                  </a:cubicBezTo>
                  <a:cubicBezTo>
                    <a:pt x="230" y="115"/>
                    <a:pt x="230" y="115"/>
                    <a:pt x="230" y="115"/>
                  </a:cubicBezTo>
                  <a:cubicBezTo>
                    <a:pt x="227" y="112"/>
                    <a:pt x="227" y="112"/>
                    <a:pt x="227" y="112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3" y="112"/>
                    <a:pt x="3" y="112"/>
                    <a:pt x="3" y="11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3" y="118"/>
                    <a:pt x="3" y="118"/>
                    <a:pt x="3" y="118"/>
                  </a:cubicBezTo>
                  <a:cubicBezTo>
                    <a:pt x="55" y="170"/>
                    <a:pt x="55" y="170"/>
                    <a:pt x="55" y="170"/>
                  </a:cubicBezTo>
                  <a:cubicBezTo>
                    <a:pt x="62" y="163"/>
                    <a:pt x="62" y="163"/>
                    <a:pt x="62" y="163"/>
                  </a:cubicBezTo>
                  <a:cubicBezTo>
                    <a:pt x="64" y="161"/>
                    <a:pt x="67" y="161"/>
                    <a:pt x="68" y="163"/>
                  </a:cubicBezTo>
                  <a:close/>
                  <a:moveTo>
                    <a:pt x="150" y="145"/>
                  </a:moveTo>
                  <a:cubicBezTo>
                    <a:pt x="159" y="154"/>
                    <a:pt x="159" y="154"/>
                    <a:pt x="159" y="154"/>
                  </a:cubicBezTo>
                  <a:cubicBezTo>
                    <a:pt x="161" y="155"/>
                    <a:pt x="161" y="158"/>
                    <a:pt x="159" y="160"/>
                  </a:cubicBezTo>
                  <a:cubicBezTo>
                    <a:pt x="158" y="161"/>
                    <a:pt x="157" y="161"/>
                    <a:pt x="156" y="161"/>
                  </a:cubicBezTo>
                  <a:cubicBezTo>
                    <a:pt x="155" y="161"/>
                    <a:pt x="154" y="161"/>
                    <a:pt x="153" y="160"/>
                  </a:cubicBezTo>
                  <a:cubicBezTo>
                    <a:pt x="144" y="151"/>
                    <a:pt x="144" y="151"/>
                    <a:pt x="144" y="151"/>
                  </a:cubicBezTo>
                  <a:cubicBezTo>
                    <a:pt x="142" y="149"/>
                    <a:pt x="142" y="146"/>
                    <a:pt x="144" y="145"/>
                  </a:cubicBezTo>
                  <a:cubicBezTo>
                    <a:pt x="145" y="143"/>
                    <a:pt x="148" y="143"/>
                    <a:pt x="150" y="145"/>
                  </a:cubicBezTo>
                  <a:close/>
                  <a:moveTo>
                    <a:pt x="132" y="127"/>
                  </a:moveTo>
                  <a:cubicBezTo>
                    <a:pt x="141" y="136"/>
                    <a:pt x="141" y="136"/>
                    <a:pt x="141" y="136"/>
                  </a:cubicBezTo>
                  <a:cubicBezTo>
                    <a:pt x="143" y="137"/>
                    <a:pt x="143" y="140"/>
                    <a:pt x="141" y="142"/>
                  </a:cubicBezTo>
                  <a:cubicBezTo>
                    <a:pt x="140" y="143"/>
                    <a:pt x="139" y="143"/>
                    <a:pt x="138" y="143"/>
                  </a:cubicBezTo>
                  <a:cubicBezTo>
                    <a:pt x="137" y="143"/>
                    <a:pt x="136" y="143"/>
                    <a:pt x="135" y="14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4" y="131"/>
                    <a:pt x="124" y="128"/>
                    <a:pt x="126" y="127"/>
                  </a:cubicBezTo>
                  <a:cubicBezTo>
                    <a:pt x="127" y="125"/>
                    <a:pt x="130" y="125"/>
                    <a:pt x="132" y="127"/>
                  </a:cubicBezTo>
                  <a:close/>
                  <a:moveTo>
                    <a:pt x="107" y="118"/>
                  </a:moveTo>
                  <a:cubicBezTo>
                    <a:pt x="115" y="109"/>
                    <a:pt x="115" y="109"/>
                    <a:pt x="115" y="109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5" y="119"/>
                    <a:pt x="125" y="122"/>
                    <a:pt x="123" y="124"/>
                  </a:cubicBezTo>
                  <a:cubicBezTo>
                    <a:pt x="122" y="125"/>
                    <a:pt x="121" y="125"/>
                    <a:pt x="120" y="125"/>
                  </a:cubicBezTo>
                  <a:cubicBezTo>
                    <a:pt x="119" y="125"/>
                    <a:pt x="118" y="125"/>
                    <a:pt x="117" y="124"/>
                  </a:cubicBezTo>
                  <a:cubicBezTo>
                    <a:pt x="115" y="122"/>
                    <a:pt x="115" y="122"/>
                    <a:pt x="115" y="122"/>
                  </a:cubicBezTo>
                  <a:cubicBezTo>
                    <a:pt x="113" y="124"/>
                    <a:pt x="113" y="124"/>
                    <a:pt x="113" y="124"/>
                  </a:cubicBezTo>
                  <a:cubicBezTo>
                    <a:pt x="112" y="126"/>
                    <a:pt x="109" y="126"/>
                    <a:pt x="107" y="124"/>
                  </a:cubicBezTo>
                  <a:cubicBezTo>
                    <a:pt x="105" y="122"/>
                    <a:pt x="105" y="119"/>
                    <a:pt x="107" y="118"/>
                  </a:cubicBezTo>
                  <a:close/>
                  <a:moveTo>
                    <a:pt x="89" y="136"/>
                  </a:moveTo>
                  <a:cubicBezTo>
                    <a:pt x="98" y="127"/>
                    <a:pt x="98" y="127"/>
                    <a:pt x="98" y="127"/>
                  </a:cubicBezTo>
                  <a:cubicBezTo>
                    <a:pt x="100" y="125"/>
                    <a:pt x="103" y="125"/>
                    <a:pt x="104" y="127"/>
                  </a:cubicBezTo>
                  <a:cubicBezTo>
                    <a:pt x="106" y="128"/>
                    <a:pt x="106" y="131"/>
                    <a:pt x="104" y="133"/>
                  </a:cubicBezTo>
                  <a:cubicBezTo>
                    <a:pt x="95" y="142"/>
                    <a:pt x="95" y="142"/>
                    <a:pt x="95" y="142"/>
                  </a:cubicBezTo>
                  <a:cubicBezTo>
                    <a:pt x="94" y="143"/>
                    <a:pt x="93" y="143"/>
                    <a:pt x="92" y="143"/>
                  </a:cubicBezTo>
                  <a:cubicBezTo>
                    <a:pt x="91" y="143"/>
                    <a:pt x="90" y="143"/>
                    <a:pt x="89" y="142"/>
                  </a:cubicBezTo>
                  <a:cubicBezTo>
                    <a:pt x="87" y="140"/>
                    <a:pt x="87" y="137"/>
                    <a:pt x="89" y="136"/>
                  </a:cubicBezTo>
                  <a:close/>
                  <a:moveTo>
                    <a:pt x="71" y="154"/>
                  </a:moveTo>
                  <a:cubicBezTo>
                    <a:pt x="80" y="145"/>
                    <a:pt x="80" y="145"/>
                    <a:pt x="80" y="145"/>
                  </a:cubicBezTo>
                  <a:cubicBezTo>
                    <a:pt x="82" y="143"/>
                    <a:pt x="85" y="143"/>
                    <a:pt x="86" y="145"/>
                  </a:cubicBezTo>
                  <a:cubicBezTo>
                    <a:pt x="88" y="146"/>
                    <a:pt x="88" y="149"/>
                    <a:pt x="86" y="151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6" y="161"/>
                    <a:pt x="75" y="161"/>
                    <a:pt x="74" y="161"/>
                  </a:cubicBezTo>
                  <a:cubicBezTo>
                    <a:pt x="73" y="161"/>
                    <a:pt x="72" y="161"/>
                    <a:pt x="71" y="160"/>
                  </a:cubicBezTo>
                  <a:cubicBezTo>
                    <a:pt x="69" y="158"/>
                    <a:pt x="69" y="155"/>
                    <a:pt x="71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2" name="Freeform 49">
              <a:extLst>
                <a:ext uri="{FF2B5EF4-FFF2-40B4-BE49-F238E27FC236}">
                  <a16:creationId xmlns:a16="http://schemas.microsoft.com/office/drawing/2014/main" id="{6CDAA105-1497-B24D-E72B-F2E61C347C3A}"/>
                </a:ext>
              </a:extLst>
            </p:cNvPr>
            <p:cNvSpPr>
              <a:spLocks/>
            </p:cNvSpPr>
            <p:nvPr/>
          </p:nvSpPr>
          <p:spPr bwMode="auto">
            <a:xfrm rot="2768192">
              <a:off x="4045604" y="5262390"/>
              <a:ext cx="289122" cy="212893"/>
            </a:xfrm>
            <a:custGeom>
              <a:avLst/>
              <a:gdLst>
                <a:gd name="T0" fmla="*/ 309 w 421"/>
                <a:gd name="T1" fmla="*/ 11 h 310"/>
                <a:gd name="T2" fmla="*/ 397 w 421"/>
                <a:gd name="T3" fmla="*/ 100 h 310"/>
                <a:gd name="T4" fmla="*/ 210 w 421"/>
                <a:gd name="T5" fmla="*/ 286 h 310"/>
                <a:gd name="T6" fmla="*/ 24 w 421"/>
                <a:gd name="T7" fmla="*/ 100 h 310"/>
                <a:gd name="T8" fmla="*/ 112 w 421"/>
                <a:gd name="T9" fmla="*/ 11 h 310"/>
                <a:gd name="T10" fmla="*/ 101 w 421"/>
                <a:gd name="T11" fmla="*/ 0 h 310"/>
                <a:gd name="T12" fmla="*/ 0 w 421"/>
                <a:gd name="T13" fmla="*/ 100 h 310"/>
                <a:gd name="T14" fmla="*/ 210 w 421"/>
                <a:gd name="T15" fmla="*/ 310 h 310"/>
                <a:gd name="T16" fmla="*/ 421 w 421"/>
                <a:gd name="T17" fmla="*/ 100 h 310"/>
                <a:gd name="T18" fmla="*/ 320 w 421"/>
                <a:gd name="T19" fmla="*/ 0 h 310"/>
                <a:gd name="T20" fmla="*/ 309 w 421"/>
                <a:gd name="T21" fmla="*/ 11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1" h="310">
                  <a:moveTo>
                    <a:pt x="309" y="11"/>
                  </a:moveTo>
                  <a:lnTo>
                    <a:pt x="397" y="100"/>
                  </a:lnTo>
                  <a:lnTo>
                    <a:pt x="210" y="286"/>
                  </a:lnTo>
                  <a:lnTo>
                    <a:pt x="24" y="100"/>
                  </a:lnTo>
                  <a:lnTo>
                    <a:pt x="112" y="11"/>
                  </a:lnTo>
                  <a:lnTo>
                    <a:pt x="101" y="0"/>
                  </a:lnTo>
                  <a:lnTo>
                    <a:pt x="0" y="100"/>
                  </a:lnTo>
                  <a:lnTo>
                    <a:pt x="210" y="310"/>
                  </a:lnTo>
                  <a:lnTo>
                    <a:pt x="421" y="100"/>
                  </a:lnTo>
                  <a:lnTo>
                    <a:pt x="320" y="0"/>
                  </a:lnTo>
                  <a:lnTo>
                    <a:pt x="30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8" name="Freeform 14">
            <a:extLst>
              <a:ext uri="{FF2B5EF4-FFF2-40B4-BE49-F238E27FC236}">
                <a16:creationId xmlns:a16="http://schemas.microsoft.com/office/drawing/2014/main" id="{E753D241-F3AC-88E0-0D3C-8FD511D2EDA0}"/>
              </a:ext>
            </a:extLst>
          </p:cNvPr>
          <p:cNvSpPr>
            <a:spLocks noEditPoints="1"/>
          </p:cNvSpPr>
          <p:nvPr/>
        </p:nvSpPr>
        <p:spPr bwMode="auto">
          <a:xfrm rot="1121052">
            <a:off x="1031287" y="4332223"/>
            <a:ext cx="1546645" cy="1401491"/>
          </a:xfrm>
          <a:custGeom>
            <a:avLst/>
            <a:gdLst>
              <a:gd name="T0" fmla="*/ 413 w 421"/>
              <a:gd name="T1" fmla="*/ 301 h 368"/>
              <a:gd name="T2" fmla="*/ 215 w 421"/>
              <a:gd name="T3" fmla="*/ 162 h 368"/>
              <a:gd name="T4" fmla="*/ 180 w 421"/>
              <a:gd name="T5" fmla="*/ 33 h 368"/>
              <a:gd name="T6" fmla="*/ 34 w 421"/>
              <a:gd name="T7" fmla="*/ 59 h 368"/>
              <a:gd name="T8" fmla="*/ 59 w 421"/>
              <a:gd name="T9" fmla="*/ 205 h 368"/>
              <a:gd name="T10" fmla="*/ 193 w 421"/>
              <a:gd name="T11" fmla="*/ 194 h 368"/>
              <a:gd name="T12" fmla="*/ 290 w 421"/>
              <a:gd name="T13" fmla="*/ 261 h 368"/>
              <a:gd name="T14" fmla="*/ 279 w 421"/>
              <a:gd name="T15" fmla="*/ 277 h 368"/>
              <a:gd name="T16" fmla="*/ 282 w 421"/>
              <a:gd name="T17" fmla="*/ 297 h 368"/>
              <a:gd name="T18" fmla="*/ 289 w 421"/>
              <a:gd name="T19" fmla="*/ 303 h 368"/>
              <a:gd name="T20" fmla="*/ 310 w 421"/>
              <a:gd name="T21" fmla="*/ 299 h 368"/>
              <a:gd name="T22" fmla="*/ 321 w 421"/>
              <a:gd name="T23" fmla="*/ 283 h 368"/>
              <a:gd name="T24" fmla="*/ 349 w 421"/>
              <a:gd name="T25" fmla="*/ 302 h 368"/>
              <a:gd name="T26" fmla="*/ 324 w 421"/>
              <a:gd name="T27" fmla="*/ 338 h 368"/>
              <a:gd name="T28" fmla="*/ 328 w 421"/>
              <a:gd name="T29" fmla="*/ 358 h 368"/>
              <a:gd name="T30" fmla="*/ 335 w 421"/>
              <a:gd name="T31" fmla="*/ 363 h 368"/>
              <a:gd name="T32" fmla="*/ 355 w 421"/>
              <a:gd name="T33" fmla="*/ 360 h 368"/>
              <a:gd name="T34" fmla="*/ 380 w 421"/>
              <a:gd name="T35" fmla="*/ 324 h 368"/>
              <a:gd name="T36" fmla="*/ 391 w 421"/>
              <a:gd name="T37" fmla="*/ 332 h 368"/>
              <a:gd name="T38" fmla="*/ 411 w 421"/>
              <a:gd name="T39" fmla="*/ 328 h 368"/>
              <a:gd name="T40" fmla="*/ 416 w 421"/>
              <a:gd name="T41" fmla="*/ 321 h 368"/>
              <a:gd name="T42" fmla="*/ 413 w 421"/>
              <a:gd name="T43" fmla="*/ 301 h 368"/>
              <a:gd name="T44" fmla="*/ 78 w 421"/>
              <a:gd name="T45" fmla="*/ 178 h 368"/>
              <a:gd name="T46" fmla="*/ 60 w 421"/>
              <a:gd name="T47" fmla="*/ 77 h 368"/>
              <a:gd name="T48" fmla="*/ 161 w 421"/>
              <a:gd name="T49" fmla="*/ 60 h 368"/>
              <a:gd name="T50" fmla="*/ 179 w 421"/>
              <a:gd name="T51" fmla="*/ 160 h 368"/>
              <a:gd name="T52" fmla="*/ 78 w 421"/>
              <a:gd name="T53" fmla="*/ 178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21" h="368">
                <a:moveTo>
                  <a:pt x="413" y="301"/>
                </a:moveTo>
                <a:cubicBezTo>
                  <a:pt x="215" y="162"/>
                  <a:pt x="215" y="162"/>
                  <a:pt x="215" y="162"/>
                </a:cubicBezTo>
                <a:cubicBezTo>
                  <a:pt x="236" y="117"/>
                  <a:pt x="222" y="62"/>
                  <a:pt x="180" y="33"/>
                </a:cubicBezTo>
                <a:cubicBezTo>
                  <a:pt x="132" y="0"/>
                  <a:pt x="67" y="11"/>
                  <a:pt x="34" y="59"/>
                </a:cubicBezTo>
                <a:cubicBezTo>
                  <a:pt x="0" y="106"/>
                  <a:pt x="12" y="172"/>
                  <a:pt x="59" y="205"/>
                </a:cubicBezTo>
                <a:cubicBezTo>
                  <a:pt x="102" y="234"/>
                  <a:pt x="158" y="229"/>
                  <a:pt x="193" y="194"/>
                </a:cubicBezTo>
                <a:cubicBezTo>
                  <a:pt x="290" y="261"/>
                  <a:pt x="290" y="261"/>
                  <a:pt x="290" y="261"/>
                </a:cubicBezTo>
                <a:cubicBezTo>
                  <a:pt x="279" y="277"/>
                  <a:pt x="279" y="277"/>
                  <a:pt x="279" y="277"/>
                </a:cubicBezTo>
                <a:cubicBezTo>
                  <a:pt x="274" y="284"/>
                  <a:pt x="276" y="293"/>
                  <a:pt x="282" y="297"/>
                </a:cubicBezTo>
                <a:cubicBezTo>
                  <a:pt x="289" y="303"/>
                  <a:pt x="289" y="303"/>
                  <a:pt x="289" y="303"/>
                </a:cubicBezTo>
                <a:cubicBezTo>
                  <a:pt x="296" y="307"/>
                  <a:pt x="305" y="306"/>
                  <a:pt x="310" y="299"/>
                </a:cubicBezTo>
                <a:cubicBezTo>
                  <a:pt x="321" y="283"/>
                  <a:pt x="321" y="283"/>
                  <a:pt x="321" y="283"/>
                </a:cubicBezTo>
                <a:cubicBezTo>
                  <a:pt x="349" y="302"/>
                  <a:pt x="349" y="302"/>
                  <a:pt x="349" y="302"/>
                </a:cubicBezTo>
                <a:cubicBezTo>
                  <a:pt x="324" y="338"/>
                  <a:pt x="324" y="338"/>
                  <a:pt x="324" y="338"/>
                </a:cubicBezTo>
                <a:cubicBezTo>
                  <a:pt x="319" y="344"/>
                  <a:pt x="321" y="354"/>
                  <a:pt x="328" y="358"/>
                </a:cubicBezTo>
                <a:cubicBezTo>
                  <a:pt x="335" y="363"/>
                  <a:pt x="335" y="363"/>
                  <a:pt x="335" y="363"/>
                </a:cubicBezTo>
                <a:cubicBezTo>
                  <a:pt x="341" y="368"/>
                  <a:pt x="351" y="366"/>
                  <a:pt x="355" y="360"/>
                </a:cubicBezTo>
                <a:cubicBezTo>
                  <a:pt x="380" y="324"/>
                  <a:pt x="380" y="324"/>
                  <a:pt x="380" y="324"/>
                </a:cubicBezTo>
                <a:cubicBezTo>
                  <a:pt x="391" y="332"/>
                  <a:pt x="391" y="332"/>
                  <a:pt x="391" y="332"/>
                </a:cubicBezTo>
                <a:cubicBezTo>
                  <a:pt x="398" y="336"/>
                  <a:pt x="407" y="335"/>
                  <a:pt x="411" y="328"/>
                </a:cubicBezTo>
                <a:cubicBezTo>
                  <a:pt x="416" y="321"/>
                  <a:pt x="416" y="321"/>
                  <a:pt x="416" y="321"/>
                </a:cubicBezTo>
                <a:cubicBezTo>
                  <a:pt x="421" y="314"/>
                  <a:pt x="419" y="305"/>
                  <a:pt x="413" y="301"/>
                </a:cubicBezTo>
                <a:close/>
                <a:moveTo>
                  <a:pt x="78" y="178"/>
                </a:moveTo>
                <a:cubicBezTo>
                  <a:pt x="46" y="155"/>
                  <a:pt x="38" y="110"/>
                  <a:pt x="60" y="77"/>
                </a:cubicBezTo>
                <a:cubicBezTo>
                  <a:pt x="83" y="45"/>
                  <a:pt x="128" y="37"/>
                  <a:pt x="161" y="60"/>
                </a:cubicBezTo>
                <a:cubicBezTo>
                  <a:pt x="194" y="83"/>
                  <a:pt x="201" y="128"/>
                  <a:pt x="179" y="160"/>
                </a:cubicBezTo>
                <a:cubicBezTo>
                  <a:pt x="156" y="193"/>
                  <a:pt x="111" y="201"/>
                  <a:pt x="78" y="178"/>
                </a:cubicBezTo>
                <a:close/>
              </a:path>
            </a:pathLst>
          </a:custGeom>
          <a:solidFill>
            <a:srgbClr val="0A9A0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10" name="Grupo 48">
            <a:extLst>
              <a:ext uri="{FF2B5EF4-FFF2-40B4-BE49-F238E27FC236}">
                <a16:creationId xmlns:a16="http://schemas.microsoft.com/office/drawing/2014/main" id="{740099D9-EB38-BB80-BB1C-9916DA4EC31D}"/>
              </a:ext>
            </a:extLst>
          </p:cNvPr>
          <p:cNvGrpSpPr/>
          <p:nvPr/>
        </p:nvGrpSpPr>
        <p:grpSpPr>
          <a:xfrm>
            <a:off x="2900531" y="5760876"/>
            <a:ext cx="336989" cy="367287"/>
            <a:chOff x="4083718" y="5102689"/>
            <a:chExt cx="376830" cy="410709"/>
          </a:xfrm>
          <a:solidFill>
            <a:srgbClr val="0A9A0D"/>
          </a:solidFill>
        </p:grpSpPr>
        <p:sp>
          <p:nvSpPr>
            <p:cNvPr id="11" name="Freeform 48">
              <a:extLst>
                <a:ext uri="{FF2B5EF4-FFF2-40B4-BE49-F238E27FC236}">
                  <a16:creationId xmlns:a16="http://schemas.microsoft.com/office/drawing/2014/main" id="{4182BC28-F8A7-24B4-22BE-23FED843F74E}"/>
                </a:ext>
              </a:extLst>
            </p:cNvPr>
            <p:cNvSpPr>
              <a:spLocks noEditPoints="1"/>
            </p:cNvSpPr>
            <p:nvPr/>
          </p:nvSpPr>
          <p:spPr bwMode="auto">
            <a:xfrm rot="2768192">
              <a:off x="4172113" y="5103376"/>
              <a:ext cx="289122" cy="287748"/>
            </a:xfrm>
            <a:custGeom>
              <a:avLst/>
              <a:gdLst>
                <a:gd name="T0" fmla="*/ 68 w 230"/>
                <a:gd name="T1" fmla="*/ 169 h 230"/>
                <a:gd name="T2" fmla="*/ 112 w 230"/>
                <a:gd name="T3" fmla="*/ 227 h 230"/>
                <a:gd name="T4" fmla="*/ 118 w 230"/>
                <a:gd name="T5" fmla="*/ 227 h 230"/>
                <a:gd name="T6" fmla="*/ 162 w 230"/>
                <a:gd name="T7" fmla="*/ 169 h 230"/>
                <a:gd name="T8" fmla="*/ 168 w 230"/>
                <a:gd name="T9" fmla="*/ 163 h 230"/>
                <a:gd name="T10" fmla="*/ 227 w 230"/>
                <a:gd name="T11" fmla="*/ 118 h 230"/>
                <a:gd name="T12" fmla="*/ 227 w 230"/>
                <a:gd name="T13" fmla="*/ 112 h 230"/>
                <a:gd name="T14" fmla="*/ 115 w 230"/>
                <a:gd name="T15" fmla="*/ 0 h 230"/>
                <a:gd name="T16" fmla="*/ 3 w 230"/>
                <a:gd name="T17" fmla="*/ 112 h 230"/>
                <a:gd name="T18" fmla="*/ 3 w 230"/>
                <a:gd name="T19" fmla="*/ 118 h 230"/>
                <a:gd name="T20" fmla="*/ 62 w 230"/>
                <a:gd name="T21" fmla="*/ 163 h 230"/>
                <a:gd name="T22" fmla="*/ 150 w 230"/>
                <a:gd name="T23" fmla="*/ 145 h 230"/>
                <a:gd name="T24" fmla="*/ 159 w 230"/>
                <a:gd name="T25" fmla="*/ 160 h 230"/>
                <a:gd name="T26" fmla="*/ 153 w 230"/>
                <a:gd name="T27" fmla="*/ 160 h 230"/>
                <a:gd name="T28" fmla="*/ 144 w 230"/>
                <a:gd name="T29" fmla="*/ 145 h 230"/>
                <a:gd name="T30" fmla="*/ 132 w 230"/>
                <a:gd name="T31" fmla="*/ 127 h 230"/>
                <a:gd name="T32" fmla="*/ 141 w 230"/>
                <a:gd name="T33" fmla="*/ 142 h 230"/>
                <a:gd name="T34" fmla="*/ 135 w 230"/>
                <a:gd name="T35" fmla="*/ 142 h 230"/>
                <a:gd name="T36" fmla="*/ 126 w 230"/>
                <a:gd name="T37" fmla="*/ 127 h 230"/>
                <a:gd name="T38" fmla="*/ 107 w 230"/>
                <a:gd name="T39" fmla="*/ 118 h 230"/>
                <a:gd name="T40" fmla="*/ 123 w 230"/>
                <a:gd name="T41" fmla="*/ 118 h 230"/>
                <a:gd name="T42" fmla="*/ 120 w 230"/>
                <a:gd name="T43" fmla="*/ 125 h 230"/>
                <a:gd name="T44" fmla="*/ 115 w 230"/>
                <a:gd name="T45" fmla="*/ 122 h 230"/>
                <a:gd name="T46" fmla="*/ 107 w 230"/>
                <a:gd name="T47" fmla="*/ 124 h 230"/>
                <a:gd name="T48" fmla="*/ 89 w 230"/>
                <a:gd name="T49" fmla="*/ 136 h 230"/>
                <a:gd name="T50" fmla="*/ 104 w 230"/>
                <a:gd name="T51" fmla="*/ 127 h 230"/>
                <a:gd name="T52" fmla="*/ 95 w 230"/>
                <a:gd name="T53" fmla="*/ 142 h 230"/>
                <a:gd name="T54" fmla="*/ 89 w 230"/>
                <a:gd name="T55" fmla="*/ 142 h 230"/>
                <a:gd name="T56" fmla="*/ 71 w 230"/>
                <a:gd name="T57" fmla="*/ 154 h 230"/>
                <a:gd name="T58" fmla="*/ 86 w 230"/>
                <a:gd name="T59" fmla="*/ 145 h 230"/>
                <a:gd name="T60" fmla="*/ 77 w 230"/>
                <a:gd name="T61" fmla="*/ 160 h 230"/>
                <a:gd name="T62" fmla="*/ 71 w 230"/>
                <a:gd name="T63" fmla="*/ 16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0" h="230">
                  <a:moveTo>
                    <a:pt x="68" y="163"/>
                  </a:moveTo>
                  <a:cubicBezTo>
                    <a:pt x="70" y="164"/>
                    <a:pt x="70" y="167"/>
                    <a:pt x="68" y="169"/>
                  </a:cubicBezTo>
                  <a:cubicBezTo>
                    <a:pt x="61" y="176"/>
                    <a:pt x="61" y="176"/>
                    <a:pt x="61" y="176"/>
                  </a:cubicBezTo>
                  <a:cubicBezTo>
                    <a:pt x="112" y="227"/>
                    <a:pt x="112" y="227"/>
                    <a:pt x="112" y="227"/>
                  </a:cubicBezTo>
                  <a:cubicBezTo>
                    <a:pt x="115" y="230"/>
                    <a:pt x="115" y="230"/>
                    <a:pt x="115" y="230"/>
                  </a:cubicBezTo>
                  <a:cubicBezTo>
                    <a:pt x="118" y="227"/>
                    <a:pt x="118" y="227"/>
                    <a:pt x="118" y="227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60" y="167"/>
                    <a:pt x="160" y="164"/>
                    <a:pt x="162" y="163"/>
                  </a:cubicBezTo>
                  <a:cubicBezTo>
                    <a:pt x="163" y="161"/>
                    <a:pt x="166" y="161"/>
                    <a:pt x="168" y="163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227" y="118"/>
                    <a:pt x="227" y="118"/>
                    <a:pt x="227" y="118"/>
                  </a:cubicBezTo>
                  <a:cubicBezTo>
                    <a:pt x="230" y="115"/>
                    <a:pt x="230" y="115"/>
                    <a:pt x="230" y="115"/>
                  </a:cubicBezTo>
                  <a:cubicBezTo>
                    <a:pt x="227" y="112"/>
                    <a:pt x="227" y="112"/>
                    <a:pt x="227" y="112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3" y="112"/>
                    <a:pt x="3" y="112"/>
                    <a:pt x="3" y="11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3" y="118"/>
                    <a:pt x="3" y="118"/>
                    <a:pt x="3" y="118"/>
                  </a:cubicBezTo>
                  <a:cubicBezTo>
                    <a:pt x="55" y="170"/>
                    <a:pt x="55" y="170"/>
                    <a:pt x="55" y="170"/>
                  </a:cubicBezTo>
                  <a:cubicBezTo>
                    <a:pt x="62" y="163"/>
                    <a:pt x="62" y="163"/>
                    <a:pt x="62" y="163"/>
                  </a:cubicBezTo>
                  <a:cubicBezTo>
                    <a:pt x="64" y="161"/>
                    <a:pt x="67" y="161"/>
                    <a:pt x="68" y="163"/>
                  </a:cubicBezTo>
                  <a:close/>
                  <a:moveTo>
                    <a:pt x="150" y="145"/>
                  </a:moveTo>
                  <a:cubicBezTo>
                    <a:pt x="159" y="154"/>
                    <a:pt x="159" y="154"/>
                    <a:pt x="159" y="154"/>
                  </a:cubicBezTo>
                  <a:cubicBezTo>
                    <a:pt x="161" y="155"/>
                    <a:pt x="161" y="158"/>
                    <a:pt x="159" y="160"/>
                  </a:cubicBezTo>
                  <a:cubicBezTo>
                    <a:pt x="158" y="161"/>
                    <a:pt x="157" y="161"/>
                    <a:pt x="156" y="161"/>
                  </a:cubicBezTo>
                  <a:cubicBezTo>
                    <a:pt x="155" y="161"/>
                    <a:pt x="154" y="161"/>
                    <a:pt x="153" y="160"/>
                  </a:cubicBezTo>
                  <a:cubicBezTo>
                    <a:pt x="144" y="151"/>
                    <a:pt x="144" y="151"/>
                    <a:pt x="144" y="151"/>
                  </a:cubicBezTo>
                  <a:cubicBezTo>
                    <a:pt x="142" y="149"/>
                    <a:pt x="142" y="146"/>
                    <a:pt x="144" y="145"/>
                  </a:cubicBezTo>
                  <a:cubicBezTo>
                    <a:pt x="145" y="143"/>
                    <a:pt x="148" y="143"/>
                    <a:pt x="150" y="145"/>
                  </a:cubicBezTo>
                  <a:close/>
                  <a:moveTo>
                    <a:pt x="132" y="127"/>
                  </a:moveTo>
                  <a:cubicBezTo>
                    <a:pt x="141" y="136"/>
                    <a:pt x="141" y="136"/>
                    <a:pt x="141" y="136"/>
                  </a:cubicBezTo>
                  <a:cubicBezTo>
                    <a:pt x="143" y="137"/>
                    <a:pt x="143" y="140"/>
                    <a:pt x="141" y="142"/>
                  </a:cubicBezTo>
                  <a:cubicBezTo>
                    <a:pt x="140" y="143"/>
                    <a:pt x="139" y="143"/>
                    <a:pt x="138" y="143"/>
                  </a:cubicBezTo>
                  <a:cubicBezTo>
                    <a:pt x="137" y="143"/>
                    <a:pt x="136" y="143"/>
                    <a:pt x="135" y="14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4" y="131"/>
                    <a:pt x="124" y="128"/>
                    <a:pt x="126" y="127"/>
                  </a:cubicBezTo>
                  <a:cubicBezTo>
                    <a:pt x="127" y="125"/>
                    <a:pt x="130" y="125"/>
                    <a:pt x="132" y="127"/>
                  </a:cubicBezTo>
                  <a:close/>
                  <a:moveTo>
                    <a:pt x="107" y="118"/>
                  </a:moveTo>
                  <a:cubicBezTo>
                    <a:pt x="115" y="109"/>
                    <a:pt x="115" y="109"/>
                    <a:pt x="115" y="109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5" y="119"/>
                    <a:pt x="125" y="122"/>
                    <a:pt x="123" y="124"/>
                  </a:cubicBezTo>
                  <a:cubicBezTo>
                    <a:pt x="122" y="125"/>
                    <a:pt x="121" y="125"/>
                    <a:pt x="120" y="125"/>
                  </a:cubicBezTo>
                  <a:cubicBezTo>
                    <a:pt x="119" y="125"/>
                    <a:pt x="118" y="125"/>
                    <a:pt x="117" y="124"/>
                  </a:cubicBezTo>
                  <a:cubicBezTo>
                    <a:pt x="115" y="122"/>
                    <a:pt x="115" y="122"/>
                    <a:pt x="115" y="122"/>
                  </a:cubicBezTo>
                  <a:cubicBezTo>
                    <a:pt x="113" y="124"/>
                    <a:pt x="113" y="124"/>
                    <a:pt x="113" y="124"/>
                  </a:cubicBezTo>
                  <a:cubicBezTo>
                    <a:pt x="112" y="126"/>
                    <a:pt x="109" y="126"/>
                    <a:pt x="107" y="124"/>
                  </a:cubicBezTo>
                  <a:cubicBezTo>
                    <a:pt x="105" y="122"/>
                    <a:pt x="105" y="119"/>
                    <a:pt x="107" y="118"/>
                  </a:cubicBezTo>
                  <a:close/>
                  <a:moveTo>
                    <a:pt x="89" y="136"/>
                  </a:moveTo>
                  <a:cubicBezTo>
                    <a:pt x="98" y="127"/>
                    <a:pt x="98" y="127"/>
                    <a:pt x="98" y="127"/>
                  </a:cubicBezTo>
                  <a:cubicBezTo>
                    <a:pt x="100" y="125"/>
                    <a:pt x="103" y="125"/>
                    <a:pt x="104" y="127"/>
                  </a:cubicBezTo>
                  <a:cubicBezTo>
                    <a:pt x="106" y="128"/>
                    <a:pt x="106" y="131"/>
                    <a:pt x="104" y="133"/>
                  </a:cubicBezTo>
                  <a:cubicBezTo>
                    <a:pt x="95" y="142"/>
                    <a:pt x="95" y="142"/>
                    <a:pt x="95" y="142"/>
                  </a:cubicBezTo>
                  <a:cubicBezTo>
                    <a:pt x="94" y="143"/>
                    <a:pt x="93" y="143"/>
                    <a:pt x="92" y="143"/>
                  </a:cubicBezTo>
                  <a:cubicBezTo>
                    <a:pt x="91" y="143"/>
                    <a:pt x="90" y="143"/>
                    <a:pt x="89" y="142"/>
                  </a:cubicBezTo>
                  <a:cubicBezTo>
                    <a:pt x="87" y="140"/>
                    <a:pt x="87" y="137"/>
                    <a:pt x="89" y="136"/>
                  </a:cubicBezTo>
                  <a:close/>
                  <a:moveTo>
                    <a:pt x="71" y="154"/>
                  </a:moveTo>
                  <a:cubicBezTo>
                    <a:pt x="80" y="145"/>
                    <a:pt x="80" y="145"/>
                    <a:pt x="80" y="145"/>
                  </a:cubicBezTo>
                  <a:cubicBezTo>
                    <a:pt x="82" y="143"/>
                    <a:pt x="85" y="143"/>
                    <a:pt x="86" y="145"/>
                  </a:cubicBezTo>
                  <a:cubicBezTo>
                    <a:pt x="88" y="146"/>
                    <a:pt x="88" y="149"/>
                    <a:pt x="86" y="151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6" y="161"/>
                    <a:pt x="75" y="161"/>
                    <a:pt x="74" y="161"/>
                  </a:cubicBezTo>
                  <a:cubicBezTo>
                    <a:pt x="73" y="161"/>
                    <a:pt x="72" y="161"/>
                    <a:pt x="71" y="160"/>
                  </a:cubicBezTo>
                  <a:cubicBezTo>
                    <a:pt x="69" y="158"/>
                    <a:pt x="69" y="155"/>
                    <a:pt x="71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49">
              <a:extLst>
                <a:ext uri="{FF2B5EF4-FFF2-40B4-BE49-F238E27FC236}">
                  <a16:creationId xmlns:a16="http://schemas.microsoft.com/office/drawing/2014/main" id="{B4B2C9C8-CEBB-4EB0-1154-E655A1EC5826}"/>
                </a:ext>
              </a:extLst>
            </p:cNvPr>
            <p:cNvSpPr>
              <a:spLocks/>
            </p:cNvSpPr>
            <p:nvPr/>
          </p:nvSpPr>
          <p:spPr bwMode="auto">
            <a:xfrm rot="2768192">
              <a:off x="4045604" y="5262390"/>
              <a:ext cx="289122" cy="212893"/>
            </a:xfrm>
            <a:custGeom>
              <a:avLst/>
              <a:gdLst>
                <a:gd name="T0" fmla="*/ 309 w 421"/>
                <a:gd name="T1" fmla="*/ 11 h 310"/>
                <a:gd name="T2" fmla="*/ 397 w 421"/>
                <a:gd name="T3" fmla="*/ 100 h 310"/>
                <a:gd name="T4" fmla="*/ 210 w 421"/>
                <a:gd name="T5" fmla="*/ 286 h 310"/>
                <a:gd name="T6" fmla="*/ 24 w 421"/>
                <a:gd name="T7" fmla="*/ 100 h 310"/>
                <a:gd name="T8" fmla="*/ 112 w 421"/>
                <a:gd name="T9" fmla="*/ 11 h 310"/>
                <a:gd name="T10" fmla="*/ 101 w 421"/>
                <a:gd name="T11" fmla="*/ 0 h 310"/>
                <a:gd name="T12" fmla="*/ 0 w 421"/>
                <a:gd name="T13" fmla="*/ 100 h 310"/>
                <a:gd name="T14" fmla="*/ 210 w 421"/>
                <a:gd name="T15" fmla="*/ 310 h 310"/>
                <a:gd name="T16" fmla="*/ 421 w 421"/>
                <a:gd name="T17" fmla="*/ 100 h 310"/>
                <a:gd name="T18" fmla="*/ 320 w 421"/>
                <a:gd name="T19" fmla="*/ 0 h 310"/>
                <a:gd name="T20" fmla="*/ 309 w 421"/>
                <a:gd name="T21" fmla="*/ 11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1" h="310">
                  <a:moveTo>
                    <a:pt x="309" y="11"/>
                  </a:moveTo>
                  <a:lnTo>
                    <a:pt x="397" y="100"/>
                  </a:lnTo>
                  <a:lnTo>
                    <a:pt x="210" y="286"/>
                  </a:lnTo>
                  <a:lnTo>
                    <a:pt x="24" y="100"/>
                  </a:lnTo>
                  <a:lnTo>
                    <a:pt x="112" y="11"/>
                  </a:lnTo>
                  <a:lnTo>
                    <a:pt x="101" y="0"/>
                  </a:lnTo>
                  <a:lnTo>
                    <a:pt x="0" y="100"/>
                  </a:lnTo>
                  <a:lnTo>
                    <a:pt x="210" y="310"/>
                  </a:lnTo>
                  <a:lnTo>
                    <a:pt x="421" y="100"/>
                  </a:lnTo>
                  <a:lnTo>
                    <a:pt x="320" y="0"/>
                  </a:lnTo>
                  <a:lnTo>
                    <a:pt x="30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FE27C68-589E-390B-56D5-003745C2A4A5}"/>
              </a:ext>
            </a:extLst>
          </p:cNvPr>
          <p:cNvSpPr/>
          <p:nvPr/>
        </p:nvSpPr>
        <p:spPr>
          <a:xfrm>
            <a:off x="3626763" y="5839714"/>
            <a:ext cx="7103359" cy="55453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s-ES_tradnl" sz="1200" b="1" kern="0" dirty="0">
                <a:solidFill>
                  <a:schemeClr val="accent1"/>
                </a:solidFill>
                <a:latin typeface="Santander Text" panose="020B0504020201020104" pitchFamily="34" charset="0"/>
              </a:rPr>
              <a:t>Alineamiento y acuerdo en la inclusión </a:t>
            </a:r>
            <a:r>
              <a:rPr lang="es-ES_tradnl" sz="1200" kern="0" dirty="0">
                <a:latin typeface="Santander Text" panose="020B0504020201020104" pitchFamily="34" charset="0"/>
              </a:rPr>
              <a:t>de las necesidades adicionales requeridas con todos los </a:t>
            </a:r>
            <a:r>
              <a:rPr lang="es-ES_tradnl" sz="1200" b="1" kern="0" dirty="0" err="1">
                <a:solidFill>
                  <a:schemeClr val="accent1"/>
                </a:solidFill>
                <a:latin typeface="Santander Text" panose="020B0504020201020104" pitchFamily="34" charset="0"/>
              </a:rPr>
              <a:t>Stakeholders</a:t>
            </a:r>
            <a:r>
              <a:rPr lang="es-ES_tradnl" sz="1200" kern="0" dirty="0">
                <a:latin typeface="Santander Text" panose="020B0504020201020104" pitchFamily="34" charset="0"/>
              </a:rPr>
              <a:t> involucrados (Control de Gestión, Riesgos, etc.) en el modelo de datos granular.</a:t>
            </a:r>
          </a:p>
        </p:txBody>
      </p:sp>
      <p:pic>
        <p:nvPicPr>
          <p:cNvPr id="14" name="Graphic 13" descr="Rewind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F5D52068-295C-D5B6-7691-A4F56CB36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7324" y="196514"/>
            <a:ext cx="470424" cy="4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9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9">
            <a:extLst>
              <a:ext uri="{FF2B5EF4-FFF2-40B4-BE49-F238E27FC236}">
                <a16:creationId xmlns:a16="http://schemas.microsoft.com/office/drawing/2014/main" id="{342AFB57-E2B9-A4EB-7352-404AB27D9FF8}"/>
              </a:ext>
            </a:extLst>
          </p:cNvPr>
          <p:cNvSpPr txBox="1"/>
          <p:nvPr/>
        </p:nvSpPr>
        <p:spPr>
          <a:xfrm>
            <a:off x="955466" y="1295444"/>
            <a:ext cx="10281068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 vez completado el piloto, España presenta a continuación una estimación de los tiempos y planificación que conllevaría incluir en el proceso automático la información adicional solicitada para la generación del ‘Green </a:t>
            </a:r>
            <a:r>
              <a:rPr lang="es-ES_tradnl" sz="140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es-ES_tradnl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endParaRPr kumimoji="0" lang="es-ES_tradnl" sz="1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6EE160D3-2D5D-9742-8160-48A1DD758181}"/>
              </a:ext>
            </a:extLst>
          </p:cNvPr>
          <p:cNvSpPr/>
          <p:nvPr/>
        </p:nvSpPr>
        <p:spPr>
          <a:xfrm>
            <a:off x="678073" y="2211977"/>
            <a:ext cx="10941397" cy="36576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5FC5DD-639B-EB63-D776-088035B5776B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5">
            <a:extLst>
              <a:ext uri="{FF2B5EF4-FFF2-40B4-BE49-F238E27FC236}">
                <a16:creationId xmlns:a16="http://schemas.microsoft.com/office/drawing/2014/main" id="{21E9EE22-B718-3827-7DCC-C04BA44B4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Propuesta solución granular -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Planificación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26EFD-3329-BBE2-48E5-275ACA577974}"/>
              </a:ext>
            </a:extLst>
          </p:cNvPr>
          <p:cNvSpPr txBox="1"/>
          <p:nvPr/>
        </p:nvSpPr>
        <p:spPr>
          <a:xfrm>
            <a:off x="693860" y="6235442"/>
            <a:ext cx="7694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i="1" dirty="0">
                <a:effectLst/>
                <a:latin typeface="Santander Text" panose="020B0504020201020104" pitchFamily="34" charset="0"/>
                <a:ea typeface="Calibri" panose="020F0502020204030204" pitchFamily="34" charset="0"/>
              </a:rPr>
              <a:t>Nota 1: E</a:t>
            </a:r>
            <a:r>
              <a:rPr lang="es-ES" sz="1200" i="1" dirty="0">
                <a:latin typeface="Santander Text" panose="020B0504020201020104" pitchFamily="34" charset="0"/>
                <a:ea typeface="Calibri" panose="020F0502020204030204" pitchFamily="34" charset="0"/>
              </a:rPr>
              <a:t>l tiempo </a:t>
            </a:r>
            <a:r>
              <a:rPr lang="es-ES" sz="1200" i="1" dirty="0">
                <a:effectLst/>
                <a:latin typeface="Santander Text" panose="020B0504020201020104" pitchFamily="34" charset="0"/>
                <a:ea typeface="Calibri" panose="020F0502020204030204" pitchFamily="34" charset="0"/>
              </a:rPr>
              <a:t>es aproximado, y no incluye los Satélites locales, solo perímetro recogido en la herramienta granular. </a:t>
            </a:r>
          </a:p>
          <a:p>
            <a:r>
              <a:rPr lang="es-ES" sz="1200" i="1" dirty="0">
                <a:latin typeface="Santander Text" panose="020B0504020201020104" pitchFamily="34" charset="0"/>
                <a:ea typeface="Calibri" panose="020F0502020204030204" pitchFamily="34" charset="0"/>
              </a:rPr>
              <a:t>Nota 2: </a:t>
            </a:r>
            <a:r>
              <a:rPr lang="es-ES" sz="1200" i="1" dirty="0">
                <a:effectLst/>
                <a:latin typeface="Santander Text" panose="020B0504020201020104" pitchFamily="34" charset="0"/>
                <a:ea typeface="Calibri" panose="020F0502020204030204" pitchFamily="34" charset="0"/>
              </a:rPr>
              <a:t>Para este caso de </a:t>
            </a:r>
            <a:r>
              <a:rPr lang="es-ES" sz="1200" i="1" dirty="0">
                <a:latin typeface="Santander Text" panose="020B0504020201020104" pitchFamily="34" charset="0"/>
                <a:ea typeface="Calibri" panose="020F0502020204030204" pitchFamily="34" charset="0"/>
              </a:rPr>
              <a:t>España, </a:t>
            </a:r>
            <a:r>
              <a:rPr lang="es-ES" sz="1200" i="1" dirty="0">
                <a:effectLst/>
                <a:latin typeface="Santander Text" panose="020B0504020201020104" pitchFamily="34" charset="0"/>
                <a:ea typeface="Calibri" panose="020F0502020204030204" pitchFamily="34" charset="0"/>
              </a:rPr>
              <a:t>no se está incluyendo la información de SCIB.</a:t>
            </a:r>
            <a:endParaRPr lang="en-US" sz="1200" i="1" dirty="0"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9F46F5B-2656-FEBC-247B-964323567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094735"/>
              </p:ext>
            </p:extLst>
          </p:nvPr>
        </p:nvGraphicFramePr>
        <p:xfrm>
          <a:off x="1074056" y="2516114"/>
          <a:ext cx="1036250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7144">
                  <a:extLst>
                    <a:ext uri="{9D8B030D-6E8A-4147-A177-3AD203B41FA5}">
                      <a16:colId xmlns:a16="http://schemas.microsoft.com/office/drawing/2014/main" val="1927840991"/>
                    </a:ext>
                  </a:extLst>
                </a:gridCol>
                <a:gridCol w="844731">
                  <a:extLst>
                    <a:ext uri="{9D8B030D-6E8A-4147-A177-3AD203B41FA5}">
                      <a16:colId xmlns:a16="http://schemas.microsoft.com/office/drawing/2014/main" val="3069962886"/>
                    </a:ext>
                  </a:extLst>
                </a:gridCol>
                <a:gridCol w="809898">
                  <a:extLst>
                    <a:ext uri="{9D8B030D-6E8A-4147-A177-3AD203B41FA5}">
                      <a16:colId xmlns:a16="http://schemas.microsoft.com/office/drawing/2014/main" val="3030232812"/>
                    </a:ext>
                  </a:extLst>
                </a:gridCol>
                <a:gridCol w="809897">
                  <a:extLst>
                    <a:ext uri="{9D8B030D-6E8A-4147-A177-3AD203B41FA5}">
                      <a16:colId xmlns:a16="http://schemas.microsoft.com/office/drawing/2014/main" val="2523587083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3407223406"/>
                    </a:ext>
                  </a:extLst>
                </a:gridCol>
                <a:gridCol w="391886">
                  <a:extLst>
                    <a:ext uri="{9D8B030D-6E8A-4147-A177-3AD203B41FA5}">
                      <a16:colId xmlns:a16="http://schemas.microsoft.com/office/drawing/2014/main" val="3849597608"/>
                    </a:ext>
                  </a:extLst>
                </a:gridCol>
                <a:gridCol w="872701">
                  <a:extLst>
                    <a:ext uri="{9D8B030D-6E8A-4147-A177-3AD203B41FA5}">
                      <a16:colId xmlns:a16="http://schemas.microsoft.com/office/drawing/2014/main" val="904127672"/>
                    </a:ext>
                  </a:extLst>
                </a:gridCol>
                <a:gridCol w="759265">
                  <a:extLst>
                    <a:ext uri="{9D8B030D-6E8A-4147-A177-3AD203B41FA5}">
                      <a16:colId xmlns:a16="http://schemas.microsoft.com/office/drawing/2014/main" val="1250929229"/>
                    </a:ext>
                  </a:extLst>
                </a:gridCol>
                <a:gridCol w="712846">
                  <a:extLst>
                    <a:ext uri="{9D8B030D-6E8A-4147-A177-3AD203B41FA5}">
                      <a16:colId xmlns:a16="http://schemas.microsoft.com/office/drawing/2014/main" val="4195699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Mes 1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Mes 2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Mes 3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Mes 4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Mes 5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Mes 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Mes 7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24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1" dirty="0"/>
                        <a:t>Análisis y definición local (fuentes origen, lógica de mapeo, …)</a:t>
                      </a:r>
                      <a:endParaRPr lang="en-US" sz="1200" b="1" dirty="0"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20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1" dirty="0"/>
                        <a:t>Desarrollo y Prueba Integrada</a:t>
                      </a:r>
                      <a:endParaRPr lang="en-US" sz="1200" b="1" dirty="0"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65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/>
                      <a:r>
                        <a:rPr lang="es-ES" sz="1200" dirty="0"/>
                        <a:t>Fuentes origen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36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/>
                      <a:r>
                        <a:rPr lang="es-ES" sz="1200" dirty="0"/>
                        <a:t>Inclusión en la herramienta granular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570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1" dirty="0"/>
                        <a:t>Certificación</a:t>
                      </a:r>
                      <a:endParaRPr lang="en-US" sz="1200" b="1" dirty="0"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5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0551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/>
                      <a:r>
                        <a:rPr lang="es-ES" sz="1200" dirty="0"/>
                        <a:t>Fuentes origen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5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95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/>
                      <a:r>
                        <a:rPr lang="es-ES" sz="1200" dirty="0"/>
                        <a:t>Herramienta granular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6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712966"/>
                  </a:ext>
                </a:extLst>
              </a:tr>
            </a:tbl>
          </a:graphicData>
        </a:graphic>
      </p:graphicFrame>
      <p:pic>
        <p:nvPicPr>
          <p:cNvPr id="3" name="Graphic 2" descr="Rewind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B675E015-02F2-E997-CDD5-F5E0A3797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7324" y="196514"/>
            <a:ext cx="470424" cy="4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9649" y="2000375"/>
            <a:ext cx="9558957" cy="1407004"/>
          </a:xfrm>
        </p:spPr>
        <p:txBody>
          <a:bodyPr/>
          <a:lstStyle/>
          <a:p>
            <a:r>
              <a:rPr lang="es-ES_tradnl" sz="4400" dirty="0"/>
              <a:t>Gracias.</a:t>
            </a:r>
            <a:endParaRPr lang="es-ES" sz="4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266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3EB9BE-3F90-9324-4BCE-48156DEAF4D4}"/>
              </a:ext>
            </a:extLst>
          </p:cNvPr>
          <p:cNvSpPr/>
          <p:nvPr/>
        </p:nvSpPr>
        <p:spPr>
          <a:xfrm>
            <a:off x="512689" y="1379399"/>
            <a:ext cx="11166623" cy="521679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DCEA2-D896-4EB4-EE47-149D23D69E33}"/>
              </a:ext>
            </a:extLst>
          </p:cNvPr>
          <p:cNvSpPr/>
          <p:nvPr/>
        </p:nvSpPr>
        <p:spPr>
          <a:xfrm>
            <a:off x="9135293" y="181888"/>
            <a:ext cx="2853175" cy="14033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Marcador de texto 9"/>
          <p:cNvSpPr txBox="1">
            <a:spLocks/>
          </p:cNvSpPr>
          <p:nvPr/>
        </p:nvSpPr>
        <p:spPr>
          <a:xfrm>
            <a:off x="719404" y="144000"/>
            <a:ext cx="10515600" cy="849475"/>
          </a:xfrm>
          <a:prstGeom prst="rect">
            <a:avLst/>
          </a:prstGeom>
        </p:spPr>
        <p:txBody>
          <a:bodyPr lIns="95777" tIns="47889" rIns="95777" bIns="47889"/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aseline="0">
                <a:solidFill>
                  <a:srgbClr val="FF0000"/>
                </a:solidFill>
                <a:latin typeface="+mn-lt"/>
                <a:cs typeface="+mn-cs"/>
              </a:defRPr>
            </a:lvl1pPr>
            <a:lvl2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2pPr>
            <a:lvl3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3pPr>
            <a:lvl4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4pPr>
            <a:lvl5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ko-KR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9" name="Picture 58">
            <a:hlinkClick r:id="rId3" action="ppaction://hlinksldjump"/>
            <a:extLst>
              <a:ext uri="{FF2B5EF4-FFF2-40B4-BE49-F238E27FC236}">
                <a16:creationId xmlns:a16="http://schemas.microsoft.com/office/drawing/2014/main" id="{0AC08384-B68C-012A-A593-15978695B97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3"/>
          <a:stretch/>
        </p:blipFill>
        <p:spPr>
          <a:xfrm flipH="1">
            <a:off x="11566206" y="6606824"/>
            <a:ext cx="172498" cy="144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9B4BCA-1127-2F11-5779-4837301450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973" r="10352"/>
          <a:stretch/>
        </p:blipFill>
        <p:spPr>
          <a:xfrm>
            <a:off x="792480" y="1531799"/>
            <a:ext cx="8073557" cy="49501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3F1027-6C06-ACC2-9D23-2E386CC68ED2}"/>
              </a:ext>
            </a:extLst>
          </p:cNvPr>
          <p:cNvSpPr txBox="1"/>
          <p:nvPr/>
        </p:nvSpPr>
        <p:spPr>
          <a:xfrm>
            <a:off x="512688" y="1036019"/>
            <a:ext cx="862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Aprovisionamiento de la herramienta granular de </a:t>
            </a:r>
            <a:r>
              <a:rPr lang="es-ES_tradnl" b="1" dirty="0" err="1">
                <a:solidFill>
                  <a:schemeClr val="accent1"/>
                </a:solidFill>
                <a:latin typeface="Santander Text" panose="020B0504020201020104" pitchFamily="34" charset="0"/>
              </a:rPr>
              <a:t>reporting</a:t>
            </a:r>
            <a:endParaRPr lang="es-ES_tradnl" b="1" dirty="0">
              <a:solidFill>
                <a:schemeClr val="accent1"/>
              </a:solidFill>
              <a:highlight>
                <a:srgbClr val="FFFF00"/>
              </a:highlight>
              <a:latin typeface="Santander Text" panose="020B0504020201020104" pitchFamily="34" charset="0"/>
            </a:endParaRPr>
          </a:p>
        </p:txBody>
      </p:sp>
      <p:sp>
        <p:nvSpPr>
          <p:cNvPr id="6" name="Rectangle: Rounded Corners 160">
            <a:extLst>
              <a:ext uri="{FF2B5EF4-FFF2-40B4-BE49-F238E27FC236}">
                <a16:creationId xmlns:a16="http://schemas.microsoft.com/office/drawing/2014/main" id="{0D3DF232-8E55-C317-CA48-F0631266A818}"/>
              </a:ext>
            </a:extLst>
          </p:cNvPr>
          <p:cNvSpPr/>
          <p:nvPr/>
        </p:nvSpPr>
        <p:spPr>
          <a:xfrm>
            <a:off x="8925421" y="2398706"/>
            <a:ext cx="2545219" cy="3178177"/>
          </a:xfrm>
          <a:prstGeom prst="roundRect">
            <a:avLst>
              <a:gd name="adj" fmla="val 340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es-ES_tradnl" sz="1400" b="1" kern="0" dirty="0"/>
              <a:t>Una vez los datos se han cargado en la aplicación</a:t>
            </a:r>
            <a:r>
              <a:rPr lang="es-ES_tradnl" sz="1400" kern="0" dirty="0"/>
              <a:t>, bien a través del </a:t>
            </a:r>
            <a:r>
              <a:rPr lang="es-ES_tradnl" sz="1400" kern="0" dirty="0" err="1"/>
              <a:t>front</a:t>
            </a:r>
            <a:r>
              <a:rPr lang="es-ES_tradnl" sz="1400" kern="0" dirty="0"/>
              <a:t> o bien a través de un proceso FTP, </a:t>
            </a:r>
            <a:r>
              <a:rPr lang="es-ES_tradnl" sz="1400" b="1" kern="0" dirty="0"/>
              <a:t>se procesan y validan de forma que la unidad puede analizar</a:t>
            </a:r>
            <a:r>
              <a:rPr lang="es-ES_tradnl" sz="1400" kern="0" dirty="0"/>
              <a:t>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_tradnl" sz="1400" kern="0" dirty="0"/>
              <a:t>El anclaje contable (a nivel sector y principales magnitudes contables)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_tradnl" sz="1400" kern="0" dirty="0"/>
              <a:t>Completitud de la información reportada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963F6C-2C9E-2662-EF89-906B59599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205" y="245116"/>
            <a:ext cx="2745350" cy="1276908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C5910444-E2CF-60A5-38B8-0A06EA63B7E0}"/>
              </a:ext>
            </a:extLst>
          </p:cNvPr>
          <p:cNvSpPr/>
          <p:nvPr/>
        </p:nvSpPr>
        <p:spPr>
          <a:xfrm>
            <a:off x="9162124" y="296400"/>
            <a:ext cx="283186" cy="55530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B26D3E-E5F2-69B2-1294-B3B4BC8A2164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FCC59245-35FC-AD7B-ECB3-88DA6C418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Resultados Piloto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 España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Flujo E2E – Fase A1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808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3EB9BE-3F90-9324-4BCE-48156DEAF4D4}"/>
              </a:ext>
            </a:extLst>
          </p:cNvPr>
          <p:cNvSpPr/>
          <p:nvPr/>
        </p:nvSpPr>
        <p:spPr>
          <a:xfrm>
            <a:off x="512689" y="1379399"/>
            <a:ext cx="11166623" cy="521679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Marcador de texto 9"/>
          <p:cNvSpPr txBox="1">
            <a:spLocks/>
          </p:cNvSpPr>
          <p:nvPr/>
        </p:nvSpPr>
        <p:spPr>
          <a:xfrm>
            <a:off x="719404" y="144000"/>
            <a:ext cx="10515600" cy="849475"/>
          </a:xfrm>
          <a:prstGeom prst="rect">
            <a:avLst/>
          </a:prstGeom>
        </p:spPr>
        <p:txBody>
          <a:bodyPr lIns="95777" tIns="47889" rIns="95777" bIns="47889"/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aseline="0">
                <a:solidFill>
                  <a:srgbClr val="FF0000"/>
                </a:solidFill>
                <a:latin typeface="+mn-lt"/>
                <a:cs typeface="+mn-cs"/>
              </a:defRPr>
            </a:lvl1pPr>
            <a:lvl2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2pPr>
            <a:lvl3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3pPr>
            <a:lvl4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4pPr>
            <a:lvl5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ko-KR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9" name="Picture 58">
            <a:hlinkClick r:id="rId3" action="ppaction://hlinksldjump"/>
            <a:extLst>
              <a:ext uri="{FF2B5EF4-FFF2-40B4-BE49-F238E27FC236}">
                <a16:creationId xmlns:a16="http://schemas.microsoft.com/office/drawing/2014/main" id="{0AC08384-B68C-012A-A593-15978695B97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3"/>
          <a:stretch/>
        </p:blipFill>
        <p:spPr>
          <a:xfrm flipH="1">
            <a:off x="11566206" y="6606824"/>
            <a:ext cx="172498" cy="14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7FBCE3-A47F-FAB0-76FC-4E8E9C7B1002}"/>
              </a:ext>
            </a:extLst>
          </p:cNvPr>
          <p:cNvSpPr txBox="1"/>
          <p:nvPr/>
        </p:nvSpPr>
        <p:spPr>
          <a:xfrm>
            <a:off x="512688" y="1036019"/>
            <a:ext cx="862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Modelo de control: validaciones en la herramienta granular de </a:t>
            </a:r>
            <a:r>
              <a:rPr lang="es-ES_tradnl" b="1" dirty="0" err="1">
                <a:solidFill>
                  <a:schemeClr val="accent1"/>
                </a:solidFill>
                <a:latin typeface="Santander Text" panose="020B0504020201020104" pitchFamily="34" charset="0"/>
              </a:rPr>
              <a:t>reporting</a:t>
            </a:r>
            <a:endParaRPr lang="es-ES_tradnl" b="1" dirty="0">
              <a:solidFill>
                <a:schemeClr val="accent1"/>
              </a:solidFill>
              <a:highlight>
                <a:srgbClr val="FFFF00"/>
              </a:highlight>
              <a:latin typeface="Santander Text" panose="020B05040202010201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0F142-04B5-B89A-4C16-3B7C9026A8E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379" r="11159"/>
          <a:stretch/>
        </p:blipFill>
        <p:spPr>
          <a:xfrm>
            <a:off x="792479" y="1531799"/>
            <a:ext cx="8073557" cy="42245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68E240-1FB6-CB98-A78D-28F6870C108E}"/>
              </a:ext>
            </a:extLst>
          </p:cNvPr>
          <p:cNvSpPr/>
          <p:nvPr/>
        </p:nvSpPr>
        <p:spPr>
          <a:xfrm>
            <a:off x="9135293" y="181888"/>
            <a:ext cx="2853175" cy="14033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7B2A5D-C554-E707-8DCF-CD9C78ADB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205" y="245116"/>
            <a:ext cx="2745350" cy="12769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0B1FA73-B27D-4B90-1E69-8A106F550B1A}"/>
              </a:ext>
            </a:extLst>
          </p:cNvPr>
          <p:cNvSpPr/>
          <p:nvPr/>
        </p:nvSpPr>
        <p:spPr>
          <a:xfrm>
            <a:off x="9416124" y="296400"/>
            <a:ext cx="283186" cy="55530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60">
            <a:extLst>
              <a:ext uri="{FF2B5EF4-FFF2-40B4-BE49-F238E27FC236}">
                <a16:creationId xmlns:a16="http://schemas.microsoft.com/office/drawing/2014/main" id="{8FB46EDD-8F05-AB42-6640-12C4B223A337}"/>
              </a:ext>
            </a:extLst>
          </p:cNvPr>
          <p:cNvSpPr/>
          <p:nvPr/>
        </p:nvSpPr>
        <p:spPr>
          <a:xfrm>
            <a:off x="8925421" y="2398706"/>
            <a:ext cx="2545219" cy="3178177"/>
          </a:xfrm>
          <a:prstGeom prst="roundRect">
            <a:avLst>
              <a:gd name="adj" fmla="val 340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s-ES" sz="1400" kern="0" dirty="0"/>
              <a:t>Adicionalmente, </a:t>
            </a:r>
            <a:r>
              <a:rPr lang="es-ES" sz="1400" b="1" kern="0" dirty="0"/>
              <a:t>en el histórico de cargas la unidad tiene detallado los resultados de todo el modelo de control al mínimo nivel de granularidad </a:t>
            </a:r>
            <a:r>
              <a:rPr lang="es-ES" sz="1400" kern="0" dirty="0"/>
              <a:t>(cliente, contrato y/o garantía). Este modelo de control está constituido por más de 1.500 validaciones divididas por categorías (formato, completitud, consistencias, relacionales, contables, etc.).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41BE15-9455-B6A6-1881-CEB32586C8A6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5E376A53-EF47-ACC9-EF98-CE5E27AEA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Resultados Piloto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 España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Flujo E2E – Fase A2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667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3EB9BE-3F90-9324-4BCE-48156DEAF4D4}"/>
              </a:ext>
            </a:extLst>
          </p:cNvPr>
          <p:cNvSpPr/>
          <p:nvPr/>
        </p:nvSpPr>
        <p:spPr>
          <a:xfrm>
            <a:off x="512689" y="1379399"/>
            <a:ext cx="11166623" cy="521679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Marcador de texto 9"/>
          <p:cNvSpPr txBox="1">
            <a:spLocks/>
          </p:cNvSpPr>
          <p:nvPr/>
        </p:nvSpPr>
        <p:spPr>
          <a:xfrm>
            <a:off x="719404" y="144000"/>
            <a:ext cx="10515600" cy="849475"/>
          </a:xfrm>
          <a:prstGeom prst="rect">
            <a:avLst/>
          </a:prstGeom>
        </p:spPr>
        <p:txBody>
          <a:bodyPr lIns="95777" tIns="47889" rIns="95777" bIns="47889"/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aseline="0">
                <a:solidFill>
                  <a:srgbClr val="FF0000"/>
                </a:solidFill>
                <a:latin typeface="+mn-lt"/>
                <a:cs typeface="+mn-cs"/>
              </a:defRPr>
            </a:lvl1pPr>
            <a:lvl2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2pPr>
            <a:lvl3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3pPr>
            <a:lvl4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4pPr>
            <a:lvl5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ko-KR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9" name="Picture 58">
            <a:hlinkClick r:id="rId3" action="ppaction://hlinksldjump"/>
            <a:extLst>
              <a:ext uri="{FF2B5EF4-FFF2-40B4-BE49-F238E27FC236}">
                <a16:creationId xmlns:a16="http://schemas.microsoft.com/office/drawing/2014/main" id="{0AC08384-B68C-012A-A593-15978695B97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3"/>
          <a:stretch/>
        </p:blipFill>
        <p:spPr>
          <a:xfrm flipH="1">
            <a:off x="11566206" y="6606824"/>
            <a:ext cx="172498" cy="14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7FBCE3-A47F-FAB0-76FC-4E8E9C7B1002}"/>
              </a:ext>
            </a:extLst>
          </p:cNvPr>
          <p:cNvSpPr txBox="1"/>
          <p:nvPr/>
        </p:nvSpPr>
        <p:spPr>
          <a:xfrm>
            <a:off x="512688" y="1036019"/>
            <a:ext cx="862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Aprovisionamiento y generación de satélite automático en </a:t>
            </a:r>
            <a:r>
              <a:rPr lang="es-ES_tradnl" b="1" dirty="0" err="1">
                <a:solidFill>
                  <a:schemeClr val="accent1"/>
                </a:solidFill>
                <a:latin typeface="Santander Text" panose="020B0504020201020104" pitchFamily="34" charset="0"/>
              </a:rPr>
              <a:t>DMaaS</a:t>
            </a:r>
            <a:endParaRPr lang="es-ES_tradnl" b="1" dirty="0">
              <a:solidFill>
                <a:schemeClr val="accent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26A67F-DBD0-C310-762A-84C1ECCB94DA}"/>
              </a:ext>
            </a:extLst>
          </p:cNvPr>
          <p:cNvGrpSpPr/>
          <p:nvPr/>
        </p:nvGrpSpPr>
        <p:grpSpPr>
          <a:xfrm>
            <a:off x="792479" y="1643558"/>
            <a:ext cx="10594925" cy="4860293"/>
            <a:chOff x="1487458" y="1758204"/>
            <a:chExt cx="10594951" cy="4955796"/>
          </a:xfrm>
        </p:grpSpPr>
        <p:pic>
          <p:nvPicPr>
            <p:cNvPr id="12" name="Imagen 6">
              <a:extLst>
                <a:ext uri="{FF2B5EF4-FFF2-40B4-BE49-F238E27FC236}">
                  <a16:creationId xmlns:a16="http://schemas.microsoft.com/office/drawing/2014/main" id="{366DC891-4619-48F8-A1CB-FB80935376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2507" t="20550" r="11218" b="25363"/>
            <a:stretch/>
          </p:blipFill>
          <p:spPr>
            <a:xfrm>
              <a:off x="4072270" y="1758204"/>
              <a:ext cx="4849061" cy="16707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EA976CB-7A6E-4A9C-E72D-0C1100754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09366" y="1834439"/>
              <a:ext cx="2873043" cy="1819064"/>
            </a:xfrm>
            <a:prstGeom prst="rect">
              <a:avLst/>
            </a:prstGeom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3B1F444A-E607-59FD-3F25-B12847580D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7458" y="3653503"/>
              <a:ext cx="6067301" cy="3060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92EC99-64E1-E535-E41D-DEAB1EEAE943}"/>
                </a:ext>
              </a:extLst>
            </p:cNvPr>
            <p:cNvSpPr/>
            <p:nvPr/>
          </p:nvSpPr>
          <p:spPr>
            <a:xfrm>
              <a:off x="5643154" y="2200426"/>
              <a:ext cx="908719" cy="39115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0D931CC-AA21-11A7-A8B3-5BB50C65298B}"/>
                </a:ext>
              </a:extLst>
            </p:cNvPr>
            <p:cNvCxnSpPr/>
            <p:nvPr/>
          </p:nvCxnSpPr>
          <p:spPr>
            <a:xfrm>
              <a:off x="6770314" y="2591586"/>
              <a:ext cx="2542902" cy="0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phic 16" descr="Badge 1 with solid fill">
              <a:extLst>
                <a:ext uri="{FF2B5EF4-FFF2-40B4-BE49-F238E27FC236}">
                  <a16:creationId xmlns:a16="http://schemas.microsoft.com/office/drawing/2014/main" id="{BA4EAB07-5185-6459-B824-3B3B23080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67400" y="1788945"/>
              <a:ext cx="402771" cy="402771"/>
            </a:xfrm>
            <a:prstGeom prst="rect">
              <a:avLst/>
            </a:prstGeom>
          </p:spPr>
        </p:pic>
        <p:pic>
          <p:nvPicPr>
            <p:cNvPr id="18" name="Graphic 17" descr="Badge with solid fill">
              <a:extLst>
                <a:ext uri="{FF2B5EF4-FFF2-40B4-BE49-F238E27FC236}">
                  <a16:creationId xmlns:a16="http://schemas.microsoft.com/office/drawing/2014/main" id="{DD3874FF-6AD8-E1D9-6820-FC1859EAA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61284" y="2136203"/>
              <a:ext cx="402772" cy="402772"/>
            </a:xfrm>
            <a:prstGeom prst="rect">
              <a:avLst/>
            </a:prstGeom>
          </p:spPr>
        </p:pic>
        <p:pic>
          <p:nvPicPr>
            <p:cNvPr id="19" name="Graphic 18" descr="Badge 3 with solid fill">
              <a:extLst>
                <a:ext uri="{FF2B5EF4-FFF2-40B4-BE49-F238E27FC236}">
                  <a16:creationId xmlns:a16="http://schemas.microsoft.com/office/drawing/2014/main" id="{7D3A5DA2-7928-C17D-39A9-998CA88D5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670892" y="4588608"/>
              <a:ext cx="417750" cy="41775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51E325A-F4A9-B409-45C3-7D4BA23A19C9}"/>
                </a:ext>
              </a:extLst>
            </p:cNvPr>
            <p:cNvSpPr/>
            <p:nvPr/>
          </p:nvSpPr>
          <p:spPr>
            <a:xfrm>
              <a:off x="9353004" y="2329093"/>
              <a:ext cx="548641" cy="8321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D4D9532-DCCF-ADDF-E6C1-D0681083B6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0324" y="3474499"/>
              <a:ext cx="894029" cy="1016653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8176C9-ACA6-A7FF-1F6A-4E6DC4787FA5}"/>
              </a:ext>
            </a:extLst>
          </p:cNvPr>
          <p:cNvSpPr/>
          <p:nvPr/>
        </p:nvSpPr>
        <p:spPr>
          <a:xfrm>
            <a:off x="9135293" y="181888"/>
            <a:ext cx="2853175" cy="14033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F233FB-6F2A-864F-533F-8316001A404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9205" y="245116"/>
            <a:ext cx="2745350" cy="12769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1E7513B-B473-A763-65D3-4BD4C6653E28}"/>
              </a:ext>
            </a:extLst>
          </p:cNvPr>
          <p:cNvSpPr/>
          <p:nvPr/>
        </p:nvSpPr>
        <p:spPr>
          <a:xfrm>
            <a:off x="10401644" y="296400"/>
            <a:ext cx="283186" cy="55530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160">
            <a:extLst>
              <a:ext uri="{FF2B5EF4-FFF2-40B4-BE49-F238E27FC236}">
                <a16:creationId xmlns:a16="http://schemas.microsoft.com/office/drawing/2014/main" id="{F45F7D7D-3C85-04AE-E990-A9EF96A3A8C6}"/>
              </a:ext>
            </a:extLst>
          </p:cNvPr>
          <p:cNvSpPr/>
          <p:nvPr/>
        </p:nvSpPr>
        <p:spPr>
          <a:xfrm>
            <a:off x="8259125" y="4111255"/>
            <a:ext cx="2975879" cy="2270359"/>
          </a:xfrm>
          <a:prstGeom prst="roundRect">
            <a:avLst>
              <a:gd name="adj" fmla="val 340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es-ES_tradnl" sz="1400" kern="0" dirty="0"/>
              <a:t>Una vez que los datos de salida de la herramienta granular han sido procesados en el </a:t>
            </a:r>
            <a:r>
              <a:rPr lang="es-ES_tradnl" sz="1400" kern="0" dirty="0" err="1"/>
              <a:t>DMaaS</a:t>
            </a:r>
            <a:r>
              <a:rPr lang="es-ES_tradnl" sz="1400" kern="0" dirty="0"/>
              <a:t> y se ha generado el Satélite agregado, la herramienta permite </a:t>
            </a:r>
            <a:r>
              <a:rPr lang="es-ES_tradnl" sz="1400" b="1" kern="0" dirty="0"/>
              <a:t>navegar y analizar los contratos que caen en cada celda / IDCOMB del satélite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28183D-A507-A9D8-8E95-7C54DF137317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CF645C6-C167-133A-4394-50280BA71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Resultados Piloto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 España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Flujo E2E – Fase A6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477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3EB9BE-3F90-9324-4BCE-48156DEAF4D4}"/>
              </a:ext>
            </a:extLst>
          </p:cNvPr>
          <p:cNvSpPr/>
          <p:nvPr/>
        </p:nvSpPr>
        <p:spPr>
          <a:xfrm>
            <a:off x="512689" y="1379399"/>
            <a:ext cx="11166623" cy="521679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Marcador de texto 9"/>
          <p:cNvSpPr txBox="1">
            <a:spLocks/>
          </p:cNvSpPr>
          <p:nvPr/>
        </p:nvSpPr>
        <p:spPr>
          <a:xfrm>
            <a:off x="719404" y="144000"/>
            <a:ext cx="10515600" cy="849475"/>
          </a:xfrm>
          <a:prstGeom prst="rect">
            <a:avLst/>
          </a:prstGeom>
        </p:spPr>
        <p:txBody>
          <a:bodyPr lIns="95777" tIns="47889" rIns="95777" bIns="47889"/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aseline="0">
                <a:solidFill>
                  <a:srgbClr val="FF0000"/>
                </a:solidFill>
                <a:latin typeface="+mn-lt"/>
                <a:cs typeface="+mn-cs"/>
              </a:defRPr>
            </a:lvl1pPr>
            <a:lvl2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2pPr>
            <a:lvl3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3pPr>
            <a:lvl4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4pPr>
            <a:lvl5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ko-KR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9" name="Picture 58">
            <a:hlinkClick r:id="rId3" action="ppaction://hlinksldjump"/>
            <a:extLst>
              <a:ext uri="{FF2B5EF4-FFF2-40B4-BE49-F238E27FC236}">
                <a16:creationId xmlns:a16="http://schemas.microsoft.com/office/drawing/2014/main" id="{0AC08384-B68C-012A-A593-15978695B97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3"/>
          <a:stretch/>
        </p:blipFill>
        <p:spPr>
          <a:xfrm flipH="1">
            <a:off x="11566206" y="6606824"/>
            <a:ext cx="172498" cy="14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7FBCE3-A47F-FAB0-76FC-4E8E9C7B1002}"/>
              </a:ext>
            </a:extLst>
          </p:cNvPr>
          <p:cNvSpPr txBox="1"/>
          <p:nvPr/>
        </p:nvSpPr>
        <p:spPr>
          <a:xfrm>
            <a:off x="512688" y="1036019"/>
            <a:ext cx="862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Visualización de la salida de los satélites</a:t>
            </a:r>
          </a:p>
        </p:txBody>
      </p:sp>
      <p:pic>
        <p:nvPicPr>
          <p:cNvPr id="11" name="Imagen 5">
            <a:extLst>
              <a:ext uri="{FF2B5EF4-FFF2-40B4-BE49-F238E27FC236}">
                <a16:creationId xmlns:a16="http://schemas.microsoft.com/office/drawing/2014/main" id="{61E5E4AB-C6B2-EF7C-1959-CF002FEB9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9" y="1674039"/>
            <a:ext cx="9003040" cy="46832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B512B5-B036-9BD4-CDE9-FEF4473D91F3}"/>
              </a:ext>
            </a:extLst>
          </p:cNvPr>
          <p:cNvSpPr/>
          <p:nvPr/>
        </p:nvSpPr>
        <p:spPr>
          <a:xfrm>
            <a:off x="9135293" y="181888"/>
            <a:ext cx="2853175" cy="14033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2E412-D280-41F4-5EEF-FFD164D6C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205" y="245116"/>
            <a:ext cx="2745350" cy="12769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661180-7904-0392-4051-F431ACD16E3C}"/>
              </a:ext>
            </a:extLst>
          </p:cNvPr>
          <p:cNvSpPr/>
          <p:nvPr/>
        </p:nvSpPr>
        <p:spPr>
          <a:xfrm>
            <a:off x="10332720" y="873760"/>
            <a:ext cx="538480" cy="27211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4673009-4158-9C31-005A-764A587B520D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texto 5">
            <a:extLst>
              <a:ext uri="{FF2B5EF4-FFF2-40B4-BE49-F238E27FC236}">
                <a16:creationId xmlns:a16="http://schemas.microsoft.com/office/drawing/2014/main" id="{E25DC3D0-00BA-B45E-9996-FB2A2FE8C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Resultados Piloto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 España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Flujo E2E – Fase P1 </a:t>
            </a:r>
            <a:r>
              <a:rPr kumimoji="0" lang="es-ES" alt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(1/2) 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085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3EB9BE-3F90-9324-4BCE-48156DEAF4D4}"/>
              </a:ext>
            </a:extLst>
          </p:cNvPr>
          <p:cNvSpPr/>
          <p:nvPr/>
        </p:nvSpPr>
        <p:spPr>
          <a:xfrm>
            <a:off x="512689" y="1379399"/>
            <a:ext cx="11166623" cy="521679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Picture 58">
            <a:hlinkClick r:id="rId3" action="ppaction://hlinksldjump"/>
            <a:extLst>
              <a:ext uri="{FF2B5EF4-FFF2-40B4-BE49-F238E27FC236}">
                <a16:creationId xmlns:a16="http://schemas.microsoft.com/office/drawing/2014/main" id="{0AC08384-B68C-012A-A593-15978695B97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3"/>
          <a:stretch/>
        </p:blipFill>
        <p:spPr>
          <a:xfrm flipH="1">
            <a:off x="11566206" y="6606824"/>
            <a:ext cx="172498" cy="14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7FBCE3-A47F-FAB0-76FC-4E8E9C7B1002}"/>
              </a:ext>
            </a:extLst>
          </p:cNvPr>
          <p:cNvSpPr txBox="1"/>
          <p:nvPr/>
        </p:nvSpPr>
        <p:spPr>
          <a:xfrm>
            <a:off x="512688" y="1036019"/>
            <a:ext cx="862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Ejecución y revisión de validaciones de la salida de los satélites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FE7414-D1C0-2B8D-D9ED-4BAD2F643ACF}"/>
              </a:ext>
            </a:extLst>
          </p:cNvPr>
          <p:cNvSpPr/>
          <p:nvPr/>
        </p:nvSpPr>
        <p:spPr>
          <a:xfrm>
            <a:off x="9135293" y="181888"/>
            <a:ext cx="2853175" cy="14033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07B1E-FBC4-AC3E-F6F1-754CB3B0D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205" y="245116"/>
            <a:ext cx="2745350" cy="12769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1DDB1F7-E53C-4FAA-FE6B-33BD7AAA6571}"/>
              </a:ext>
            </a:extLst>
          </p:cNvPr>
          <p:cNvSpPr/>
          <p:nvPr/>
        </p:nvSpPr>
        <p:spPr>
          <a:xfrm>
            <a:off x="10332720" y="873760"/>
            <a:ext cx="538480" cy="27211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E10AEA-20D2-4836-48B5-B67ACC40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49" y="1755548"/>
            <a:ext cx="11027102" cy="419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086A95-78A7-BFF9-C7DF-35BBB13CD75A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3A9093EF-99A4-7171-2DE1-3139842D6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Resultados Piloto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 España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Flujo E2E – Fase P1 </a:t>
            </a:r>
            <a:r>
              <a:rPr kumimoji="0" lang="es-ES" alt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(2/2) 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861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3EB9BE-3F90-9324-4BCE-48156DEAF4D4}"/>
              </a:ext>
            </a:extLst>
          </p:cNvPr>
          <p:cNvSpPr/>
          <p:nvPr/>
        </p:nvSpPr>
        <p:spPr>
          <a:xfrm>
            <a:off x="512689" y="1379399"/>
            <a:ext cx="11166623" cy="521679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Marcador de texto 9"/>
          <p:cNvSpPr txBox="1">
            <a:spLocks/>
          </p:cNvSpPr>
          <p:nvPr/>
        </p:nvSpPr>
        <p:spPr>
          <a:xfrm>
            <a:off x="719404" y="144000"/>
            <a:ext cx="10515600" cy="849475"/>
          </a:xfrm>
          <a:prstGeom prst="rect">
            <a:avLst/>
          </a:prstGeom>
        </p:spPr>
        <p:txBody>
          <a:bodyPr lIns="95777" tIns="47889" rIns="95777" bIns="47889"/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aseline="0">
                <a:solidFill>
                  <a:srgbClr val="FF0000"/>
                </a:solidFill>
                <a:latin typeface="+mn-lt"/>
                <a:cs typeface="+mn-cs"/>
              </a:defRPr>
            </a:lvl1pPr>
            <a:lvl2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2pPr>
            <a:lvl3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3pPr>
            <a:lvl4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4pPr>
            <a:lvl5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ko-KR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9" name="Picture 58">
            <a:hlinkClick r:id="rId3" action="ppaction://hlinksldjump"/>
            <a:extLst>
              <a:ext uri="{FF2B5EF4-FFF2-40B4-BE49-F238E27FC236}">
                <a16:creationId xmlns:a16="http://schemas.microsoft.com/office/drawing/2014/main" id="{0AC08384-B68C-012A-A593-15978695B97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3"/>
          <a:stretch/>
        </p:blipFill>
        <p:spPr>
          <a:xfrm flipH="1">
            <a:off x="11566206" y="6606824"/>
            <a:ext cx="172498" cy="14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7FBCE3-A47F-FAB0-76FC-4E8E9C7B1002}"/>
              </a:ext>
            </a:extLst>
          </p:cNvPr>
          <p:cNvSpPr txBox="1"/>
          <p:nvPr/>
        </p:nvSpPr>
        <p:spPr>
          <a:xfrm>
            <a:off x="512688" y="1036019"/>
            <a:ext cx="862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Publicación del dato final en aprovisionamiento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FE7414-D1C0-2B8D-D9ED-4BAD2F643ACF}"/>
              </a:ext>
            </a:extLst>
          </p:cNvPr>
          <p:cNvSpPr/>
          <p:nvPr/>
        </p:nvSpPr>
        <p:spPr>
          <a:xfrm>
            <a:off x="9135293" y="181888"/>
            <a:ext cx="2853175" cy="14033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DB9F3-9E5E-D869-A441-200726E4F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205" y="245116"/>
            <a:ext cx="2745350" cy="12769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1985FD-D6DB-0212-750B-A0DD72B7D8A2}"/>
              </a:ext>
            </a:extLst>
          </p:cNvPr>
          <p:cNvSpPr/>
          <p:nvPr/>
        </p:nvSpPr>
        <p:spPr>
          <a:xfrm>
            <a:off x="11120368" y="628458"/>
            <a:ext cx="283186" cy="55530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2E811EE-3C93-FC88-F720-51D0057B92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7" r="12500"/>
          <a:stretch/>
        </p:blipFill>
        <p:spPr bwMode="auto">
          <a:xfrm>
            <a:off x="609599" y="1447895"/>
            <a:ext cx="8877991" cy="371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n">
            <a:extLst>
              <a:ext uri="{FF2B5EF4-FFF2-40B4-BE49-F238E27FC236}">
                <a16:creationId xmlns:a16="http://schemas.microsoft.com/office/drawing/2014/main" id="{9360AF8F-9F32-2E2C-35A2-5A4D6EEC71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4" r="12033"/>
          <a:stretch/>
        </p:blipFill>
        <p:spPr bwMode="auto">
          <a:xfrm>
            <a:off x="3562752" y="3425892"/>
            <a:ext cx="7672252" cy="30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ED8669C0-8F00-560C-1164-33EBC3545C1C}"/>
              </a:ext>
            </a:extLst>
          </p:cNvPr>
          <p:cNvSpPr/>
          <p:nvPr/>
        </p:nvSpPr>
        <p:spPr>
          <a:xfrm rot="18222450">
            <a:off x="1836895" y="3626895"/>
            <a:ext cx="801188" cy="1548653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A26C61-2C86-38F9-C86F-1615C92891AC}"/>
              </a:ext>
            </a:extLst>
          </p:cNvPr>
          <p:cNvSpPr/>
          <p:nvPr/>
        </p:nvSpPr>
        <p:spPr>
          <a:xfrm>
            <a:off x="3510498" y="6034844"/>
            <a:ext cx="1035374" cy="385844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56F11-2940-95D8-34CA-94F16CC7297D}"/>
              </a:ext>
            </a:extLst>
          </p:cNvPr>
          <p:cNvSpPr/>
          <p:nvPr/>
        </p:nvSpPr>
        <p:spPr>
          <a:xfrm>
            <a:off x="7938807" y="2657119"/>
            <a:ext cx="1540074" cy="45804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4BD1E6-F463-4E4E-B3AB-FD5A2C03E6D5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5">
            <a:extLst>
              <a:ext uri="{FF2B5EF4-FFF2-40B4-BE49-F238E27FC236}">
                <a16:creationId xmlns:a16="http://schemas.microsoft.com/office/drawing/2014/main" id="{898EE194-D76F-B506-A28D-9B76BEC9F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Resultados Piloto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 España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Flujo E2E – Fase P3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678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3EB9BE-3F90-9324-4BCE-48156DEAF4D4}"/>
              </a:ext>
            </a:extLst>
          </p:cNvPr>
          <p:cNvSpPr/>
          <p:nvPr/>
        </p:nvSpPr>
        <p:spPr>
          <a:xfrm>
            <a:off x="512689" y="1379399"/>
            <a:ext cx="11166623" cy="521679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Marcador de texto 9"/>
          <p:cNvSpPr txBox="1">
            <a:spLocks/>
          </p:cNvSpPr>
          <p:nvPr/>
        </p:nvSpPr>
        <p:spPr>
          <a:xfrm>
            <a:off x="719404" y="144000"/>
            <a:ext cx="10515600" cy="849475"/>
          </a:xfrm>
          <a:prstGeom prst="rect">
            <a:avLst/>
          </a:prstGeom>
        </p:spPr>
        <p:txBody>
          <a:bodyPr lIns="95777" tIns="47889" rIns="95777" bIns="47889"/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aseline="0">
                <a:solidFill>
                  <a:srgbClr val="FF0000"/>
                </a:solidFill>
                <a:latin typeface="+mn-lt"/>
                <a:cs typeface="+mn-cs"/>
              </a:defRPr>
            </a:lvl1pPr>
            <a:lvl2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2pPr>
            <a:lvl3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3pPr>
            <a:lvl4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4pPr>
            <a:lvl5pPr indent="0" algn="l" defTabSz="91440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3200">
                <a:solidFill>
                  <a:srgbClr val="FF0000"/>
                </a:solidFill>
                <a:latin typeface="+mn-lt"/>
                <a:cs typeface="+mn-cs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ko-KR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9" name="Picture 58">
            <a:hlinkClick r:id="rId3" action="ppaction://hlinksldjump"/>
            <a:extLst>
              <a:ext uri="{FF2B5EF4-FFF2-40B4-BE49-F238E27FC236}">
                <a16:creationId xmlns:a16="http://schemas.microsoft.com/office/drawing/2014/main" id="{0AC08384-B68C-012A-A593-15978695B97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3"/>
          <a:stretch/>
        </p:blipFill>
        <p:spPr>
          <a:xfrm flipH="1">
            <a:off x="11566206" y="6606824"/>
            <a:ext cx="172498" cy="14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7FBCE3-A47F-FAB0-76FC-4E8E9C7B1002}"/>
              </a:ext>
            </a:extLst>
          </p:cNvPr>
          <p:cNvSpPr txBox="1"/>
          <p:nvPr/>
        </p:nvSpPr>
        <p:spPr>
          <a:xfrm>
            <a:off x="512688" y="1036019"/>
            <a:ext cx="862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Generación informe en PBI con visión </a:t>
            </a:r>
            <a:r>
              <a:rPr lang="es-ES_tradnl" b="1" dirty="0" err="1">
                <a:solidFill>
                  <a:schemeClr val="accent1"/>
                </a:solidFill>
                <a:latin typeface="Santander Text" panose="020B0504020201020104" pitchFamily="34" charset="0"/>
              </a:rPr>
              <a:t>CdG</a:t>
            </a:r>
            <a:r>
              <a:rPr lang="es-ES_tradnl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 de GF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3A3C577-E688-E8C5-6633-43D942E62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62"/>
          <a:stretch/>
        </p:blipFill>
        <p:spPr bwMode="auto">
          <a:xfrm>
            <a:off x="792479" y="1531799"/>
            <a:ext cx="9086408" cy="455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FE7414-D1C0-2B8D-D9ED-4BAD2F643ACF}"/>
              </a:ext>
            </a:extLst>
          </p:cNvPr>
          <p:cNvSpPr/>
          <p:nvPr/>
        </p:nvSpPr>
        <p:spPr>
          <a:xfrm>
            <a:off x="9135293" y="181888"/>
            <a:ext cx="2853175" cy="14033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E7E6E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51B268-5A00-23D9-BB03-5D66E8990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205" y="245116"/>
            <a:ext cx="2745350" cy="127690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EF7FC0-170C-4F32-A75C-E4F0713CE146}"/>
              </a:ext>
            </a:extLst>
          </p:cNvPr>
          <p:cNvSpPr/>
          <p:nvPr/>
        </p:nvSpPr>
        <p:spPr>
          <a:xfrm>
            <a:off x="11651369" y="607691"/>
            <a:ext cx="283186" cy="55530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15E44B-9593-C2A9-D462-DE371F6F24E0}"/>
              </a:ext>
            </a:extLst>
          </p:cNvPr>
          <p:cNvCxnSpPr/>
          <p:nvPr/>
        </p:nvCxnSpPr>
        <p:spPr>
          <a:xfrm>
            <a:off x="693860" y="226708"/>
            <a:ext cx="0" cy="540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texto 5">
            <a:extLst>
              <a:ext uri="{FF2B5EF4-FFF2-40B4-BE49-F238E27FC236}">
                <a16:creationId xmlns:a16="http://schemas.microsoft.com/office/drawing/2014/main" id="{8C0060FF-E739-BF83-6417-3406A1CC6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74" y="160893"/>
            <a:ext cx="10758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Resultados Piloto Green </a:t>
            </a:r>
            <a:r>
              <a:rPr kumimoji="0" lang="es-ES" alt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Dashboard</a:t>
            </a:r>
            <a: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 España</a:t>
            </a:r>
            <a:br>
              <a:rPr kumimoji="0" lang="es-ES" alt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Flujo E2E – Fase P5</a:t>
            </a:r>
            <a:endParaRPr kumimoji="0" lang="es-ES" altLang="es-ES" sz="20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6185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uRoVlNQ_W_R57zSgo8e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Xcj_bdSw6cHpYFE5YF0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YjDp_gQpGci3h5.mPUe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eQOqADRkW9Uc6BwZ9rW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eQOqADRkW9Uc6BwZ9rW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RN.s34nm8fFP.8Ocw40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pVptK.g.0OQiUliqFJcv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pmRAgevL0uGxNPM.hs1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pmRAgevL0uGxNPM.hs1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pVptK.g.0OQiUliqFJcv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pmRAgevL0uGxNPM.hs1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aVaFAPs_0CMvYVogkN6iA"/>
</p:tagLst>
</file>

<file path=ppt/theme/theme1.xml><?xml version="1.0" encoding="utf-8"?>
<a:theme xmlns:a="http://schemas.openxmlformats.org/drawingml/2006/main" name="20_SAN NEW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Custom 2">
      <a:majorFont>
        <a:latin typeface="Santander Headline"/>
        <a:ea typeface=""/>
        <a:cs typeface=""/>
      </a:majorFont>
      <a:minorFont>
        <a:latin typeface="Santander Headli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91287C45-139F-44F3-9FA1-E111EC211EAB}" vid="{2DEA9505-E2FE-4BEE-A8C8-FABE87250B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11375E9B6A4047927DE3870E45B8D5" ma:contentTypeVersion="14" ma:contentTypeDescription="Create a new document." ma:contentTypeScope="" ma:versionID="9509e3bd7a53296b38bbd3a833f46522">
  <xsd:schema xmlns:xsd="http://www.w3.org/2001/XMLSchema" xmlns:xs="http://www.w3.org/2001/XMLSchema" xmlns:p="http://schemas.microsoft.com/office/2006/metadata/properties" xmlns:ns1="http://schemas.microsoft.com/sharepoint/v3" xmlns:ns2="0683c779-04fc-4b63-89c9-6c25ffa1c0a4" xmlns:ns3="6ea7b29d-57ec-408d-9ea9-cf73b04f66d5" targetNamespace="http://schemas.microsoft.com/office/2006/metadata/properties" ma:root="true" ma:fieldsID="bca3a58271a3b4c0fd3d9c38081ec184" ns1:_="" ns2:_="" ns3:_="">
    <xsd:import namespace="http://schemas.microsoft.com/sharepoint/v3"/>
    <xsd:import namespace="0683c779-04fc-4b63-89c9-6c25ffa1c0a4"/>
    <xsd:import namespace="6ea7b29d-57ec-408d-9ea9-cf73b04f66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3c779-04fc-4b63-89c9-6c25ffa1c0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7b29d-57ec-408d-9ea9-cf73b04f66d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28cb997-6b46-4ca3-ae12-c5a1f8f1297b}" ma:internalName="TaxCatchAll" ma:showField="CatchAllData" ma:web="6ea7b29d-57ec-408d-9ea9-cf73b04f66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0683c779-04fc-4b63-89c9-6c25ffa1c0a4">
      <Terms xmlns="http://schemas.microsoft.com/office/infopath/2007/PartnerControls"/>
    </lcf76f155ced4ddcb4097134ff3c332f>
    <TaxCatchAll xmlns="6ea7b29d-57ec-408d-9ea9-cf73b04f66d5" xsi:nil="true"/>
  </documentManagement>
</p:properties>
</file>

<file path=customXml/itemProps1.xml><?xml version="1.0" encoding="utf-8"?>
<ds:datastoreItem xmlns:ds="http://schemas.openxmlformats.org/officeDocument/2006/customXml" ds:itemID="{537FCF8D-273D-4228-83E9-88C4E9A14475}"/>
</file>

<file path=customXml/itemProps2.xml><?xml version="1.0" encoding="utf-8"?>
<ds:datastoreItem xmlns:ds="http://schemas.openxmlformats.org/officeDocument/2006/customXml" ds:itemID="{B541DA3B-2495-408F-96EE-2E86AB60DE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C626DD-0B9D-42B7-AC26-A406E0CEB41A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fbb0e31f-43ab-414f-b56a-b4779d0838cb"/>
    <ds:schemaRef ds:uri="a91f820f-7ace-430e-ac49-95fab1976ff0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Microsoft Office PowerPoint</Application>
  <PresentationFormat>Widescreen</PresentationFormat>
  <Paragraphs>459</Paragraphs>
  <Slides>17</Slides>
  <Notes>13</Notes>
  <HiddenSlides>7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Helvetica Light</vt:lpstr>
      <vt:lpstr>Santander Headline</vt:lpstr>
      <vt:lpstr>Santander Text</vt:lpstr>
      <vt:lpstr>Segoe UI</vt:lpstr>
      <vt:lpstr>Wingdings</vt:lpstr>
      <vt:lpstr>20_SAN NEW</vt:lpstr>
      <vt:lpstr>Diapositiva de think-cell</vt:lpstr>
      <vt:lpstr>Propuesta solución granular   Green Dashboard   Visión E2E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Gracias.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Pablo Membibre Garcia</dc:creator>
  <cp:lastModifiedBy>Llerandi Rubio Lydia</cp:lastModifiedBy>
  <cp:revision>37</cp:revision>
  <dcterms:created xsi:type="dcterms:W3CDTF">2023-04-27T13:22:33Z</dcterms:created>
  <dcterms:modified xsi:type="dcterms:W3CDTF">2023-08-01T14:06:28Z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0x0101007511375E9B6A4047927DE3870E45B8D5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2023-05-05T07:20:05Z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c7efabec-61ac-4cde-9a9a-38618f6a542c</vt:lpwstr>
  </property>
  <property fmtid="{D5CDD505-2E9C-101B-9397-08002B2CF9AE}" pid="9" name="MSIP_Label_0c2abd79-57a9-4473-8700-c843f76a1e37_ContentBits">
    <vt:lpwstr>0</vt:lpwstr>
  </property>
</Properties>
</file>