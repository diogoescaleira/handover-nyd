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7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674" r:id="rId8"/>
    <p:sldMasterId id="2147483676" r:id="rId9"/>
    <p:sldMasterId id="2147483726" r:id="rId10"/>
    <p:sldMasterId id="2147483730" r:id="rId11"/>
  </p:sldMasterIdLst>
  <p:notesMasterIdLst>
    <p:notesMasterId r:id="rId28"/>
  </p:notesMasterIdLst>
  <p:sldIdLst>
    <p:sldId id="1943" r:id="rId12"/>
    <p:sldId id="1945" r:id="rId13"/>
    <p:sldId id="1948" r:id="rId14"/>
    <p:sldId id="1946" r:id="rId15"/>
    <p:sldId id="1954" r:id="rId16"/>
    <p:sldId id="1956" r:id="rId17"/>
    <p:sldId id="1953" r:id="rId18"/>
    <p:sldId id="1950" r:id="rId19"/>
    <p:sldId id="1951" r:id="rId20"/>
    <p:sldId id="1952" r:id="rId21"/>
    <p:sldId id="1958" r:id="rId22"/>
    <p:sldId id="1961" r:id="rId23"/>
    <p:sldId id="1962" r:id="rId24"/>
    <p:sldId id="1963" r:id="rId25"/>
    <p:sldId id="1964" r:id="rId26"/>
    <p:sldId id="1944" r:id="rId27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521415D9-36F7-43E2-AB2F-B90AF26B5E84}">
      <p14:sectionLst xmlns:p14="http://schemas.microsoft.com/office/powerpoint/2010/main">
        <p14:section name="Default Section" id="{2B9F7750-83B2-47E3-BD98-579ABC19B117}">
          <p14:sldIdLst>
            <p14:sldId id="1943"/>
            <p14:sldId id="1945"/>
            <p14:sldId id="1948"/>
            <p14:sldId id="1946"/>
            <p14:sldId id="1954"/>
            <p14:sldId id="1956"/>
            <p14:sldId id="1953"/>
            <p14:sldId id="1950"/>
            <p14:sldId id="1951"/>
            <p14:sldId id="1952"/>
            <p14:sldId id="1958"/>
            <p14:sldId id="1961"/>
            <p14:sldId id="1962"/>
            <p14:sldId id="1963"/>
            <p14:sldId id="1964"/>
            <p14:sldId id="19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9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C512F23-ECF9-FC74-E8C5-723516114F99}" name="Escaleira, Diogo Alexandre" initials="DE" userId="S::descaleira@neyond.pt::72fb12db-bc92-4c43-9b41-3ac15f1f989a" providerId="AD"/>
  <p188:author id="{636B5556-3D72-E2F0-6E87-C9E5E1972C66}" name="Ahmad, Nadia Genebra" initials="NA" userId="S::nahmad@neyond.pt::2eef2cf0-e606-4076-8505-6d6658fa1c4a" providerId="AD"/>
  <p188:author id="{6DC05CBA-2895-20DA-C20B-07DC48541C05}" name="Godinho, Luis" initials="LG" userId="S::lgodinho@neyond.pt::73da12d6-0d4b-484b-8b4c-3d031c51bbc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Escaleira, Diogo Alexandre" initials="EDA" lastIdx="3" clrIdx="6">
    <p:extLst>
      <p:ext uri="{19B8F6BF-5375-455C-9EA6-DF929625EA0E}">
        <p15:presenceInfo xmlns:p15="http://schemas.microsoft.com/office/powerpoint/2012/main" userId="S::descaleira@neyond.pt::72fb12db-bc92-4c43-9b41-3ac15f1f989a" providerId="AD"/>
      </p:ext>
    </p:extLst>
  </p:cmAuthor>
  <p:cmAuthor id="1" name="Godinho, Luis" initials="GL" lastIdx="68" clrIdx="0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2" name="Gustavo Antonio" initials="GA" lastIdx="2" clrIdx="1">
    <p:extLst>
      <p:ext uri="{19B8F6BF-5375-455C-9EA6-DF929625EA0E}">
        <p15:presenceInfo xmlns:p15="http://schemas.microsoft.com/office/powerpoint/2012/main" userId="S::gsantiago@epimetheus.pt::9b7a573e-cde8-4f03-a8a8-61cb1b176c7e" providerId="AD"/>
      </p:ext>
    </p:extLst>
  </p:cmAuthor>
  <p:cmAuthor id="3" name="Amaro, Sandra" initials="AS" lastIdx="33" clrIdx="2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4" name="Reia, Hugo Alexandre" initials="RHA" lastIdx="59" clrIdx="3">
    <p:extLst>
      <p:ext uri="{19B8F6BF-5375-455C-9EA6-DF929625EA0E}">
        <p15:presenceInfo xmlns:p15="http://schemas.microsoft.com/office/powerpoint/2012/main" userId="S::hreia@epimetheus.pt::dee69c61-2ac7-4b82-bc09-1c91e89a6358" providerId="AD"/>
      </p:ext>
    </p:extLst>
  </p:cmAuthor>
  <p:cmAuthor id="5" name="Reia, Hugo Alexandre" initials="RHA [2]" lastIdx="11" clrIdx="4">
    <p:extLst>
      <p:ext uri="{19B8F6BF-5375-455C-9EA6-DF929625EA0E}">
        <p15:presenceInfo xmlns:p15="http://schemas.microsoft.com/office/powerpoint/2012/main" userId="S::hreia@neyond.pt::dee69c61-2ac7-4b82-bc09-1c91e89a6358" providerId="AD"/>
      </p:ext>
    </p:extLst>
  </p:cmAuthor>
  <p:cmAuthor id="6" name="Godinho, Luis" initials="GL [2]" lastIdx="10" clrIdx="5">
    <p:extLst>
      <p:ext uri="{19B8F6BF-5375-455C-9EA6-DF929625EA0E}">
        <p15:presenceInfo xmlns:p15="http://schemas.microsoft.com/office/powerpoint/2012/main" userId="S::lgodinho@neyond.pt::73da12d6-0d4b-484b-8b4c-3d031c51bbc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E51"/>
    <a:srgbClr val="000000"/>
    <a:srgbClr val="009FDF"/>
    <a:srgbClr val="7DE0FF"/>
    <a:srgbClr val="B9EEFF"/>
    <a:srgbClr val="F7F7F7"/>
    <a:srgbClr val="EBEBE6"/>
    <a:srgbClr val="C1EFFF"/>
    <a:srgbClr val="D5D5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CC7EE0-7FB4-4EEB-8ACC-DFF9DFFAA46E}" v="32" dt="2025-05-26T14:33:36.04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528"/>
        <p:guide pos="3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" Type="http://schemas.openxmlformats.org/officeDocument/2006/relationships/customXml" Target="../customXml/item3.xml"/><Relationship Id="rId21" Type="http://schemas.openxmlformats.org/officeDocument/2006/relationships/slide" Target="slides/slide10.xml"/><Relationship Id="rId34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3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notesMaster" Target="notesMasters/notesMaster1.xml"/><Relationship Id="rId36" Type="http://schemas.microsoft.com/office/2018/10/relationships/authors" Target="author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8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ad, Nadia Genebra" userId="2eef2cf0-e606-4076-8505-6d6658fa1c4a" providerId="ADAL" clId="{F013552E-BB47-495A-8AE4-A62655247B0D}"/>
    <pc:docChg chg="delSld modSld modSection">
      <pc:chgData name="Ahmad, Nadia Genebra" userId="2eef2cf0-e606-4076-8505-6d6658fa1c4a" providerId="ADAL" clId="{F013552E-BB47-495A-8AE4-A62655247B0D}" dt="2024-12-17T10:04:51.111" v="3" actId="47"/>
      <pc:docMkLst>
        <pc:docMk/>
      </pc:docMkLst>
      <pc:sldChg chg="del">
        <pc:chgData name="Ahmad, Nadia Genebra" userId="2eef2cf0-e606-4076-8505-6d6658fa1c4a" providerId="ADAL" clId="{F013552E-BB47-495A-8AE4-A62655247B0D}" dt="2024-12-17T10:04:51.111" v="3" actId="47"/>
        <pc:sldMkLst>
          <pc:docMk/>
          <pc:sldMk cId="2495365380" sldId="271"/>
        </pc:sldMkLst>
      </pc:sldChg>
      <pc:sldChg chg="del">
        <pc:chgData name="Ahmad, Nadia Genebra" userId="2eef2cf0-e606-4076-8505-6d6658fa1c4a" providerId="ADAL" clId="{F013552E-BB47-495A-8AE4-A62655247B0D}" dt="2024-12-17T10:04:47.239" v="2" actId="47"/>
        <pc:sldMkLst>
          <pc:docMk/>
          <pc:sldMk cId="3442354438" sldId="300"/>
        </pc:sldMkLst>
      </pc:sldChg>
      <pc:sldChg chg="modSp mod">
        <pc:chgData name="Ahmad, Nadia Genebra" userId="2eef2cf0-e606-4076-8505-6d6658fa1c4a" providerId="ADAL" clId="{F013552E-BB47-495A-8AE4-A62655247B0D}" dt="2024-12-17T09:56:49.081" v="0" actId="6549"/>
        <pc:sldMkLst>
          <pc:docMk/>
          <pc:sldMk cId="1436853541" sldId="3065"/>
        </pc:sldMkLst>
      </pc:sldChg>
      <pc:sldChg chg="del">
        <pc:chgData name="Ahmad, Nadia Genebra" userId="2eef2cf0-e606-4076-8505-6d6658fa1c4a" providerId="ADAL" clId="{F013552E-BB47-495A-8AE4-A62655247B0D}" dt="2024-12-17T09:57:52.870" v="1" actId="47"/>
        <pc:sldMkLst>
          <pc:docMk/>
          <pc:sldMk cId="3455589794" sldId="3092"/>
        </pc:sldMkLst>
      </pc:sldChg>
    </pc:docChg>
  </pc:docChgLst>
  <pc:docChgLst>
    <pc:chgData name="Gonçalo Mendes Baptista Filipe" userId="80cd4403-b592-4e78-81fa-04e264df0250" providerId="ADAL" clId="{4A42F97D-5B26-4F6D-8BC9-560863C5767C}"/>
    <pc:docChg chg="undo custSel addSld delSld modSld sldOrd modSection">
      <pc:chgData name="Gonçalo Mendes Baptista Filipe" userId="80cd4403-b592-4e78-81fa-04e264df0250" providerId="ADAL" clId="{4A42F97D-5B26-4F6D-8BC9-560863C5767C}" dt="2025-05-20T09:20:41.240" v="5416" actId="14100"/>
      <pc:docMkLst>
        <pc:docMk/>
      </pc:docMkLst>
      <pc:sldChg chg="modSp mod">
        <pc:chgData name="Gonçalo Mendes Baptista Filipe" userId="80cd4403-b592-4e78-81fa-04e264df0250" providerId="ADAL" clId="{4A42F97D-5B26-4F6D-8BC9-560863C5767C}" dt="2025-05-16T13:41:16.100" v="66" actId="20577"/>
        <pc:sldMkLst>
          <pc:docMk/>
          <pc:sldMk cId="3913749671" sldId="1945"/>
        </pc:sldMkLst>
        <pc:spChg chg="mod">
          <ac:chgData name="Gonçalo Mendes Baptista Filipe" userId="80cd4403-b592-4e78-81fa-04e264df0250" providerId="ADAL" clId="{4A42F97D-5B26-4F6D-8BC9-560863C5767C}" dt="2025-05-16T13:41:16.100" v="66" actId="20577"/>
          <ac:spMkLst>
            <pc:docMk/>
            <pc:sldMk cId="3913749671" sldId="1945"/>
            <ac:spMk id="2" creationId="{15436303-FA9E-6F69-3492-F72400D8E50E}"/>
          </ac:spMkLst>
        </pc:spChg>
      </pc:sldChg>
      <pc:sldChg chg="add del">
        <pc:chgData name="Gonçalo Mendes Baptista Filipe" userId="80cd4403-b592-4e78-81fa-04e264df0250" providerId="ADAL" clId="{4A42F97D-5B26-4F6D-8BC9-560863C5767C}" dt="2025-05-16T13:40:22.174" v="4" actId="47"/>
        <pc:sldMkLst>
          <pc:docMk/>
          <pc:sldMk cId="3823528496" sldId="1957"/>
        </pc:sldMkLst>
      </pc:sldChg>
      <pc:sldChg chg="modSp add mod ord">
        <pc:chgData name="Gonçalo Mendes Baptista Filipe" userId="80cd4403-b592-4e78-81fa-04e264df0250" providerId="ADAL" clId="{4A42F97D-5B26-4F6D-8BC9-560863C5767C}" dt="2025-05-16T13:41:30.111" v="79" actId="20577"/>
        <pc:sldMkLst>
          <pc:docMk/>
          <pc:sldMk cId="3654865693" sldId="1958"/>
        </pc:sldMkLst>
        <pc:spChg chg="mod">
          <ac:chgData name="Gonçalo Mendes Baptista Filipe" userId="80cd4403-b592-4e78-81fa-04e264df0250" providerId="ADAL" clId="{4A42F97D-5B26-4F6D-8BC9-560863C5767C}" dt="2025-05-16T13:41:30.111" v="79" actId="20577"/>
          <ac:spMkLst>
            <pc:docMk/>
            <pc:sldMk cId="3654865693" sldId="1958"/>
            <ac:spMk id="2" creationId="{335B2187-3D61-EE37-E7B4-4387B6A28619}"/>
          </ac:spMkLst>
        </pc:spChg>
      </pc:sldChg>
      <pc:sldChg chg="add del">
        <pc:chgData name="Gonçalo Mendes Baptista Filipe" userId="80cd4403-b592-4e78-81fa-04e264df0250" providerId="ADAL" clId="{4A42F97D-5B26-4F6D-8BC9-560863C5767C}" dt="2025-05-16T13:40:47.925" v="35" actId="47"/>
        <pc:sldMkLst>
          <pc:docMk/>
          <pc:sldMk cId="3688076766" sldId="1959"/>
        </pc:sldMkLst>
      </pc:sldChg>
      <pc:sldChg chg="addSp delSp modSp add del mod ord">
        <pc:chgData name="Gonçalo Mendes Baptista Filipe" userId="80cd4403-b592-4e78-81fa-04e264df0250" providerId="ADAL" clId="{4A42F97D-5B26-4F6D-8BC9-560863C5767C}" dt="2025-05-20T08:31:31.498" v="5361" actId="47"/>
        <pc:sldMkLst>
          <pc:docMk/>
          <pc:sldMk cId="504557849" sldId="1960"/>
        </pc:sldMkLst>
      </pc:sldChg>
      <pc:sldChg chg="addSp delSp modSp add mod">
        <pc:chgData name="Gonçalo Mendes Baptista Filipe" userId="80cd4403-b592-4e78-81fa-04e264df0250" providerId="ADAL" clId="{4A42F97D-5B26-4F6D-8BC9-560863C5767C}" dt="2025-05-20T09:20:41.240" v="5416" actId="14100"/>
        <pc:sldMkLst>
          <pc:docMk/>
          <pc:sldMk cId="475143846" sldId="1961"/>
        </pc:sldMkLst>
        <pc:spChg chg="mod">
          <ac:chgData name="Gonçalo Mendes Baptista Filipe" userId="80cd4403-b592-4e78-81fa-04e264df0250" providerId="ADAL" clId="{4A42F97D-5B26-4F6D-8BC9-560863C5767C}" dt="2025-05-20T08:00:21.102" v="5314" actId="20577"/>
          <ac:spMkLst>
            <pc:docMk/>
            <pc:sldMk cId="475143846" sldId="1961"/>
            <ac:spMk id="2" creationId="{B5578DC3-88C3-8349-3B14-3D2C43F1BD1F}"/>
          </ac:spMkLst>
        </pc:spChg>
        <pc:spChg chg="add mod">
          <ac:chgData name="Gonçalo Mendes Baptista Filipe" userId="80cd4403-b592-4e78-81fa-04e264df0250" providerId="ADAL" clId="{4A42F97D-5B26-4F6D-8BC9-560863C5767C}" dt="2025-05-20T08:01:52.943" v="5331" actId="208"/>
          <ac:spMkLst>
            <pc:docMk/>
            <pc:sldMk cId="475143846" sldId="1961"/>
            <ac:spMk id="3" creationId="{AC35F0FD-D102-013C-94D2-BE285D9678C3}"/>
          </ac:spMkLst>
        </pc:spChg>
        <pc:spChg chg="add del">
          <ac:chgData name="Gonçalo Mendes Baptista Filipe" userId="80cd4403-b592-4e78-81fa-04e264df0250" providerId="ADAL" clId="{4A42F97D-5B26-4F6D-8BC9-560863C5767C}" dt="2025-05-19T18:46:02.439" v="4011" actId="478"/>
          <ac:spMkLst>
            <pc:docMk/>
            <pc:sldMk cId="475143846" sldId="1961"/>
            <ac:spMk id="4" creationId="{14AC9812-5B9A-85E5-91E5-673AA18DEF3C}"/>
          </ac:spMkLst>
        </pc:spChg>
        <pc:spChg chg="add mod">
          <ac:chgData name="Gonçalo Mendes Baptista Filipe" userId="80cd4403-b592-4e78-81fa-04e264df0250" providerId="ADAL" clId="{4A42F97D-5B26-4F6D-8BC9-560863C5767C}" dt="2025-05-20T08:02:58.519" v="5360" actId="20577"/>
          <ac:spMkLst>
            <pc:docMk/>
            <pc:sldMk cId="475143846" sldId="1961"/>
            <ac:spMk id="21" creationId="{6405D187-611F-B808-3DF4-5E900329E9A8}"/>
          </ac:spMkLst>
        </pc:spChg>
        <pc:spChg chg="add mod">
          <ac:chgData name="Gonçalo Mendes Baptista Filipe" userId="80cd4403-b592-4e78-81fa-04e264df0250" providerId="ADAL" clId="{4A42F97D-5B26-4F6D-8BC9-560863C5767C}" dt="2025-05-20T08:02:16.295" v="5333" actId="208"/>
          <ac:spMkLst>
            <pc:docMk/>
            <pc:sldMk cId="475143846" sldId="1961"/>
            <ac:spMk id="22" creationId="{8AB3FB96-F213-FFE4-2441-6E019FF302DB}"/>
          </ac:spMkLst>
        </pc:spChg>
        <pc:spChg chg="add mod">
          <ac:chgData name="Gonçalo Mendes Baptista Filipe" userId="80cd4403-b592-4e78-81fa-04e264df0250" providerId="ADAL" clId="{4A42F97D-5B26-4F6D-8BC9-560863C5767C}" dt="2025-05-20T08:02:16.295" v="5333" actId="208"/>
          <ac:spMkLst>
            <pc:docMk/>
            <pc:sldMk cId="475143846" sldId="1961"/>
            <ac:spMk id="23" creationId="{2480BEBF-DB49-88E3-B116-34CF25731C59}"/>
          </ac:spMkLst>
        </pc:spChg>
        <pc:spChg chg="add mod topLvl">
          <ac:chgData name="Gonçalo Mendes Baptista Filipe" userId="80cd4403-b592-4e78-81fa-04e264df0250" providerId="ADAL" clId="{4A42F97D-5B26-4F6D-8BC9-560863C5767C}" dt="2025-05-20T08:02:16.295" v="5333" actId="208"/>
          <ac:spMkLst>
            <pc:docMk/>
            <pc:sldMk cId="475143846" sldId="1961"/>
            <ac:spMk id="24" creationId="{B44BD55A-DFC9-D0C0-EE50-3F3372B3D83D}"/>
          </ac:spMkLst>
        </pc:spChg>
        <pc:spChg chg="add mod">
          <ac:chgData name="Gonçalo Mendes Baptista Filipe" userId="80cd4403-b592-4e78-81fa-04e264df0250" providerId="ADAL" clId="{4A42F97D-5B26-4F6D-8BC9-560863C5767C}" dt="2025-05-20T08:02:16.295" v="5333" actId="208"/>
          <ac:spMkLst>
            <pc:docMk/>
            <pc:sldMk cId="475143846" sldId="1961"/>
            <ac:spMk id="25" creationId="{2CD27051-E79B-70DA-F986-DCAC56233298}"/>
          </ac:spMkLst>
        </pc:spChg>
        <pc:spChg chg="add mod">
          <ac:chgData name="Gonçalo Mendes Baptista Filipe" userId="80cd4403-b592-4e78-81fa-04e264df0250" providerId="ADAL" clId="{4A42F97D-5B26-4F6D-8BC9-560863C5767C}" dt="2025-05-20T08:02:16.295" v="5333" actId="208"/>
          <ac:spMkLst>
            <pc:docMk/>
            <pc:sldMk cId="475143846" sldId="1961"/>
            <ac:spMk id="26" creationId="{8B446466-4EAC-9ABC-BA49-CDC054374FC8}"/>
          </ac:spMkLst>
        </pc:spChg>
        <pc:spChg chg="add mod">
          <ac:chgData name="Gonçalo Mendes Baptista Filipe" userId="80cd4403-b592-4e78-81fa-04e264df0250" providerId="ADAL" clId="{4A42F97D-5B26-4F6D-8BC9-560863C5767C}" dt="2025-05-20T08:02:16.295" v="5333" actId="208"/>
          <ac:spMkLst>
            <pc:docMk/>
            <pc:sldMk cId="475143846" sldId="1961"/>
            <ac:spMk id="27" creationId="{73F7D3BE-14F0-DC88-1BD5-4EBA2BE47AE1}"/>
          </ac:spMkLst>
        </pc:spChg>
        <pc:spChg chg="add mod">
          <ac:chgData name="Gonçalo Mendes Baptista Filipe" userId="80cd4403-b592-4e78-81fa-04e264df0250" providerId="ADAL" clId="{4A42F97D-5B26-4F6D-8BC9-560863C5767C}" dt="2025-05-20T08:02:16.295" v="5333" actId="208"/>
          <ac:spMkLst>
            <pc:docMk/>
            <pc:sldMk cId="475143846" sldId="1961"/>
            <ac:spMk id="29" creationId="{4D579E94-9B7C-4FBF-504E-478189056DA8}"/>
          </ac:spMkLst>
        </pc:spChg>
        <pc:spChg chg="add mod topLvl">
          <ac:chgData name="Gonçalo Mendes Baptista Filipe" userId="80cd4403-b592-4e78-81fa-04e264df0250" providerId="ADAL" clId="{4A42F97D-5B26-4F6D-8BC9-560863C5767C}" dt="2025-05-20T08:02:16.295" v="5333" actId="208"/>
          <ac:spMkLst>
            <pc:docMk/>
            <pc:sldMk cId="475143846" sldId="1961"/>
            <ac:spMk id="31" creationId="{8A269156-4664-AFE8-9110-2466EB248C11}"/>
          </ac:spMkLst>
        </pc:spChg>
        <pc:spChg chg="add mod">
          <ac:chgData name="Gonçalo Mendes Baptista Filipe" userId="80cd4403-b592-4e78-81fa-04e264df0250" providerId="ADAL" clId="{4A42F97D-5B26-4F6D-8BC9-560863C5767C}" dt="2025-05-19T19:11:56.948" v="4755" actId="1076"/>
          <ac:spMkLst>
            <pc:docMk/>
            <pc:sldMk cId="475143846" sldId="1961"/>
            <ac:spMk id="33" creationId="{ABE8F1DA-1B08-0E2E-5DD1-4D81982BC4E2}"/>
          </ac:spMkLst>
        </pc:spChg>
        <pc:spChg chg="add mod">
          <ac:chgData name="Gonçalo Mendes Baptista Filipe" userId="80cd4403-b592-4e78-81fa-04e264df0250" providerId="ADAL" clId="{4A42F97D-5B26-4F6D-8BC9-560863C5767C}" dt="2025-05-19T19:12:04.370" v="4764" actId="20577"/>
          <ac:spMkLst>
            <pc:docMk/>
            <pc:sldMk cId="475143846" sldId="1961"/>
            <ac:spMk id="34" creationId="{B072CE1C-517F-D0BB-C4A5-6843CBD1C6B6}"/>
          </ac:spMkLst>
        </pc:spChg>
        <pc:spChg chg="add mod topLvl">
          <ac:chgData name="Gonçalo Mendes Baptista Filipe" userId="80cd4403-b592-4e78-81fa-04e264df0250" providerId="ADAL" clId="{4A42F97D-5B26-4F6D-8BC9-560863C5767C}" dt="2025-05-19T19:35:39.745" v="5286" actId="1076"/>
          <ac:spMkLst>
            <pc:docMk/>
            <pc:sldMk cId="475143846" sldId="1961"/>
            <ac:spMk id="35" creationId="{46EE0D09-F06E-DA96-A0C1-F5BE11A7989B}"/>
          </ac:spMkLst>
        </pc:spChg>
        <pc:spChg chg="add mod topLvl">
          <ac:chgData name="Gonçalo Mendes Baptista Filipe" userId="80cd4403-b592-4e78-81fa-04e264df0250" providerId="ADAL" clId="{4A42F97D-5B26-4F6D-8BC9-560863C5767C}" dt="2025-05-19T19:35:39.745" v="5286" actId="1076"/>
          <ac:spMkLst>
            <pc:docMk/>
            <pc:sldMk cId="475143846" sldId="1961"/>
            <ac:spMk id="36" creationId="{0B8701FA-319A-A28A-B9C0-B44EF2720DCF}"/>
          </ac:spMkLst>
        </pc:spChg>
        <pc:spChg chg="add mod topLvl">
          <ac:chgData name="Gonçalo Mendes Baptista Filipe" userId="80cd4403-b592-4e78-81fa-04e264df0250" providerId="ADAL" clId="{4A42F97D-5B26-4F6D-8BC9-560863C5767C}" dt="2025-05-19T19:21:24.616" v="5054" actId="1035"/>
          <ac:spMkLst>
            <pc:docMk/>
            <pc:sldMk cId="475143846" sldId="1961"/>
            <ac:spMk id="37" creationId="{29D9861A-F866-BEC0-6BB4-C0CD50B6BA13}"/>
          </ac:spMkLst>
        </pc:spChg>
        <pc:spChg chg="add mod topLvl">
          <ac:chgData name="Gonçalo Mendes Baptista Filipe" userId="80cd4403-b592-4e78-81fa-04e264df0250" providerId="ADAL" clId="{4A42F97D-5B26-4F6D-8BC9-560863C5767C}" dt="2025-05-19T19:21:24.616" v="5054" actId="1035"/>
          <ac:spMkLst>
            <pc:docMk/>
            <pc:sldMk cId="475143846" sldId="1961"/>
            <ac:spMk id="38" creationId="{8D876EE7-C068-00FA-03F2-0E06341F4EF2}"/>
          </ac:spMkLst>
        </pc:spChg>
        <pc:spChg chg="add mod">
          <ac:chgData name="Gonçalo Mendes Baptista Filipe" userId="80cd4403-b592-4e78-81fa-04e264df0250" providerId="ADAL" clId="{4A42F97D-5B26-4F6D-8BC9-560863C5767C}" dt="2025-05-19T19:28:09.232" v="5261" actId="20577"/>
          <ac:spMkLst>
            <pc:docMk/>
            <pc:sldMk cId="475143846" sldId="1961"/>
            <ac:spMk id="39" creationId="{D5A80751-EEFE-69A6-DF45-437245EA158A}"/>
          </ac:spMkLst>
        </pc:spChg>
        <pc:spChg chg="add mod topLvl">
          <ac:chgData name="Gonçalo Mendes Baptista Filipe" userId="80cd4403-b592-4e78-81fa-04e264df0250" providerId="ADAL" clId="{4A42F97D-5B26-4F6D-8BC9-560863C5767C}" dt="2025-05-19T19:27:35.476" v="5256" actId="114"/>
          <ac:spMkLst>
            <pc:docMk/>
            <pc:sldMk cId="475143846" sldId="1961"/>
            <ac:spMk id="40" creationId="{4DE194BB-E46E-17B0-4228-C024BDC6DFE7}"/>
          </ac:spMkLst>
        </pc:spChg>
        <pc:spChg chg="add mod">
          <ac:chgData name="Gonçalo Mendes Baptista Filipe" userId="80cd4403-b592-4e78-81fa-04e264df0250" providerId="ADAL" clId="{4A42F97D-5B26-4F6D-8BC9-560863C5767C}" dt="2025-05-19T19:27:35.476" v="5256" actId="114"/>
          <ac:spMkLst>
            <pc:docMk/>
            <pc:sldMk cId="475143846" sldId="1961"/>
            <ac:spMk id="41" creationId="{6B77FE1D-E407-00FF-C456-B290BE7D6915}"/>
          </ac:spMkLst>
        </pc:spChg>
        <pc:spChg chg="add mod topLvl">
          <ac:chgData name="Gonçalo Mendes Baptista Filipe" userId="80cd4403-b592-4e78-81fa-04e264df0250" providerId="ADAL" clId="{4A42F97D-5B26-4F6D-8BC9-560863C5767C}" dt="2025-05-19T19:35:39.745" v="5286" actId="1076"/>
          <ac:spMkLst>
            <pc:docMk/>
            <pc:sldMk cId="475143846" sldId="1961"/>
            <ac:spMk id="42" creationId="{7E4A0A1F-B9DA-57FA-046F-47813372F90D}"/>
          </ac:spMkLst>
        </pc:spChg>
        <pc:spChg chg="add mod">
          <ac:chgData name="Gonçalo Mendes Baptista Filipe" userId="80cd4403-b592-4e78-81fa-04e264df0250" providerId="ADAL" clId="{4A42F97D-5B26-4F6D-8BC9-560863C5767C}" dt="2025-05-19T19:27:35.476" v="5256" actId="114"/>
          <ac:spMkLst>
            <pc:docMk/>
            <pc:sldMk cId="475143846" sldId="1961"/>
            <ac:spMk id="43" creationId="{97B63DBA-26EA-DBE9-6480-F54A92FF0CBA}"/>
          </ac:spMkLst>
        </pc:spChg>
        <pc:spChg chg="add del mod topLvl">
          <ac:chgData name="Gonçalo Mendes Baptista Filipe" userId="80cd4403-b592-4e78-81fa-04e264df0250" providerId="ADAL" clId="{4A42F97D-5B26-4F6D-8BC9-560863C5767C}" dt="2025-05-20T09:20:32.708" v="5413" actId="12788"/>
          <ac:spMkLst>
            <pc:docMk/>
            <pc:sldMk cId="475143846" sldId="1961"/>
            <ac:spMk id="44" creationId="{4EB3178E-F411-EDF9-7646-30AD6F3725FD}"/>
          </ac:spMkLst>
        </pc:spChg>
        <pc:spChg chg="add mod">
          <ac:chgData name="Gonçalo Mendes Baptista Filipe" userId="80cd4403-b592-4e78-81fa-04e264df0250" providerId="ADAL" clId="{4A42F97D-5B26-4F6D-8BC9-560863C5767C}" dt="2025-05-19T19:27:35.476" v="5256" actId="114"/>
          <ac:spMkLst>
            <pc:docMk/>
            <pc:sldMk cId="475143846" sldId="1961"/>
            <ac:spMk id="45" creationId="{8B77464B-9AFB-545D-FE96-7EA7B8640000}"/>
          </ac:spMkLst>
        </pc:spChg>
        <pc:spChg chg="add del mod">
          <ac:chgData name="Gonçalo Mendes Baptista Filipe" userId="80cd4403-b592-4e78-81fa-04e264df0250" providerId="ADAL" clId="{4A42F97D-5B26-4F6D-8BC9-560863C5767C}" dt="2025-05-19T19:23:19.445" v="5156" actId="554"/>
          <ac:spMkLst>
            <pc:docMk/>
            <pc:sldMk cId="475143846" sldId="1961"/>
            <ac:spMk id="52" creationId="{C2C25819-8EC1-16B1-1593-020D2C42BBA8}"/>
          </ac:spMkLst>
        </pc:spChg>
        <pc:spChg chg="add mod">
          <ac:chgData name="Gonçalo Mendes Baptista Filipe" userId="80cd4403-b592-4e78-81fa-04e264df0250" providerId="ADAL" clId="{4A42F97D-5B26-4F6D-8BC9-560863C5767C}" dt="2025-05-19T19:35:10.434" v="5271" actId="1036"/>
          <ac:spMkLst>
            <pc:docMk/>
            <pc:sldMk cId="475143846" sldId="1961"/>
            <ac:spMk id="54" creationId="{EBE6FABA-F22E-1FDB-9DA7-EE87CAA2CF22}"/>
          </ac:spMkLst>
        </pc:spChg>
        <pc:spChg chg="add mod topLvl">
          <ac:chgData name="Gonçalo Mendes Baptista Filipe" userId="80cd4403-b592-4e78-81fa-04e264df0250" providerId="ADAL" clId="{4A42F97D-5B26-4F6D-8BC9-560863C5767C}" dt="2025-05-19T19:35:39.745" v="5286" actId="1076"/>
          <ac:spMkLst>
            <pc:docMk/>
            <pc:sldMk cId="475143846" sldId="1961"/>
            <ac:spMk id="55" creationId="{D8984DD5-9E41-FB9B-6D48-899C428A94E4}"/>
          </ac:spMkLst>
        </pc:spChg>
        <pc:spChg chg="add mod">
          <ac:chgData name="Gonçalo Mendes Baptista Filipe" userId="80cd4403-b592-4e78-81fa-04e264df0250" providerId="ADAL" clId="{4A42F97D-5B26-4F6D-8BC9-560863C5767C}" dt="2025-05-20T09:20:32.708" v="5413" actId="12788"/>
          <ac:spMkLst>
            <pc:docMk/>
            <pc:sldMk cId="475143846" sldId="1961"/>
            <ac:spMk id="57" creationId="{6ADAF4A6-08AF-DCDB-77AE-9B2B988EECD3}"/>
          </ac:spMkLst>
        </pc:spChg>
        <pc:spChg chg="add mod">
          <ac:chgData name="Gonçalo Mendes Baptista Filipe" userId="80cd4403-b592-4e78-81fa-04e264df0250" providerId="ADAL" clId="{4A42F97D-5B26-4F6D-8BC9-560863C5767C}" dt="2025-05-20T09:20:41.240" v="5416" actId="14100"/>
          <ac:spMkLst>
            <pc:docMk/>
            <pc:sldMk cId="475143846" sldId="1961"/>
            <ac:spMk id="58" creationId="{91F2F0D3-1A4B-A274-12D5-EDCB24FE0D17}"/>
          </ac:spMkLst>
        </pc:spChg>
        <pc:spChg chg="add mod">
          <ac:chgData name="Gonçalo Mendes Baptista Filipe" userId="80cd4403-b592-4e78-81fa-04e264df0250" providerId="ADAL" clId="{4A42F97D-5B26-4F6D-8BC9-560863C5767C}" dt="2025-05-19T19:35:39.745" v="5286" actId="1076"/>
          <ac:spMkLst>
            <pc:docMk/>
            <pc:sldMk cId="475143846" sldId="1961"/>
            <ac:spMk id="59" creationId="{4C618C11-290D-26D5-0061-B90FEA153C97}"/>
          </ac:spMkLst>
        </pc:spChg>
        <pc:spChg chg="add mod">
          <ac:chgData name="Gonçalo Mendes Baptista Filipe" userId="80cd4403-b592-4e78-81fa-04e264df0250" providerId="ADAL" clId="{4A42F97D-5B26-4F6D-8BC9-560863C5767C}" dt="2025-05-19T19:35:21.348" v="5284" actId="1035"/>
          <ac:spMkLst>
            <pc:docMk/>
            <pc:sldMk cId="475143846" sldId="1961"/>
            <ac:spMk id="60" creationId="{F795A12F-D083-0623-8807-E4E7BB1F802E}"/>
          </ac:spMkLst>
        </pc:spChg>
        <pc:graphicFrameChg chg="add mod modGraphic">
          <ac:chgData name="Gonçalo Mendes Baptista Filipe" userId="80cd4403-b592-4e78-81fa-04e264df0250" providerId="ADAL" clId="{4A42F97D-5B26-4F6D-8BC9-560863C5767C}" dt="2025-05-19T19:36:16.587" v="5291"/>
          <ac:graphicFrameMkLst>
            <pc:docMk/>
            <pc:sldMk cId="475143846" sldId="1961"/>
            <ac:graphicFrameMk id="20" creationId="{72D533E3-2AFF-9588-97B0-4E7D27729A15}"/>
          </ac:graphicFrameMkLst>
        </pc:graphicFrameChg>
      </pc:sldChg>
      <pc:sldChg chg="addSp delSp modSp add del mod">
        <pc:chgData name="Gonçalo Mendes Baptista Filipe" userId="80cd4403-b592-4e78-81fa-04e264df0250" providerId="ADAL" clId="{4A42F97D-5B26-4F6D-8BC9-560863C5767C}" dt="2025-05-19T10:59:43.240" v="3874" actId="47"/>
        <pc:sldMkLst>
          <pc:docMk/>
          <pc:sldMk cId="700536635" sldId="1961"/>
        </pc:sldMkLst>
      </pc:sldChg>
      <pc:sldChg chg="addSp delSp modSp add mod">
        <pc:chgData name="Gonçalo Mendes Baptista Filipe" userId="80cd4403-b592-4e78-81fa-04e264df0250" providerId="ADAL" clId="{4A42F97D-5B26-4F6D-8BC9-560863C5767C}" dt="2025-05-20T08:32:34.217" v="5411" actId="6549"/>
        <pc:sldMkLst>
          <pc:docMk/>
          <pc:sldMk cId="2667735673" sldId="1962"/>
        </pc:sldMkLst>
        <pc:spChg chg="mod">
          <ac:chgData name="Gonçalo Mendes Baptista Filipe" userId="80cd4403-b592-4e78-81fa-04e264df0250" providerId="ADAL" clId="{4A42F97D-5B26-4F6D-8BC9-560863C5767C}" dt="2025-05-20T08:00:27.813" v="5320" actId="20577"/>
          <ac:spMkLst>
            <pc:docMk/>
            <pc:sldMk cId="2667735673" sldId="1962"/>
            <ac:spMk id="2" creationId="{9F798716-0033-6EEA-7D45-3C52B7AF3BAF}"/>
          </ac:spMkLst>
        </pc:spChg>
        <pc:spChg chg="mod">
          <ac:chgData name="Gonçalo Mendes Baptista Filipe" userId="80cd4403-b592-4e78-81fa-04e264df0250" providerId="ADAL" clId="{4A42F97D-5B26-4F6D-8BC9-560863C5767C}" dt="2025-05-20T08:32:34.217" v="5411" actId="6549"/>
          <ac:spMkLst>
            <pc:docMk/>
            <pc:sldMk cId="2667735673" sldId="1962"/>
            <ac:spMk id="4" creationId="{D3A88DE1-8DC2-FD6A-0E0E-DB7B5FE1C61A}"/>
          </ac:spMkLst>
        </pc:spChg>
        <pc:spChg chg="add mod">
          <ac:chgData name="Gonçalo Mendes Baptista Filipe" userId="80cd4403-b592-4e78-81fa-04e264df0250" providerId="ADAL" clId="{4A42F97D-5B26-4F6D-8BC9-560863C5767C}" dt="2025-05-20T07:59:58.487" v="5308" actId="1076"/>
          <ac:spMkLst>
            <pc:docMk/>
            <pc:sldMk cId="2667735673" sldId="1962"/>
            <ac:spMk id="5" creationId="{466DAED3-A1DA-391A-98FB-DCDE72443FCD}"/>
          </ac:spMkLst>
        </pc:spChg>
        <pc:graphicFrameChg chg="add mod modGraphic">
          <ac:chgData name="Gonçalo Mendes Baptista Filipe" userId="80cd4403-b592-4e78-81fa-04e264df0250" providerId="ADAL" clId="{4A42F97D-5B26-4F6D-8BC9-560863C5767C}" dt="2025-05-20T07:59:35.742" v="5307" actId="1076"/>
          <ac:graphicFrameMkLst>
            <pc:docMk/>
            <pc:sldMk cId="2667735673" sldId="1962"/>
            <ac:graphicFrameMk id="3" creationId="{CCB24E0C-9AC7-2742-5EFC-57F1EFFC4D21}"/>
          </ac:graphicFrameMkLst>
        </pc:graphicFrameChg>
      </pc:sldChg>
      <pc:sldMasterChg chg="delSldLayout">
        <pc:chgData name="Gonçalo Mendes Baptista Filipe" userId="80cd4403-b592-4e78-81fa-04e264df0250" providerId="ADAL" clId="{4A42F97D-5B26-4F6D-8BC9-560863C5767C}" dt="2025-05-16T13:40:22.174" v="4" actId="47"/>
        <pc:sldMasterMkLst>
          <pc:docMk/>
          <pc:sldMasterMk cId="1991545490" sldId="2147483688"/>
        </pc:sldMasterMkLst>
        <pc:sldLayoutChg chg="del">
          <pc:chgData name="Gonçalo Mendes Baptista Filipe" userId="80cd4403-b592-4e78-81fa-04e264df0250" providerId="ADAL" clId="{4A42F97D-5B26-4F6D-8BC9-560863C5767C}" dt="2025-05-16T13:40:22.174" v="4" actId="47"/>
          <pc:sldLayoutMkLst>
            <pc:docMk/>
            <pc:sldMasterMk cId="1991545490" sldId="2147483688"/>
            <pc:sldLayoutMk cId="3947282497" sldId="2147483739"/>
          </pc:sldLayoutMkLst>
        </pc:sldLayoutChg>
      </pc:sldMasterChg>
      <pc:sldMasterChg chg="delSldLayout">
        <pc:chgData name="Gonçalo Mendes Baptista Filipe" userId="80cd4403-b592-4e78-81fa-04e264df0250" providerId="ADAL" clId="{4A42F97D-5B26-4F6D-8BC9-560863C5767C}" dt="2025-05-16T13:40:47.925" v="35" actId="47"/>
        <pc:sldMasterMkLst>
          <pc:docMk/>
          <pc:sldMasterMk cId="2368151632" sldId="2147483706"/>
        </pc:sldMasterMkLst>
        <pc:sldLayoutChg chg="del">
          <pc:chgData name="Gonçalo Mendes Baptista Filipe" userId="80cd4403-b592-4e78-81fa-04e264df0250" providerId="ADAL" clId="{4A42F97D-5B26-4F6D-8BC9-560863C5767C}" dt="2025-05-16T13:40:47.925" v="35" actId="47"/>
          <pc:sldLayoutMkLst>
            <pc:docMk/>
            <pc:sldMasterMk cId="2368151632" sldId="2147483706"/>
            <pc:sldLayoutMk cId="371432468" sldId="2147483739"/>
          </pc:sldLayoutMkLst>
        </pc:sldLayoutChg>
      </pc:sldMasterChg>
    </pc:docChg>
  </pc:docChgLst>
  <pc:docChgLst>
    <pc:chgData name="Godinho, Luis" userId="73da12d6-0d4b-484b-8b4c-3d031c51bbca" providerId="ADAL" clId="{83FCA687-FA0F-4661-95A1-39C0196A6F79}"/>
    <pc:docChg chg="custSel modSld">
      <pc:chgData name="Godinho, Luis" userId="73da12d6-0d4b-484b-8b4c-3d031c51bbca" providerId="ADAL" clId="{83FCA687-FA0F-4661-95A1-39C0196A6F79}" dt="2024-11-20T16:51:39.435" v="221" actId="478"/>
      <pc:docMkLst>
        <pc:docMk/>
      </pc:docMkLst>
      <pc:sldChg chg="modSp mod">
        <pc:chgData name="Godinho, Luis" userId="73da12d6-0d4b-484b-8b4c-3d031c51bbca" providerId="ADAL" clId="{83FCA687-FA0F-4661-95A1-39C0196A6F79}" dt="2024-11-20T13:05:45.170" v="173" actId="20577"/>
        <pc:sldMkLst>
          <pc:docMk/>
          <pc:sldMk cId="3683262458" sldId="256"/>
        </pc:sldMkLst>
      </pc:sldChg>
      <pc:sldChg chg="delSp mod">
        <pc:chgData name="Godinho, Luis" userId="73da12d6-0d4b-484b-8b4c-3d031c51bbca" providerId="ADAL" clId="{83FCA687-FA0F-4661-95A1-39C0196A6F79}" dt="2024-11-20T13:09:35.249" v="187" actId="478"/>
        <pc:sldMkLst>
          <pc:docMk/>
          <pc:sldMk cId="738604444" sldId="274"/>
        </pc:sldMkLst>
      </pc:sldChg>
      <pc:sldChg chg="delSp mod">
        <pc:chgData name="Godinho, Luis" userId="73da12d6-0d4b-484b-8b4c-3d031c51bbca" providerId="ADAL" clId="{83FCA687-FA0F-4661-95A1-39C0196A6F79}" dt="2024-11-20T13:09:14.271" v="184" actId="478"/>
        <pc:sldMkLst>
          <pc:docMk/>
          <pc:sldMk cId="1063573788" sldId="298"/>
        </pc:sldMkLst>
      </pc:sldChg>
      <pc:sldChg chg="delSp mod">
        <pc:chgData name="Godinho, Luis" userId="73da12d6-0d4b-484b-8b4c-3d031c51bbca" providerId="ADAL" clId="{83FCA687-FA0F-4661-95A1-39C0196A6F79}" dt="2024-11-20T13:00:29.264" v="96" actId="478"/>
        <pc:sldMkLst>
          <pc:docMk/>
          <pc:sldMk cId="4147398282" sldId="299"/>
        </pc:sldMkLst>
      </pc:sldChg>
      <pc:sldChg chg="delSp mod">
        <pc:chgData name="Godinho, Luis" userId="73da12d6-0d4b-484b-8b4c-3d031c51bbca" providerId="ADAL" clId="{83FCA687-FA0F-4661-95A1-39C0196A6F79}" dt="2024-11-20T16:51:39.435" v="221" actId="478"/>
        <pc:sldMkLst>
          <pc:docMk/>
          <pc:sldMk cId="3442354438" sldId="300"/>
        </pc:sldMkLst>
      </pc:sldChg>
      <pc:sldChg chg="delSp mod">
        <pc:chgData name="Godinho, Luis" userId="73da12d6-0d4b-484b-8b4c-3d031c51bbca" providerId="ADAL" clId="{83FCA687-FA0F-4661-95A1-39C0196A6F79}" dt="2024-11-20T12:59:38.815" v="47" actId="478"/>
        <pc:sldMkLst>
          <pc:docMk/>
          <pc:sldMk cId="1145178213" sldId="1910"/>
        </pc:sldMkLst>
      </pc:sldChg>
      <pc:sldChg chg="delSp modSp mod">
        <pc:chgData name="Godinho, Luis" userId="73da12d6-0d4b-484b-8b4c-3d031c51bbca" providerId="ADAL" clId="{83FCA687-FA0F-4661-95A1-39C0196A6F79}" dt="2024-11-20T13:00:16.757" v="95" actId="478"/>
        <pc:sldMkLst>
          <pc:docMk/>
          <pc:sldMk cId="1322282576" sldId="1911"/>
        </pc:sldMkLst>
      </pc:sldChg>
      <pc:sldChg chg="delSp modSp mod">
        <pc:chgData name="Godinho, Luis" userId="73da12d6-0d4b-484b-8b4c-3d031c51bbca" providerId="ADAL" clId="{83FCA687-FA0F-4661-95A1-39C0196A6F79}" dt="2024-11-20T12:59:10.582" v="46" actId="20577"/>
        <pc:sldMkLst>
          <pc:docMk/>
          <pc:sldMk cId="2065342804" sldId="3055"/>
        </pc:sldMkLst>
      </pc:sldChg>
      <pc:sldChg chg="delSp mod">
        <pc:chgData name="Godinho, Luis" userId="73da12d6-0d4b-484b-8b4c-3d031c51bbca" providerId="ADAL" clId="{83FCA687-FA0F-4661-95A1-39C0196A6F79}" dt="2024-11-20T13:09:22.055" v="185" actId="478"/>
        <pc:sldMkLst>
          <pc:docMk/>
          <pc:sldMk cId="2336396308" sldId="3056"/>
        </pc:sldMkLst>
      </pc:sldChg>
      <pc:sldChg chg="addSp delSp modSp mod">
        <pc:chgData name="Godinho, Luis" userId="73da12d6-0d4b-484b-8b4c-3d031c51bbca" providerId="ADAL" clId="{83FCA687-FA0F-4661-95A1-39C0196A6F79}" dt="2024-11-20T13:05:24.935" v="171" actId="478"/>
        <pc:sldMkLst>
          <pc:docMk/>
          <pc:sldMk cId="1436853541" sldId="3065"/>
        </pc:sldMkLst>
      </pc:sldChg>
      <pc:sldChg chg="delSp mod">
        <pc:chgData name="Godinho, Luis" userId="73da12d6-0d4b-484b-8b4c-3d031c51bbca" providerId="ADAL" clId="{83FCA687-FA0F-4661-95A1-39C0196A6F79}" dt="2024-11-20T12:57:01.453" v="3" actId="478"/>
        <pc:sldMkLst>
          <pc:docMk/>
          <pc:sldMk cId="3505382954" sldId="3086"/>
        </pc:sldMkLst>
      </pc:sldChg>
      <pc:sldChg chg="modSp mod">
        <pc:chgData name="Godinho, Luis" userId="73da12d6-0d4b-484b-8b4c-3d031c51bbca" providerId="ADAL" clId="{83FCA687-FA0F-4661-95A1-39C0196A6F79}" dt="2024-11-20T13:07:57.927" v="178" actId="113"/>
        <pc:sldMkLst>
          <pc:docMk/>
          <pc:sldMk cId="3638298442" sldId="3087"/>
        </pc:sldMkLst>
      </pc:sldChg>
      <pc:sldChg chg="addSp delSp modSp mod">
        <pc:chgData name="Godinho, Luis" userId="73da12d6-0d4b-484b-8b4c-3d031c51bbca" providerId="ADAL" clId="{83FCA687-FA0F-4661-95A1-39C0196A6F79}" dt="2024-11-20T13:08:20.296" v="182" actId="113"/>
        <pc:sldMkLst>
          <pc:docMk/>
          <pc:sldMk cId="1735109120" sldId="3089"/>
        </pc:sldMkLst>
      </pc:sldChg>
      <pc:sldChg chg="delSp mod">
        <pc:chgData name="Godinho, Luis" userId="73da12d6-0d4b-484b-8b4c-3d031c51bbca" providerId="ADAL" clId="{83FCA687-FA0F-4661-95A1-39C0196A6F79}" dt="2024-11-20T13:09:25.403" v="186" actId="478"/>
        <pc:sldMkLst>
          <pc:docMk/>
          <pc:sldMk cId="3455589794" sldId="3092"/>
        </pc:sldMkLst>
      </pc:sldChg>
      <pc:sldChg chg="delSp mod">
        <pc:chgData name="Godinho, Luis" userId="73da12d6-0d4b-484b-8b4c-3d031c51bbca" providerId="ADAL" clId="{83FCA687-FA0F-4661-95A1-39C0196A6F79}" dt="2024-11-20T13:09:00.597" v="183" actId="478"/>
        <pc:sldMkLst>
          <pc:docMk/>
          <pc:sldMk cId="2120440586" sldId="3100"/>
        </pc:sldMkLst>
      </pc:sldChg>
      <pc:sldChg chg="delSp modSp mod">
        <pc:chgData name="Godinho, Luis" userId="73da12d6-0d4b-484b-8b4c-3d031c51bbca" providerId="ADAL" clId="{83FCA687-FA0F-4661-95A1-39C0196A6F79}" dt="2024-11-20T16:45:41.459" v="216" actId="478"/>
        <pc:sldMkLst>
          <pc:docMk/>
          <pc:sldMk cId="4102747134" sldId="3101"/>
        </pc:sldMkLst>
      </pc:sldChg>
      <pc:sldChg chg="delSp mod">
        <pc:chgData name="Godinho, Luis" userId="73da12d6-0d4b-484b-8b4c-3d031c51bbca" providerId="ADAL" clId="{83FCA687-FA0F-4661-95A1-39C0196A6F79}" dt="2024-11-20T16:48:01.520" v="217" actId="478"/>
        <pc:sldMkLst>
          <pc:docMk/>
          <pc:sldMk cId="2450620249" sldId="3102"/>
        </pc:sldMkLst>
      </pc:sldChg>
      <pc:sldChg chg="delSp modSp mod">
        <pc:chgData name="Godinho, Luis" userId="73da12d6-0d4b-484b-8b4c-3d031c51bbca" providerId="ADAL" clId="{83FCA687-FA0F-4661-95A1-39C0196A6F79}" dt="2024-11-20T16:49:48.603" v="220" actId="478"/>
        <pc:sldMkLst>
          <pc:docMk/>
          <pc:sldMk cId="647390310" sldId="3103"/>
        </pc:sldMkLst>
      </pc:sldChg>
      <pc:sldChg chg="delSp mod">
        <pc:chgData name="Godinho, Luis" userId="73da12d6-0d4b-484b-8b4c-3d031c51bbca" providerId="ADAL" clId="{83FCA687-FA0F-4661-95A1-39C0196A6F79}" dt="2024-11-20T12:56:58.631" v="2" actId="478"/>
        <pc:sldMkLst>
          <pc:docMk/>
          <pc:sldMk cId="2315682889" sldId="3104"/>
        </pc:sldMkLst>
      </pc:sldChg>
    </pc:docChg>
  </pc:docChgLst>
  <pc:docChgLst>
    <pc:chgData name="Leonor Jorge" userId="aa6ed2b7-6bfb-4a58-bbec-03ed92829210" providerId="ADAL" clId="{B1CC7EE0-7FB4-4EEB-8ACC-DFF9DFFAA46E}"/>
    <pc:docChg chg="undo custSel addSld modSld">
      <pc:chgData name="Leonor Jorge" userId="aa6ed2b7-6bfb-4a58-bbec-03ed92829210" providerId="ADAL" clId="{B1CC7EE0-7FB4-4EEB-8ACC-DFF9DFFAA46E}" dt="2025-05-29T11:18:50.234" v="1604" actId="20577"/>
      <pc:docMkLst>
        <pc:docMk/>
      </pc:docMkLst>
      <pc:sldChg chg="addSp delSp modSp add mod">
        <pc:chgData name="Leonor Jorge" userId="aa6ed2b7-6bfb-4a58-bbec-03ed92829210" providerId="ADAL" clId="{B1CC7EE0-7FB4-4EEB-8ACC-DFF9DFFAA46E}" dt="2025-05-29T11:05:26.984" v="1599" actId="20577"/>
        <pc:sldMkLst>
          <pc:docMk/>
          <pc:sldMk cId="4174405574" sldId="1963"/>
        </pc:sldMkLst>
        <pc:spChg chg="mod">
          <ac:chgData name="Leonor Jorge" userId="aa6ed2b7-6bfb-4a58-bbec-03ed92829210" providerId="ADAL" clId="{B1CC7EE0-7FB4-4EEB-8ACC-DFF9DFFAA46E}" dt="2025-05-26T11:21:31.774" v="765" actId="20577"/>
          <ac:spMkLst>
            <pc:docMk/>
            <pc:sldMk cId="4174405574" sldId="1963"/>
            <ac:spMk id="2" creationId="{E98946A1-70EF-A77B-3533-EB6B27D6E470}"/>
          </ac:spMkLst>
        </pc:spChg>
        <pc:spChg chg="add mod">
          <ac:chgData name="Leonor Jorge" userId="aa6ed2b7-6bfb-4a58-bbec-03ed92829210" providerId="ADAL" clId="{B1CC7EE0-7FB4-4EEB-8ACC-DFF9DFFAA46E}" dt="2025-05-29T11:05:26.984" v="1599" actId="20577"/>
          <ac:spMkLst>
            <pc:docMk/>
            <pc:sldMk cId="4174405574" sldId="1963"/>
            <ac:spMk id="23" creationId="{5A09AA65-1B13-909B-5690-F9E5D754B4EB}"/>
          </ac:spMkLst>
        </pc:spChg>
        <pc:graphicFrameChg chg="add mod modGraphic">
          <ac:chgData name="Leonor Jorge" userId="aa6ed2b7-6bfb-4a58-bbec-03ed92829210" providerId="ADAL" clId="{B1CC7EE0-7FB4-4EEB-8ACC-DFF9DFFAA46E}" dt="2025-05-29T10:49:35.542" v="1582" actId="1076"/>
          <ac:graphicFrameMkLst>
            <pc:docMk/>
            <pc:sldMk cId="4174405574" sldId="1963"/>
            <ac:graphicFrameMk id="14" creationId="{044958E0-EEDD-C2FA-AEA0-720AC253539F}"/>
          </ac:graphicFrameMkLst>
        </pc:graphicFrameChg>
      </pc:sldChg>
      <pc:sldChg chg="addSp delSp modSp add mod">
        <pc:chgData name="Leonor Jorge" userId="aa6ed2b7-6bfb-4a58-bbec-03ed92829210" providerId="ADAL" clId="{B1CC7EE0-7FB4-4EEB-8ACC-DFF9DFFAA46E}" dt="2025-05-29T11:18:50.234" v="1604" actId="20577"/>
        <pc:sldMkLst>
          <pc:docMk/>
          <pc:sldMk cId="3893657020" sldId="1964"/>
        </pc:sldMkLst>
        <pc:spChg chg="mod">
          <ac:chgData name="Leonor Jorge" userId="aa6ed2b7-6bfb-4a58-bbec-03ed92829210" providerId="ADAL" clId="{B1CC7EE0-7FB4-4EEB-8ACC-DFF9DFFAA46E}" dt="2025-05-26T11:21:36.897" v="774" actId="20577"/>
          <ac:spMkLst>
            <pc:docMk/>
            <pc:sldMk cId="3893657020" sldId="1964"/>
            <ac:spMk id="2" creationId="{65633B79-ECB2-556C-5C48-2C99623EE38B}"/>
          </ac:spMkLst>
        </pc:spChg>
        <pc:spChg chg="mod">
          <ac:chgData name="Leonor Jorge" userId="aa6ed2b7-6bfb-4a58-bbec-03ed92829210" providerId="ADAL" clId="{B1CC7EE0-7FB4-4EEB-8ACC-DFF9DFFAA46E}" dt="2025-05-26T14:35:17.380" v="1562" actId="113"/>
          <ac:spMkLst>
            <pc:docMk/>
            <pc:sldMk cId="3893657020" sldId="1964"/>
            <ac:spMk id="4" creationId="{9EAA7751-53EF-3E88-C01F-C957A570655D}"/>
          </ac:spMkLst>
        </pc:spChg>
        <pc:spChg chg="add mod">
          <ac:chgData name="Leonor Jorge" userId="aa6ed2b7-6bfb-4a58-bbec-03ed92829210" providerId="ADAL" clId="{B1CC7EE0-7FB4-4EEB-8ACC-DFF9DFFAA46E}" dt="2025-05-29T11:18:50.234" v="1604" actId="20577"/>
          <ac:spMkLst>
            <pc:docMk/>
            <pc:sldMk cId="3893657020" sldId="1964"/>
            <ac:spMk id="8" creationId="{598DEA4A-F0C6-2F28-5A83-1F2DE1B4C254}"/>
          </ac:spMkLst>
        </pc:spChg>
        <pc:graphicFrameChg chg="add mod modGraphic">
          <ac:chgData name="Leonor Jorge" userId="aa6ed2b7-6bfb-4a58-bbec-03ed92829210" providerId="ADAL" clId="{B1CC7EE0-7FB4-4EEB-8ACC-DFF9DFFAA46E}" dt="2025-05-26T14:43:11.470" v="1571" actId="20577"/>
          <ac:graphicFrameMkLst>
            <pc:docMk/>
            <pc:sldMk cId="3893657020" sldId="1964"/>
            <ac:graphicFrameMk id="7" creationId="{BC62F05E-68FC-5119-DC87-371278311148}"/>
          </ac:graphicFrameMkLst>
        </pc:graphicFrameChg>
      </pc:sldChg>
    </pc:docChg>
  </pc:docChgLst>
  <pc:docChgLst>
    <pc:chgData name="Escaleira, Diogo Alexandre" userId="72fb12db-bc92-4c43-9b41-3ac15f1f989a" providerId="ADAL" clId="{7F77919D-5EBE-4EDB-8D4E-DBB2CDC05893}"/>
    <pc:docChg chg="custSel modSld">
      <pc:chgData name="Escaleira, Diogo Alexandre" userId="72fb12db-bc92-4c43-9b41-3ac15f1f989a" providerId="ADAL" clId="{7F77919D-5EBE-4EDB-8D4E-DBB2CDC05893}" dt="2024-11-22T00:12:02.369" v="1" actId="165"/>
      <pc:docMkLst>
        <pc:docMk/>
      </pc:docMkLst>
      <pc:sldChg chg="delSp mod">
        <pc:chgData name="Escaleira, Diogo Alexandre" userId="72fb12db-bc92-4c43-9b41-3ac15f1f989a" providerId="ADAL" clId="{7F77919D-5EBE-4EDB-8D4E-DBB2CDC05893}" dt="2024-11-22T00:09:49.924" v="0" actId="478"/>
        <pc:sldMkLst>
          <pc:docMk/>
          <pc:sldMk cId="931559344" sldId="258"/>
        </pc:sldMkLst>
      </pc:sldChg>
      <pc:sldChg chg="delSp modSp">
        <pc:chgData name="Escaleira, Diogo Alexandre" userId="72fb12db-bc92-4c43-9b41-3ac15f1f989a" providerId="ADAL" clId="{7F77919D-5EBE-4EDB-8D4E-DBB2CDC05893}" dt="2024-11-22T00:12:02.369" v="1" actId="165"/>
        <pc:sldMkLst>
          <pc:docMk/>
          <pc:sldMk cId="2298613513" sldId="3094"/>
        </pc:sldMkLst>
      </pc:sldChg>
    </pc:docChg>
  </pc:docChgLst>
  <pc:docChgLst>
    <pc:chgData name="Marta Rafaela Teixeira Nunes" userId="fecb1cbf-9054-4e8a-94b9-f17588734626" providerId="ADAL" clId="{51CF3AB2-00B6-483B-8FB8-D8D07D1CE92F}"/>
    <pc:docChg chg="modSld">
      <pc:chgData name="Marta Rafaela Teixeira Nunes" userId="fecb1cbf-9054-4e8a-94b9-f17588734626" providerId="ADAL" clId="{51CF3AB2-00B6-483B-8FB8-D8D07D1CE92F}" dt="2025-01-07T12:19:48.058" v="1" actId="1076"/>
      <pc:docMkLst>
        <pc:docMk/>
      </pc:docMkLst>
      <pc:sldChg chg="modSp mod">
        <pc:chgData name="Marta Rafaela Teixeira Nunes" userId="fecb1cbf-9054-4e8a-94b9-f17588734626" providerId="ADAL" clId="{51CF3AB2-00B6-483B-8FB8-D8D07D1CE92F}" dt="2025-01-07T12:19:48.058" v="1" actId="1076"/>
        <pc:sldMkLst>
          <pc:docMk/>
          <pc:sldMk cId="3505382954" sldId="3086"/>
        </pc:sldMkLst>
      </pc:sldChg>
    </pc:docChg>
  </pc:docChgLst>
  <pc:docChgLst>
    <pc:chgData name="Margarida Ferraz João" userId="fe410cbd-d21e-469e-90d6-524154344407" providerId="ADAL" clId="{4FD24AB1-633E-4A27-80F6-BEA123B7E64B}"/>
    <pc:docChg chg="undo redo custSel addSld delSld modSld modMainMaster modSection">
      <pc:chgData name="Margarida Ferraz João" userId="fe410cbd-d21e-469e-90d6-524154344407" providerId="ADAL" clId="{4FD24AB1-633E-4A27-80F6-BEA123B7E64B}" dt="2025-05-08T11:30:07.275" v="2305" actId="20577"/>
      <pc:docMkLst>
        <pc:docMk/>
      </pc:docMkLst>
      <pc:sldChg chg="del">
        <pc:chgData name="Margarida Ferraz João" userId="fe410cbd-d21e-469e-90d6-524154344407" providerId="ADAL" clId="{4FD24AB1-633E-4A27-80F6-BEA123B7E64B}" dt="2025-05-07T13:44:06.796" v="36" actId="47"/>
        <pc:sldMkLst>
          <pc:docMk/>
          <pc:sldMk cId="1928016349" sldId="1949"/>
        </pc:sldMkLst>
      </pc:sldChg>
      <pc:sldChg chg="addSp delSp modSp add mod">
        <pc:chgData name="Margarida Ferraz João" userId="fe410cbd-d21e-469e-90d6-524154344407" providerId="ADAL" clId="{4FD24AB1-633E-4A27-80F6-BEA123B7E64B}" dt="2025-05-08T11:29:33.180" v="2283" actId="20577"/>
        <pc:sldMkLst>
          <pc:docMk/>
          <pc:sldMk cId="764459417" sldId="1954"/>
        </pc:sldMkLst>
        <pc:spChg chg="mod">
          <ac:chgData name="Margarida Ferraz João" userId="fe410cbd-d21e-469e-90d6-524154344407" providerId="ADAL" clId="{4FD24AB1-633E-4A27-80F6-BEA123B7E64B}" dt="2025-05-07T17:06:36.330" v="2068" actId="20577"/>
          <ac:spMkLst>
            <pc:docMk/>
            <pc:sldMk cId="764459417" sldId="1954"/>
            <ac:spMk id="2" creationId="{36DFF511-273D-B550-CE7C-40A5AC4482D2}"/>
          </ac:spMkLst>
        </pc:spChg>
        <pc:spChg chg="add mod topLvl">
          <ac:chgData name="Margarida Ferraz João" userId="fe410cbd-d21e-469e-90d6-524154344407" providerId="ADAL" clId="{4FD24AB1-633E-4A27-80F6-BEA123B7E64B}" dt="2025-05-07T14:37:17.755" v="277" actId="14100"/>
          <ac:spMkLst>
            <pc:docMk/>
            <pc:sldMk cId="764459417" sldId="1954"/>
            <ac:spMk id="3" creationId="{7BB32441-0347-CD7A-1014-5EA8B8418B7D}"/>
          </ac:spMkLst>
        </pc:spChg>
        <pc:spChg chg="mod">
          <ac:chgData name="Margarida Ferraz João" userId="fe410cbd-d21e-469e-90d6-524154344407" providerId="ADAL" clId="{4FD24AB1-633E-4A27-80F6-BEA123B7E64B}" dt="2025-05-07T16:40:48.147" v="1946" actId="114"/>
          <ac:spMkLst>
            <pc:docMk/>
            <pc:sldMk cId="764459417" sldId="1954"/>
            <ac:spMk id="4" creationId="{8CBDE2AA-6467-F5F7-B473-B3F07C062C76}"/>
          </ac:spMkLst>
        </pc:spChg>
        <pc:spChg chg="add mod topLvl">
          <ac:chgData name="Margarida Ferraz João" userId="fe410cbd-d21e-469e-90d6-524154344407" providerId="ADAL" clId="{4FD24AB1-633E-4A27-80F6-BEA123B7E64B}" dt="2025-05-07T14:37:10.485" v="270" actId="14100"/>
          <ac:spMkLst>
            <pc:docMk/>
            <pc:sldMk cId="764459417" sldId="1954"/>
            <ac:spMk id="5" creationId="{695FC662-8314-E156-8924-A2636B92131D}"/>
          </ac:spMkLst>
        </pc:spChg>
        <pc:spChg chg="add mod topLvl">
          <ac:chgData name="Margarida Ferraz João" userId="fe410cbd-d21e-469e-90d6-524154344407" providerId="ADAL" clId="{4FD24AB1-633E-4A27-80F6-BEA123B7E64B}" dt="2025-05-07T14:37:10.247" v="269" actId="14100"/>
          <ac:spMkLst>
            <pc:docMk/>
            <pc:sldMk cId="764459417" sldId="1954"/>
            <ac:spMk id="6" creationId="{A19BACD8-477B-5334-7B8B-9E3904EE8A16}"/>
          </ac:spMkLst>
        </pc:spChg>
        <pc:spChg chg="add mod topLvl">
          <ac:chgData name="Margarida Ferraz João" userId="fe410cbd-d21e-469e-90d6-524154344407" providerId="ADAL" clId="{4FD24AB1-633E-4A27-80F6-BEA123B7E64B}" dt="2025-05-07T14:37:09.378" v="266" actId="14100"/>
          <ac:spMkLst>
            <pc:docMk/>
            <pc:sldMk cId="764459417" sldId="1954"/>
            <ac:spMk id="8" creationId="{EA5347B4-BD83-33AF-0DF7-A19FA6C93846}"/>
          </ac:spMkLst>
        </pc:spChg>
        <pc:spChg chg="add mod ord">
          <ac:chgData name="Margarida Ferraz João" userId="fe410cbd-d21e-469e-90d6-524154344407" providerId="ADAL" clId="{4FD24AB1-633E-4A27-80F6-BEA123B7E64B}" dt="2025-05-07T14:37:32.778" v="278" actId="14100"/>
          <ac:spMkLst>
            <pc:docMk/>
            <pc:sldMk cId="764459417" sldId="1954"/>
            <ac:spMk id="10" creationId="{622B0578-34CF-AF75-389F-CAE0ACA289D3}"/>
          </ac:spMkLst>
        </pc:spChg>
        <pc:spChg chg="add mod ord">
          <ac:chgData name="Margarida Ferraz João" userId="fe410cbd-d21e-469e-90d6-524154344407" providerId="ADAL" clId="{4FD24AB1-633E-4A27-80F6-BEA123B7E64B}" dt="2025-05-07T14:37:35.448" v="279" actId="14100"/>
          <ac:spMkLst>
            <pc:docMk/>
            <pc:sldMk cId="764459417" sldId="1954"/>
            <ac:spMk id="11" creationId="{BB73F283-378B-9C98-EA93-B5127010D6AA}"/>
          </ac:spMkLst>
        </pc:spChg>
        <pc:spChg chg="add mod ord">
          <ac:chgData name="Margarida Ferraz João" userId="fe410cbd-d21e-469e-90d6-524154344407" providerId="ADAL" clId="{4FD24AB1-633E-4A27-80F6-BEA123B7E64B}" dt="2025-05-07T14:37:38.675" v="280" actId="14100"/>
          <ac:spMkLst>
            <pc:docMk/>
            <pc:sldMk cId="764459417" sldId="1954"/>
            <ac:spMk id="13" creationId="{EAD47DB8-2D1F-69C2-D36C-ACB47D9354D3}"/>
          </ac:spMkLst>
        </pc:spChg>
        <pc:spChg chg="add mod">
          <ac:chgData name="Margarida Ferraz João" userId="fe410cbd-d21e-469e-90d6-524154344407" providerId="ADAL" clId="{4FD24AB1-633E-4A27-80F6-BEA123B7E64B}" dt="2025-05-07T14:38:29.639" v="290" actId="14861"/>
          <ac:spMkLst>
            <pc:docMk/>
            <pc:sldMk cId="764459417" sldId="1954"/>
            <ac:spMk id="18" creationId="{A10F94A4-28EC-E7E3-4607-212003461CF8}"/>
          </ac:spMkLst>
        </pc:spChg>
        <pc:spChg chg="add mod">
          <ac:chgData name="Margarida Ferraz João" userId="fe410cbd-d21e-469e-90d6-524154344407" providerId="ADAL" clId="{4FD24AB1-633E-4A27-80F6-BEA123B7E64B}" dt="2025-05-07T14:39:11.073" v="294" actId="14861"/>
          <ac:spMkLst>
            <pc:docMk/>
            <pc:sldMk cId="764459417" sldId="1954"/>
            <ac:spMk id="19" creationId="{8743B02D-44F2-3B36-F5D9-CD7B9F46EA3D}"/>
          </ac:spMkLst>
        </pc:spChg>
        <pc:spChg chg="add mod">
          <ac:chgData name="Margarida Ferraz João" userId="fe410cbd-d21e-469e-90d6-524154344407" providerId="ADAL" clId="{4FD24AB1-633E-4A27-80F6-BEA123B7E64B}" dt="2025-05-07T14:39:07.409" v="293" actId="14861"/>
          <ac:spMkLst>
            <pc:docMk/>
            <pc:sldMk cId="764459417" sldId="1954"/>
            <ac:spMk id="20" creationId="{3FE830C9-B613-39E9-E03B-AF13C4314003}"/>
          </ac:spMkLst>
        </pc:spChg>
        <pc:spChg chg="add mod">
          <ac:chgData name="Margarida Ferraz João" userId="fe410cbd-d21e-469e-90d6-524154344407" providerId="ADAL" clId="{4FD24AB1-633E-4A27-80F6-BEA123B7E64B}" dt="2025-05-07T14:42:55.130" v="366" actId="1076"/>
          <ac:spMkLst>
            <pc:docMk/>
            <pc:sldMk cId="764459417" sldId="1954"/>
            <ac:spMk id="22" creationId="{06EFD1AB-019E-C142-DA9B-239405283F99}"/>
          </ac:spMkLst>
        </pc:spChg>
        <pc:spChg chg="add del mod">
          <ac:chgData name="Margarida Ferraz João" userId="fe410cbd-d21e-469e-90d6-524154344407" providerId="ADAL" clId="{4FD24AB1-633E-4A27-80F6-BEA123B7E64B}" dt="2025-05-07T16:08:01.136" v="1472" actId="2711"/>
          <ac:spMkLst>
            <pc:docMk/>
            <pc:sldMk cId="764459417" sldId="1954"/>
            <ac:spMk id="26" creationId="{E36B80C0-1BDC-8814-8EBC-18CFA50FDCC9}"/>
          </ac:spMkLst>
        </pc:spChg>
        <pc:spChg chg="add mod">
          <ac:chgData name="Margarida Ferraz João" userId="fe410cbd-d21e-469e-90d6-524154344407" providerId="ADAL" clId="{4FD24AB1-633E-4A27-80F6-BEA123B7E64B}" dt="2025-05-07T15:03:59.332" v="858" actId="554"/>
          <ac:spMkLst>
            <pc:docMk/>
            <pc:sldMk cId="764459417" sldId="1954"/>
            <ac:spMk id="27" creationId="{B642A0A9-C355-27F1-7DD3-3884152DDFE3}"/>
          </ac:spMkLst>
        </pc:spChg>
        <pc:spChg chg="add mod">
          <ac:chgData name="Margarida Ferraz João" userId="fe410cbd-d21e-469e-90d6-524154344407" providerId="ADAL" clId="{4FD24AB1-633E-4A27-80F6-BEA123B7E64B}" dt="2025-05-07T15:03:59.332" v="858" actId="554"/>
          <ac:spMkLst>
            <pc:docMk/>
            <pc:sldMk cId="764459417" sldId="1954"/>
            <ac:spMk id="28" creationId="{E800B350-9108-94BB-E28E-2FD6E5D4AA73}"/>
          </ac:spMkLst>
        </pc:spChg>
        <pc:spChg chg="add mod">
          <ac:chgData name="Margarida Ferraz João" userId="fe410cbd-d21e-469e-90d6-524154344407" providerId="ADAL" clId="{4FD24AB1-633E-4A27-80F6-BEA123B7E64B}" dt="2025-05-08T11:29:33.180" v="2283" actId="20577"/>
          <ac:spMkLst>
            <pc:docMk/>
            <pc:sldMk cId="764459417" sldId="1954"/>
            <ac:spMk id="29" creationId="{4C86BAF0-D62B-ADCD-53B5-6B3E9F30D9E3}"/>
          </ac:spMkLst>
        </pc:spChg>
        <pc:spChg chg="add mod">
          <ac:chgData name="Margarida Ferraz João" userId="fe410cbd-d21e-469e-90d6-524154344407" providerId="ADAL" clId="{4FD24AB1-633E-4A27-80F6-BEA123B7E64B}" dt="2025-05-07T16:08:01.136" v="1472" actId="2711"/>
          <ac:spMkLst>
            <pc:docMk/>
            <pc:sldMk cId="764459417" sldId="1954"/>
            <ac:spMk id="30" creationId="{C45A2402-9DAF-8D96-FB7F-C70A89A0535D}"/>
          </ac:spMkLst>
        </pc:spChg>
        <pc:spChg chg="add mod">
          <ac:chgData name="Margarida Ferraz João" userId="fe410cbd-d21e-469e-90d6-524154344407" providerId="ADAL" clId="{4FD24AB1-633E-4A27-80F6-BEA123B7E64B}" dt="2025-05-07T16:08:01.136" v="1472" actId="2711"/>
          <ac:spMkLst>
            <pc:docMk/>
            <pc:sldMk cId="764459417" sldId="1954"/>
            <ac:spMk id="31" creationId="{5E983088-96F6-F5FC-5458-18AD29A91FF8}"/>
          </ac:spMkLst>
        </pc:spChg>
        <pc:spChg chg="add mod">
          <ac:chgData name="Margarida Ferraz João" userId="fe410cbd-d21e-469e-90d6-524154344407" providerId="ADAL" clId="{4FD24AB1-633E-4A27-80F6-BEA123B7E64B}" dt="2025-05-07T16:08:01.136" v="1472" actId="2711"/>
          <ac:spMkLst>
            <pc:docMk/>
            <pc:sldMk cId="764459417" sldId="1954"/>
            <ac:spMk id="32" creationId="{8A7EED85-E2ED-9DFE-2122-67EF7B2F9C52}"/>
          </ac:spMkLst>
        </pc:spChg>
        <pc:spChg chg="add mod">
          <ac:chgData name="Margarida Ferraz João" userId="fe410cbd-d21e-469e-90d6-524154344407" providerId="ADAL" clId="{4FD24AB1-633E-4A27-80F6-BEA123B7E64B}" dt="2025-05-07T16:08:01.136" v="1472" actId="2711"/>
          <ac:spMkLst>
            <pc:docMk/>
            <pc:sldMk cId="764459417" sldId="1954"/>
            <ac:spMk id="33" creationId="{06149F24-40A0-C0B3-F0E2-203A7CE6E00E}"/>
          </ac:spMkLst>
        </pc:spChg>
        <pc:spChg chg="add mod">
          <ac:chgData name="Margarida Ferraz João" userId="fe410cbd-d21e-469e-90d6-524154344407" providerId="ADAL" clId="{4FD24AB1-633E-4A27-80F6-BEA123B7E64B}" dt="2025-05-07T16:08:01.136" v="1472" actId="2711"/>
          <ac:spMkLst>
            <pc:docMk/>
            <pc:sldMk cId="764459417" sldId="1954"/>
            <ac:spMk id="34" creationId="{6AE52A3A-EB7E-1AA7-7290-AD13D8D58718}"/>
          </ac:spMkLst>
        </pc:spChg>
        <pc:spChg chg="add mod">
          <ac:chgData name="Margarida Ferraz João" userId="fe410cbd-d21e-469e-90d6-524154344407" providerId="ADAL" clId="{4FD24AB1-633E-4A27-80F6-BEA123B7E64B}" dt="2025-05-07T16:08:01.136" v="1472" actId="2711"/>
          <ac:spMkLst>
            <pc:docMk/>
            <pc:sldMk cId="764459417" sldId="1954"/>
            <ac:spMk id="35" creationId="{6BFA0E34-DB8A-9ADB-E16B-1C5C848D4E8A}"/>
          </ac:spMkLst>
        </pc:spChg>
        <pc:spChg chg="add mod">
          <ac:chgData name="Margarida Ferraz João" userId="fe410cbd-d21e-469e-90d6-524154344407" providerId="ADAL" clId="{4FD24AB1-633E-4A27-80F6-BEA123B7E64B}" dt="2025-05-07T16:08:01.136" v="1472" actId="2711"/>
          <ac:spMkLst>
            <pc:docMk/>
            <pc:sldMk cId="764459417" sldId="1954"/>
            <ac:spMk id="36" creationId="{83A4D595-3E0B-D4F3-AB7C-1F5DAABF1EED}"/>
          </ac:spMkLst>
        </pc:spChg>
        <pc:spChg chg="add mod">
          <ac:chgData name="Margarida Ferraz João" userId="fe410cbd-d21e-469e-90d6-524154344407" providerId="ADAL" clId="{4FD24AB1-633E-4A27-80F6-BEA123B7E64B}" dt="2025-05-07T16:08:01.136" v="1472" actId="2711"/>
          <ac:spMkLst>
            <pc:docMk/>
            <pc:sldMk cId="764459417" sldId="1954"/>
            <ac:spMk id="37" creationId="{AF77125D-B565-C4AD-FE39-92CBA92F20C3}"/>
          </ac:spMkLst>
        </pc:spChg>
        <pc:spChg chg="add mod">
          <ac:chgData name="Margarida Ferraz João" userId="fe410cbd-d21e-469e-90d6-524154344407" providerId="ADAL" clId="{4FD24AB1-633E-4A27-80F6-BEA123B7E64B}" dt="2025-05-07T22:19:09.963" v="2277" actId="20577"/>
          <ac:spMkLst>
            <pc:docMk/>
            <pc:sldMk cId="764459417" sldId="1954"/>
            <ac:spMk id="38" creationId="{AF95F9A5-5E24-602A-837D-8B3BA0FEE99C}"/>
          </ac:spMkLst>
        </pc:spChg>
        <pc:grpChg chg="add mod">
          <ac:chgData name="Margarida Ferraz João" userId="fe410cbd-d21e-469e-90d6-524154344407" providerId="ADAL" clId="{4FD24AB1-633E-4A27-80F6-BEA123B7E64B}" dt="2025-05-07T14:37:49.179" v="281" actId="164"/>
          <ac:grpSpMkLst>
            <pc:docMk/>
            <pc:sldMk cId="764459417" sldId="1954"/>
            <ac:grpSpMk id="17" creationId="{268E9982-6607-33A4-0F5E-966F522C99E7}"/>
          </ac:grpSpMkLst>
        </pc:grpChg>
        <pc:grpChg chg="add mod">
          <ac:chgData name="Margarida Ferraz João" userId="fe410cbd-d21e-469e-90d6-524154344407" providerId="ADAL" clId="{4FD24AB1-633E-4A27-80F6-BEA123B7E64B}" dt="2025-05-07T15:06:05.686" v="949" actId="1076"/>
          <ac:grpSpMkLst>
            <pc:docMk/>
            <pc:sldMk cId="764459417" sldId="1954"/>
            <ac:grpSpMk id="21" creationId="{9E2142BF-2E0C-F66D-F4ED-1C2917B0A14E}"/>
          </ac:grpSpMkLst>
        </pc:grpChg>
        <pc:cxnChg chg="add mod">
          <ac:chgData name="Margarida Ferraz João" userId="fe410cbd-d21e-469e-90d6-524154344407" providerId="ADAL" clId="{4FD24AB1-633E-4A27-80F6-BEA123B7E64B}" dt="2025-05-07T14:39:29.658" v="295" actId="14100"/>
          <ac:cxnSpMkLst>
            <pc:docMk/>
            <pc:sldMk cId="764459417" sldId="1954"/>
            <ac:cxnSpMk id="15" creationId="{0FB94CF4-DBFE-8E79-DDED-2777AC58C4C1}"/>
          </ac:cxnSpMkLst>
        </pc:cxnChg>
        <pc:cxnChg chg="add mod">
          <ac:chgData name="Margarida Ferraz João" userId="fe410cbd-d21e-469e-90d6-524154344407" providerId="ADAL" clId="{4FD24AB1-633E-4A27-80F6-BEA123B7E64B}" dt="2025-05-07T14:42:51.495" v="362" actId="1035"/>
          <ac:cxnSpMkLst>
            <pc:docMk/>
            <pc:sldMk cId="764459417" sldId="1954"/>
            <ac:cxnSpMk id="16" creationId="{573FE827-DA03-4AA2-C4EA-A4E1ED027D15}"/>
          </ac:cxnSpMkLst>
        </pc:cxnChg>
      </pc:sldChg>
      <pc:sldChg chg="addSp delSp modSp add del mod">
        <pc:chgData name="Margarida Ferraz João" userId="fe410cbd-d21e-469e-90d6-524154344407" providerId="ADAL" clId="{4FD24AB1-633E-4A27-80F6-BEA123B7E64B}" dt="2025-05-07T16:02:55.803" v="1455" actId="47"/>
        <pc:sldMkLst>
          <pc:docMk/>
          <pc:sldMk cId="562204231" sldId="1955"/>
        </pc:sldMkLst>
      </pc:sldChg>
      <pc:sldChg chg="addSp delSp modSp add mod">
        <pc:chgData name="Margarida Ferraz João" userId="fe410cbd-d21e-469e-90d6-524154344407" providerId="ADAL" clId="{4FD24AB1-633E-4A27-80F6-BEA123B7E64B}" dt="2025-05-08T11:30:07.275" v="2305" actId="20577"/>
        <pc:sldMkLst>
          <pc:docMk/>
          <pc:sldMk cId="66154835" sldId="1956"/>
        </pc:sldMkLst>
        <pc:spChg chg="mod">
          <ac:chgData name="Margarida Ferraz João" userId="fe410cbd-d21e-469e-90d6-524154344407" providerId="ADAL" clId="{4FD24AB1-633E-4A27-80F6-BEA123B7E64B}" dt="2025-05-07T17:06:40.865" v="2070" actId="20577"/>
          <ac:spMkLst>
            <pc:docMk/>
            <pc:sldMk cId="66154835" sldId="1956"/>
            <ac:spMk id="2" creationId="{9BBE3979-8148-F39F-8FAC-250662F2BCCD}"/>
          </ac:spMkLst>
        </pc:spChg>
        <pc:spChg chg="add mod">
          <ac:chgData name="Margarida Ferraz João" userId="fe410cbd-d21e-469e-90d6-524154344407" providerId="ADAL" clId="{4FD24AB1-633E-4A27-80F6-BEA123B7E64B}" dt="2025-05-07T16:01:42.150" v="1444" actId="164"/>
          <ac:spMkLst>
            <pc:docMk/>
            <pc:sldMk cId="66154835" sldId="1956"/>
            <ac:spMk id="3" creationId="{F37C2AEA-E5C2-CD51-F597-FFFE8D6C849D}"/>
          </ac:spMkLst>
        </pc:spChg>
        <pc:spChg chg="add mod">
          <ac:chgData name="Margarida Ferraz João" userId="fe410cbd-d21e-469e-90d6-524154344407" providerId="ADAL" clId="{4FD24AB1-633E-4A27-80F6-BEA123B7E64B}" dt="2025-05-07T16:27:41.190" v="1707" actId="255"/>
          <ac:spMkLst>
            <pc:docMk/>
            <pc:sldMk cId="66154835" sldId="1956"/>
            <ac:spMk id="4" creationId="{5117A9C6-33F2-EF41-9386-BC044AF8A61E}"/>
          </ac:spMkLst>
        </pc:spChg>
        <pc:spChg chg="mod topLvl">
          <ac:chgData name="Margarida Ferraz João" userId="fe410cbd-d21e-469e-90d6-524154344407" providerId="ADAL" clId="{4FD24AB1-633E-4A27-80F6-BEA123B7E64B}" dt="2025-05-08T11:30:07.275" v="2305" actId="20577"/>
          <ac:spMkLst>
            <pc:docMk/>
            <pc:sldMk cId="66154835" sldId="1956"/>
            <ac:spMk id="7" creationId="{11D19E8B-E3ED-D411-9582-C5BA7727534A}"/>
          </ac:spMkLst>
        </pc:spChg>
        <pc:spChg chg="mod topLvl">
          <ac:chgData name="Margarida Ferraz João" userId="fe410cbd-d21e-469e-90d6-524154344407" providerId="ADAL" clId="{4FD24AB1-633E-4A27-80F6-BEA123B7E64B}" dt="2025-05-07T16:48:39.414" v="2047" actId="255"/>
          <ac:spMkLst>
            <pc:docMk/>
            <pc:sldMk cId="66154835" sldId="1956"/>
            <ac:spMk id="8" creationId="{F9DCB3B9-D488-1324-11EC-4D2272D3CD5D}"/>
          </ac:spMkLst>
        </pc:spChg>
        <pc:spChg chg="mod topLvl">
          <ac:chgData name="Margarida Ferraz João" userId="fe410cbd-d21e-469e-90d6-524154344407" providerId="ADAL" clId="{4FD24AB1-633E-4A27-80F6-BEA123B7E64B}" dt="2025-05-07T16:47:19.483" v="2008" actId="114"/>
          <ac:spMkLst>
            <pc:docMk/>
            <pc:sldMk cId="66154835" sldId="1956"/>
            <ac:spMk id="9" creationId="{40A92592-ED61-539E-A211-5A96CBBEB75A}"/>
          </ac:spMkLst>
        </pc:spChg>
        <pc:spChg chg="mod topLvl">
          <ac:chgData name="Margarida Ferraz João" userId="fe410cbd-d21e-469e-90d6-524154344407" providerId="ADAL" clId="{4FD24AB1-633E-4A27-80F6-BEA123B7E64B}" dt="2025-05-07T16:48:53.870" v="2065" actId="255"/>
          <ac:spMkLst>
            <pc:docMk/>
            <pc:sldMk cId="66154835" sldId="1956"/>
            <ac:spMk id="10" creationId="{FF775225-D0C2-EE72-1F26-426208AC1B71}"/>
          </ac:spMkLst>
        </pc:spChg>
        <pc:spChg chg="mod topLvl">
          <ac:chgData name="Margarida Ferraz João" userId="fe410cbd-d21e-469e-90d6-524154344407" providerId="ADAL" clId="{4FD24AB1-633E-4A27-80F6-BEA123B7E64B}" dt="2025-05-07T16:48:03.744" v="2031" actId="255"/>
          <ac:spMkLst>
            <pc:docMk/>
            <pc:sldMk cId="66154835" sldId="1956"/>
            <ac:spMk id="11" creationId="{16E2939E-17E9-6579-0CD8-80A8D8508BBB}"/>
          </ac:spMkLst>
        </pc:spChg>
        <pc:spChg chg="mod">
          <ac:chgData name="Margarida Ferraz João" userId="fe410cbd-d21e-469e-90d6-524154344407" providerId="ADAL" clId="{4FD24AB1-633E-4A27-80F6-BEA123B7E64B}" dt="2025-05-07T16:01:35.107" v="1443" actId="1076"/>
          <ac:spMkLst>
            <pc:docMk/>
            <pc:sldMk cId="66154835" sldId="1956"/>
            <ac:spMk id="12" creationId="{5DF34AB3-E8B8-19AF-657D-5CF6335735B9}"/>
          </ac:spMkLst>
        </pc:spChg>
        <pc:spChg chg="mod topLvl">
          <ac:chgData name="Margarida Ferraz João" userId="fe410cbd-d21e-469e-90d6-524154344407" providerId="ADAL" clId="{4FD24AB1-633E-4A27-80F6-BEA123B7E64B}" dt="2025-05-07T16:08:25.458" v="1474" actId="2711"/>
          <ac:spMkLst>
            <pc:docMk/>
            <pc:sldMk cId="66154835" sldId="1956"/>
            <ac:spMk id="13" creationId="{8D672137-3E24-C9F4-9E46-5E36479C924B}"/>
          </ac:spMkLst>
        </pc:spChg>
        <pc:spChg chg="mod topLvl">
          <ac:chgData name="Margarida Ferraz João" userId="fe410cbd-d21e-469e-90d6-524154344407" providerId="ADAL" clId="{4FD24AB1-633E-4A27-80F6-BEA123B7E64B}" dt="2025-05-07T16:08:25.458" v="1474" actId="2711"/>
          <ac:spMkLst>
            <pc:docMk/>
            <pc:sldMk cId="66154835" sldId="1956"/>
            <ac:spMk id="15" creationId="{334ACE3E-DD16-D4FF-D4DC-86089C83B1F0}"/>
          </ac:spMkLst>
        </pc:spChg>
        <pc:spChg chg="mod topLvl">
          <ac:chgData name="Margarida Ferraz João" userId="fe410cbd-d21e-469e-90d6-524154344407" providerId="ADAL" clId="{4FD24AB1-633E-4A27-80F6-BEA123B7E64B}" dt="2025-05-07T16:08:25.458" v="1474" actId="2711"/>
          <ac:spMkLst>
            <pc:docMk/>
            <pc:sldMk cId="66154835" sldId="1956"/>
            <ac:spMk id="16" creationId="{1712ED2D-CBCA-44D9-7509-D502A226F36A}"/>
          </ac:spMkLst>
        </pc:spChg>
        <pc:spChg chg="add mod">
          <ac:chgData name="Margarida Ferraz João" userId="fe410cbd-d21e-469e-90d6-524154344407" providerId="ADAL" clId="{4FD24AB1-633E-4A27-80F6-BEA123B7E64B}" dt="2025-05-07T16:14:07.390" v="1509" actId="693"/>
          <ac:spMkLst>
            <pc:docMk/>
            <pc:sldMk cId="66154835" sldId="1956"/>
            <ac:spMk id="19" creationId="{EFB720C8-AB52-A94A-A795-E7B53B608E0A}"/>
          </ac:spMkLst>
        </pc:spChg>
        <pc:spChg chg="add mod">
          <ac:chgData name="Margarida Ferraz João" userId="fe410cbd-d21e-469e-90d6-524154344407" providerId="ADAL" clId="{4FD24AB1-633E-4A27-80F6-BEA123B7E64B}" dt="2025-05-07T16:27:49.825" v="1708" actId="255"/>
          <ac:spMkLst>
            <pc:docMk/>
            <pc:sldMk cId="66154835" sldId="1956"/>
            <ac:spMk id="20" creationId="{082EC628-F6B4-BB18-9FEB-FD09EA2D3582}"/>
          </ac:spMkLst>
        </pc:spChg>
        <pc:spChg chg="add mod ord">
          <ac:chgData name="Margarida Ferraz João" userId="fe410cbd-d21e-469e-90d6-524154344407" providerId="ADAL" clId="{4FD24AB1-633E-4A27-80F6-BEA123B7E64B}" dt="2025-05-07T16:19:19.418" v="1575" actId="164"/>
          <ac:spMkLst>
            <pc:docMk/>
            <pc:sldMk cId="66154835" sldId="1956"/>
            <ac:spMk id="21" creationId="{D7916D18-D58D-C733-93F7-FD81A9A045AB}"/>
          </ac:spMkLst>
        </pc:spChg>
        <pc:spChg chg="add mod ord">
          <ac:chgData name="Margarida Ferraz João" userId="fe410cbd-d21e-469e-90d6-524154344407" providerId="ADAL" clId="{4FD24AB1-633E-4A27-80F6-BEA123B7E64B}" dt="2025-05-07T16:19:19.418" v="1575" actId="164"/>
          <ac:spMkLst>
            <pc:docMk/>
            <pc:sldMk cId="66154835" sldId="1956"/>
            <ac:spMk id="22" creationId="{693B1A8D-9540-4BA1-8687-9AD7A9B377A9}"/>
          </ac:spMkLst>
        </pc:spChg>
        <pc:spChg chg="add mod ord">
          <ac:chgData name="Margarida Ferraz João" userId="fe410cbd-d21e-469e-90d6-524154344407" providerId="ADAL" clId="{4FD24AB1-633E-4A27-80F6-BEA123B7E64B}" dt="2025-05-07T16:19:19.418" v="1575" actId="164"/>
          <ac:spMkLst>
            <pc:docMk/>
            <pc:sldMk cId="66154835" sldId="1956"/>
            <ac:spMk id="26" creationId="{58B947C1-7D13-6FE9-87A2-1E3DA1762253}"/>
          </ac:spMkLst>
        </pc:spChg>
        <pc:spChg chg="add mod">
          <ac:chgData name="Margarida Ferraz João" userId="fe410cbd-d21e-469e-90d6-524154344407" providerId="ADAL" clId="{4FD24AB1-633E-4A27-80F6-BEA123B7E64B}" dt="2025-05-07T16:19:19.418" v="1575" actId="164"/>
          <ac:spMkLst>
            <pc:docMk/>
            <pc:sldMk cId="66154835" sldId="1956"/>
            <ac:spMk id="27" creationId="{4F0A71B6-161E-6626-A412-80E8C3058AC2}"/>
          </ac:spMkLst>
        </pc:spChg>
        <pc:spChg chg="add mod ord">
          <ac:chgData name="Margarida Ferraz João" userId="fe410cbd-d21e-469e-90d6-524154344407" providerId="ADAL" clId="{4FD24AB1-633E-4A27-80F6-BEA123B7E64B}" dt="2025-05-07T16:21:36.709" v="1616" actId="1582"/>
          <ac:spMkLst>
            <pc:docMk/>
            <pc:sldMk cId="66154835" sldId="1956"/>
            <ac:spMk id="28" creationId="{F3FDBFF6-ACE8-13A4-BAEF-2F0322CE7954}"/>
          </ac:spMkLst>
        </pc:spChg>
        <pc:spChg chg="add mod ord">
          <ac:chgData name="Margarida Ferraz João" userId="fe410cbd-d21e-469e-90d6-524154344407" providerId="ADAL" clId="{4FD24AB1-633E-4A27-80F6-BEA123B7E64B}" dt="2025-05-07T16:21:45.510" v="1617" actId="1582"/>
          <ac:spMkLst>
            <pc:docMk/>
            <pc:sldMk cId="66154835" sldId="1956"/>
            <ac:spMk id="29" creationId="{FAE5D520-8EF3-8219-136B-CDB85A15521E}"/>
          </ac:spMkLst>
        </pc:spChg>
        <pc:spChg chg="add mod ord">
          <ac:chgData name="Margarida Ferraz João" userId="fe410cbd-d21e-469e-90d6-524154344407" providerId="ADAL" clId="{4FD24AB1-633E-4A27-80F6-BEA123B7E64B}" dt="2025-05-07T16:21:45.510" v="1617" actId="1582"/>
          <ac:spMkLst>
            <pc:docMk/>
            <pc:sldMk cId="66154835" sldId="1956"/>
            <ac:spMk id="30" creationId="{DAE6105E-D31C-2A8C-6B60-3F9401345D51}"/>
          </ac:spMkLst>
        </pc:spChg>
        <pc:spChg chg="add mod ord">
          <ac:chgData name="Margarida Ferraz João" userId="fe410cbd-d21e-469e-90d6-524154344407" providerId="ADAL" clId="{4FD24AB1-633E-4A27-80F6-BEA123B7E64B}" dt="2025-05-07T16:21:45.510" v="1617" actId="1582"/>
          <ac:spMkLst>
            <pc:docMk/>
            <pc:sldMk cId="66154835" sldId="1956"/>
            <ac:spMk id="31" creationId="{C72104BD-6793-F4E6-B8B3-F19B9CE04041}"/>
          </ac:spMkLst>
        </pc:spChg>
        <pc:spChg chg="add mod">
          <ac:chgData name="Margarida Ferraz João" userId="fe410cbd-d21e-469e-90d6-524154344407" providerId="ADAL" clId="{4FD24AB1-633E-4A27-80F6-BEA123B7E64B}" dt="2025-05-07T16:28:54.741" v="1740" actId="114"/>
          <ac:spMkLst>
            <pc:docMk/>
            <pc:sldMk cId="66154835" sldId="1956"/>
            <ac:spMk id="33" creationId="{ED9E69EA-36CB-66AC-B4B7-7925BA4D0D8F}"/>
          </ac:spMkLst>
        </pc:spChg>
        <pc:spChg chg="add mod">
          <ac:chgData name="Margarida Ferraz João" userId="fe410cbd-d21e-469e-90d6-524154344407" providerId="ADAL" clId="{4FD24AB1-633E-4A27-80F6-BEA123B7E64B}" dt="2025-05-07T16:25:18.131" v="1680" actId="790"/>
          <ac:spMkLst>
            <pc:docMk/>
            <pc:sldMk cId="66154835" sldId="1956"/>
            <ac:spMk id="34" creationId="{9017F7D5-5656-7781-4996-DD8CAA9CB132}"/>
          </ac:spMkLst>
        </pc:spChg>
        <pc:spChg chg="add mod">
          <ac:chgData name="Margarida Ferraz João" userId="fe410cbd-d21e-469e-90d6-524154344407" providerId="ADAL" clId="{4FD24AB1-633E-4A27-80F6-BEA123B7E64B}" dt="2025-05-07T16:34:48.398" v="1894" actId="20577"/>
          <ac:spMkLst>
            <pc:docMk/>
            <pc:sldMk cId="66154835" sldId="1956"/>
            <ac:spMk id="35" creationId="{726FA73F-12C6-F3CA-0FC8-A3589959929F}"/>
          </ac:spMkLst>
        </pc:spChg>
        <pc:spChg chg="add mod">
          <ac:chgData name="Margarida Ferraz João" userId="fe410cbd-d21e-469e-90d6-524154344407" providerId="ADAL" clId="{4FD24AB1-633E-4A27-80F6-BEA123B7E64B}" dt="2025-05-07T16:38:16.196" v="1929" actId="20577"/>
          <ac:spMkLst>
            <pc:docMk/>
            <pc:sldMk cId="66154835" sldId="1956"/>
            <ac:spMk id="36" creationId="{11C552C9-219C-7325-64B2-CF2D7539604E}"/>
          </ac:spMkLst>
        </pc:spChg>
        <pc:spChg chg="add mod">
          <ac:chgData name="Margarida Ferraz João" userId="fe410cbd-d21e-469e-90d6-524154344407" providerId="ADAL" clId="{4FD24AB1-633E-4A27-80F6-BEA123B7E64B}" dt="2025-05-08T07:31:42.361" v="2281"/>
          <ac:spMkLst>
            <pc:docMk/>
            <pc:sldMk cId="66154835" sldId="1956"/>
            <ac:spMk id="43" creationId="{2B456530-0F16-F70A-682C-0C73C3D15503}"/>
          </ac:spMkLst>
        </pc:spChg>
        <pc:grpChg chg="add mod">
          <ac:chgData name="Margarida Ferraz João" userId="fe410cbd-d21e-469e-90d6-524154344407" providerId="ADAL" clId="{4FD24AB1-633E-4A27-80F6-BEA123B7E64B}" dt="2025-05-07T16:11:08.723" v="1479" actId="1076"/>
          <ac:grpSpMkLst>
            <pc:docMk/>
            <pc:sldMk cId="66154835" sldId="1956"/>
            <ac:grpSpMk id="5" creationId="{EBBC767C-058C-F771-99DD-D10A4D77F9A6}"/>
          </ac:grpSpMkLst>
        </pc:grpChg>
        <pc:grpChg chg="add mod">
          <ac:chgData name="Margarida Ferraz João" userId="fe410cbd-d21e-469e-90d6-524154344407" providerId="ADAL" clId="{4FD24AB1-633E-4A27-80F6-BEA123B7E64B}" dt="2025-05-07T16:11:44.313" v="1487" actId="1076"/>
          <ac:grpSpMkLst>
            <pc:docMk/>
            <pc:sldMk cId="66154835" sldId="1956"/>
            <ac:grpSpMk id="17" creationId="{85F0A30A-ACFF-4D9C-8363-5A96F2B119FA}"/>
          </ac:grpSpMkLst>
        </pc:grpChg>
        <pc:grpChg chg="add mod">
          <ac:chgData name="Margarida Ferraz João" userId="fe410cbd-d21e-469e-90d6-524154344407" providerId="ADAL" clId="{4FD24AB1-633E-4A27-80F6-BEA123B7E64B}" dt="2025-05-07T16:20:01.561" v="1581" actId="1076"/>
          <ac:grpSpMkLst>
            <pc:docMk/>
            <pc:sldMk cId="66154835" sldId="1956"/>
            <ac:grpSpMk id="32" creationId="{71034AAE-E056-EACD-F657-98AFEF16A995}"/>
          </ac:grpSpMkLst>
        </pc:grpChg>
      </pc:sldChg>
      <pc:sldChg chg="delSp modSp add del mod">
        <pc:chgData name="Margarida Ferraz João" userId="fe410cbd-d21e-469e-90d6-524154344407" providerId="ADAL" clId="{4FD24AB1-633E-4A27-80F6-BEA123B7E64B}" dt="2025-05-07T17:06:21.112" v="2066" actId="47"/>
        <pc:sldMkLst>
          <pc:docMk/>
          <pc:sldMk cId="2782449932" sldId="1957"/>
        </pc:sldMkLst>
      </pc:sldChg>
      <pc:sldMasterChg chg="modSp mod">
        <pc:chgData name="Margarida Ferraz João" userId="fe410cbd-d21e-469e-90d6-524154344407" providerId="ADAL" clId="{4FD24AB1-633E-4A27-80F6-BEA123B7E64B}" dt="2025-05-07T13:42:45.492" v="1" actId="27636"/>
        <pc:sldMasterMkLst>
          <pc:docMk/>
          <pc:sldMasterMk cId="1410050631" sldId="2147483664"/>
        </pc:sldMasterMkLst>
        <pc:spChg chg="mod">
          <ac:chgData name="Margarida Ferraz João" userId="fe410cbd-d21e-469e-90d6-524154344407" providerId="ADAL" clId="{4FD24AB1-633E-4A27-80F6-BEA123B7E64B}" dt="2025-05-07T13:42:45.492" v="1" actId="27636"/>
          <ac:spMkLst>
            <pc:docMk/>
            <pc:sldMasterMk cId="1410050631" sldId="2147483664"/>
            <ac:spMk id="2" creationId="{4BCD311F-0235-7F11-9A49-CFCEE92F3AF0}"/>
          </ac:spMkLst>
        </pc:spChg>
      </pc:sldMasterChg>
      <pc:sldMasterChg chg="modSp mod">
        <pc:chgData name="Margarida Ferraz João" userId="fe410cbd-d21e-469e-90d6-524154344407" providerId="ADAL" clId="{4FD24AB1-633E-4A27-80F6-BEA123B7E64B}" dt="2025-05-07T13:42:45.519" v="4" actId="27636"/>
        <pc:sldMasterMkLst>
          <pc:docMk/>
          <pc:sldMasterMk cId="1991545490" sldId="2147483688"/>
        </pc:sldMasterMkLst>
        <pc:spChg chg="mod">
          <ac:chgData name="Margarida Ferraz João" userId="fe410cbd-d21e-469e-90d6-524154344407" providerId="ADAL" clId="{4FD24AB1-633E-4A27-80F6-BEA123B7E64B}" dt="2025-05-07T13:42:45.519" v="4" actId="27636"/>
          <ac:spMkLst>
            <pc:docMk/>
            <pc:sldMasterMk cId="1991545490" sldId="2147483688"/>
            <ac:spMk id="2" creationId="{2E65F212-4326-7FC3-5F46-CFE49E540A4E}"/>
          </ac:spMkLst>
        </pc:spChg>
      </pc:sldMasterChg>
      <pc:sldMasterChg chg="modSp mod">
        <pc:chgData name="Margarida Ferraz João" userId="fe410cbd-d21e-469e-90d6-524154344407" providerId="ADAL" clId="{4FD24AB1-633E-4A27-80F6-BEA123B7E64B}" dt="2025-05-07T13:42:45.502" v="2" actId="27636"/>
        <pc:sldMasterMkLst>
          <pc:docMk/>
          <pc:sldMasterMk cId="2733056077" sldId="2147483702"/>
        </pc:sldMasterMkLst>
        <pc:spChg chg="mod">
          <ac:chgData name="Margarida Ferraz João" userId="fe410cbd-d21e-469e-90d6-524154344407" providerId="ADAL" clId="{4FD24AB1-633E-4A27-80F6-BEA123B7E64B}" dt="2025-05-07T13:42:45.502" v="2" actId="27636"/>
          <ac:spMkLst>
            <pc:docMk/>
            <pc:sldMasterMk cId="2733056077" sldId="2147483702"/>
            <ac:spMk id="5" creationId="{8F1CEDCA-47D1-CFB9-BC9B-67D191396027}"/>
          </ac:spMkLst>
        </pc:spChg>
      </pc:sldMasterChg>
      <pc:sldMasterChg chg="modSp mod">
        <pc:chgData name="Margarida Ferraz João" userId="fe410cbd-d21e-469e-90d6-524154344407" providerId="ADAL" clId="{4FD24AB1-633E-4A27-80F6-BEA123B7E64B}" dt="2025-05-07T13:42:45.509" v="3" actId="27636"/>
        <pc:sldMasterMkLst>
          <pc:docMk/>
          <pc:sldMasterMk cId="2368151632" sldId="2147483706"/>
        </pc:sldMasterMkLst>
        <pc:spChg chg="mod">
          <ac:chgData name="Margarida Ferraz João" userId="fe410cbd-d21e-469e-90d6-524154344407" providerId="ADAL" clId="{4FD24AB1-633E-4A27-80F6-BEA123B7E64B}" dt="2025-05-07T13:42:45.509" v="3" actId="27636"/>
          <ac:spMkLst>
            <pc:docMk/>
            <pc:sldMasterMk cId="2368151632" sldId="2147483706"/>
            <ac:spMk id="2" creationId="{4DD99199-CCB7-B896-FF2D-211E8BFA3475}"/>
          </ac:spMkLst>
        </pc:spChg>
      </pc:sldMasterChg>
      <pc:sldMasterChg chg="modSp mod">
        <pc:chgData name="Margarida Ferraz João" userId="fe410cbd-d21e-469e-90d6-524154344407" providerId="ADAL" clId="{4FD24AB1-633E-4A27-80F6-BEA123B7E64B}" dt="2025-05-07T13:42:45.571" v="5" actId="27636"/>
        <pc:sldMasterMkLst>
          <pc:docMk/>
          <pc:sldMasterMk cId="2980926624" sldId="2147483726"/>
        </pc:sldMasterMkLst>
        <pc:spChg chg="mod">
          <ac:chgData name="Margarida Ferraz João" userId="fe410cbd-d21e-469e-90d6-524154344407" providerId="ADAL" clId="{4FD24AB1-633E-4A27-80F6-BEA123B7E64B}" dt="2025-05-07T13:42:45.571" v="5" actId="27636"/>
          <ac:spMkLst>
            <pc:docMk/>
            <pc:sldMasterMk cId="2980926624" sldId="2147483726"/>
            <ac:spMk id="2" creationId="{B8DB46CE-25FD-7DE4-6B54-DC603C8434D1}"/>
          </ac:spMkLst>
        </pc:spChg>
      </pc:sldMasterChg>
      <pc:sldMasterChg chg="modSp mod">
        <pc:chgData name="Margarida Ferraz João" userId="fe410cbd-d21e-469e-90d6-524154344407" providerId="ADAL" clId="{4FD24AB1-633E-4A27-80F6-BEA123B7E64B}" dt="2025-05-07T13:42:45.578" v="6" actId="27636"/>
        <pc:sldMasterMkLst>
          <pc:docMk/>
          <pc:sldMasterMk cId="2823221926" sldId="2147483730"/>
        </pc:sldMasterMkLst>
        <pc:spChg chg="mod">
          <ac:chgData name="Margarida Ferraz João" userId="fe410cbd-d21e-469e-90d6-524154344407" providerId="ADAL" clId="{4FD24AB1-633E-4A27-80F6-BEA123B7E64B}" dt="2025-05-07T13:42:45.578" v="6" actId="27636"/>
          <ac:spMkLst>
            <pc:docMk/>
            <pc:sldMasterMk cId="2823221926" sldId="2147483730"/>
            <ac:spMk id="2" creationId="{B73DD2E7-1F3A-AD20-A654-0B372B575F73}"/>
          </ac:spMkLst>
        </pc:spChg>
      </pc:sldMasterChg>
    </pc:docChg>
  </pc:docChgLst>
  <pc:docChgLst>
    <pc:chgData name="Margarida Ferraz João" userId="fe410cbd-d21e-469e-90d6-524154344407" providerId="ADAL" clId="{F466C924-2E8C-4C32-B06A-827420BB13DB}"/>
    <pc:docChg chg="modSld">
      <pc:chgData name="Margarida Ferraz João" userId="fe410cbd-d21e-469e-90d6-524154344407" providerId="ADAL" clId="{F466C924-2E8C-4C32-B06A-827420BB13DB}" dt="2025-01-09T21:13:58.821" v="0" actId="1036"/>
      <pc:docMkLst>
        <pc:docMk/>
      </pc:docMkLst>
      <pc:sldChg chg="modSp mod">
        <pc:chgData name="Margarida Ferraz João" userId="fe410cbd-d21e-469e-90d6-524154344407" providerId="ADAL" clId="{F466C924-2E8C-4C32-B06A-827420BB13DB}" dt="2025-01-09T21:13:58.821" v="0" actId="1036"/>
        <pc:sldMkLst>
          <pc:docMk/>
          <pc:sldMk cId="2065342804" sldId="305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8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285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384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384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25882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37387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590267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53877495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58982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1483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8455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6695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078004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501688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158040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079910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2453048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02570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706775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53877495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869446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0221689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chemeClr val="tx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chemeClr val="tx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322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10" Type="http://schemas.openxmlformats.org/officeDocument/2006/relationships/image" Target="../media/image7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sv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10" Type="http://schemas.openxmlformats.org/officeDocument/2006/relationships/image" Target="../media/image7.png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CD311F-0235-7F11-9A49-CFCEE92F3AF0}"/>
              </a:ext>
            </a:extLst>
          </p:cNvPr>
          <p:cNvSpPr txBox="1">
            <a:spLocks/>
          </p:cNvSpPr>
          <p:nvPr userDrawn="1"/>
        </p:nvSpPr>
        <p:spPr>
          <a:xfrm>
            <a:off x="7584100" y="6571111"/>
            <a:ext cx="1422008" cy="288198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800" b="0" kern="1200" baseline="0">
                <a:solidFill>
                  <a:srgbClr val="003E51"/>
                </a:solidFill>
                <a:latin typeface="Muli Bold" panose="00000800000000000000" pitchFamily="2" charset="0"/>
                <a:ea typeface="+mn-ea"/>
                <a:cs typeface="Arial" panose="020B0604020202020204" pitchFamily="34" charset="0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0">
                <a:ln>
                  <a:noFill/>
                </a:ln>
                <a:solidFill>
                  <a:srgbClr val="44546A"/>
                </a:solidFill>
                <a:effectLst/>
                <a:uFillTx/>
                <a:latin typeface="Muli Light" panose="00000400000000000000" pitchFamily="2" charset="0"/>
                <a:ea typeface="Aptos" panose="020B0004020202020204" pitchFamily="34" charset="0"/>
                <a:cs typeface="Arial" panose="020B0604020202020204" pitchFamily="34" charset="0"/>
                <a:sym typeface="Helvetica Light"/>
              </a:rPr>
              <a:t>N.15.20249013367 V1.0</a:t>
            </a:r>
            <a:endParaRPr kumimoji="0" lang="pt-PT" sz="800" b="0" i="0" u="none" strike="noStrike" kern="1200" cap="none" spc="0" normalizeH="0" baseline="0">
              <a:ln>
                <a:noFill/>
              </a:ln>
              <a:solidFill>
                <a:srgbClr val="003E51"/>
              </a:solidFill>
              <a:effectLst/>
              <a:uFillTx/>
              <a:latin typeface="Muli Light" panose="00000400000000000000" pitchFamily="2" charset="0"/>
              <a:ea typeface="Calibri" panose="020F0502020204030204" pitchFamily="34" charset="0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8F1CEDCA-47D1-CFB9-BC9B-67D191396027}"/>
              </a:ext>
            </a:extLst>
          </p:cNvPr>
          <p:cNvSpPr txBox="1">
            <a:spLocks/>
          </p:cNvSpPr>
          <p:nvPr userDrawn="1"/>
        </p:nvSpPr>
        <p:spPr>
          <a:xfrm>
            <a:off x="4770563" y="6571111"/>
            <a:ext cx="1422008" cy="288198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800" b="0" kern="1200" baseline="0">
                <a:solidFill>
                  <a:srgbClr val="003E51"/>
                </a:solidFill>
                <a:latin typeface="Muli Bold" panose="00000800000000000000" pitchFamily="2" charset="0"/>
                <a:ea typeface="+mn-ea"/>
                <a:cs typeface="Arial" panose="020B0604020202020204" pitchFamily="34" charset="0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0">
                <a:ln>
                  <a:noFill/>
                </a:ln>
                <a:solidFill>
                  <a:srgbClr val="44546A"/>
                </a:solidFill>
                <a:effectLst/>
                <a:uFillTx/>
                <a:latin typeface="Muli Light" panose="00000400000000000000" pitchFamily="2" charset="0"/>
                <a:ea typeface="Aptos" panose="020B0004020202020204" pitchFamily="34" charset="0"/>
                <a:cs typeface="Arial" panose="020B0604020202020204" pitchFamily="34" charset="0"/>
                <a:sym typeface="Helvetica Light"/>
              </a:rPr>
              <a:t>N.15.20249013367 V1.0</a:t>
            </a:r>
          </a:p>
        </p:txBody>
      </p:sp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81EE20FB-A76D-4FF0-ACA3-D502C2B7F402}"/>
              </a:ext>
            </a:extLst>
          </p:cNvPr>
          <p:cNvSpPr txBox="1">
            <a:spLocks/>
          </p:cNvSpPr>
          <p:nvPr userDrawn="1"/>
        </p:nvSpPr>
        <p:spPr>
          <a:xfrm>
            <a:off x="10010775" y="6571111"/>
            <a:ext cx="1422008" cy="288198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800" b="0" kern="1200" baseline="0">
                <a:solidFill>
                  <a:srgbClr val="003E51"/>
                </a:solidFill>
                <a:latin typeface="Muli Bold" panose="00000800000000000000" pitchFamily="2" charset="0"/>
                <a:ea typeface="+mn-ea"/>
                <a:cs typeface="Arial" panose="020B0604020202020204" pitchFamily="34" charset="0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sz="800">
                <a:solidFill>
                  <a:srgbClr val="44546A"/>
                </a:solidFill>
                <a:effectLst/>
                <a:latin typeface="Muli Light" panose="00000400000000000000" pitchFamily="2" charset="0"/>
                <a:ea typeface="Calibri" panose="020F0502020204030204" pitchFamily="34" charset="0"/>
              </a:rPr>
              <a:t>XXXXXXX</a:t>
            </a:r>
            <a:endParaRPr kumimoji="0" lang="pt-PT" sz="800" b="0" i="0" u="none" strike="noStrike" kern="1200" cap="none" spc="0" normalizeH="0" baseline="0">
              <a:ln>
                <a:noFill/>
              </a:ln>
              <a:solidFill>
                <a:srgbClr val="003E51"/>
              </a:solidFill>
              <a:effectLst/>
              <a:uFillTx/>
              <a:latin typeface="Muli Light" panose="00000400000000000000" pitchFamily="2" charset="0"/>
              <a:ea typeface="Calibri" panose="020F050202020403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D99199-CCB7-B896-FF2D-211E8BFA3475}"/>
              </a:ext>
            </a:extLst>
          </p:cNvPr>
          <p:cNvSpPr txBox="1">
            <a:spLocks/>
          </p:cNvSpPr>
          <p:nvPr userDrawn="1"/>
        </p:nvSpPr>
        <p:spPr>
          <a:xfrm>
            <a:off x="10081116" y="6571111"/>
            <a:ext cx="1422008" cy="288198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800" b="0" kern="1200" baseline="0">
                <a:solidFill>
                  <a:srgbClr val="003E51"/>
                </a:solidFill>
                <a:latin typeface="Muli Bold" panose="00000800000000000000" pitchFamily="2" charset="0"/>
                <a:ea typeface="+mn-ea"/>
                <a:cs typeface="Arial" panose="020B0604020202020204" pitchFamily="34" charset="0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0">
                <a:ln>
                  <a:noFill/>
                </a:ln>
                <a:solidFill>
                  <a:srgbClr val="44546A"/>
                </a:solidFill>
                <a:effectLst/>
                <a:uFillTx/>
                <a:latin typeface="Muli Light" panose="00000400000000000000" pitchFamily="2" charset="0"/>
                <a:ea typeface="Aptos" panose="020B0004020202020204" pitchFamily="34" charset="0"/>
                <a:cs typeface="Arial" panose="020B0604020202020204" pitchFamily="34" charset="0"/>
                <a:sym typeface="Helvetica Light"/>
              </a:rPr>
              <a:t>N.15.20249013367 V1.0</a:t>
            </a:r>
          </a:p>
        </p:txBody>
      </p:sp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65F212-4326-7FC3-5F46-CFE49E540A4E}"/>
              </a:ext>
            </a:extLst>
          </p:cNvPr>
          <p:cNvSpPr txBox="1">
            <a:spLocks/>
          </p:cNvSpPr>
          <p:nvPr userDrawn="1"/>
        </p:nvSpPr>
        <p:spPr>
          <a:xfrm>
            <a:off x="9738215" y="6571111"/>
            <a:ext cx="1422008" cy="288198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800" b="0" kern="1200" baseline="0">
                <a:solidFill>
                  <a:srgbClr val="003E51"/>
                </a:solidFill>
                <a:latin typeface="Muli Bold" panose="00000800000000000000" pitchFamily="2" charset="0"/>
                <a:ea typeface="+mn-ea"/>
                <a:cs typeface="Arial" panose="020B0604020202020204" pitchFamily="34" charset="0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0">
                <a:ln>
                  <a:noFill/>
                </a:ln>
                <a:solidFill>
                  <a:srgbClr val="44546A"/>
                </a:solidFill>
                <a:effectLst/>
                <a:uFillTx/>
                <a:latin typeface="Muli Light" panose="00000400000000000000" pitchFamily="2" charset="0"/>
                <a:ea typeface="Aptos" panose="020B0004020202020204" pitchFamily="34" charset="0"/>
                <a:cs typeface="Arial" panose="020B0604020202020204" pitchFamily="34" charset="0"/>
                <a:sym typeface="Helvetica Light"/>
              </a:rPr>
              <a:t>N.15.20249013367 V1.0</a:t>
            </a:r>
          </a:p>
        </p:txBody>
      </p:sp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16" r:id="rId2"/>
    <p:sldLayoutId id="2147483698" r:id="rId3"/>
    <p:sldLayoutId id="2147483699" r:id="rId4"/>
    <p:sldLayoutId id="2147483700" r:id="rId5"/>
    <p:sldLayoutId id="2147483701" r:id="rId6"/>
    <p:sldLayoutId id="2147483738" r:id="rId7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E6E226C3-7CA6-4E48-9D1C-86E0601450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5326" y="2700317"/>
            <a:ext cx="1799765" cy="145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90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DB46CE-25FD-7DE4-6B54-DC603C8434D1}"/>
              </a:ext>
            </a:extLst>
          </p:cNvPr>
          <p:cNvSpPr txBox="1">
            <a:spLocks/>
          </p:cNvSpPr>
          <p:nvPr userDrawn="1"/>
        </p:nvSpPr>
        <p:spPr>
          <a:xfrm>
            <a:off x="9738215" y="6571111"/>
            <a:ext cx="1422008" cy="288198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800" b="0" kern="1200" baseline="0">
                <a:solidFill>
                  <a:srgbClr val="003E51"/>
                </a:solidFill>
                <a:latin typeface="Muli Bold" panose="00000800000000000000" pitchFamily="2" charset="0"/>
                <a:ea typeface="+mn-ea"/>
                <a:cs typeface="Arial" panose="020B0604020202020204" pitchFamily="34" charset="0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0">
                <a:ln>
                  <a:noFill/>
                </a:ln>
                <a:solidFill>
                  <a:srgbClr val="44546A"/>
                </a:solidFill>
                <a:effectLst/>
                <a:uFillTx/>
                <a:latin typeface="Muli Light" panose="00000400000000000000" pitchFamily="2" charset="0"/>
                <a:ea typeface="Aptos" panose="020B0004020202020204" pitchFamily="34" charset="0"/>
                <a:cs typeface="Arial" panose="020B0604020202020204" pitchFamily="34" charset="0"/>
                <a:sym typeface="Helvetica Light"/>
              </a:rPr>
              <a:t>N.15.20249013367 V1.0</a:t>
            </a:r>
          </a:p>
        </p:txBody>
      </p:sp>
    </p:spTree>
    <p:extLst>
      <p:ext uri="{BB962C8B-B14F-4D97-AF65-F5344CB8AC3E}">
        <p14:creationId xmlns:p14="http://schemas.microsoft.com/office/powerpoint/2010/main" val="2980926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3DD2E7-1F3A-AD20-A654-0B372B575F73}"/>
              </a:ext>
            </a:extLst>
          </p:cNvPr>
          <p:cNvSpPr txBox="1">
            <a:spLocks/>
          </p:cNvSpPr>
          <p:nvPr userDrawn="1"/>
        </p:nvSpPr>
        <p:spPr>
          <a:xfrm>
            <a:off x="9738215" y="6571111"/>
            <a:ext cx="1422008" cy="288198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800" b="0" kern="1200" baseline="0">
                <a:solidFill>
                  <a:srgbClr val="003E51"/>
                </a:solidFill>
                <a:latin typeface="Muli Bold" panose="00000800000000000000" pitchFamily="2" charset="0"/>
                <a:ea typeface="+mn-ea"/>
                <a:cs typeface="Arial" panose="020B0604020202020204" pitchFamily="34" charset="0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0">
                <a:ln>
                  <a:noFill/>
                </a:ln>
                <a:solidFill>
                  <a:srgbClr val="44546A"/>
                </a:solidFill>
                <a:effectLst/>
                <a:uFillTx/>
                <a:latin typeface="Muli Light" panose="00000400000000000000" pitchFamily="2" charset="0"/>
                <a:ea typeface="Aptos" panose="020B0004020202020204" pitchFamily="34" charset="0"/>
                <a:cs typeface="Arial" panose="020B0604020202020204" pitchFamily="34" charset="0"/>
                <a:sym typeface="Helvetica Light"/>
              </a:rPr>
              <a:t>N.15.20249013367 V1.0</a:t>
            </a:r>
          </a:p>
        </p:txBody>
      </p:sp>
    </p:spTree>
    <p:extLst>
      <p:ext uri="{BB962C8B-B14F-4D97-AF65-F5344CB8AC3E}">
        <p14:creationId xmlns:p14="http://schemas.microsoft.com/office/powerpoint/2010/main" val="282322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g-01.jpg">
            <a:extLst>
              <a:ext uri="{FF2B5EF4-FFF2-40B4-BE49-F238E27FC236}">
                <a16:creationId xmlns:a16="http://schemas.microsoft.com/office/drawing/2014/main" id="{CA163037-01A9-D9C2-3564-DED089BE7D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68" t="343" r="-389" b="282"/>
          <a:stretch/>
        </p:blipFill>
        <p:spPr>
          <a:xfrm>
            <a:off x="-360218" y="-1029471"/>
            <a:ext cx="12695162" cy="888226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B50ED194-DD99-98E4-3035-D33688B744BE}"/>
              </a:ext>
            </a:extLst>
          </p:cNvPr>
          <p:cNvGrpSpPr/>
          <p:nvPr/>
        </p:nvGrpSpPr>
        <p:grpSpPr>
          <a:xfrm>
            <a:off x="8682784" y="2507792"/>
            <a:ext cx="3424997" cy="1919064"/>
            <a:chOff x="8748773" y="2507792"/>
            <a:chExt cx="3424997" cy="191906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AFE6077-C4C8-A5D7-E546-77F2118CC9AA}"/>
                </a:ext>
              </a:extLst>
            </p:cNvPr>
            <p:cNvSpPr/>
            <p:nvPr/>
          </p:nvSpPr>
          <p:spPr>
            <a:xfrm>
              <a:off x="8748773" y="2507792"/>
              <a:ext cx="3096000" cy="1919064"/>
            </a:xfrm>
            <a:prstGeom prst="rect">
              <a:avLst/>
            </a:prstGeom>
            <a:solidFill>
              <a:srgbClr val="ECED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pic>
          <p:nvPicPr>
            <p:cNvPr id="11" name="Logo.png">
              <a:extLst>
                <a:ext uri="{FF2B5EF4-FFF2-40B4-BE49-F238E27FC236}">
                  <a16:creationId xmlns:a16="http://schemas.microsoft.com/office/drawing/2014/main" id="{946CC91F-9526-B6EF-CE3A-AAA5D9FEF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27200" y="2778330"/>
              <a:ext cx="2631505" cy="134085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41C1F26-66C9-431C-D779-276655ABE57A}"/>
                </a:ext>
              </a:extLst>
            </p:cNvPr>
            <p:cNvSpPr/>
            <p:nvPr/>
          </p:nvSpPr>
          <p:spPr>
            <a:xfrm>
              <a:off x="11843388" y="2508055"/>
              <a:ext cx="109927" cy="1918800"/>
            </a:xfrm>
            <a:prstGeom prst="rect">
              <a:avLst/>
            </a:prstGeom>
            <a:solidFill>
              <a:sysClr val="window" lastClr="FFFFFF">
                <a:alpha val="92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7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5435610-EB2B-09FE-9B5B-C286F162665C}"/>
                </a:ext>
              </a:extLst>
            </p:cNvPr>
            <p:cNvSpPr/>
            <p:nvPr/>
          </p:nvSpPr>
          <p:spPr>
            <a:xfrm>
              <a:off x="12063843" y="2508055"/>
              <a:ext cx="109927" cy="1918800"/>
            </a:xfrm>
            <a:prstGeom prst="rect">
              <a:avLst/>
            </a:prstGeom>
            <a:solidFill>
              <a:sysClr val="window" lastClr="FFFFFF">
                <a:alpha val="46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7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B59C3D5-CD91-7296-3B1C-CF08B47ADC23}"/>
                </a:ext>
              </a:extLst>
            </p:cNvPr>
            <p:cNvSpPr/>
            <p:nvPr/>
          </p:nvSpPr>
          <p:spPr>
            <a:xfrm>
              <a:off x="11953667" y="2508056"/>
              <a:ext cx="109927" cy="1918800"/>
            </a:xfrm>
            <a:prstGeom prst="rect">
              <a:avLst/>
            </a:prstGeom>
            <a:solidFill>
              <a:sysClr val="window" lastClr="FFFFFF">
                <a:alpha val="7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7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4726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5436303-FA9E-6F69-3492-F72400D8E5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i="1" dirty="0" err="1"/>
              <a:t>Leverage</a:t>
            </a:r>
            <a:r>
              <a:rPr lang="pt-PT" i="1" dirty="0"/>
              <a:t> </a:t>
            </a:r>
            <a:r>
              <a:rPr lang="pt-PT" i="1" dirty="0" err="1"/>
              <a:t>Finance</a:t>
            </a:r>
            <a:r>
              <a:rPr lang="pt-PT" i="1" dirty="0"/>
              <a:t> &amp; </a:t>
            </a:r>
            <a:r>
              <a:rPr lang="pt-PT" i="1" dirty="0" err="1"/>
              <a:t>Valuation</a:t>
            </a:r>
            <a:r>
              <a:rPr lang="pt-PT" i="1" dirty="0"/>
              <a:t> Data Set &amp; </a:t>
            </a:r>
            <a:r>
              <a:rPr lang="pt-PT" i="1" dirty="0" err="1"/>
              <a:t>Estrurural</a:t>
            </a:r>
            <a:r>
              <a:rPr lang="pt-PT" i="1" dirty="0"/>
              <a:t> Loan Tape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58271-DE16-BB71-4038-B9562EFB1D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PT" dirty="0"/>
              <a:t>24-04-2025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9976B9-54DF-9DBC-504F-14F607927E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Conceitos </a:t>
            </a:r>
            <a:r>
              <a:rPr lang="pt-PT" i="1" dirty="0"/>
              <a:t>Loan Tape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BDBCFC-A696-AC70-8362-201E83635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777" y="4699794"/>
            <a:ext cx="17145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749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3D7F44-C01F-38FD-830C-74DD8BA065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PT" i="1" dirty="0" err="1"/>
              <a:t>Leverage</a:t>
            </a:r>
            <a:r>
              <a:rPr lang="pt-PT" i="1" dirty="0"/>
              <a:t> </a:t>
            </a:r>
            <a:r>
              <a:rPr lang="pt-PT" i="1" dirty="0" err="1"/>
              <a:t>Finance</a:t>
            </a:r>
            <a:endParaRPr lang="pt-PT" i="1" dirty="0"/>
          </a:p>
        </p:txBody>
      </p:sp>
    </p:spTree>
    <p:extLst>
      <p:ext uri="{BB962C8B-B14F-4D97-AF65-F5344CB8AC3E}">
        <p14:creationId xmlns:p14="http://schemas.microsoft.com/office/powerpoint/2010/main" val="3013372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2DE3FA-250E-2A78-7EC6-4845516E65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SCAN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BBD42-7609-FAA7-AB5A-3FEF23520B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21" y="951146"/>
            <a:ext cx="11114228" cy="489077"/>
          </a:xfrm>
        </p:spPr>
        <p:txBody>
          <a:bodyPr/>
          <a:lstStyle/>
          <a:p>
            <a:r>
              <a:rPr lang="pt-PT" dirty="0"/>
              <a:t>Marca de classificação e monitorização de um cliente, utilizada pela equipa de Riscos, associada à exposição ao risco de crédito.</a:t>
            </a:r>
          </a:p>
          <a:p>
            <a:r>
              <a:rPr lang="pt-PT" dirty="0"/>
              <a:t>Esta marca apenas é aplicável a Clientes Encarteirados (clientes com + 1 M de exposição).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67B30AC-2433-5B86-2848-74195724E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797600"/>
              </p:ext>
            </p:extLst>
          </p:nvPr>
        </p:nvGraphicFramePr>
        <p:xfrm>
          <a:off x="419098" y="1952757"/>
          <a:ext cx="11352216" cy="403562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75405">
                  <a:extLst>
                    <a:ext uri="{9D8B030D-6E8A-4147-A177-3AD203B41FA5}">
                      <a16:colId xmlns:a16="http://schemas.microsoft.com/office/drawing/2014/main" val="884096644"/>
                    </a:ext>
                  </a:extLst>
                </a:gridCol>
                <a:gridCol w="2792362">
                  <a:extLst>
                    <a:ext uri="{9D8B030D-6E8A-4147-A177-3AD203B41FA5}">
                      <a16:colId xmlns:a16="http://schemas.microsoft.com/office/drawing/2014/main" val="3644468426"/>
                    </a:ext>
                  </a:extLst>
                </a:gridCol>
                <a:gridCol w="1808341">
                  <a:extLst>
                    <a:ext uri="{9D8B030D-6E8A-4147-A177-3AD203B41FA5}">
                      <a16:colId xmlns:a16="http://schemas.microsoft.com/office/drawing/2014/main" val="4048418311"/>
                    </a:ext>
                  </a:extLst>
                </a:gridCol>
                <a:gridCol w="1947581">
                  <a:extLst>
                    <a:ext uri="{9D8B030D-6E8A-4147-A177-3AD203B41FA5}">
                      <a16:colId xmlns:a16="http://schemas.microsoft.com/office/drawing/2014/main" val="849430921"/>
                    </a:ext>
                  </a:extLst>
                </a:gridCol>
                <a:gridCol w="1836491">
                  <a:extLst>
                    <a:ext uri="{9D8B030D-6E8A-4147-A177-3AD203B41FA5}">
                      <a16:colId xmlns:a16="http://schemas.microsoft.com/office/drawing/2014/main" val="241052279"/>
                    </a:ext>
                  </a:extLst>
                </a:gridCol>
                <a:gridCol w="1892036">
                  <a:extLst>
                    <a:ext uri="{9D8B030D-6E8A-4147-A177-3AD203B41FA5}">
                      <a16:colId xmlns:a16="http://schemas.microsoft.com/office/drawing/2014/main" val="1385820553"/>
                    </a:ext>
                  </a:extLst>
                </a:gridCol>
              </a:tblGrid>
              <a:tr h="195031">
                <a:tc>
                  <a:txBody>
                    <a:bodyPr/>
                    <a:lstStyle/>
                    <a:p>
                      <a:pPr algn="l" fontAlgn="t"/>
                      <a:r>
                        <a:rPr lang="pt-PT" sz="1100" b="1" u="none" strike="noStrike" dirty="0">
                          <a:solidFill>
                            <a:schemeClr val="bg1"/>
                          </a:solidFill>
                          <a:effectLst/>
                          <a:latin typeface="Muli Black" panose="00000A00000000000000"/>
                        </a:rPr>
                        <a:t>SCAN </a:t>
                      </a:r>
                      <a:endParaRPr lang="pt-PT" sz="1100" b="1" i="0" u="none" strike="noStrike" dirty="0">
                        <a:solidFill>
                          <a:schemeClr val="bg1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100" b="1" u="none" strike="noStrike" dirty="0">
                          <a:solidFill>
                            <a:schemeClr val="bg1"/>
                          </a:solidFill>
                          <a:effectLst/>
                          <a:latin typeface="Muli Black" panose="00000A00000000000000"/>
                        </a:rPr>
                        <a:t>Definição </a:t>
                      </a:r>
                      <a:endParaRPr lang="pt-PT" sz="1100" b="1" i="0" u="none" strike="noStrike" dirty="0">
                        <a:solidFill>
                          <a:schemeClr val="bg1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100" b="1" u="none" strike="noStrike" dirty="0">
                          <a:solidFill>
                            <a:schemeClr val="bg1"/>
                          </a:solidFill>
                          <a:effectLst/>
                          <a:latin typeface="Muli Black" panose="00000A00000000000000"/>
                        </a:rPr>
                        <a:t>Características </a:t>
                      </a:r>
                      <a:endParaRPr lang="pt-PT" sz="1100" b="1" i="0" u="none" strike="noStrike" dirty="0">
                        <a:solidFill>
                          <a:schemeClr val="bg1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100" b="1" u="none" strike="noStrike" dirty="0">
                          <a:solidFill>
                            <a:schemeClr val="bg1"/>
                          </a:solidFill>
                          <a:effectLst/>
                          <a:latin typeface="Muli Black" panose="00000A00000000000000"/>
                        </a:rPr>
                        <a:t>Ações </a:t>
                      </a:r>
                      <a:endParaRPr lang="pt-PT" sz="1100" b="1" i="0" u="none" strike="noStrike" dirty="0">
                        <a:solidFill>
                          <a:schemeClr val="bg1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100" b="1" u="none" strike="noStrike" dirty="0">
                          <a:solidFill>
                            <a:schemeClr val="bg1"/>
                          </a:solidFill>
                          <a:effectLst/>
                          <a:latin typeface="Muli Black" panose="00000A00000000000000"/>
                        </a:rPr>
                        <a:t>SCAN 2</a:t>
                      </a:r>
                      <a:r>
                        <a:rPr lang="pt-PT" sz="900" b="1" u="none" strike="noStrike" dirty="0">
                          <a:solidFill>
                            <a:schemeClr val="bg1"/>
                          </a:solidFill>
                          <a:effectLst/>
                          <a:latin typeface="Muli Black" panose="00000A00000000000000"/>
                        </a:rPr>
                        <a:t>*</a:t>
                      </a:r>
                      <a:r>
                        <a:rPr lang="pt-PT" sz="1100" b="1" u="none" strike="noStrike" dirty="0">
                          <a:solidFill>
                            <a:schemeClr val="bg1"/>
                          </a:solidFill>
                          <a:effectLst/>
                          <a:latin typeface="Muli Black" panose="00000A00000000000000"/>
                        </a:rPr>
                        <a:t> </a:t>
                      </a:r>
                      <a:endParaRPr lang="pt-PT" sz="1100" b="1" i="0" u="none" strike="noStrike" dirty="0">
                        <a:solidFill>
                          <a:schemeClr val="bg1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100" b="1" u="none" strike="noStrike" dirty="0">
                          <a:solidFill>
                            <a:schemeClr val="bg1"/>
                          </a:solidFill>
                          <a:effectLst/>
                          <a:latin typeface="Muli Black" panose="00000A00000000000000"/>
                        </a:rPr>
                        <a:t>SCAN 3</a:t>
                      </a:r>
                      <a:r>
                        <a:rPr lang="pt-PT" sz="900" b="1" u="none" strike="noStrike" dirty="0">
                          <a:solidFill>
                            <a:schemeClr val="bg1"/>
                          </a:solidFill>
                          <a:effectLst/>
                          <a:latin typeface="Muli Black" panose="00000A00000000000000"/>
                        </a:rPr>
                        <a:t>*</a:t>
                      </a:r>
                      <a:r>
                        <a:rPr lang="pt-PT" sz="1100" b="1" u="none" strike="noStrike" dirty="0">
                          <a:solidFill>
                            <a:schemeClr val="bg1"/>
                          </a:solidFill>
                          <a:effectLst/>
                          <a:latin typeface="Muli Black" panose="00000A00000000000000"/>
                        </a:rPr>
                        <a:t> </a:t>
                      </a:r>
                      <a:endParaRPr lang="pt-PT" sz="1100" b="1" i="0" u="none" strike="noStrike" dirty="0">
                        <a:solidFill>
                          <a:schemeClr val="bg1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177455"/>
                  </a:ext>
                </a:extLst>
              </a:tr>
              <a:tr h="768119">
                <a:tc>
                  <a:txBody>
                    <a:bodyPr/>
                    <a:lstStyle/>
                    <a:p>
                      <a:pPr algn="l" fontAlgn="t"/>
                      <a:r>
                        <a:rPr lang="pt-PT" sz="1200" b="1" u="none" strike="noStrike" dirty="0">
                          <a:effectLst/>
                          <a:latin typeface="Muli Black" panose="00000A00000000000000"/>
                        </a:rPr>
                        <a:t>Não Atender</a:t>
                      </a:r>
                      <a:endParaRPr lang="pt-PT" sz="1200" b="1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Cliente que não cumpre com os critérios mínimos e apresenta um risco elevado;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Incumprimento</a:t>
                      </a:r>
                      <a:b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</a:b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Falta de transparência</a:t>
                      </a:r>
                      <a:b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</a:b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Riscos sem mitigação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Tx/>
                        <a:buNone/>
                      </a:pP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Encerramento da relação com</a:t>
                      </a:r>
                    </a:p>
                    <a:p>
                      <a:pPr marL="0" indent="0" algn="l" fontAlgn="t">
                        <a:buFontTx/>
                        <a:buNone/>
                      </a:pP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   cliente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Bloquear e Sair 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Tx/>
                        <a:buNone/>
                      </a:pP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Bloquear e Sair (Clientes segmento</a:t>
                      </a:r>
                    </a:p>
                    <a:p>
                      <a:pPr marL="0" indent="0" algn="l" fontAlgn="t">
                        <a:buFontTx/>
                        <a:buNone/>
                      </a:pP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  especializado)</a:t>
                      </a:r>
                      <a:b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</a:b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Bloquear e Sair (Resto dos</a:t>
                      </a:r>
                    </a:p>
                    <a:p>
                      <a:pPr marL="0" indent="0" algn="l" fontAlgn="t">
                        <a:buFontTx/>
                        <a:buNone/>
                      </a:pP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  clientes)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56530"/>
                  </a:ext>
                </a:extLst>
              </a:tr>
              <a:tr h="768119">
                <a:tc>
                  <a:txBody>
                    <a:bodyPr/>
                    <a:lstStyle/>
                    <a:p>
                      <a:pPr algn="l" fontAlgn="t"/>
                      <a:r>
                        <a:rPr lang="pt-PT" sz="1200" b="1" u="none" strike="noStrike" dirty="0">
                          <a:effectLst/>
                          <a:latin typeface="Muli Black" panose="00000A00000000000000"/>
                        </a:rPr>
                        <a:t>Especializado </a:t>
                      </a:r>
                      <a:endParaRPr lang="pt-PT" sz="1200" b="1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Cliente com atividade complexa que exige um maior conhecimento técnico específico;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Estrutura jurídica complexa</a:t>
                      </a:r>
                      <a:b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</a:b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Setores regulados</a:t>
                      </a:r>
                      <a:b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</a:b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Exposição relevante 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Tx/>
                        <a:buNone/>
                      </a:pP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Acompanhamento por áreas</a:t>
                      </a:r>
                    </a:p>
                    <a:p>
                      <a:pPr marL="0" indent="0" algn="l" fontAlgn="t">
                        <a:buFontTx/>
                        <a:buNone/>
                      </a:pP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  específicas</a:t>
                      </a:r>
                      <a:b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</a:b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Critérios de revisão personalizados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Reduzir Perdas 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Contencioso </a:t>
                      </a:r>
                      <a:b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</a:b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Abatidos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122667"/>
                  </a:ext>
                </a:extLst>
              </a:tr>
              <a:tr h="768119">
                <a:tc>
                  <a:txBody>
                    <a:bodyPr/>
                    <a:lstStyle/>
                    <a:p>
                      <a:pPr algn="l" fontAlgn="t"/>
                      <a:r>
                        <a:rPr lang="pt-PT" sz="1200" b="1" u="none" strike="noStrike" dirty="0">
                          <a:effectLst/>
                          <a:latin typeface="Muli Black" panose="00000A00000000000000"/>
                        </a:rPr>
                        <a:t>Intensivo </a:t>
                      </a:r>
                      <a:endParaRPr lang="pt-PT" sz="1200" b="1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Cliente com características específicas e que exigem acompanhamento frequente devido à exposição ao risco e/ou volume de negócios;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Alterações financeiras</a:t>
                      </a:r>
                      <a:b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</a:b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Reestruturações</a:t>
                      </a:r>
                      <a:b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</a:b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Volume de negócios elevado 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Acompanhamento regular</a:t>
                      </a:r>
                      <a:b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</a:b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Revisão de limites e planos de ação 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Reduzir</a:t>
                      </a:r>
                      <a:b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</a:b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Sair 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Reduzir Riscos Financeiros </a:t>
                      </a:r>
                      <a:b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</a:b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Reduzir Todos os Riscos </a:t>
                      </a:r>
                      <a:b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</a:b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Sair 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96438"/>
                  </a:ext>
                </a:extLst>
              </a:tr>
              <a:tr h="768119">
                <a:tc>
                  <a:txBody>
                    <a:bodyPr/>
                    <a:lstStyle/>
                    <a:p>
                      <a:pPr algn="l" fontAlgn="t"/>
                      <a:r>
                        <a:rPr lang="pt-PT" sz="1200" b="1" u="none" strike="noStrike" dirty="0">
                          <a:effectLst/>
                          <a:latin typeface="Muli Black" panose="00000A00000000000000"/>
                        </a:rPr>
                        <a:t>Proativo </a:t>
                      </a:r>
                      <a:endParaRPr lang="pt-PT" sz="1200" b="1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Cliente cooperativo, transparente e alinhado com boas práticas de risco;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Tx/>
                        <a:buNone/>
                      </a:pP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Preocupado com a sua posição</a:t>
                      </a:r>
                    </a:p>
                    <a:p>
                      <a:pPr marL="0" indent="0" algn="l" fontAlgn="t">
                        <a:buFontTx/>
                        <a:buNone/>
                      </a:pP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  de risco</a:t>
                      </a:r>
                      <a:b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</a:b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Proativo em propostas de</a:t>
                      </a:r>
                    </a:p>
                    <a:p>
                      <a:pPr marL="0" indent="0" algn="l" fontAlgn="t">
                        <a:buFontTx/>
                        <a:buNone/>
                      </a:pP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  mitigação de risco </a:t>
                      </a:r>
                      <a:b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</a:b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Comunicação aberta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Tx/>
                        <a:buNone/>
                      </a:pP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Acompanhamento com menor</a:t>
                      </a:r>
                    </a:p>
                    <a:p>
                      <a:pPr marL="0" indent="0" algn="l" fontAlgn="t">
                        <a:buFontTx/>
                        <a:buNone/>
                      </a:pP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  esforço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Ajustar Risco </a:t>
                      </a:r>
                      <a:b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</a:b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Reforçar Garantias 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Ajustar Riscos Financeiros LP</a:t>
                      </a:r>
                      <a:b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</a:b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Ajustar Todos os Riscos </a:t>
                      </a:r>
                      <a:b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</a:b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Manter  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230758"/>
                  </a:ext>
                </a:extLst>
              </a:tr>
              <a:tr h="768119">
                <a:tc>
                  <a:txBody>
                    <a:bodyPr/>
                    <a:lstStyle/>
                    <a:p>
                      <a:pPr algn="l" fontAlgn="t"/>
                      <a:r>
                        <a:rPr lang="pt-PT" sz="1200" b="1" u="none" strike="noStrike" dirty="0">
                          <a:effectLst/>
                          <a:latin typeface="Muli Black" panose="00000A00000000000000"/>
                        </a:rPr>
                        <a:t>Normal </a:t>
                      </a:r>
                      <a:endParaRPr lang="pt-PT" sz="1200" b="1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Cliente estável e regular, sem alertas e com um comportamento padrão;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Perfil dentro do esperado</a:t>
                      </a:r>
                      <a:b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</a:b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Sem incidentes </a:t>
                      </a:r>
                      <a:b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</a:b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Comunicação aberta 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Tx/>
                        <a:buNone/>
                      </a:pP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Revisão periódica</a:t>
                      </a:r>
                    </a:p>
                    <a:p>
                      <a:pPr marL="0" indent="0" algn="l" fontAlgn="t">
                        <a:buFontTx/>
                        <a:buNone/>
                      </a:pP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Acompanhamento com</a:t>
                      </a:r>
                    </a:p>
                    <a:p>
                      <a:pPr marL="0" indent="0" algn="l" fontAlgn="t">
                        <a:buFontTx/>
                        <a:buNone/>
                      </a:pP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  normalidade 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Atender com Normalidade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Tx/>
                        <a:buNone/>
                      </a:pP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Não Aumentar limite </a:t>
                      </a:r>
                      <a:b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</a:b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- Atender até ao Apetite de Risco</a:t>
                      </a:r>
                    </a:p>
                    <a:p>
                      <a:pPr marL="0" indent="0" algn="l" fontAlgn="t">
                        <a:buFontTx/>
                        <a:buNone/>
                      </a:pP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  definido 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63748"/>
                  </a:ext>
                </a:extLst>
              </a:tr>
            </a:tbl>
          </a:graphicData>
        </a:graphic>
      </p:graphicFrame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43E331A-9A22-DC98-9273-F5A4E2BF3413}"/>
              </a:ext>
            </a:extLst>
          </p:cNvPr>
          <p:cNvSpPr txBox="1">
            <a:spLocks/>
          </p:cNvSpPr>
          <p:nvPr/>
        </p:nvSpPr>
        <p:spPr>
          <a:xfrm>
            <a:off x="350271" y="6008585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2400" kern="1200">
                <a:solidFill>
                  <a:srgbClr val="003E51"/>
                </a:solidFill>
                <a:latin typeface="Muli Black" panose="00000A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900" dirty="0">
                <a:latin typeface="Muli Black" panose="00000A00000000000000"/>
              </a:rPr>
              <a:t>* Exemplos atuais no banco</a:t>
            </a:r>
            <a:endParaRPr lang="pt-PT" sz="2800" i="1" dirty="0">
              <a:latin typeface="Muli Black" panose="00000A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256327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234FB-0011-3765-0087-2F1DBFC8F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DFF511-273D-B550-CE7C-40A5AC4482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i="1" dirty="0"/>
              <a:t>New </a:t>
            </a:r>
            <a:r>
              <a:rPr lang="pt-PT" i="1" dirty="0" err="1"/>
              <a:t>Default</a:t>
            </a:r>
            <a:r>
              <a:rPr lang="pt-PT" i="1" dirty="0"/>
              <a:t> </a:t>
            </a:r>
            <a:r>
              <a:rPr lang="pt-PT" dirty="0"/>
              <a:t>(1|2)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DE2AA-6467-F5F7-B473-B3F07C062C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21" y="951147"/>
            <a:ext cx="11114228" cy="276999"/>
          </a:xfrm>
        </p:spPr>
        <p:txBody>
          <a:bodyPr>
            <a:spAutoFit/>
          </a:bodyPr>
          <a:lstStyle/>
          <a:p>
            <a:r>
              <a:rPr lang="pt-PT" i="1" dirty="0" err="1"/>
              <a:t>Owner</a:t>
            </a:r>
            <a:r>
              <a:rPr lang="pt-PT" i="1" dirty="0"/>
              <a:t> </a:t>
            </a:r>
            <a:r>
              <a:rPr lang="pt-PT" dirty="0"/>
              <a:t>Banco Santander: Maria Leonor Lopes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E2142BF-2E0C-F66D-F4ED-1C2917B0A14E}"/>
              </a:ext>
            </a:extLst>
          </p:cNvPr>
          <p:cNvGrpSpPr/>
          <p:nvPr/>
        </p:nvGrpSpPr>
        <p:grpSpPr>
          <a:xfrm>
            <a:off x="538092" y="1609344"/>
            <a:ext cx="11044308" cy="4252216"/>
            <a:chOff x="538092" y="1609344"/>
            <a:chExt cx="11044308" cy="425221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68E9982-6607-33A4-0F5E-966F522C99E7}"/>
                </a:ext>
              </a:extLst>
            </p:cNvPr>
            <p:cNvGrpSpPr/>
            <p:nvPr/>
          </p:nvGrpSpPr>
          <p:grpSpPr>
            <a:xfrm>
              <a:off x="538092" y="1877438"/>
              <a:ext cx="11044308" cy="3984122"/>
              <a:chOff x="400498" y="1877438"/>
              <a:chExt cx="11044308" cy="3984122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B73F283-378B-9C98-EA93-B5127010D6AA}"/>
                  </a:ext>
                </a:extLst>
              </p:cNvPr>
              <p:cNvSpPr/>
              <p:nvPr/>
            </p:nvSpPr>
            <p:spPr>
              <a:xfrm>
                <a:off x="400498" y="3601988"/>
                <a:ext cx="11044308" cy="11089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t" anchorCtr="0"/>
              <a:lstStyle/>
              <a:p>
                <a:r>
                  <a:rPr lang="pt-PT" sz="1400" b="1" dirty="0">
                    <a:solidFill>
                      <a:schemeClr val="tx1"/>
                    </a:solidFill>
                    <a:latin typeface="Muli"/>
                  </a:rPr>
                  <a:t>Formato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AD47DB8-2D1F-69C2-D36C-ACB47D9354D3}"/>
                  </a:ext>
                </a:extLst>
              </p:cNvPr>
              <p:cNvSpPr/>
              <p:nvPr/>
            </p:nvSpPr>
            <p:spPr>
              <a:xfrm>
                <a:off x="400498" y="4752606"/>
                <a:ext cx="11044308" cy="11089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t" anchorCtr="0"/>
              <a:lstStyle/>
              <a:p>
                <a:r>
                  <a:rPr lang="pt-PT" sz="1400" b="1" dirty="0">
                    <a:solidFill>
                      <a:schemeClr val="tx1"/>
                    </a:solidFill>
                    <a:latin typeface="Muli"/>
                  </a:rPr>
                  <a:t>Âmbito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22B0578-34CF-AF75-389F-CAE0ACA289D3}"/>
                  </a:ext>
                </a:extLst>
              </p:cNvPr>
              <p:cNvSpPr/>
              <p:nvPr/>
            </p:nvSpPr>
            <p:spPr>
              <a:xfrm>
                <a:off x="400498" y="1877438"/>
                <a:ext cx="11044308" cy="168288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t" anchorCtr="0"/>
              <a:lstStyle/>
              <a:p>
                <a:r>
                  <a:rPr lang="pt-PT" sz="1400" b="1" dirty="0">
                    <a:solidFill>
                      <a:schemeClr val="tx1"/>
                    </a:solidFill>
                    <a:latin typeface="Muli"/>
                  </a:rPr>
                  <a:t>Descrição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BB32441-0347-CD7A-1014-5EA8B8418B7D}"/>
                  </a:ext>
                </a:extLst>
              </p:cNvPr>
              <p:cNvSpPr/>
              <p:nvPr/>
            </p:nvSpPr>
            <p:spPr>
              <a:xfrm>
                <a:off x="831583" y="1955259"/>
                <a:ext cx="2538919" cy="3822971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95FC662-8314-E156-8924-A2636B92131D}"/>
                  </a:ext>
                </a:extLst>
              </p:cNvPr>
              <p:cNvSpPr/>
              <p:nvPr/>
            </p:nvSpPr>
            <p:spPr>
              <a:xfrm>
                <a:off x="3494359" y="1955259"/>
                <a:ext cx="2538919" cy="3822971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19BACD8-477B-5334-7B8B-9E3904EE8A16}"/>
                  </a:ext>
                </a:extLst>
              </p:cNvPr>
              <p:cNvSpPr/>
              <p:nvPr/>
            </p:nvSpPr>
            <p:spPr>
              <a:xfrm>
                <a:off x="6157135" y="1955259"/>
                <a:ext cx="2538919" cy="3822971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A5347B4-BD83-33AF-0DF7-A19FA6C93846}"/>
                  </a:ext>
                </a:extLst>
              </p:cNvPr>
              <p:cNvSpPr/>
              <p:nvPr/>
            </p:nvSpPr>
            <p:spPr>
              <a:xfrm>
                <a:off x="8819910" y="1955259"/>
                <a:ext cx="2538919" cy="3822971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FB94CF4-DBFE-8E79-DDED-2777AC58C4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0498" y="3579779"/>
                <a:ext cx="11044308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3FE827-DA03-4AA2-C4EA-A4E1ED027D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498" y="4728087"/>
                <a:ext cx="11044308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10F94A4-28EC-E7E3-4607-212003461CF8}"/>
                </a:ext>
              </a:extLst>
            </p:cNvPr>
            <p:cNvSpPr/>
            <p:nvPr/>
          </p:nvSpPr>
          <p:spPr>
            <a:xfrm>
              <a:off x="969176" y="1609344"/>
              <a:ext cx="2538000" cy="323218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600" b="1" i="1" dirty="0" err="1">
                  <a:latin typeface="Muli"/>
                </a:rPr>
                <a:t>dflt_stts_instrmnt</a:t>
              </a:r>
              <a:endParaRPr lang="pt-PT" sz="1600" b="1" i="1" dirty="0">
                <a:latin typeface="Muli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743B02D-44F2-3B36-F5D9-CD7B9F46EA3D}"/>
                </a:ext>
              </a:extLst>
            </p:cNvPr>
            <p:cNvSpPr/>
            <p:nvPr/>
          </p:nvSpPr>
          <p:spPr>
            <a:xfrm>
              <a:off x="3632412" y="1609344"/>
              <a:ext cx="2538000" cy="326022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600" b="1" i="1" dirty="0" err="1">
                  <a:latin typeface="Muli"/>
                </a:rPr>
                <a:t>dt_dflt_stts_instrmnt</a:t>
              </a:r>
              <a:endParaRPr lang="pt-PT" sz="1600" b="1" i="1" dirty="0">
                <a:latin typeface="Muli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FE830C9-B613-39E9-E03B-AF13C4314003}"/>
                </a:ext>
              </a:extLst>
            </p:cNvPr>
            <p:cNvSpPr/>
            <p:nvPr/>
          </p:nvSpPr>
          <p:spPr>
            <a:xfrm>
              <a:off x="6295648" y="1609344"/>
              <a:ext cx="2538000" cy="326022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600" b="1" i="1" dirty="0" err="1">
                  <a:latin typeface="Muli"/>
                </a:rPr>
                <a:t>dflt_stts</a:t>
              </a:r>
              <a:endParaRPr lang="pt-PT" sz="1600" b="1" i="1" dirty="0">
                <a:latin typeface="Muli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06EFD1AB-019E-C142-DA9B-239405283F99}"/>
              </a:ext>
            </a:extLst>
          </p:cNvPr>
          <p:cNvSpPr/>
          <p:nvPr/>
        </p:nvSpPr>
        <p:spPr>
          <a:xfrm>
            <a:off x="8958423" y="1609344"/>
            <a:ext cx="2538000" cy="32602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b="1" i="1" dirty="0" err="1">
                <a:latin typeface="Muli"/>
              </a:rPr>
              <a:t>dt_dflt_stts</a:t>
            </a:r>
            <a:endParaRPr lang="pt-PT" sz="1600" b="1" i="1" dirty="0">
              <a:latin typeface="Mul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6B80C0-1BDC-8814-8EBC-18CFA50FDCC9}"/>
              </a:ext>
            </a:extLst>
          </p:cNvPr>
          <p:cNvSpPr txBox="1"/>
          <p:nvPr/>
        </p:nvSpPr>
        <p:spPr>
          <a:xfrm>
            <a:off x="968257" y="2014069"/>
            <a:ext cx="2538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200" dirty="0">
                <a:latin typeface="Muli Light" panose="00000400000000000000"/>
              </a:rPr>
              <a:t>Situação de incumprimento</a:t>
            </a:r>
            <a:r>
              <a:rPr lang="pt-PT" sz="1200" i="1" dirty="0">
                <a:latin typeface="Muli Light" panose="00000400000000000000"/>
              </a:rPr>
              <a:t> </a:t>
            </a:r>
            <a:r>
              <a:rPr lang="pt-PT" sz="1200" dirty="0">
                <a:latin typeface="Muli Light" panose="00000400000000000000"/>
              </a:rPr>
              <a:t>do instrumento, à data de reporte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42A0A9-C355-27F1-7DD3-3884152DDFE3}"/>
              </a:ext>
            </a:extLst>
          </p:cNvPr>
          <p:cNvSpPr txBox="1"/>
          <p:nvPr/>
        </p:nvSpPr>
        <p:spPr>
          <a:xfrm>
            <a:off x="3631952" y="2014069"/>
            <a:ext cx="25389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200" dirty="0">
                <a:latin typeface="Muli Light" panose="00000400000000000000"/>
              </a:rPr>
              <a:t>Data em que se considera ter surgido a situação de incumprimento. Se o instrumento for classificado como “</a:t>
            </a:r>
            <a:r>
              <a:rPr lang="pt-PT" sz="1200" i="1" dirty="0" err="1">
                <a:latin typeface="Muli Light" panose="00000400000000000000"/>
              </a:rPr>
              <a:t>not</a:t>
            </a:r>
            <a:r>
              <a:rPr lang="pt-PT" sz="1200" i="1" dirty="0">
                <a:latin typeface="Muli Light" panose="00000400000000000000"/>
              </a:rPr>
              <a:t> in </a:t>
            </a:r>
            <a:r>
              <a:rPr lang="pt-PT" sz="1200" i="1" dirty="0" err="1">
                <a:latin typeface="Muli Light" panose="00000400000000000000"/>
              </a:rPr>
              <a:t>default</a:t>
            </a:r>
            <a:r>
              <a:rPr lang="pt-PT" sz="1200" dirty="0">
                <a:latin typeface="Muli Light" panose="00000400000000000000"/>
              </a:rPr>
              <a:t>” desde a data de início do mesmo, este conceito deve ser igual a essa mesma 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00B350-9108-94BB-E28E-2FD6E5D4AA73}"/>
              </a:ext>
            </a:extLst>
          </p:cNvPr>
          <p:cNvSpPr txBox="1"/>
          <p:nvPr/>
        </p:nvSpPr>
        <p:spPr>
          <a:xfrm>
            <a:off x="6294727" y="2014069"/>
            <a:ext cx="2538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200" dirty="0">
                <a:latin typeface="Muli Light" panose="00000400000000000000"/>
              </a:rPr>
              <a:t>Situação de incumprimento</a:t>
            </a:r>
            <a:r>
              <a:rPr lang="pt-PT" sz="1200" i="1" dirty="0">
                <a:latin typeface="Muli Light" panose="00000400000000000000"/>
              </a:rPr>
              <a:t> </a:t>
            </a:r>
            <a:r>
              <a:rPr lang="pt-PT" sz="1200" dirty="0">
                <a:latin typeface="Muli Light" panose="00000400000000000000"/>
              </a:rPr>
              <a:t>da contraparte, à data de reporte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86BAF0-D62B-ADCD-53B5-6B3E9F30D9E3}"/>
              </a:ext>
            </a:extLst>
          </p:cNvPr>
          <p:cNvSpPr txBox="1"/>
          <p:nvPr/>
        </p:nvSpPr>
        <p:spPr>
          <a:xfrm>
            <a:off x="8957501" y="2014069"/>
            <a:ext cx="2538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200" dirty="0">
                <a:latin typeface="Muli Light" panose="00000400000000000000"/>
              </a:rPr>
              <a:t>Data em que se considera ter surgido a situação de incumprimento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5A2402-9DAF-8D96-FB7F-C70A89A0535D}"/>
              </a:ext>
            </a:extLst>
          </p:cNvPr>
          <p:cNvSpPr txBox="1"/>
          <p:nvPr/>
        </p:nvSpPr>
        <p:spPr>
          <a:xfrm>
            <a:off x="968256" y="3605332"/>
            <a:ext cx="25389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200" i="1" dirty="0" err="1">
                <a:latin typeface="Muli Light" panose="00000400000000000000"/>
              </a:rPr>
              <a:t>Code</a:t>
            </a:r>
            <a:r>
              <a:rPr lang="pt-PT" sz="1200" i="1" dirty="0">
                <a:latin typeface="Muli Light" panose="00000400000000000000"/>
              </a:rPr>
              <a:t> </a:t>
            </a:r>
            <a:r>
              <a:rPr lang="pt-PT" sz="1200" i="1" dirty="0" err="1">
                <a:latin typeface="Muli Light" panose="00000400000000000000"/>
              </a:rPr>
              <a:t>list</a:t>
            </a:r>
            <a:endParaRPr lang="pt-PT" sz="1200" i="1" dirty="0">
              <a:latin typeface="Muli Light" panose="0000040000000000000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983088-96F6-F5FC-5458-18AD29A91FF8}"/>
              </a:ext>
            </a:extLst>
          </p:cNvPr>
          <p:cNvSpPr txBox="1"/>
          <p:nvPr/>
        </p:nvSpPr>
        <p:spPr>
          <a:xfrm>
            <a:off x="968256" y="4753054"/>
            <a:ext cx="25389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200" dirty="0">
                <a:latin typeface="Muli Light" panose="00000400000000000000"/>
              </a:rPr>
              <a:t>Estrutural</a:t>
            </a:r>
          </a:p>
          <a:p>
            <a:pPr algn="l"/>
            <a:r>
              <a:rPr lang="pt-PT" sz="1200" i="1" dirty="0">
                <a:latin typeface="Muli Light" panose="00000400000000000000"/>
              </a:rPr>
              <a:t>Green </a:t>
            </a:r>
            <a:r>
              <a:rPr lang="pt-PT" sz="1200" i="1" dirty="0" err="1">
                <a:latin typeface="Muli Light" panose="00000400000000000000"/>
              </a:rPr>
              <a:t>dashboard</a:t>
            </a:r>
            <a:endParaRPr lang="pt-PT" sz="1200" i="1" dirty="0">
              <a:latin typeface="Muli Light" panose="00000400000000000000"/>
            </a:endParaRPr>
          </a:p>
          <a:p>
            <a:pPr algn="l"/>
            <a:r>
              <a:rPr lang="pt-PT" sz="1200" dirty="0">
                <a:latin typeface="Muli Light" panose="00000400000000000000"/>
              </a:rPr>
              <a:t>Pilar III</a:t>
            </a:r>
            <a:endParaRPr lang="pt-PT" sz="1200" i="1" dirty="0">
              <a:latin typeface="Muli Light" panose="00000400000000000000"/>
            </a:endParaRPr>
          </a:p>
          <a:p>
            <a:pPr algn="l"/>
            <a:r>
              <a:rPr lang="pt-PT" sz="1200" i="1" dirty="0">
                <a:latin typeface="Muli Light" panose="00000400000000000000"/>
              </a:rPr>
              <a:t>Green </a:t>
            </a:r>
            <a:r>
              <a:rPr lang="pt-PT" sz="1200" i="1" dirty="0" err="1">
                <a:latin typeface="Muli Light" panose="00000400000000000000"/>
              </a:rPr>
              <a:t>finance</a:t>
            </a:r>
            <a:endParaRPr lang="pt-PT" sz="1200" i="1" dirty="0">
              <a:latin typeface="Muli Light" panose="00000400000000000000"/>
            </a:endParaRPr>
          </a:p>
          <a:p>
            <a:pPr algn="l"/>
            <a:r>
              <a:rPr lang="pt-PT" sz="1200" i="1" dirty="0" err="1">
                <a:latin typeface="Muli Light" panose="00000400000000000000"/>
              </a:rPr>
              <a:t>Leverage</a:t>
            </a:r>
            <a:r>
              <a:rPr lang="pt-PT" sz="1200" i="1" dirty="0">
                <a:latin typeface="Muli Light" panose="00000400000000000000"/>
              </a:rPr>
              <a:t> </a:t>
            </a:r>
            <a:r>
              <a:rPr lang="pt-PT" sz="1200" i="1" dirty="0" err="1">
                <a:latin typeface="Muli Light" panose="00000400000000000000"/>
              </a:rPr>
              <a:t>finance</a:t>
            </a:r>
            <a:endParaRPr lang="pt-PT" sz="1200" i="1" dirty="0">
              <a:latin typeface="Muli Light" panose="0000040000000000000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7EED85-E2ED-9DFE-2122-67EF7B2F9C52}"/>
              </a:ext>
            </a:extLst>
          </p:cNvPr>
          <p:cNvSpPr txBox="1"/>
          <p:nvPr/>
        </p:nvSpPr>
        <p:spPr>
          <a:xfrm>
            <a:off x="3631951" y="3605332"/>
            <a:ext cx="25389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200" i="1" dirty="0">
                <a:latin typeface="Muli Light" panose="00000400000000000000"/>
              </a:rPr>
              <a:t>Date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149F24-40A0-C0B3-F0E2-203A7CE6E00E}"/>
              </a:ext>
            </a:extLst>
          </p:cNvPr>
          <p:cNvSpPr txBox="1"/>
          <p:nvPr/>
        </p:nvSpPr>
        <p:spPr>
          <a:xfrm>
            <a:off x="8957500" y="3605332"/>
            <a:ext cx="25389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200" i="1" dirty="0">
                <a:latin typeface="Muli Light" panose="00000400000000000000"/>
              </a:rPr>
              <a:t>Date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E52A3A-EB7E-1AA7-7290-AD13D8D58718}"/>
              </a:ext>
            </a:extLst>
          </p:cNvPr>
          <p:cNvSpPr txBox="1"/>
          <p:nvPr/>
        </p:nvSpPr>
        <p:spPr>
          <a:xfrm>
            <a:off x="6294722" y="3605332"/>
            <a:ext cx="25389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200" i="1" dirty="0" err="1">
                <a:latin typeface="Muli Light" panose="00000400000000000000"/>
              </a:rPr>
              <a:t>Code</a:t>
            </a:r>
            <a:r>
              <a:rPr lang="pt-PT" sz="1200" i="1" dirty="0">
                <a:latin typeface="Muli Light" panose="00000400000000000000"/>
              </a:rPr>
              <a:t> </a:t>
            </a:r>
            <a:r>
              <a:rPr lang="pt-PT" sz="1200" i="1" dirty="0" err="1">
                <a:latin typeface="Muli Light" panose="00000400000000000000"/>
              </a:rPr>
              <a:t>list</a:t>
            </a:r>
            <a:endParaRPr lang="pt-PT" sz="1200" i="1" dirty="0">
              <a:latin typeface="Muli Light" panose="0000040000000000000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FA0E34-DB8A-9ADB-E16B-1C5C848D4E8A}"/>
              </a:ext>
            </a:extLst>
          </p:cNvPr>
          <p:cNvSpPr txBox="1"/>
          <p:nvPr/>
        </p:nvSpPr>
        <p:spPr>
          <a:xfrm>
            <a:off x="3631950" y="4753054"/>
            <a:ext cx="2538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200" dirty="0">
                <a:latin typeface="Muli Light" panose="00000400000000000000"/>
              </a:rPr>
              <a:t>Estrutural</a:t>
            </a:r>
          </a:p>
          <a:p>
            <a:pPr algn="l"/>
            <a:r>
              <a:rPr lang="pt-PT" sz="1200" i="1" dirty="0" err="1">
                <a:latin typeface="Muli Light" panose="00000400000000000000"/>
              </a:rPr>
              <a:t>Leverage</a:t>
            </a:r>
            <a:r>
              <a:rPr lang="pt-PT" sz="1200" i="1" dirty="0">
                <a:latin typeface="Muli Light" panose="00000400000000000000"/>
              </a:rPr>
              <a:t> </a:t>
            </a:r>
            <a:r>
              <a:rPr lang="pt-PT" sz="1200" i="1" dirty="0" err="1">
                <a:latin typeface="Muli Light" panose="00000400000000000000"/>
              </a:rPr>
              <a:t>finance</a:t>
            </a:r>
            <a:endParaRPr lang="pt-PT" sz="1200" i="1" dirty="0">
              <a:latin typeface="Muli Light" panose="0000040000000000000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A4D595-3E0B-D4F3-AB7C-1F5DAABF1EED}"/>
              </a:ext>
            </a:extLst>
          </p:cNvPr>
          <p:cNvSpPr txBox="1"/>
          <p:nvPr/>
        </p:nvSpPr>
        <p:spPr>
          <a:xfrm>
            <a:off x="6294722" y="4753054"/>
            <a:ext cx="2538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200" dirty="0">
                <a:latin typeface="Muli Light" panose="00000400000000000000"/>
              </a:rPr>
              <a:t>Estrutural</a:t>
            </a:r>
          </a:p>
          <a:p>
            <a:pPr algn="l"/>
            <a:r>
              <a:rPr lang="pt-PT" sz="1200" i="1" dirty="0" err="1">
                <a:latin typeface="Muli Light" panose="00000400000000000000"/>
              </a:rPr>
              <a:t>Leverage</a:t>
            </a:r>
            <a:r>
              <a:rPr lang="pt-PT" sz="1200" i="1" dirty="0">
                <a:latin typeface="Muli Light" panose="00000400000000000000"/>
              </a:rPr>
              <a:t> </a:t>
            </a:r>
            <a:r>
              <a:rPr lang="pt-PT" sz="1200" i="1" dirty="0" err="1">
                <a:latin typeface="Muli Light" panose="00000400000000000000"/>
              </a:rPr>
              <a:t>finance</a:t>
            </a:r>
            <a:endParaRPr lang="pt-PT" sz="1200" i="1" dirty="0">
              <a:latin typeface="Muli Light" panose="0000040000000000000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77125D-B565-C4AD-FE39-92CBA92F20C3}"/>
              </a:ext>
            </a:extLst>
          </p:cNvPr>
          <p:cNvSpPr txBox="1"/>
          <p:nvPr/>
        </p:nvSpPr>
        <p:spPr>
          <a:xfrm>
            <a:off x="8957500" y="4753054"/>
            <a:ext cx="2538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200" dirty="0">
                <a:latin typeface="Muli Light" panose="00000400000000000000"/>
              </a:rPr>
              <a:t>Estrutural</a:t>
            </a:r>
          </a:p>
          <a:p>
            <a:pPr algn="l"/>
            <a:r>
              <a:rPr lang="pt-PT" sz="1200" i="1" dirty="0" err="1">
                <a:latin typeface="Muli Light" panose="00000400000000000000"/>
              </a:rPr>
              <a:t>Leverage</a:t>
            </a:r>
            <a:r>
              <a:rPr lang="pt-PT" sz="1200" i="1" dirty="0">
                <a:latin typeface="Muli Light" panose="00000400000000000000"/>
              </a:rPr>
              <a:t> </a:t>
            </a:r>
            <a:r>
              <a:rPr lang="pt-PT" sz="1200" i="1" dirty="0" err="1">
                <a:latin typeface="Muli Light" panose="00000400000000000000"/>
              </a:rPr>
              <a:t>finance</a:t>
            </a:r>
            <a:endParaRPr lang="pt-PT" sz="1200" i="1" dirty="0">
              <a:latin typeface="Muli Light" panose="0000040000000000000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95F9A5-5E24-602A-837D-8B3BA0FEE99C}"/>
              </a:ext>
            </a:extLst>
          </p:cNvPr>
          <p:cNvSpPr txBox="1"/>
          <p:nvPr/>
        </p:nvSpPr>
        <p:spPr>
          <a:xfrm>
            <a:off x="538092" y="5858790"/>
            <a:ext cx="6902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800" b="1" dirty="0">
                <a:latin typeface="Muli Light" panose="00000400000000000000"/>
              </a:rPr>
              <a:t>Nota:</a:t>
            </a:r>
            <a:r>
              <a:rPr lang="pt-PT" sz="800" dirty="0">
                <a:latin typeface="Muli Light" panose="00000400000000000000"/>
              </a:rPr>
              <a:t> A tabela de parametrização sofreu alterações a </a:t>
            </a:r>
            <a:r>
              <a:rPr lang="pt-PT" sz="800" dirty="0" err="1">
                <a:latin typeface="Muli Light" panose="00000400000000000000"/>
              </a:rPr>
              <a:t>mai</a:t>
            </a:r>
            <a:r>
              <a:rPr lang="pt-PT" sz="800" dirty="0">
                <a:latin typeface="Muli Light" panose="00000400000000000000"/>
              </a:rPr>
              <a:t>/25</a:t>
            </a:r>
          </a:p>
          <a:p>
            <a:pPr algn="l"/>
            <a:r>
              <a:rPr lang="pt-PT" sz="800" b="1" dirty="0">
                <a:latin typeface="Muli Light" panose="00000400000000000000"/>
              </a:rPr>
              <a:t>Documentação suporte:</a:t>
            </a:r>
            <a:r>
              <a:rPr lang="pt-PT" sz="800" dirty="0">
                <a:latin typeface="Muli Light" panose="00000400000000000000"/>
              </a:rPr>
              <a:t> </a:t>
            </a:r>
            <a:r>
              <a:rPr lang="pt-PT" sz="800" i="1" dirty="0">
                <a:latin typeface="Muli Light" panose="00000400000000000000"/>
              </a:rPr>
              <a:t>Granular </a:t>
            </a:r>
            <a:r>
              <a:rPr lang="pt-PT" sz="800" i="1" dirty="0" err="1">
                <a:latin typeface="Muli Light" panose="00000400000000000000"/>
              </a:rPr>
              <a:t>Tool</a:t>
            </a:r>
            <a:r>
              <a:rPr lang="pt-PT" sz="800" i="1" dirty="0">
                <a:latin typeface="Muli Light" panose="00000400000000000000"/>
              </a:rPr>
              <a:t> &amp; </a:t>
            </a:r>
            <a:r>
              <a:rPr lang="pt-PT" sz="800" i="1" dirty="0" err="1">
                <a:latin typeface="Muli Light" panose="00000400000000000000"/>
              </a:rPr>
              <a:t>Modelo_físico_de_Data_Mart_de_Riesgo_de_Crédito</a:t>
            </a:r>
            <a:endParaRPr lang="pt-PT" sz="800" i="1" dirty="0">
              <a:latin typeface="Muli Light" panose="00000400000000000000"/>
            </a:endParaRPr>
          </a:p>
          <a:p>
            <a:pPr algn="l"/>
            <a:r>
              <a:rPr lang="pt-PT" sz="800" b="1" dirty="0">
                <a:latin typeface="Muli Light" panose="00000400000000000000"/>
              </a:rPr>
              <a:t>Documentação adicional: </a:t>
            </a:r>
            <a:r>
              <a:rPr lang="pt-PT" sz="800" dirty="0">
                <a:latin typeface="Muli Light" panose="00000400000000000000"/>
              </a:rPr>
              <a:t>NYD - LT – Conceitos_v1.0</a:t>
            </a:r>
          </a:p>
        </p:txBody>
      </p:sp>
    </p:spTree>
    <p:extLst>
      <p:ext uri="{BB962C8B-B14F-4D97-AF65-F5344CB8AC3E}">
        <p14:creationId xmlns:p14="http://schemas.microsoft.com/office/powerpoint/2010/main" val="764459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A457E-B38E-CE45-6429-08C567684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BE3979-8148-F39F-8FAC-250662F2B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i="1" dirty="0"/>
              <a:t>New </a:t>
            </a:r>
            <a:r>
              <a:rPr lang="pt-PT" i="1" dirty="0" err="1"/>
              <a:t>Default</a:t>
            </a:r>
            <a:r>
              <a:rPr lang="pt-PT" i="1" dirty="0"/>
              <a:t> </a:t>
            </a:r>
            <a:r>
              <a:rPr lang="pt-PT" dirty="0"/>
              <a:t>(2|2)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DF34AB3-E8B8-19AF-657D-5CF6335735B9}"/>
              </a:ext>
            </a:extLst>
          </p:cNvPr>
          <p:cNvSpPr txBox="1">
            <a:spLocks/>
          </p:cNvSpPr>
          <p:nvPr/>
        </p:nvSpPr>
        <p:spPr>
          <a:xfrm>
            <a:off x="609521" y="951147"/>
            <a:ext cx="11114228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rgbClr val="003E5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Detalhe da </a:t>
            </a:r>
            <a:r>
              <a:rPr lang="pt-PT" i="1" dirty="0" err="1"/>
              <a:t>code</a:t>
            </a:r>
            <a:r>
              <a:rPr lang="pt-PT" i="1" dirty="0"/>
              <a:t> </a:t>
            </a:r>
            <a:r>
              <a:rPr lang="pt-PT" i="1" dirty="0" err="1"/>
              <a:t>list</a:t>
            </a:r>
            <a:r>
              <a:rPr lang="pt-PT" dirty="0"/>
              <a:t> associada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BC767C-058C-F771-99DD-D10A4D77F9A6}"/>
              </a:ext>
            </a:extLst>
          </p:cNvPr>
          <p:cNvGrpSpPr/>
          <p:nvPr/>
        </p:nvGrpSpPr>
        <p:grpSpPr>
          <a:xfrm>
            <a:off x="609521" y="1609343"/>
            <a:ext cx="4099639" cy="4114094"/>
            <a:chOff x="6531989" y="1158298"/>
            <a:chExt cx="5191760" cy="458582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37C2AEA-E5C2-CD51-F597-FFFE8D6C849D}"/>
                </a:ext>
              </a:extLst>
            </p:cNvPr>
            <p:cNvSpPr/>
            <p:nvPr/>
          </p:nvSpPr>
          <p:spPr>
            <a:xfrm>
              <a:off x="6531989" y="1304205"/>
              <a:ext cx="5191760" cy="4439920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117A9C6-33F2-EF41-9386-BC044AF8A61E}"/>
                </a:ext>
              </a:extLst>
            </p:cNvPr>
            <p:cNvSpPr/>
            <p:nvPr/>
          </p:nvSpPr>
          <p:spPr>
            <a:xfrm>
              <a:off x="6704514" y="1158298"/>
              <a:ext cx="2484953" cy="36115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600" b="1" dirty="0">
                  <a:solidFill>
                    <a:schemeClr val="bg1"/>
                  </a:solidFill>
                  <a:latin typeface="Muli"/>
                </a:rPr>
                <a:t>Parametrização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5F0A30A-ACFF-4D9C-8363-5A96F2B119FA}"/>
              </a:ext>
            </a:extLst>
          </p:cNvPr>
          <p:cNvGrpSpPr/>
          <p:nvPr/>
        </p:nvGrpSpPr>
        <p:grpSpPr>
          <a:xfrm>
            <a:off x="982082" y="2329053"/>
            <a:ext cx="3354516" cy="2998674"/>
            <a:chOff x="941787" y="2106096"/>
            <a:chExt cx="4212346" cy="347040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1D19E8B-E3ED-D411-9582-C5BA7727534A}"/>
                </a:ext>
              </a:extLst>
            </p:cNvPr>
            <p:cNvSpPr/>
            <p:nvPr/>
          </p:nvSpPr>
          <p:spPr>
            <a:xfrm>
              <a:off x="3355813" y="2106096"/>
              <a:ext cx="1798320" cy="6346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r>
                <a:rPr lang="pt-PT" sz="1400" i="1" dirty="0" err="1">
                  <a:solidFill>
                    <a:schemeClr val="tx1"/>
                  </a:solidFill>
                  <a:latin typeface="Muli Light" panose="00000400000000000000"/>
                </a:rPr>
                <a:t>flag_default_ini</a:t>
              </a:r>
              <a:r>
                <a:rPr lang="pt-PT" sz="1400" i="1" dirty="0">
                  <a:solidFill>
                    <a:schemeClr val="tx1"/>
                  </a:solidFill>
                  <a:latin typeface="Muli Light" panose="00000400000000000000"/>
                </a:rPr>
                <a:t> </a:t>
              </a:r>
              <a:r>
                <a:rPr lang="pt-PT" sz="1200" i="1">
                  <a:solidFill>
                    <a:schemeClr val="tx1"/>
                  </a:solidFill>
                  <a:latin typeface="Muli Light" panose="00000400000000000000"/>
                </a:rPr>
                <a:t>(</a:t>
              </a:r>
              <a:r>
                <a:rPr lang="pt-PT" sz="1200" i="1" dirty="0" err="1">
                  <a:solidFill>
                    <a:schemeClr val="tx1"/>
                  </a:solidFill>
                  <a:latin typeface="Muli Light" panose="00000400000000000000"/>
                </a:rPr>
                <a:t>flag</a:t>
              </a:r>
              <a:r>
                <a:rPr lang="pt-PT" sz="1200" i="1" dirty="0">
                  <a:solidFill>
                    <a:schemeClr val="tx1"/>
                  </a:solidFill>
                  <a:latin typeface="Muli Light" panose="00000400000000000000"/>
                </a:rPr>
                <a:t> </a:t>
              </a:r>
              <a:r>
                <a:rPr lang="pt-PT" sz="1200" i="1" dirty="0" err="1">
                  <a:solidFill>
                    <a:schemeClr val="tx1"/>
                  </a:solidFill>
                  <a:latin typeface="Muli Light" panose="00000400000000000000"/>
                </a:rPr>
                <a:t>default</a:t>
              </a:r>
              <a:r>
                <a:rPr lang="pt-PT" sz="1200" i="1" dirty="0">
                  <a:solidFill>
                    <a:schemeClr val="tx1"/>
                  </a:solidFill>
                  <a:latin typeface="Muli Light" panose="00000400000000000000"/>
                </a:rPr>
                <a:t>)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9DCB3B9-D488-1324-11EC-4D2272D3CD5D}"/>
                </a:ext>
              </a:extLst>
            </p:cNvPr>
            <p:cNvSpPr/>
            <p:nvPr/>
          </p:nvSpPr>
          <p:spPr>
            <a:xfrm>
              <a:off x="3355813" y="4232949"/>
              <a:ext cx="1798320" cy="6346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r>
                <a:rPr lang="pt-PT" sz="1400" i="1" dirty="0" err="1">
                  <a:solidFill>
                    <a:schemeClr val="tx1"/>
                  </a:solidFill>
                  <a:latin typeface="Muli Light" panose="00000400000000000000"/>
                </a:rPr>
                <a:t>utp_cli</a:t>
              </a:r>
              <a:r>
                <a:rPr lang="pt-PT" sz="1400" i="1" dirty="0">
                  <a:solidFill>
                    <a:schemeClr val="tx1"/>
                  </a:solidFill>
                  <a:latin typeface="Muli Light" panose="00000400000000000000"/>
                </a:rPr>
                <a:t> </a:t>
              </a:r>
              <a:r>
                <a:rPr lang="pt-PT" sz="1200" dirty="0">
                  <a:solidFill>
                    <a:schemeClr val="tx1"/>
                  </a:solidFill>
                  <a:latin typeface="Muli Light" panose="00000400000000000000"/>
                </a:rPr>
                <a:t>(UTP cliente)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0A92592-ED61-539E-A211-5A96CBBEB75A}"/>
                </a:ext>
              </a:extLst>
            </p:cNvPr>
            <p:cNvSpPr/>
            <p:nvPr/>
          </p:nvSpPr>
          <p:spPr>
            <a:xfrm>
              <a:off x="3355813" y="3523998"/>
              <a:ext cx="1798320" cy="6346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r>
                <a:rPr lang="pt-PT" sz="1400" i="1" dirty="0" err="1">
                  <a:solidFill>
                    <a:schemeClr val="tx1"/>
                  </a:solidFill>
                  <a:latin typeface="Muli Light" panose="00000400000000000000"/>
                </a:rPr>
                <a:t>ind_def</a:t>
              </a:r>
              <a:r>
                <a:rPr lang="pt-PT" sz="1400" i="1" dirty="0">
                  <a:solidFill>
                    <a:schemeClr val="tx1"/>
                  </a:solidFill>
                  <a:latin typeface="Muli Light" panose="00000400000000000000"/>
                </a:rPr>
                <a:t> </a:t>
              </a:r>
              <a:r>
                <a:rPr lang="pt-PT" sz="1200" dirty="0">
                  <a:solidFill>
                    <a:schemeClr val="tx1"/>
                  </a:solidFill>
                  <a:latin typeface="Muli Light" panose="00000400000000000000"/>
                </a:rPr>
                <a:t>(indicador de </a:t>
              </a:r>
              <a:r>
                <a:rPr lang="pt-PT" sz="1200" i="1" dirty="0" err="1">
                  <a:solidFill>
                    <a:schemeClr val="tx1"/>
                  </a:solidFill>
                  <a:latin typeface="Muli Light" panose="00000400000000000000"/>
                </a:rPr>
                <a:t>default</a:t>
              </a:r>
              <a:r>
                <a:rPr lang="pt-PT" sz="1200" i="1" dirty="0">
                  <a:solidFill>
                    <a:schemeClr val="tx1"/>
                  </a:solidFill>
                  <a:latin typeface="Muli Light" panose="00000400000000000000"/>
                </a:rPr>
                <a:t>)</a:t>
              </a:r>
              <a:endParaRPr lang="pt-PT" sz="1200" dirty="0">
                <a:solidFill>
                  <a:schemeClr val="tx1"/>
                </a:solidFill>
                <a:latin typeface="Muli Light" panose="0000040000000000000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F775225-D0C2-EE72-1F26-426208AC1B71}"/>
                </a:ext>
              </a:extLst>
            </p:cNvPr>
            <p:cNvSpPr/>
            <p:nvPr/>
          </p:nvSpPr>
          <p:spPr>
            <a:xfrm>
              <a:off x="3355813" y="2815047"/>
              <a:ext cx="1798320" cy="6346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r>
                <a:rPr lang="pt-PT" sz="1400" i="1" dirty="0" err="1">
                  <a:solidFill>
                    <a:schemeClr val="tx1"/>
                  </a:solidFill>
                  <a:latin typeface="Muli Light" panose="00000400000000000000"/>
                </a:rPr>
                <a:t>dias_atr</a:t>
              </a:r>
              <a:r>
                <a:rPr lang="pt-PT" sz="1200" i="1" dirty="0">
                  <a:solidFill>
                    <a:schemeClr val="tx1"/>
                  </a:solidFill>
                  <a:latin typeface="Muli Light" panose="00000400000000000000"/>
                </a:rPr>
                <a:t> (dias de atraso)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6E2939E-17E9-6579-0CD8-80A8D8508BBB}"/>
                </a:ext>
              </a:extLst>
            </p:cNvPr>
            <p:cNvSpPr/>
            <p:nvPr/>
          </p:nvSpPr>
          <p:spPr>
            <a:xfrm>
              <a:off x="3355813" y="4941900"/>
              <a:ext cx="1798320" cy="6346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r>
                <a:rPr lang="pt-PT" sz="1400" i="1" dirty="0" err="1">
                  <a:solidFill>
                    <a:schemeClr val="tx1"/>
                  </a:solidFill>
                  <a:latin typeface="Muli Light" panose="00000400000000000000"/>
                </a:rPr>
                <a:t>gest_sit</a:t>
              </a:r>
              <a:r>
                <a:rPr lang="pt-PT" sz="1400" i="1" dirty="0">
                  <a:solidFill>
                    <a:schemeClr val="tx1"/>
                  </a:solidFill>
                  <a:latin typeface="Muli Light" panose="00000400000000000000"/>
                </a:rPr>
                <a:t> </a:t>
              </a:r>
              <a:r>
                <a:rPr lang="pt-PT" sz="1200" dirty="0">
                  <a:solidFill>
                    <a:schemeClr val="tx1"/>
                  </a:solidFill>
                  <a:latin typeface="Muli Light" panose="00000400000000000000"/>
                </a:rPr>
                <a:t>(gestão de situação)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672137-3E24-C9F4-9E46-5E36479C924B}"/>
                </a:ext>
              </a:extLst>
            </p:cNvPr>
            <p:cNvSpPr/>
            <p:nvPr/>
          </p:nvSpPr>
          <p:spPr>
            <a:xfrm>
              <a:off x="941787" y="2106096"/>
              <a:ext cx="2337890" cy="2052506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r>
                <a:rPr lang="pt-PT" sz="1400" b="1" i="1" dirty="0">
                  <a:solidFill>
                    <a:schemeClr val="tx1"/>
                  </a:solidFill>
                  <a:latin typeface="Muli"/>
                </a:rPr>
                <a:t>ct013_rwa_princ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34ACE3E-DD16-D4FF-D4DC-86089C83B1F0}"/>
                </a:ext>
              </a:extLst>
            </p:cNvPr>
            <p:cNvSpPr/>
            <p:nvPr/>
          </p:nvSpPr>
          <p:spPr>
            <a:xfrm>
              <a:off x="942532" y="4942904"/>
              <a:ext cx="2336400" cy="6336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r>
                <a:rPr lang="pt-PT" sz="1400" b="1" i="1" dirty="0">
                  <a:solidFill>
                    <a:schemeClr val="tx1"/>
                  </a:solidFill>
                  <a:latin typeface="Muli"/>
                </a:rPr>
                <a:t>ct022_rwa_cto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712ED2D-CBCA-44D9-7509-D502A226F36A}"/>
                </a:ext>
              </a:extLst>
            </p:cNvPr>
            <p:cNvSpPr/>
            <p:nvPr/>
          </p:nvSpPr>
          <p:spPr>
            <a:xfrm>
              <a:off x="941787" y="4232949"/>
              <a:ext cx="2337890" cy="634604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r>
                <a:rPr lang="pt-PT" sz="1400" b="1" i="1" dirty="0">
                  <a:solidFill>
                    <a:schemeClr val="tx1"/>
                  </a:solidFill>
                  <a:latin typeface="Muli"/>
                </a:rPr>
                <a:t>ct021_rwa_cli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FB720C8-AB52-A94A-A795-E7B53B608E0A}"/>
              </a:ext>
            </a:extLst>
          </p:cNvPr>
          <p:cNvSpPr/>
          <p:nvPr/>
        </p:nvSpPr>
        <p:spPr>
          <a:xfrm>
            <a:off x="4845393" y="1740241"/>
            <a:ext cx="6735499" cy="3983196"/>
          </a:xfrm>
          <a:prstGeom prst="rect">
            <a:avLst/>
          </a:prstGeom>
          <a:noFill/>
          <a:ln>
            <a:solidFill>
              <a:srgbClr val="009FD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2EC628-F6B4-BB18-9FEB-FD09EA2D3582}"/>
              </a:ext>
            </a:extLst>
          </p:cNvPr>
          <p:cNvSpPr/>
          <p:nvPr/>
        </p:nvSpPr>
        <p:spPr>
          <a:xfrm>
            <a:off x="4983771" y="1610380"/>
            <a:ext cx="1962227" cy="324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b="1" i="1" dirty="0" err="1">
                <a:solidFill>
                  <a:schemeClr val="bg1"/>
                </a:solidFill>
                <a:latin typeface="Muli"/>
              </a:rPr>
              <a:t>Code</a:t>
            </a:r>
            <a:r>
              <a:rPr lang="pt-PT" sz="1800" b="1" i="1" dirty="0">
                <a:solidFill>
                  <a:schemeClr val="bg1"/>
                </a:solidFill>
                <a:latin typeface="Muli"/>
              </a:rPr>
              <a:t> </a:t>
            </a:r>
            <a:r>
              <a:rPr lang="pt-PT" sz="1600" b="1" i="1" dirty="0" err="1">
                <a:solidFill>
                  <a:schemeClr val="bg1"/>
                </a:solidFill>
                <a:latin typeface="Muli"/>
              </a:rPr>
              <a:t>list</a:t>
            </a:r>
            <a:endParaRPr lang="pt-PT" sz="1600" b="1" i="1" dirty="0">
              <a:solidFill>
                <a:schemeClr val="bg1"/>
              </a:solidFill>
              <a:latin typeface="Muli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1034AAE-E056-EACD-F657-98AFEF16A995}"/>
              </a:ext>
            </a:extLst>
          </p:cNvPr>
          <p:cNvGrpSpPr/>
          <p:nvPr/>
        </p:nvGrpSpPr>
        <p:grpSpPr>
          <a:xfrm>
            <a:off x="5081721" y="2388282"/>
            <a:ext cx="6298745" cy="2881252"/>
            <a:chOff x="5308033" y="2479190"/>
            <a:chExt cx="6298745" cy="2881252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3FDBFF6-ACE8-13A4-BAEF-2F0322CE7954}"/>
                </a:ext>
              </a:extLst>
            </p:cNvPr>
            <p:cNvSpPr/>
            <p:nvPr/>
          </p:nvSpPr>
          <p:spPr>
            <a:xfrm>
              <a:off x="5308033" y="2826363"/>
              <a:ext cx="1468876" cy="25340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AE5D520-8EF3-8219-136B-CDB85A15521E}"/>
                </a:ext>
              </a:extLst>
            </p:cNvPr>
            <p:cNvSpPr/>
            <p:nvPr/>
          </p:nvSpPr>
          <p:spPr>
            <a:xfrm>
              <a:off x="6917989" y="2826363"/>
              <a:ext cx="1468876" cy="25340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7916D18-D58D-C733-93F7-FD81A9A045AB}"/>
                </a:ext>
              </a:extLst>
            </p:cNvPr>
            <p:cNvSpPr/>
            <p:nvPr/>
          </p:nvSpPr>
          <p:spPr>
            <a:xfrm>
              <a:off x="5735206" y="2479190"/>
              <a:ext cx="720000" cy="72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600" b="1" dirty="0">
                  <a:solidFill>
                    <a:schemeClr val="bg1"/>
                  </a:solidFill>
                  <a:latin typeface="Muli Light" panose="00000400000000000000"/>
                </a:rPr>
                <a:t>14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AE6105E-D31C-2A8C-6B60-3F9401345D51}"/>
                </a:ext>
              </a:extLst>
            </p:cNvPr>
            <p:cNvSpPr/>
            <p:nvPr/>
          </p:nvSpPr>
          <p:spPr>
            <a:xfrm>
              <a:off x="8527945" y="2826363"/>
              <a:ext cx="1468876" cy="25340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93B1A8D-9540-4BA1-8687-9AD7A9B377A9}"/>
                </a:ext>
              </a:extLst>
            </p:cNvPr>
            <p:cNvSpPr/>
            <p:nvPr/>
          </p:nvSpPr>
          <p:spPr>
            <a:xfrm>
              <a:off x="7289652" y="2479190"/>
              <a:ext cx="720000" cy="72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600" b="1" dirty="0">
                  <a:solidFill>
                    <a:schemeClr val="bg1"/>
                  </a:solidFill>
                  <a:latin typeface="Muli Light" panose="00000400000000000000"/>
                </a:rPr>
                <a:t>18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72104BD-6793-F4E6-B8B3-F19B9CE04041}"/>
                </a:ext>
              </a:extLst>
            </p:cNvPr>
            <p:cNvSpPr/>
            <p:nvPr/>
          </p:nvSpPr>
          <p:spPr>
            <a:xfrm>
              <a:off x="10137902" y="2826363"/>
              <a:ext cx="1468876" cy="25340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8B947C1-7D13-6FE9-87A2-1E3DA1762253}"/>
                </a:ext>
              </a:extLst>
            </p:cNvPr>
            <p:cNvSpPr/>
            <p:nvPr/>
          </p:nvSpPr>
          <p:spPr>
            <a:xfrm>
              <a:off x="8899465" y="2479190"/>
              <a:ext cx="720000" cy="72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600" b="1" dirty="0">
                  <a:solidFill>
                    <a:schemeClr val="bg1"/>
                  </a:solidFill>
                  <a:latin typeface="Muli Light" panose="00000400000000000000"/>
                </a:rPr>
                <a:t>19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F0A71B6-161E-6626-A412-80E8C3058AC2}"/>
                </a:ext>
              </a:extLst>
            </p:cNvPr>
            <p:cNvSpPr/>
            <p:nvPr/>
          </p:nvSpPr>
          <p:spPr>
            <a:xfrm>
              <a:off x="10509278" y="2479190"/>
              <a:ext cx="720000" cy="72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600" b="1" dirty="0">
                  <a:solidFill>
                    <a:schemeClr val="bg1"/>
                  </a:solidFill>
                  <a:latin typeface="Muli Light" panose="00000400000000000000"/>
                </a:rPr>
                <a:t>20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D9E69EA-36CB-66AC-B4B7-7925BA4D0D8F}"/>
              </a:ext>
            </a:extLst>
          </p:cNvPr>
          <p:cNvSpPr txBox="1"/>
          <p:nvPr/>
        </p:nvSpPr>
        <p:spPr>
          <a:xfrm>
            <a:off x="5081720" y="3284920"/>
            <a:ext cx="1468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200" i="1" dirty="0" err="1">
                <a:solidFill>
                  <a:schemeClr val="tx1"/>
                </a:solidFill>
                <a:latin typeface="Muli Light" panose="00000400000000000000"/>
              </a:rPr>
              <a:t>Not</a:t>
            </a:r>
            <a:r>
              <a:rPr lang="pt-PT" sz="1200" i="1" dirty="0">
                <a:solidFill>
                  <a:schemeClr val="tx1"/>
                </a:solidFill>
                <a:latin typeface="Muli Light" panose="00000400000000000000"/>
              </a:rPr>
              <a:t> in </a:t>
            </a:r>
            <a:r>
              <a:rPr lang="pt-PT" sz="1200" i="1" dirty="0" err="1">
                <a:solidFill>
                  <a:schemeClr val="tx1"/>
                </a:solidFill>
                <a:latin typeface="Muli Light" panose="00000400000000000000"/>
              </a:rPr>
              <a:t>default</a:t>
            </a:r>
            <a:r>
              <a:rPr lang="pt-PT" sz="1200" i="1" dirty="0">
                <a:solidFill>
                  <a:schemeClr val="tx1"/>
                </a:solidFill>
                <a:latin typeface="Muli Light" panose="00000400000000000000"/>
              </a:rPr>
              <a:t>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200" i="1" dirty="0" err="1">
                <a:solidFill>
                  <a:schemeClr val="tx1"/>
                </a:solidFill>
                <a:latin typeface="Muli Light" panose="00000400000000000000"/>
              </a:rPr>
              <a:t>flag_default_ini</a:t>
            </a:r>
            <a:r>
              <a:rPr lang="pt-PT" sz="1200" i="1" dirty="0">
                <a:solidFill>
                  <a:schemeClr val="tx1"/>
                </a:solidFill>
                <a:latin typeface="Muli Light" panose="0000040000000000000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Muli Light" panose="00000400000000000000"/>
              </a:rPr>
              <a:t>= 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17F7D5-5656-7781-4996-DD8CAA9CB132}"/>
              </a:ext>
            </a:extLst>
          </p:cNvPr>
          <p:cNvSpPr txBox="1"/>
          <p:nvPr/>
        </p:nvSpPr>
        <p:spPr>
          <a:xfrm>
            <a:off x="6694350" y="3284920"/>
            <a:ext cx="14688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200" b="0" i="1" u="none" strike="noStrike" baseline="0" noProof="0" dirty="0" err="1">
                <a:solidFill>
                  <a:schemeClr val="tx1"/>
                </a:solidFill>
                <a:latin typeface="Muli Light" panose="00000400000000000000"/>
              </a:rPr>
              <a:t>Default</a:t>
            </a:r>
            <a:r>
              <a:rPr lang="pt-PT" sz="1200" b="0" i="1" u="none" strike="noStrike" baseline="0" noProof="0" dirty="0">
                <a:solidFill>
                  <a:schemeClr val="tx1"/>
                </a:solidFill>
                <a:latin typeface="Muli Light" panose="00000400000000000000"/>
              </a:rPr>
              <a:t> </a:t>
            </a:r>
            <a:r>
              <a:rPr lang="pt-PT" sz="1200" b="0" i="1" u="none" strike="noStrike" baseline="0" noProof="0" dirty="0" err="1">
                <a:solidFill>
                  <a:schemeClr val="tx1"/>
                </a:solidFill>
                <a:latin typeface="Muli Light" panose="00000400000000000000"/>
              </a:rPr>
              <a:t>because</a:t>
            </a:r>
            <a:r>
              <a:rPr lang="pt-PT" sz="1200" b="0" i="1" u="none" strike="noStrike" baseline="0" noProof="0" dirty="0">
                <a:solidFill>
                  <a:schemeClr val="tx1"/>
                </a:solidFill>
                <a:latin typeface="Muli Light" panose="00000400000000000000"/>
              </a:rPr>
              <a:t> </a:t>
            </a:r>
            <a:r>
              <a:rPr lang="pt-PT" sz="1200" b="0" i="1" u="none" strike="noStrike" baseline="0" noProof="0" dirty="0" err="1">
                <a:solidFill>
                  <a:schemeClr val="tx1"/>
                </a:solidFill>
                <a:latin typeface="Muli Light" panose="00000400000000000000"/>
              </a:rPr>
              <a:t>both</a:t>
            </a:r>
            <a:r>
              <a:rPr lang="pt-PT" sz="1200" b="0" i="1" u="none" strike="noStrike" baseline="0" noProof="0" dirty="0">
                <a:solidFill>
                  <a:schemeClr val="tx1"/>
                </a:solidFill>
                <a:latin typeface="Muli Light" panose="00000400000000000000"/>
              </a:rPr>
              <a:t> </a:t>
            </a:r>
            <a:r>
              <a:rPr lang="pt-PT" sz="1200" b="0" i="1" u="none" strike="noStrike" baseline="0" noProof="0" dirty="0" err="1">
                <a:solidFill>
                  <a:schemeClr val="tx1"/>
                </a:solidFill>
                <a:latin typeface="Muli Light" panose="00000400000000000000"/>
              </a:rPr>
              <a:t>unlikely</a:t>
            </a:r>
            <a:r>
              <a:rPr lang="pt-PT" sz="1200" b="0" i="1" u="none" strike="noStrike" baseline="0" noProof="0" dirty="0">
                <a:solidFill>
                  <a:schemeClr val="tx1"/>
                </a:solidFill>
                <a:latin typeface="Muli Light" panose="00000400000000000000"/>
              </a:rPr>
              <a:t> to pay </a:t>
            </a:r>
            <a:r>
              <a:rPr lang="pt-PT" sz="1200" b="0" i="1" u="none" strike="noStrike" baseline="0" noProof="0" dirty="0" err="1">
                <a:solidFill>
                  <a:schemeClr val="tx1"/>
                </a:solidFill>
                <a:latin typeface="Muli Light" panose="00000400000000000000"/>
              </a:rPr>
              <a:t>and</a:t>
            </a:r>
            <a:r>
              <a:rPr lang="pt-PT" sz="1200" b="0" i="1" u="none" strike="noStrike" baseline="0" noProof="0" dirty="0">
                <a:solidFill>
                  <a:schemeClr val="tx1"/>
                </a:solidFill>
                <a:latin typeface="Muli Light" panose="00000400000000000000"/>
              </a:rPr>
              <a:t> more </a:t>
            </a:r>
            <a:r>
              <a:rPr lang="pt-PT" sz="1200" b="0" i="1" u="none" strike="noStrike" baseline="0" noProof="0" dirty="0" err="1">
                <a:solidFill>
                  <a:schemeClr val="tx1"/>
                </a:solidFill>
                <a:latin typeface="Muli Light" panose="00000400000000000000"/>
              </a:rPr>
              <a:t>than</a:t>
            </a:r>
            <a:r>
              <a:rPr lang="pt-PT" sz="1200" b="0" i="1" u="none" strike="noStrike" baseline="0" noProof="0" dirty="0">
                <a:solidFill>
                  <a:schemeClr val="tx1"/>
                </a:solidFill>
                <a:latin typeface="Muli Light" panose="00000400000000000000"/>
              </a:rPr>
              <a:t> 90/180 </a:t>
            </a:r>
            <a:r>
              <a:rPr lang="pt-PT" sz="1200" b="0" i="1" u="none" strike="noStrike" baseline="0" noProof="0" dirty="0" err="1">
                <a:solidFill>
                  <a:schemeClr val="tx1"/>
                </a:solidFill>
                <a:latin typeface="Muli Light" panose="00000400000000000000"/>
              </a:rPr>
              <a:t>days</a:t>
            </a:r>
            <a:r>
              <a:rPr lang="pt-PT" sz="1200" b="0" i="1" u="none" strike="noStrike" baseline="0" noProof="0" dirty="0">
                <a:solidFill>
                  <a:schemeClr val="tx1"/>
                </a:solidFill>
                <a:latin typeface="Muli Light" panose="00000400000000000000"/>
              </a:rPr>
              <a:t> </a:t>
            </a:r>
            <a:r>
              <a:rPr lang="pt-PT" sz="1200" b="0" i="1" u="none" strike="noStrike" baseline="0" noProof="0" dirty="0" err="1">
                <a:solidFill>
                  <a:schemeClr val="tx1"/>
                </a:solidFill>
                <a:latin typeface="Muli Light" panose="00000400000000000000"/>
              </a:rPr>
              <a:t>past</a:t>
            </a:r>
            <a:r>
              <a:rPr lang="pt-PT" sz="1200" b="0" i="1" u="none" strike="noStrike" baseline="0" noProof="0" dirty="0">
                <a:solidFill>
                  <a:schemeClr val="tx1"/>
                </a:solidFill>
                <a:latin typeface="Muli Light" panose="00000400000000000000"/>
              </a:rPr>
              <a:t> </a:t>
            </a:r>
            <a:r>
              <a:rPr lang="pt-PT" sz="1200" b="0" i="1" u="none" strike="noStrike" baseline="0" noProof="0" dirty="0" err="1">
                <a:solidFill>
                  <a:schemeClr val="tx1"/>
                </a:solidFill>
                <a:latin typeface="Muli Light" panose="00000400000000000000"/>
              </a:rPr>
              <a:t>due</a:t>
            </a:r>
            <a:r>
              <a:rPr lang="pt-PT" sz="1200" b="0" i="1" u="none" strike="noStrike" baseline="0" noProof="0" dirty="0">
                <a:solidFill>
                  <a:schemeClr val="tx1"/>
                </a:solidFill>
                <a:latin typeface="Muli Light" panose="00000400000000000000"/>
              </a:rPr>
              <a:t> </a:t>
            </a:r>
          </a:p>
          <a:p>
            <a:pPr algn="l"/>
            <a:r>
              <a:rPr lang="pt-PT" sz="1200" b="0" i="1" u="none" strike="noStrike" baseline="0" dirty="0">
                <a:solidFill>
                  <a:schemeClr val="tx1"/>
                </a:solidFill>
                <a:latin typeface="Muli Light" panose="00000400000000000000"/>
              </a:rPr>
              <a:t> 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6FA73F-12C6-F3CA-0FC8-A3589959929F}"/>
              </a:ext>
            </a:extLst>
          </p:cNvPr>
          <p:cNvSpPr txBox="1"/>
          <p:nvPr/>
        </p:nvSpPr>
        <p:spPr>
          <a:xfrm>
            <a:off x="8304306" y="3284920"/>
            <a:ext cx="14688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200" i="1" dirty="0" err="1">
                <a:solidFill>
                  <a:schemeClr val="tx1"/>
                </a:solidFill>
                <a:latin typeface="Muli Light" panose="00000400000000000000"/>
              </a:rPr>
              <a:t>Default</a:t>
            </a:r>
            <a:r>
              <a:rPr lang="pt-PT" sz="1200" i="1" dirty="0">
                <a:solidFill>
                  <a:schemeClr val="tx1"/>
                </a:solidFill>
                <a:latin typeface="Muli Light" panose="00000400000000000000"/>
              </a:rPr>
              <a:t> </a:t>
            </a:r>
            <a:r>
              <a:rPr lang="pt-PT" sz="1200" i="1" dirty="0" err="1">
                <a:solidFill>
                  <a:schemeClr val="tx1"/>
                </a:solidFill>
                <a:latin typeface="Muli Light" panose="00000400000000000000"/>
              </a:rPr>
              <a:t>because</a:t>
            </a:r>
            <a:r>
              <a:rPr lang="pt-PT" sz="1200" i="1" dirty="0">
                <a:solidFill>
                  <a:schemeClr val="tx1"/>
                </a:solidFill>
                <a:latin typeface="Muli Light" panose="00000400000000000000"/>
              </a:rPr>
              <a:t> </a:t>
            </a:r>
            <a:r>
              <a:rPr lang="pt-PT" sz="1200" i="1" dirty="0" err="1">
                <a:solidFill>
                  <a:schemeClr val="tx1"/>
                </a:solidFill>
                <a:latin typeface="Muli Light" panose="00000400000000000000"/>
              </a:rPr>
              <a:t>unlikely</a:t>
            </a:r>
            <a:r>
              <a:rPr lang="pt-PT" sz="1200" i="1" dirty="0">
                <a:solidFill>
                  <a:schemeClr val="tx1"/>
                </a:solidFill>
                <a:latin typeface="Muli Light" panose="00000400000000000000"/>
              </a:rPr>
              <a:t> to pay: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200" i="1" dirty="0" err="1">
                <a:solidFill>
                  <a:schemeClr val="tx1"/>
                </a:solidFill>
                <a:latin typeface="Muli Light" panose="00000400000000000000"/>
              </a:rPr>
              <a:t>dias_atr</a:t>
            </a:r>
            <a:r>
              <a:rPr lang="pt-PT" sz="1200" i="1" dirty="0">
                <a:solidFill>
                  <a:schemeClr val="tx1"/>
                </a:solidFill>
                <a:latin typeface="Muli Light" panose="0000040000000000000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Muli Light" panose="00000400000000000000"/>
              </a:rPr>
              <a:t>&lt; 90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tx1"/>
                </a:solidFill>
                <a:latin typeface="Muli Light" panose="00000400000000000000"/>
              </a:rPr>
              <a:t>etc.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C552C9-219C-7325-64B2-CF2D7539604E}"/>
              </a:ext>
            </a:extLst>
          </p:cNvPr>
          <p:cNvSpPr txBox="1"/>
          <p:nvPr/>
        </p:nvSpPr>
        <p:spPr>
          <a:xfrm>
            <a:off x="9911590" y="3285540"/>
            <a:ext cx="146887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200" b="0" i="1" u="none" strike="noStrike" baseline="0" noProof="0" dirty="0" err="1">
                <a:solidFill>
                  <a:schemeClr val="tx1"/>
                </a:solidFill>
                <a:latin typeface="Muli Light" panose="00000400000000000000"/>
              </a:rPr>
              <a:t>Default</a:t>
            </a:r>
            <a:r>
              <a:rPr lang="pt-PT" sz="1200" b="0" i="1" u="none" strike="noStrike" baseline="0" noProof="0" dirty="0">
                <a:solidFill>
                  <a:schemeClr val="tx1"/>
                </a:solidFill>
                <a:latin typeface="Muli Light" panose="00000400000000000000"/>
              </a:rPr>
              <a:t> </a:t>
            </a:r>
            <a:r>
              <a:rPr lang="pt-PT" sz="1200" b="0" i="1" u="none" strike="noStrike" baseline="0" noProof="0" dirty="0" err="1">
                <a:solidFill>
                  <a:schemeClr val="tx1"/>
                </a:solidFill>
                <a:latin typeface="Muli Light" panose="00000400000000000000"/>
              </a:rPr>
              <a:t>because</a:t>
            </a:r>
            <a:r>
              <a:rPr lang="pt-PT" sz="1200" b="0" i="1" u="none" strike="noStrike" baseline="0" noProof="0" dirty="0">
                <a:solidFill>
                  <a:schemeClr val="tx1"/>
                </a:solidFill>
                <a:latin typeface="Muli Light" panose="00000400000000000000"/>
              </a:rPr>
              <a:t> more </a:t>
            </a:r>
            <a:r>
              <a:rPr lang="pt-PT" sz="1200" b="0" i="1" u="none" strike="noStrike" baseline="0" noProof="0" dirty="0" err="1">
                <a:solidFill>
                  <a:schemeClr val="tx1"/>
                </a:solidFill>
                <a:latin typeface="Muli Light" panose="00000400000000000000"/>
              </a:rPr>
              <a:t>than</a:t>
            </a:r>
            <a:r>
              <a:rPr lang="pt-PT" sz="1200" b="0" i="1" u="none" strike="noStrike" baseline="0" noProof="0" dirty="0">
                <a:solidFill>
                  <a:schemeClr val="tx1"/>
                </a:solidFill>
                <a:latin typeface="Muli Light" panose="00000400000000000000"/>
              </a:rPr>
              <a:t> 90/180 </a:t>
            </a:r>
            <a:r>
              <a:rPr lang="pt-PT" sz="1200" b="0" i="1" u="none" strike="noStrike" baseline="0" noProof="0" dirty="0" err="1">
                <a:solidFill>
                  <a:schemeClr val="tx1"/>
                </a:solidFill>
                <a:latin typeface="Muli Light" panose="00000400000000000000"/>
              </a:rPr>
              <a:t>days</a:t>
            </a:r>
            <a:r>
              <a:rPr lang="pt-PT" sz="1200" b="0" i="1" u="none" strike="noStrike" baseline="0" noProof="0" dirty="0">
                <a:solidFill>
                  <a:schemeClr val="tx1"/>
                </a:solidFill>
                <a:latin typeface="Muli Light" panose="00000400000000000000"/>
              </a:rPr>
              <a:t> </a:t>
            </a:r>
            <a:r>
              <a:rPr lang="pt-PT" sz="1200" b="0" i="1" u="none" strike="noStrike" baseline="0" noProof="0" dirty="0" err="1">
                <a:solidFill>
                  <a:schemeClr val="tx1"/>
                </a:solidFill>
                <a:latin typeface="Muli Light" panose="00000400000000000000"/>
              </a:rPr>
              <a:t>past</a:t>
            </a:r>
            <a:r>
              <a:rPr lang="pt-PT" sz="1200" b="0" i="1" u="none" strike="noStrike" baseline="0" noProof="0" dirty="0">
                <a:solidFill>
                  <a:schemeClr val="tx1"/>
                </a:solidFill>
                <a:latin typeface="Muli Light" panose="00000400000000000000"/>
              </a:rPr>
              <a:t> </a:t>
            </a:r>
            <a:r>
              <a:rPr lang="pt-PT" sz="1200" b="0" i="1" u="none" strike="noStrike" baseline="0" noProof="0" dirty="0" err="1">
                <a:solidFill>
                  <a:schemeClr val="tx1"/>
                </a:solidFill>
                <a:latin typeface="Muli Light" panose="00000400000000000000"/>
              </a:rPr>
              <a:t>due</a:t>
            </a:r>
            <a:r>
              <a:rPr lang="pt-PT" sz="1200" i="1" dirty="0">
                <a:solidFill>
                  <a:schemeClr val="tx1"/>
                </a:solidFill>
                <a:latin typeface="Muli Light" panose="00000400000000000000"/>
              </a:rPr>
              <a:t>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200" b="0" i="1" u="none" strike="noStrike" baseline="0" noProof="0" dirty="0" err="1">
                <a:solidFill>
                  <a:schemeClr val="tx1"/>
                </a:solidFill>
                <a:latin typeface="Muli Light" panose="00000400000000000000"/>
              </a:rPr>
              <a:t>dias_atr</a:t>
            </a:r>
            <a:r>
              <a:rPr lang="pt-PT" sz="1200" b="0" i="1" u="none" strike="noStrike" baseline="0" noProof="0" dirty="0">
                <a:solidFill>
                  <a:schemeClr val="tx1"/>
                </a:solidFill>
                <a:latin typeface="Muli Light" panose="00000400000000000000"/>
              </a:rPr>
              <a:t> </a:t>
            </a:r>
            <a:r>
              <a:rPr lang="pt-PT" sz="1200" b="0" u="none" strike="noStrike" baseline="0" noProof="0" dirty="0">
                <a:solidFill>
                  <a:schemeClr val="tx1"/>
                </a:solidFill>
                <a:latin typeface="Muli Light" panose="00000400000000000000"/>
              </a:rPr>
              <a:t>&gt;=  90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200" i="1" dirty="0" err="1">
                <a:solidFill>
                  <a:schemeClr val="tx1"/>
                </a:solidFill>
                <a:latin typeface="Muli Light" panose="00000400000000000000"/>
              </a:rPr>
              <a:t>utp_cli</a:t>
            </a:r>
            <a:r>
              <a:rPr lang="pt-PT" sz="1200" dirty="0">
                <a:solidFill>
                  <a:schemeClr val="tx1"/>
                </a:solidFill>
                <a:latin typeface="Muli Light" panose="00000400000000000000"/>
              </a:rPr>
              <a:t> != 1</a:t>
            </a:r>
            <a:endParaRPr lang="pt-PT" sz="1200" b="0" u="none" strike="noStrike" baseline="0" noProof="0" dirty="0">
              <a:solidFill>
                <a:schemeClr val="tx1"/>
              </a:solidFill>
              <a:latin typeface="Muli Light" panose="0000040000000000000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tx1"/>
                </a:solidFill>
                <a:latin typeface="Muli Light" panose="00000400000000000000"/>
              </a:rPr>
              <a:t>etc.</a:t>
            </a:r>
            <a:endParaRPr lang="pt-PT" sz="1200" b="0" u="none" strike="noStrike" baseline="0" noProof="0" dirty="0">
              <a:solidFill>
                <a:schemeClr val="tx1"/>
              </a:solidFill>
              <a:latin typeface="Muli Light" panose="00000400000000000000"/>
            </a:endParaRPr>
          </a:p>
          <a:p>
            <a:r>
              <a:rPr lang="pt-PT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 </a:t>
            </a:r>
          </a:p>
          <a:p>
            <a:pPr algn="l"/>
            <a:endParaRPr lang="pt-PT" sz="1200" i="1" dirty="0">
              <a:latin typeface="Muli Light" panose="0000040000000000000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456530-0F16-F70A-682C-0C73C3D15503}"/>
              </a:ext>
            </a:extLst>
          </p:cNvPr>
          <p:cNvSpPr txBox="1"/>
          <p:nvPr/>
        </p:nvSpPr>
        <p:spPr>
          <a:xfrm>
            <a:off x="538092" y="5858790"/>
            <a:ext cx="6902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800" b="1" dirty="0">
                <a:latin typeface="Muli Light" panose="00000400000000000000"/>
              </a:rPr>
              <a:t>Nota:</a:t>
            </a:r>
            <a:r>
              <a:rPr lang="pt-PT" sz="800" dirty="0">
                <a:latin typeface="Muli Light" panose="00000400000000000000"/>
              </a:rPr>
              <a:t> A tabela de parametrização sofreu alterações a </a:t>
            </a:r>
            <a:r>
              <a:rPr lang="pt-PT" sz="800" dirty="0" err="1">
                <a:latin typeface="Muli Light" panose="00000400000000000000"/>
              </a:rPr>
              <a:t>mai</a:t>
            </a:r>
            <a:r>
              <a:rPr lang="pt-PT" sz="800" dirty="0">
                <a:latin typeface="Muli Light" panose="00000400000000000000"/>
              </a:rPr>
              <a:t>/25</a:t>
            </a:r>
          </a:p>
          <a:p>
            <a:pPr algn="l"/>
            <a:r>
              <a:rPr lang="pt-PT" sz="800" b="1" dirty="0">
                <a:latin typeface="Muli Light" panose="00000400000000000000"/>
              </a:rPr>
              <a:t>Documentação suporte:</a:t>
            </a:r>
            <a:r>
              <a:rPr lang="pt-PT" sz="800" dirty="0">
                <a:latin typeface="Muli Light" panose="00000400000000000000"/>
              </a:rPr>
              <a:t> </a:t>
            </a:r>
            <a:r>
              <a:rPr lang="pt-PT" sz="800" i="1" dirty="0">
                <a:latin typeface="Muli Light" panose="00000400000000000000"/>
              </a:rPr>
              <a:t>Granular </a:t>
            </a:r>
            <a:r>
              <a:rPr lang="pt-PT" sz="800" i="1" dirty="0" err="1">
                <a:latin typeface="Muli Light" panose="00000400000000000000"/>
              </a:rPr>
              <a:t>Tool</a:t>
            </a:r>
            <a:r>
              <a:rPr lang="pt-PT" sz="800" i="1" dirty="0">
                <a:latin typeface="Muli Light" panose="00000400000000000000"/>
              </a:rPr>
              <a:t> &amp; </a:t>
            </a:r>
            <a:r>
              <a:rPr lang="pt-PT" sz="800" i="1" dirty="0" err="1">
                <a:latin typeface="Muli Light" panose="00000400000000000000"/>
              </a:rPr>
              <a:t>Modelo_físico_de_Data_Mart_de_Riesgo_de_Crédito</a:t>
            </a:r>
            <a:endParaRPr lang="pt-PT" sz="800" i="1" dirty="0">
              <a:latin typeface="Muli Light" panose="00000400000000000000"/>
            </a:endParaRPr>
          </a:p>
          <a:p>
            <a:pPr algn="l"/>
            <a:r>
              <a:rPr lang="pt-PT" sz="800" b="1" dirty="0">
                <a:latin typeface="Muli Light" panose="00000400000000000000"/>
              </a:rPr>
              <a:t>Documentação adicional: </a:t>
            </a:r>
            <a:r>
              <a:rPr lang="pt-PT" sz="800" dirty="0">
                <a:latin typeface="Muli Light" panose="00000400000000000000"/>
              </a:rPr>
              <a:t>NYD - LT – Conceitos_v1.0</a:t>
            </a:r>
          </a:p>
        </p:txBody>
      </p:sp>
    </p:spTree>
    <p:extLst>
      <p:ext uri="{BB962C8B-B14F-4D97-AF65-F5344CB8AC3E}">
        <p14:creationId xmlns:p14="http://schemas.microsoft.com/office/powerpoint/2010/main" val="66154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3D7F44-C01F-38FD-830C-74DD8BA065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PT" i="1" dirty="0" err="1"/>
              <a:t>Valuation</a:t>
            </a:r>
            <a:r>
              <a:rPr lang="pt-PT" i="1" dirty="0"/>
              <a:t> Data Set</a:t>
            </a:r>
          </a:p>
        </p:txBody>
      </p:sp>
    </p:spTree>
    <p:extLst>
      <p:ext uri="{BB962C8B-B14F-4D97-AF65-F5344CB8AC3E}">
        <p14:creationId xmlns:p14="http://schemas.microsoft.com/office/powerpoint/2010/main" val="88372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2DE3FA-250E-2A78-7EC6-4845516E65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i="1" dirty="0" err="1"/>
              <a:t>Reference</a:t>
            </a:r>
            <a:r>
              <a:rPr lang="pt-PT" i="1" dirty="0"/>
              <a:t> Rate </a:t>
            </a:r>
            <a:r>
              <a:rPr lang="pt-PT" dirty="0"/>
              <a:t>(1|3)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BBD42-7609-FAA7-AB5A-3FEF23520B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21" y="951146"/>
            <a:ext cx="11114228" cy="489077"/>
          </a:xfrm>
        </p:spPr>
        <p:txBody>
          <a:bodyPr/>
          <a:lstStyle/>
          <a:p>
            <a:r>
              <a:rPr lang="pt-PT" dirty="0"/>
              <a:t>Trata-se da taxa de referência utilizada para o cálculo da taxa de juro efetiva (apenas pertencente ao VDS, segmento: </a:t>
            </a:r>
            <a:r>
              <a:rPr lang="pt-PT" i="1" dirty="0" err="1"/>
              <a:t>Exposures</a:t>
            </a:r>
            <a:r>
              <a:rPr lang="pt-PT" i="1" dirty="0"/>
              <a:t> to Natural </a:t>
            </a:r>
            <a:r>
              <a:rPr lang="pt-PT" i="1" dirty="0" err="1"/>
              <a:t>Persons</a:t>
            </a:r>
            <a:r>
              <a:rPr lang="pt-PT" dirty="0"/>
              <a:t>). </a:t>
            </a:r>
          </a:p>
          <a:p>
            <a:r>
              <a:rPr lang="pt-PT" dirty="0"/>
              <a:t>O código da taxa de referência é uma combinação do valor da taxa de referência e do prazo de vencimento, podendo tomar os seguintes valores: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67B30AC-2433-5B86-2848-74195724E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562264"/>
              </p:ext>
            </p:extLst>
          </p:nvPr>
        </p:nvGraphicFramePr>
        <p:xfrm>
          <a:off x="3408994" y="2069198"/>
          <a:ext cx="5372424" cy="11013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90808">
                  <a:extLst>
                    <a:ext uri="{9D8B030D-6E8A-4147-A177-3AD203B41FA5}">
                      <a16:colId xmlns:a16="http://schemas.microsoft.com/office/drawing/2014/main" val="4048418311"/>
                    </a:ext>
                  </a:extLst>
                </a:gridCol>
                <a:gridCol w="1790808">
                  <a:extLst>
                    <a:ext uri="{9D8B030D-6E8A-4147-A177-3AD203B41FA5}">
                      <a16:colId xmlns:a16="http://schemas.microsoft.com/office/drawing/2014/main" val="3495453347"/>
                    </a:ext>
                  </a:extLst>
                </a:gridCol>
                <a:gridCol w="1790808">
                  <a:extLst>
                    <a:ext uri="{9D8B030D-6E8A-4147-A177-3AD203B41FA5}">
                      <a16:colId xmlns:a16="http://schemas.microsoft.com/office/drawing/2014/main" val="201560277"/>
                    </a:ext>
                  </a:extLst>
                </a:gridCol>
              </a:tblGrid>
              <a:tr h="127683">
                <a:tc gridSpan="3">
                  <a:txBody>
                    <a:bodyPr/>
                    <a:lstStyle/>
                    <a:p>
                      <a:pPr algn="ctr" fontAlgn="t"/>
                      <a:r>
                        <a:rPr lang="pt-PT" sz="1100" b="1" i="1" u="none" strike="noStrike" dirty="0" err="1">
                          <a:solidFill>
                            <a:schemeClr val="bg1"/>
                          </a:solidFill>
                          <a:effectLst/>
                          <a:latin typeface="Muli Black" panose="00000A00000000000000"/>
                        </a:rPr>
                        <a:t>Reference</a:t>
                      </a:r>
                      <a:r>
                        <a:rPr lang="pt-PT" sz="1100" b="1" i="1" u="none" strike="noStrike" dirty="0">
                          <a:solidFill>
                            <a:schemeClr val="bg1"/>
                          </a:solidFill>
                          <a:effectLst/>
                          <a:latin typeface="Muli Black" panose="00000A00000000000000"/>
                        </a:rPr>
                        <a:t> Rate*</a:t>
                      </a:r>
                    </a:p>
                  </a:txBody>
                  <a:tcPr marL="6119" marR="6119" marT="6119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t"/>
                      <a:endParaRPr lang="pt-PT" sz="1100" b="1" i="0" u="none" strike="noStrike" dirty="0">
                        <a:solidFill>
                          <a:schemeClr val="bg1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t"/>
                      <a:endParaRPr lang="pt-PT" sz="1100" b="1" i="0" u="none" strike="noStrike" dirty="0">
                        <a:solidFill>
                          <a:schemeClr val="bg1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177455"/>
                  </a:ext>
                </a:extLst>
              </a:tr>
              <a:tr h="308353">
                <a:tc>
                  <a:txBody>
                    <a:bodyPr/>
                    <a:lstStyle/>
                    <a:p>
                      <a:pPr algn="ctr" fontAlgn="t"/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EURIBOR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buFontTx/>
                        <a:buNone/>
                      </a:pPr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EUR LIBOR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t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MIBOR</a:t>
                      </a:r>
                    </a:p>
                  </a:txBody>
                  <a:tcPr marL="6119" marR="6119" marT="611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56530"/>
                  </a:ext>
                </a:extLst>
              </a:tr>
              <a:tr h="308353">
                <a:tc>
                  <a:txBody>
                    <a:bodyPr/>
                    <a:lstStyle/>
                    <a:p>
                      <a:pPr algn="ctr" fontAlgn="t"/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USD LIBOR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JPY LIBOR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t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OTHER SINGLE REFERENCE RATES</a:t>
                      </a:r>
                    </a:p>
                  </a:txBody>
                  <a:tcPr marL="6119" marR="6119" marT="611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122667"/>
                  </a:ext>
                </a:extLst>
              </a:tr>
              <a:tr h="308353">
                <a:tc>
                  <a:txBody>
                    <a:bodyPr/>
                    <a:lstStyle/>
                    <a:p>
                      <a:pPr algn="ctr" fontAlgn="t"/>
                      <a:r>
                        <a:rPr lang="pt-PT" sz="1000" u="none" strike="noStrike" dirty="0">
                          <a:effectLst/>
                          <a:latin typeface="Muli Black" panose="00000A00000000000000"/>
                        </a:rPr>
                        <a:t>GBP LIBOR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t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CHF LIBOR</a:t>
                      </a:r>
                    </a:p>
                  </a:txBody>
                  <a:tcPr marL="6119" marR="6119" marT="611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t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OTHER MULTIPLE REFERENCE RATES</a:t>
                      </a:r>
                    </a:p>
                  </a:txBody>
                  <a:tcPr marL="6119" marR="6119" marT="611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96438"/>
                  </a:ext>
                </a:extLst>
              </a:tr>
            </a:tbl>
          </a:graphicData>
        </a:graphic>
      </p:graphicFrame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59BBD42-7609-FAA7-AB5A-3FEF23520B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21" y="3557584"/>
            <a:ext cx="11114228" cy="489077"/>
          </a:xfrm>
        </p:spPr>
        <p:txBody>
          <a:bodyPr/>
          <a:lstStyle/>
          <a:p>
            <a:r>
              <a:rPr lang="pt-PT" dirty="0"/>
              <a:t>Relativamente ao mapeamento deste campo, verifica-se que é obtido a partir da tabela al029_cnt_core_m ligando o universo de contratos à tabela referida. Podem ocorrer 2 situações:</a:t>
            </a:r>
          </a:p>
        </p:txBody>
      </p:sp>
      <p:sp>
        <p:nvSpPr>
          <p:cNvPr id="3" name="Oval 2"/>
          <p:cNvSpPr/>
          <p:nvPr/>
        </p:nvSpPr>
        <p:spPr>
          <a:xfrm>
            <a:off x="609521" y="4281472"/>
            <a:ext cx="299250" cy="2992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/>
              <a:t>1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59BBD42-7609-FAA7-AB5A-3FEF23520B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22476" y="4249834"/>
            <a:ext cx="8687862" cy="362526"/>
          </a:xfrm>
          <a:ln>
            <a:solidFill>
              <a:schemeClr val="bg1">
                <a:lumMod val="75000"/>
              </a:schemeClr>
            </a:solidFill>
          </a:ln>
        </p:spPr>
        <p:txBody>
          <a:bodyPr anchor="ctr"/>
          <a:lstStyle/>
          <a:p>
            <a:r>
              <a:rPr lang="pt-PT" dirty="0"/>
              <a:t>Caso </a:t>
            </a:r>
            <a:r>
              <a:rPr lang="pt-PT" dirty="0" err="1"/>
              <a:t>tipo_balanco</a:t>
            </a:r>
            <a:r>
              <a:rPr lang="pt-PT" dirty="0"/>
              <a:t> = 'A' e </a:t>
            </a:r>
            <a:r>
              <a:rPr lang="pt-PT" dirty="0" err="1"/>
              <a:t>cod_tipo_taxa_act</a:t>
            </a:r>
            <a:r>
              <a:rPr lang="pt-PT" dirty="0"/>
              <a:t> = 'V', então considera-se </a:t>
            </a:r>
            <a:r>
              <a:rPr lang="pt-PT" dirty="0" err="1"/>
              <a:t>cod_tipo_taxa_ref_act</a:t>
            </a:r>
            <a:endParaRPr lang="pt-PT" dirty="0"/>
          </a:p>
        </p:txBody>
      </p:sp>
      <p:sp>
        <p:nvSpPr>
          <p:cNvPr id="9" name="Oval 8"/>
          <p:cNvSpPr/>
          <p:nvPr/>
        </p:nvSpPr>
        <p:spPr>
          <a:xfrm>
            <a:off x="609521" y="4959621"/>
            <a:ext cx="299250" cy="2992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/>
              <a:t>2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59BBD42-7609-FAA7-AB5A-3FEF23520B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22476" y="4927983"/>
            <a:ext cx="8687862" cy="362526"/>
          </a:xfrm>
          <a:ln>
            <a:solidFill>
              <a:schemeClr val="bg1">
                <a:lumMod val="75000"/>
              </a:schemeClr>
            </a:solidFill>
          </a:ln>
        </p:spPr>
        <p:txBody>
          <a:bodyPr anchor="ctr"/>
          <a:lstStyle/>
          <a:p>
            <a:r>
              <a:rPr lang="pt-PT" dirty="0"/>
              <a:t>Caso </a:t>
            </a:r>
            <a:r>
              <a:rPr lang="pt-PT" dirty="0" err="1"/>
              <a:t>tipo_balanco</a:t>
            </a:r>
            <a:r>
              <a:rPr lang="pt-PT" dirty="0"/>
              <a:t> = 'P' e </a:t>
            </a:r>
            <a:r>
              <a:rPr lang="pt-PT" dirty="0" err="1"/>
              <a:t>cod_tipo_taxa_pas</a:t>
            </a:r>
            <a:r>
              <a:rPr lang="pt-PT" dirty="0"/>
              <a:t> = 'V', então considera-se </a:t>
            </a:r>
            <a:r>
              <a:rPr lang="pt-PT" dirty="0" err="1"/>
              <a:t>cod_tipo_taxa_ref_pas</a:t>
            </a:r>
            <a:endParaRPr lang="pt-PT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43E331A-9A22-DC98-9273-F5A4E2BF3413}"/>
              </a:ext>
            </a:extLst>
          </p:cNvPr>
          <p:cNvSpPr txBox="1">
            <a:spLocks/>
          </p:cNvSpPr>
          <p:nvPr/>
        </p:nvSpPr>
        <p:spPr>
          <a:xfrm>
            <a:off x="350271" y="6008585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2400" kern="1200">
                <a:solidFill>
                  <a:srgbClr val="003E51"/>
                </a:solidFill>
                <a:latin typeface="Muli Black" panose="00000A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900" dirty="0">
                <a:latin typeface="Muli Black" panose="00000A00000000000000"/>
              </a:rPr>
              <a:t>*Note-se que a maioria das LIBOR foram descontinuadas.</a:t>
            </a:r>
            <a:endParaRPr lang="pt-PT" sz="2800" i="1" dirty="0">
              <a:latin typeface="Muli Black" panose="00000A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637842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2DE3FA-250E-2A78-7EC6-4845516E65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i="1" dirty="0" err="1"/>
              <a:t>Reference</a:t>
            </a:r>
            <a:r>
              <a:rPr lang="pt-PT" i="1" dirty="0"/>
              <a:t> Rate </a:t>
            </a:r>
            <a:r>
              <a:rPr lang="pt-PT" dirty="0"/>
              <a:t>(2|3)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BBD42-7609-FAA7-AB5A-3FEF23520B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21" y="951146"/>
            <a:ext cx="11114228" cy="489077"/>
          </a:xfrm>
        </p:spPr>
        <p:txBody>
          <a:bodyPr/>
          <a:lstStyle/>
          <a:p>
            <a:r>
              <a:rPr lang="pt-PT" sz="1400" b="1" u="sng" dirty="0"/>
              <a:t>Testes de MISS e N/A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67B30AC-2433-5B86-2848-74195724E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483197"/>
              </p:ext>
            </p:extLst>
          </p:nvPr>
        </p:nvGraphicFramePr>
        <p:xfrm>
          <a:off x="2336146" y="2069198"/>
          <a:ext cx="6445272" cy="110184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11318">
                  <a:extLst>
                    <a:ext uri="{9D8B030D-6E8A-4147-A177-3AD203B41FA5}">
                      <a16:colId xmlns:a16="http://schemas.microsoft.com/office/drawing/2014/main" val="4048418311"/>
                    </a:ext>
                  </a:extLst>
                </a:gridCol>
                <a:gridCol w="1611318">
                  <a:extLst>
                    <a:ext uri="{9D8B030D-6E8A-4147-A177-3AD203B41FA5}">
                      <a16:colId xmlns:a16="http://schemas.microsoft.com/office/drawing/2014/main" val="3495453347"/>
                    </a:ext>
                  </a:extLst>
                </a:gridCol>
                <a:gridCol w="1611318">
                  <a:extLst>
                    <a:ext uri="{9D8B030D-6E8A-4147-A177-3AD203B41FA5}">
                      <a16:colId xmlns:a16="http://schemas.microsoft.com/office/drawing/2014/main" val="201560277"/>
                    </a:ext>
                  </a:extLst>
                </a:gridCol>
                <a:gridCol w="1611318">
                  <a:extLst>
                    <a:ext uri="{9D8B030D-6E8A-4147-A177-3AD203B41FA5}">
                      <a16:colId xmlns:a16="http://schemas.microsoft.com/office/drawing/2014/main" val="4157972671"/>
                    </a:ext>
                  </a:extLst>
                </a:gridCol>
              </a:tblGrid>
              <a:tr h="127683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Teste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Total %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Observações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177455"/>
                  </a:ext>
                </a:extLst>
              </a:tr>
              <a:tr h="308353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Teste </a:t>
                      </a:r>
                      <a:r>
                        <a:rPr lang="pt-PT" sz="1000" i="1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Missing</a:t>
                      </a:r>
                      <a:r>
                        <a:rPr lang="pt-PT" sz="1000" i="1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 Data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u="none" strike="noStrike" kern="120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u="none" strike="noStrike" kern="120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0,001%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u="none" strike="noStrike" kern="120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56530"/>
                  </a:ext>
                </a:extLst>
              </a:tr>
              <a:tr h="308353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Teste </a:t>
                      </a:r>
                      <a:r>
                        <a:rPr lang="pt-PT" sz="1000" i="1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Not</a:t>
                      </a:r>
                      <a:r>
                        <a:rPr lang="pt-PT" sz="1000" i="1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 </a:t>
                      </a:r>
                      <a:r>
                        <a:rPr lang="pt-PT" sz="1000" i="1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Applicable</a:t>
                      </a:r>
                      <a:endParaRPr lang="pt-PT" sz="1000" i="1" u="none" strike="noStrike" kern="1200" dirty="0">
                        <a:solidFill>
                          <a:schemeClr val="tx1"/>
                        </a:solidFill>
                        <a:effectLst/>
                        <a:latin typeface="Muli Black" panose="00000A0000000000000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1093777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u="none" strike="noStrike" kern="120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74,7%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1) 48 Ajustes</a:t>
                      </a:r>
                      <a:b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</a:br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2) </a:t>
                      </a:r>
                      <a:r>
                        <a:rPr lang="pt-PT" sz="10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cod</a:t>
                      </a:r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=‘F’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122667"/>
                  </a:ext>
                </a:extLst>
              </a:tr>
              <a:tr h="308353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u="none" strike="noStrike" kern="120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Total Registos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1464872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96438"/>
                  </a:ext>
                </a:extLst>
              </a:tr>
            </a:tbl>
          </a:graphicData>
        </a:graphic>
      </p:graphicFrame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59BBD42-7609-FAA7-AB5A-3FEF23520B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21" y="1407625"/>
            <a:ext cx="11114228" cy="489077"/>
          </a:xfrm>
        </p:spPr>
        <p:txBody>
          <a:bodyPr/>
          <a:lstStyle/>
          <a:p>
            <a:r>
              <a:rPr lang="pt-PT" dirty="0"/>
              <a:t>Através da análise do campo, verificam-se os seguintes resultados: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59BBD42-7609-FAA7-AB5A-3FEF23520B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21" y="3712044"/>
            <a:ext cx="11114228" cy="489077"/>
          </a:xfrm>
        </p:spPr>
        <p:txBody>
          <a:bodyPr/>
          <a:lstStyle/>
          <a:p>
            <a:r>
              <a:rPr lang="pt-PT" sz="1400" b="1" u="sng" dirty="0"/>
              <a:t>Valores destino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59BBD42-7609-FAA7-AB5A-3FEF23520B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21" y="4150825"/>
            <a:ext cx="11114228" cy="489077"/>
          </a:xfrm>
        </p:spPr>
        <p:txBody>
          <a:bodyPr/>
          <a:lstStyle/>
          <a:p>
            <a:r>
              <a:rPr lang="pt-PT" dirty="0"/>
              <a:t>Os valores após a transformação do campo são os seguintes: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67B30AC-2433-5B86-2848-74195724E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348496"/>
              </p:ext>
            </p:extLst>
          </p:nvPr>
        </p:nvGraphicFramePr>
        <p:xfrm>
          <a:off x="3381503" y="4806500"/>
          <a:ext cx="5427406" cy="127466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13703">
                  <a:extLst>
                    <a:ext uri="{9D8B030D-6E8A-4147-A177-3AD203B41FA5}">
                      <a16:colId xmlns:a16="http://schemas.microsoft.com/office/drawing/2014/main" val="4048418311"/>
                    </a:ext>
                  </a:extLst>
                </a:gridCol>
                <a:gridCol w="2713703">
                  <a:extLst>
                    <a:ext uri="{9D8B030D-6E8A-4147-A177-3AD203B41FA5}">
                      <a16:colId xmlns:a16="http://schemas.microsoft.com/office/drawing/2014/main" val="3495453347"/>
                    </a:ext>
                  </a:extLst>
                </a:gridCol>
              </a:tblGrid>
              <a:tr h="15526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Valor</a:t>
                      </a:r>
                      <a:r>
                        <a:rPr lang="pt-PT" sz="11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após parametrização</a:t>
                      </a:r>
                      <a:endParaRPr lang="pt-PT" sz="11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count(*)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177455"/>
                  </a:ext>
                </a:extLst>
              </a:tr>
              <a:tr h="275168"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OTHER SINGLE REFERENCE RATES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15 752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56530"/>
                  </a:ext>
                </a:extLst>
              </a:tr>
              <a:tr h="275168"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EURIBOR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355 333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122667"/>
                  </a:ext>
                </a:extLst>
              </a:tr>
              <a:tr h="275168"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MISS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96438"/>
                  </a:ext>
                </a:extLst>
              </a:tr>
              <a:tr h="275168"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1 093 777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611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9409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2DE3FA-250E-2A78-7EC6-4845516E65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i="1" dirty="0" err="1"/>
              <a:t>Reference</a:t>
            </a:r>
            <a:r>
              <a:rPr lang="pt-PT" i="1" dirty="0"/>
              <a:t> Rate </a:t>
            </a:r>
            <a:r>
              <a:rPr lang="pt-PT" dirty="0"/>
              <a:t>(3|3)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BBD42-7609-FAA7-AB5A-3FEF23520B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21" y="951146"/>
            <a:ext cx="11114228" cy="489077"/>
          </a:xfrm>
        </p:spPr>
        <p:txBody>
          <a:bodyPr/>
          <a:lstStyle/>
          <a:p>
            <a:r>
              <a:rPr lang="pt-PT" sz="1400" b="1" u="sng" dirty="0"/>
              <a:t>Anexo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59BBD42-7609-FAA7-AB5A-3FEF23520B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21" y="1407625"/>
            <a:ext cx="11114228" cy="489077"/>
          </a:xfrm>
        </p:spPr>
        <p:txBody>
          <a:bodyPr/>
          <a:lstStyle/>
          <a:p>
            <a:r>
              <a:rPr lang="pt-PT" dirty="0"/>
              <a:t>Exemplos da transformação do campo: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67B30AC-2433-5B86-2848-74195724E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059987"/>
              </p:ext>
            </p:extLst>
          </p:nvPr>
        </p:nvGraphicFramePr>
        <p:xfrm>
          <a:off x="2872570" y="2069198"/>
          <a:ext cx="6445272" cy="17297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11318">
                  <a:extLst>
                    <a:ext uri="{9D8B030D-6E8A-4147-A177-3AD203B41FA5}">
                      <a16:colId xmlns:a16="http://schemas.microsoft.com/office/drawing/2014/main" val="4048418311"/>
                    </a:ext>
                  </a:extLst>
                </a:gridCol>
                <a:gridCol w="1611318">
                  <a:extLst>
                    <a:ext uri="{9D8B030D-6E8A-4147-A177-3AD203B41FA5}">
                      <a16:colId xmlns:a16="http://schemas.microsoft.com/office/drawing/2014/main" val="3495453347"/>
                    </a:ext>
                  </a:extLst>
                </a:gridCol>
                <a:gridCol w="1611318">
                  <a:extLst>
                    <a:ext uri="{9D8B030D-6E8A-4147-A177-3AD203B41FA5}">
                      <a16:colId xmlns:a16="http://schemas.microsoft.com/office/drawing/2014/main" val="201560277"/>
                    </a:ext>
                  </a:extLst>
                </a:gridCol>
                <a:gridCol w="1611318">
                  <a:extLst>
                    <a:ext uri="{9D8B030D-6E8A-4147-A177-3AD203B41FA5}">
                      <a16:colId xmlns:a16="http://schemas.microsoft.com/office/drawing/2014/main" val="4157972671"/>
                    </a:ext>
                  </a:extLst>
                </a:gridCol>
              </a:tblGrid>
              <a:tr h="149092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count</a:t>
                      </a:r>
                      <a:r>
                        <a:rPr lang="pt-PT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(*)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valor_conceito</a:t>
                      </a:r>
                      <a:endParaRPr lang="pt-PT" sz="11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valor_destino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Descrição 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177455"/>
                  </a:ext>
                </a:extLst>
              </a:tr>
              <a:tr h="266624"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159397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6EM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EURIBOR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EURIBOR SEMESTRAL (AR.MILESIMA)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56530"/>
                  </a:ext>
                </a:extLst>
              </a:tr>
              <a:tr h="266624"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72211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3EM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EURIBOR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EURIBOR TRIMESTRAL (AR.MILESIMA)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122667"/>
                  </a:ext>
                </a:extLst>
              </a:tr>
              <a:tr h="266624"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53433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12E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EURIBOR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EURIBOR ANUAL(AR. MILESIMA)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96438"/>
                  </a:ext>
                </a:extLst>
              </a:tr>
              <a:tr h="266624"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14697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TDC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EURIBOR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TAXA MISTA FIXA 2 ANOS - 3,25%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380060"/>
                  </a:ext>
                </a:extLst>
              </a:tr>
              <a:tr h="266624"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8638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TZZ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EURIBOR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TAXA MISTA FIXA 4 ANOS - 3,00%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549732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67B30AC-2433-5B86-2848-74195724E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236373"/>
              </p:ext>
            </p:extLst>
          </p:nvPr>
        </p:nvGraphicFramePr>
        <p:xfrm>
          <a:off x="2872570" y="4322751"/>
          <a:ext cx="6445272" cy="17297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11318">
                  <a:extLst>
                    <a:ext uri="{9D8B030D-6E8A-4147-A177-3AD203B41FA5}">
                      <a16:colId xmlns:a16="http://schemas.microsoft.com/office/drawing/2014/main" val="4048418311"/>
                    </a:ext>
                  </a:extLst>
                </a:gridCol>
                <a:gridCol w="1611318">
                  <a:extLst>
                    <a:ext uri="{9D8B030D-6E8A-4147-A177-3AD203B41FA5}">
                      <a16:colId xmlns:a16="http://schemas.microsoft.com/office/drawing/2014/main" val="3495453347"/>
                    </a:ext>
                  </a:extLst>
                </a:gridCol>
                <a:gridCol w="1611318">
                  <a:extLst>
                    <a:ext uri="{9D8B030D-6E8A-4147-A177-3AD203B41FA5}">
                      <a16:colId xmlns:a16="http://schemas.microsoft.com/office/drawing/2014/main" val="201560277"/>
                    </a:ext>
                  </a:extLst>
                </a:gridCol>
                <a:gridCol w="1611318">
                  <a:extLst>
                    <a:ext uri="{9D8B030D-6E8A-4147-A177-3AD203B41FA5}">
                      <a16:colId xmlns:a16="http://schemas.microsoft.com/office/drawing/2014/main" val="4157972671"/>
                    </a:ext>
                  </a:extLst>
                </a:gridCol>
              </a:tblGrid>
              <a:tr h="149092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count</a:t>
                      </a:r>
                      <a:r>
                        <a:rPr lang="pt-PT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(*)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valor_conceito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valor_destino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Descrição 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177455"/>
                  </a:ext>
                </a:extLst>
              </a:tr>
              <a:tr h="266624"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6526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TXJ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OTHER SINGLE REFERENCE RATES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TAXA X-SELLING CONSUMO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56530"/>
                  </a:ext>
                </a:extLst>
              </a:tr>
              <a:tr h="266624"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1975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TXL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OTHER SINGLE REFERENCE RATES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TAXA X-SELLING CONSUMO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122667"/>
                  </a:ext>
                </a:extLst>
              </a:tr>
              <a:tr h="266624"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1808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S3Y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OTHER SINGLE REFERENCE RATES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TAXA SWAP 3 ANOS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96438"/>
                  </a:ext>
                </a:extLst>
              </a:tr>
              <a:tr h="266624"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1698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W10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OTHER SINGLE REFERENCE RATES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TAXA SWAP 10 ANOS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380060"/>
                  </a:ext>
                </a:extLst>
              </a:tr>
              <a:tr h="266624"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793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ST5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OTHER SINGLE REFERENCE RATES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TAXA SWAP 5 ANOS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549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1265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69C1E-57DF-3800-0D87-2F44BA048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5B2187-3D61-EE37-E7B4-4387B6A286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PT" i="1" dirty="0"/>
              <a:t>Estrutural  Loan Tape – PM</a:t>
            </a:r>
          </a:p>
        </p:txBody>
      </p:sp>
    </p:spTree>
    <p:extLst>
      <p:ext uri="{BB962C8B-B14F-4D97-AF65-F5344CB8AC3E}">
        <p14:creationId xmlns:p14="http://schemas.microsoft.com/office/powerpoint/2010/main" val="3654865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437A0-ACB2-E8F2-AE1E-549B73D47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578DC3-88C3-8349-3B14-3D2C43F1BD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i="1" dirty="0" err="1"/>
              <a:t>Performing</a:t>
            </a:r>
            <a:r>
              <a:rPr lang="pt-PT" i="1" dirty="0"/>
              <a:t> Status (1/2)</a:t>
            </a:r>
            <a:endParaRPr lang="pt-P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AC9812-5B9A-85E5-91E5-673AA18DEF3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21" y="951147"/>
            <a:ext cx="11114228" cy="489078"/>
          </a:xfrm>
        </p:spPr>
        <p:txBody>
          <a:bodyPr/>
          <a:lstStyle/>
          <a:p>
            <a:r>
              <a:rPr lang="pt-PT" dirty="0"/>
              <a:t>Um contrato deve ser classificado, na data de referência do reporte, numa das seguintes categorias: </a:t>
            </a:r>
            <a:r>
              <a:rPr lang="pt-PT" i="1" dirty="0" err="1"/>
              <a:t>performing</a:t>
            </a:r>
            <a:r>
              <a:rPr lang="pt-PT" dirty="0"/>
              <a:t> (11) ou </a:t>
            </a:r>
            <a:r>
              <a:rPr lang="pt-PT" i="1" dirty="0"/>
              <a:t>non-</a:t>
            </a:r>
            <a:r>
              <a:rPr lang="pt-PT" i="1" dirty="0" err="1"/>
              <a:t>performing</a:t>
            </a:r>
            <a:r>
              <a:rPr lang="pt-PT" dirty="0"/>
              <a:t> (1), de acordo com o Regulamento de Execução (UE) n.º 680/2014. Este conceito está diretamente relacionado com a marcação com o </a:t>
            </a:r>
            <a:r>
              <a:rPr lang="pt-PT" i="1" dirty="0"/>
              <a:t>STAGE</a:t>
            </a:r>
            <a:r>
              <a:rPr lang="pt-PT" dirty="0"/>
              <a:t>.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2D533E3-2AFF-9588-97B0-4E7D27729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885432"/>
              </p:ext>
            </p:extLst>
          </p:nvPr>
        </p:nvGraphicFramePr>
        <p:xfrm>
          <a:off x="8358411" y="1455310"/>
          <a:ext cx="3039324" cy="144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19662">
                  <a:extLst>
                    <a:ext uri="{9D8B030D-6E8A-4147-A177-3AD203B41FA5}">
                      <a16:colId xmlns:a16="http://schemas.microsoft.com/office/drawing/2014/main" val="4048418311"/>
                    </a:ext>
                  </a:extLst>
                </a:gridCol>
                <a:gridCol w="1519662">
                  <a:extLst>
                    <a:ext uri="{9D8B030D-6E8A-4147-A177-3AD203B41FA5}">
                      <a16:colId xmlns:a16="http://schemas.microsoft.com/office/drawing/2014/main" val="3495453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t"/>
                      <a:r>
                        <a:rPr lang="pt-PT" sz="1100" b="1" i="1" u="none" strike="noStrike" dirty="0">
                          <a:solidFill>
                            <a:schemeClr val="bg1"/>
                          </a:solidFill>
                          <a:effectLst/>
                          <a:latin typeface="Muli Black" panose="00000A00000000000000"/>
                        </a:rPr>
                        <a:t>STAGE</a:t>
                      </a:r>
                    </a:p>
                  </a:txBody>
                  <a:tcPr marL="6119" marR="6119" marT="6119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PT" sz="1100" b="1" i="1" u="none" strike="noStrike" dirty="0">
                          <a:solidFill>
                            <a:schemeClr val="bg1"/>
                          </a:solidFill>
                          <a:effectLst/>
                          <a:latin typeface="Muli Black" panose="00000A00000000000000"/>
                        </a:rPr>
                        <a:t>PRFRMNG_STTS</a:t>
                      </a:r>
                    </a:p>
                  </a:txBody>
                  <a:tcPr marL="6119" marR="6119" marT="6119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1774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t"/>
                      <a:r>
                        <a:rPr lang="pt-PT" sz="1100" i="1" u="none" strike="noStrike" dirty="0">
                          <a:effectLst/>
                          <a:latin typeface="Muli Black" panose="00000A00000000000000"/>
                        </a:rPr>
                        <a:t>1</a:t>
                      </a:r>
                      <a:endParaRPr lang="pt-PT" sz="1100" b="0" i="1" u="none" strike="noStrike" dirty="0">
                        <a:solidFill>
                          <a:srgbClr val="000000"/>
                        </a:solidFill>
                        <a:effectLst/>
                        <a:latin typeface="Muli Black" panose="00000A00000000000000"/>
                      </a:endParaRPr>
                    </a:p>
                  </a:txBody>
                  <a:tcPr marL="6119" marR="6119" marT="611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PT" sz="1100" i="1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11 - Performing</a:t>
                      </a:r>
                    </a:p>
                  </a:txBody>
                  <a:tcPr marL="6119" marR="6119" marT="611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12266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ctr" defTabSz="445496" rtl="0" eaLnBrk="1" fontAlgn="t" latinLnBrk="0" hangingPunct="1"/>
                      <a:r>
                        <a:rPr lang="pt-PT" sz="1100" i="1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119" marR="6119" marT="611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i="1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11 - Performing</a:t>
                      </a:r>
                    </a:p>
                  </a:txBody>
                  <a:tcPr marL="6119" marR="6119" marT="611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80473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ctr" defTabSz="445496" rtl="0" eaLnBrk="1" fontAlgn="t" latinLnBrk="0" hangingPunct="1"/>
                      <a:r>
                        <a:rPr lang="pt-PT" sz="1100" i="1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119" marR="6119" marT="611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i="1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1 - Non-</a:t>
                      </a:r>
                      <a:r>
                        <a:rPr lang="pt-PT" sz="1100" i="1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Performing</a:t>
                      </a:r>
                      <a:endParaRPr lang="pt-PT" sz="1100" i="1" u="none" strike="noStrike" kern="1200" dirty="0">
                        <a:solidFill>
                          <a:schemeClr val="tx1"/>
                        </a:solidFill>
                        <a:effectLst/>
                        <a:latin typeface="Muli Black" panose="00000A00000000000000"/>
                        <a:ea typeface="+mn-ea"/>
                        <a:cs typeface="+mn-cs"/>
                      </a:endParaRPr>
                    </a:p>
                  </a:txBody>
                  <a:tcPr marL="6119" marR="6119" marT="611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96438"/>
                  </a:ext>
                </a:extLst>
              </a:tr>
            </a:tbl>
          </a:graphicData>
        </a:graphic>
      </p:graphicFrame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405D187-611F-B808-3DF4-5E900329E9A8}"/>
              </a:ext>
            </a:extLst>
          </p:cNvPr>
          <p:cNvSpPr txBox="1">
            <a:spLocks/>
          </p:cNvSpPr>
          <p:nvPr/>
        </p:nvSpPr>
        <p:spPr>
          <a:xfrm>
            <a:off x="687532" y="1464278"/>
            <a:ext cx="7670879" cy="2758348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rgbClr val="003E5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O conceito de </a:t>
            </a:r>
            <a:r>
              <a:rPr lang="pt-PT" b="1" i="1" dirty="0"/>
              <a:t>STAGE</a:t>
            </a:r>
            <a:r>
              <a:rPr lang="pt-PT" dirty="0"/>
              <a:t> foi estabelecido como obrigatório para os Bancos com a introdução da norma contabilística IFRS9 – Instrumentos Financeiros que entrou em vigor a 1 de janeiro de 2018.</a:t>
            </a:r>
          </a:p>
          <a:p>
            <a:r>
              <a:rPr lang="pt-PT" dirty="0"/>
              <a:t>Os ativos sujeitos a </a:t>
            </a:r>
            <a:r>
              <a:rPr lang="pt-PT" i="1" dirty="0" err="1"/>
              <a:t>impairment</a:t>
            </a:r>
            <a:r>
              <a:rPr lang="pt-PT" dirty="0"/>
              <a:t> são classificados em 3 níveis de </a:t>
            </a:r>
            <a:r>
              <a:rPr lang="pt-PT" i="1" dirty="0"/>
              <a:t>STAGE</a:t>
            </a:r>
            <a:r>
              <a:rPr lang="pt-PT" dirty="0"/>
              <a:t>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PT" b="1" i="1" dirty="0"/>
              <a:t>STAGE 1</a:t>
            </a:r>
          </a:p>
          <a:p>
            <a:pPr marL="505572" lvl="1" indent="-171450"/>
            <a:r>
              <a:rPr lang="pt-PT" dirty="0"/>
              <a:t> Ativo possui apenas o risco de crédito normal (sem aumento significativo desde o reconhecimento inicial)</a:t>
            </a:r>
          </a:p>
          <a:p>
            <a:pPr marL="505572" lvl="1" indent="-171450"/>
            <a:r>
              <a:rPr lang="pt-PT" dirty="0"/>
              <a:t>Atraso &lt; 30 dias no pagamento da responsabilidade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PT" b="1" i="1" dirty="0"/>
              <a:t>STAGE 2 </a:t>
            </a:r>
          </a:p>
          <a:p>
            <a:pPr marL="505572" lvl="1" indent="-171450"/>
            <a:r>
              <a:rPr lang="pt-PT" dirty="0"/>
              <a:t>O Ativo ainda não está em incumprimento, mas verificou-se um aumento significativo do risco de crédito desde o que foi reconhecido inicialmente</a:t>
            </a:r>
          </a:p>
          <a:p>
            <a:pPr marL="505572" lvl="1" indent="-171450"/>
            <a:r>
              <a:rPr lang="pt-PT" dirty="0"/>
              <a:t>Atraso &gt; 30 dias, mas &lt; 90 dias de incumprimento do pagamento	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PT" b="1" i="1" dirty="0"/>
              <a:t>STAGE 3</a:t>
            </a:r>
            <a:r>
              <a:rPr lang="pt-PT" b="1" dirty="0"/>
              <a:t> </a:t>
            </a:r>
          </a:p>
          <a:p>
            <a:pPr marL="505572" lvl="1" indent="-171450"/>
            <a:r>
              <a:rPr lang="pt-PT" dirty="0"/>
              <a:t>O Ativo está em </a:t>
            </a:r>
            <a:r>
              <a:rPr lang="pt-PT" dirty="0" err="1"/>
              <a:t>imcumprimento</a:t>
            </a:r>
            <a:r>
              <a:rPr lang="pt-PT" dirty="0"/>
              <a:t> (</a:t>
            </a:r>
            <a:r>
              <a:rPr lang="pt-PT" dirty="0" err="1"/>
              <a:t>default</a:t>
            </a:r>
            <a:r>
              <a:rPr lang="pt-PT" dirty="0"/>
              <a:t>), ou com evidência objetiva de deterioração do crédito</a:t>
            </a:r>
          </a:p>
          <a:p>
            <a:pPr marL="505572" lvl="1" indent="-171450"/>
            <a:r>
              <a:rPr lang="pt-PT" dirty="0"/>
              <a:t>Atraso &gt; 90 dias de incumprimento	do pagamento</a:t>
            </a:r>
          </a:p>
          <a:p>
            <a:pPr marL="505572" lvl="1" indent="-171450"/>
            <a:endParaRPr lang="pt-PT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B3FB96-F213-FFE4-2441-6E019FF302DB}"/>
              </a:ext>
            </a:extLst>
          </p:cNvPr>
          <p:cNvSpPr/>
          <p:nvPr/>
        </p:nvSpPr>
        <p:spPr>
          <a:xfrm>
            <a:off x="609521" y="5304680"/>
            <a:ext cx="10788213" cy="71101"/>
          </a:xfrm>
          <a:prstGeom prst="rect">
            <a:avLst/>
          </a:prstGeom>
          <a:solidFill>
            <a:srgbClr val="003E51"/>
          </a:solidFill>
          <a:ln>
            <a:solidFill>
              <a:srgbClr val="003E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 b="1" i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80BEBF-DB49-88E3-B116-34CF25731C59}"/>
              </a:ext>
            </a:extLst>
          </p:cNvPr>
          <p:cNvSpPr/>
          <p:nvPr/>
        </p:nvSpPr>
        <p:spPr>
          <a:xfrm>
            <a:off x="1709101" y="5171179"/>
            <a:ext cx="68441" cy="332531"/>
          </a:xfrm>
          <a:prstGeom prst="rect">
            <a:avLst/>
          </a:prstGeom>
          <a:solidFill>
            <a:srgbClr val="003E51"/>
          </a:solidFill>
          <a:ln>
            <a:solidFill>
              <a:srgbClr val="003E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4BD55A-DFC9-D0C0-EE50-3F3372B3D83D}"/>
              </a:ext>
            </a:extLst>
          </p:cNvPr>
          <p:cNvSpPr/>
          <p:nvPr/>
        </p:nvSpPr>
        <p:spPr>
          <a:xfrm>
            <a:off x="3143858" y="5171179"/>
            <a:ext cx="68441" cy="332531"/>
          </a:xfrm>
          <a:prstGeom prst="rect">
            <a:avLst/>
          </a:prstGeom>
          <a:solidFill>
            <a:srgbClr val="003E51"/>
          </a:solidFill>
          <a:ln>
            <a:solidFill>
              <a:srgbClr val="003E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D27051-E79B-70DA-F986-DCAC56233298}"/>
              </a:ext>
            </a:extLst>
          </p:cNvPr>
          <p:cNvSpPr/>
          <p:nvPr/>
        </p:nvSpPr>
        <p:spPr>
          <a:xfrm>
            <a:off x="4578615" y="5171179"/>
            <a:ext cx="68441" cy="332531"/>
          </a:xfrm>
          <a:prstGeom prst="rect">
            <a:avLst/>
          </a:prstGeom>
          <a:solidFill>
            <a:srgbClr val="003E51"/>
          </a:solidFill>
          <a:ln>
            <a:solidFill>
              <a:srgbClr val="003E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446466-4EAC-9ABC-BA49-CDC054374FC8}"/>
              </a:ext>
            </a:extLst>
          </p:cNvPr>
          <p:cNvSpPr/>
          <p:nvPr/>
        </p:nvSpPr>
        <p:spPr>
          <a:xfrm>
            <a:off x="6013371" y="5171179"/>
            <a:ext cx="68441" cy="332531"/>
          </a:xfrm>
          <a:prstGeom prst="rect">
            <a:avLst/>
          </a:prstGeom>
          <a:solidFill>
            <a:srgbClr val="003E51"/>
          </a:solidFill>
          <a:ln>
            <a:solidFill>
              <a:srgbClr val="003E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F7D3BE-14F0-DC88-1BD5-4EBA2BE47AE1}"/>
              </a:ext>
            </a:extLst>
          </p:cNvPr>
          <p:cNvSpPr/>
          <p:nvPr/>
        </p:nvSpPr>
        <p:spPr>
          <a:xfrm>
            <a:off x="8882885" y="5171179"/>
            <a:ext cx="68441" cy="332531"/>
          </a:xfrm>
          <a:prstGeom prst="rect">
            <a:avLst/>
          </a:prstGeom>
          <a:solidFill>
            <a:srgbClr val="003E51"/>
          </a:solidFill>
          <a:ln>
            <a:solidFill>
              <a:srgbClr val="003E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579E94-9B7C-4FBF-504E-478189056DA8}"/>
              </a:ext>
            </a:extLst>
          </p:cNvPr>
          <p:cNvSpPr/>
          <p:nvPr/>
        </p:nvSpPr>
        <p:spPr>
          <a:xfrm>
            <a:off x="10317641" y="5171179"/>
            <a:ext cx="68441" cy="332531"/>
          </a:xfrm>
          <a:prstGeom prst="rect">
            <a:avLst/>
          </a:prstGeom>
          <a:solidFill>
            <a:srgbClr val="003E51"/>
          </a:solidFill>
          <a:ln>
            <a:solidFill>
              <a:srgbClr val="003E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269156-4664-AFE8-9110-2466EB248C11}"/>
              </a:ext>
            </a:extLst>
          </p:cNvPr>
          <p:cNvSpPr/>
          <p:nvPr/>
        </p:nvSpPr>
        <p:spPr>
          <a:xfrm>
            <a:off x="7448128" y="5171179"/>
            <a:ext cx="68441" cy="332531"/>
          </a:xfrm>
          <a:prstGeom prst="rect">
            <a:avLst/>
          </a:prstGeom>
          <a:solidFill>
            <a:srgbClr val="003E51"/>
          </a:solidFill>
          <a:ln>
            <a:solidFill>
              <a:srgbClr val="003E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E8F1DA-1B08-0E2E-5DD1-4D81982BC4E2}"/>
              </a:ext>
            </a:extLst>
          </p:cNvPr>
          <p:cNvSpPr txBox="1"/>
          <p:nvPr/>
        </p:nvSpPr>
        <p:spPr>
          <a:xfrm>
            <a:off x="1452719" y="5511445"/>
            <a:ext cx="581204" cy="3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kern="1200" dirty="0">
                <a:solidFill>
                  <a:schemeClr val="tx1"/>
                </a:solidFill>
              </a:rPr>
              <a:t>Jan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72CE1C-517F-D0BB-C4A5-6843CBD1C6B6}"/>
              </a:ext>
            </a:extLst>
          </p:cNvPr>
          <p:cNvSpPr txBox="1"/>
          <p:nvPr/>
        </p:nvSpPr>
        <p:spPr>
          <a:xfrm>
            <a:off x="2880132" y="5511445"/>
            <a:ext cx="595889" cy="3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kern="1200" dirty="0" err="1">
                <a:solidFill>
                  <a:schemeClr val="tx1"/>
                </a:solidFill>
              </a:rPr>
              <a:t>Fev</a:t>
            </a:r>
            <a:endParaRPr lang="pt-PT" sz="1200" kern="1200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EE0D09-F06E-DA96-A0C1-F5BE11A7989B}"/>
              </a:ext>
            </a:extLst>
          </p:cNvPr>
          <p:cNvSpPr txBox="1"/>
          <p:nvPr/>
        </p:nvSpPr>
        <p:spPr>
          <a:xfrm>
            <a:off x="4281437" y="5511445"/>
            <a:ext cx="662793" cy="3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kern="1200" dirty="0">
                <a:solidFill>
                  <a:schemeClr val="tx1"/>
                </a:solidFill>
              </a:rPr>
              <a:t>Mar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8701FA-319A-A28A-B9C0-B44EF2720DCF}"/>
              </a:ext>
            </a:extLst>
          </p:cNvPr>
          <p:cNvSpPr txBox="1"/>
          <p:nvPr/>
        </p:nvSpPr>
        <p:spPr>
          <a:xfrm>
            <a:off x="5742594" y="5511445"/>
            <a:ext cx="610000" cy="3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kern="1200" dirty="0" err="1">
                <a:solidFill>
                  <a:schemeClr val="tx1"/>
                </a:solidFill>
              </a:rPr>
              <a:t>Abr</a:t>
            </a:r>
            <a:endParaRPr lang="pt-PT" sz="1200" kern="1200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D9861A-F866-BEC0-6BB4-C0CD50B6BA13}"/>
              </a:ext>
            </a:extLst>
          </p:cNvPr>
          <p:cNvSpPr txBox="1"/>
          <p:nvPr/>
        </p:nvSpPr>
        <p:spPr>
          <a:xfrm>
            <a:off x="7164152" y="5500043"/>
            <a:ext cx="636396" cy="3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kern="1200" dirty="0" err="1">
                <a:solidFill>
                  <a:schemeClr val="tx1"/>
                </a:solidFill>
              </a:rPr>
              <a:t>Mai</a:t>
            </a:r>
            <a:endParaRPr lang="pt-PT" sz="1200" kern="1200" dirty="0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876EE7-C068-00FA-03F2-0E06341F4EF2}"/>
              </a:ext>
            </a:extLst>
          </p:cNvPr>
          <p:cNvSpPr txBox="1"/>
          <p:nvPr/>
        </p:nvSpPr>
        <p:spPr>
          <a:xfrm>
            <a:off x="8655924" y="5500043"/>
            <a:ext cx="590803" cy="3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kern="1200" dirty="0" err="1">
                <a:solidFill>
                  <a:schemeClr val="tx1"/>
                </a:solidFill>
              </a:rPr>
              <a:t>Jun</a:t>
            </a:r>
            <a:endParaRPr lang="pt-PT" sz="1200" kern="1200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A80751-EEFE-69A6-DF45-437245EA158A}"/>
              </a:ext>
            </a:extLst>
          </p:cNvPr>
          <p:cNvSpPr txBox="1"/>
          <p:nvPr/>
        </p:nvSpPr>
        <p:spPr>
          <a:xfrm>
            <a:off x="1224609" y="4781483"/>
            <a:ext cx="103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i="1" kern="1200" dirty="0">
                <a:solidFill>
                  <a:schemeClr val="tx1"/>
                </a:solidFill>
              </a:rPr>
              <a:t>STAGE 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E194BB-E46E-17B0-4228-C024BDC6DFE7}"/>
              </a:ext>
            </a:extLst>
          </p:cNvPr>
          <p:cNvSpPr txBox="1"/>
          <p:nvPr/>
        </p:nvSpPr>
        <p:spPr>
          <a:xfrm>
            <a:off x="2693584" y="4781483"/>
            <a:ext cx="103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i="1" kern="1200" dirty="0">
                <a:solidFill>
                  <a:schemeClr val="tx1"/>
                </a:solidFill>
              </a:rPr>
              <a:t>STAGE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77FE1D-E407-00FF-C456-B290BE7D6915}"/>
              </a:ext>
            </a:extLst>
          </p:cNvPr>
          <p:cNvSpPr txBox="1"/>
          <p:nvPr/>
        </p:nvSpPr>
        <p:spPr>
          <a:xfrm>
            <a:off x="4059900" y="4781483"/>
            <a:ext cx="103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i="1" kern="1200" dirty="0">
                <a:solidFill>
                  <a:schemeClr val="tx1"/>
                </a:solidFill>
              </a:rPr>
              <a:t>STAGE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4A0A1F-B9DA-57FA-046F-47813372F90D}"/>
              </a:ext>
            </a:extLst>
          </p:cNvPr>
          <p:cNvSpPr txBox="1"/>
          <p:nvPr/>
        </p:nvSpPr>
        <p:spPr>
          <a:xfrm>
            <a:off x="5494657" y="4781483"/>
            <a:ext cx="103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i="1" kern="1200" dirty="0">
                <a:solidFill>
                  <a:schemeClr val="tx1"/>
                </a:solidFill>
              </a:rPr>
              <a:t>STAGE 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B63DBA-26EA-DBE9-6480-F54A92FF0CBA}"/>
              </a:ext>
            </a:extLst>
          </p:cNvPr>
          <p:cNvSpPr txBox="1"/>
          <p:nvPr/>
        </p:nvSpPr>
        <p:spPr>
          <a:xfrm>
            <a:off x="6963633" y="4781483"/>
            <a:ext cx="103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i="1" kern="1200" dirty="0">
                <a:solidFill>
                  <a:schemeClr val="tx1"/>
                </a:solidFill>
              </a:rPr>
              <a:t>STAGE 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B3178E-F411-EDF9-7646-30AD6F3725FD}"/>
              </a:ext>
            </a:extLst>
          </p:cNvPr>
          <p:cNvSpPr txBox="1"/>
          <p:nvPr/>
        </p:nvSpPr>
        <p:spPr>
          <a:xfrm>
            <a:off x="8358411" y="4781483"/>
            <a:ext cx="103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i="1" kern="1200" dirty="0">
                <a:solidFill>
                  <a:schemeClr val="tx1"/>
                </a:solidFill>
              </a:rPr>
              <a:t>STAGE 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77464B-9AFB-545D-FE96-7EA7B8640000}"/>
              </a:ext>
            </a:extLst>
          </p:cNvPr>
          <p:cNvSpPr txBox="1"/>
          <p:nvPr/>
        </p:nvSpPr>
        <p:spPr>
          <a:xfrm>
            <a:off x="9833146" y="4781483"/>
            <a:ext cx="1037430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i="1" kern="1200" dirty="0">
                <a:solidFill>
                  <a:schemeClr val="tx1"/>
                </a:solidFill>
              </a:rPr>
              <a:t>STAGE 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2C25819-8EC1-16B1-1593-020D2C42BBA8}"/>
              </a:ext>
            </a:extLst>
          </p:cNvPr>
          <p:cNvSpPr txBox="1"/>
          <p:nvPr/>
        </p:nvSpPr>
        <p:spPr>
          <a:xfrm>
            <a:off x="2794572" y="4319817"/>
            <a:ext cx="778241" cy="461665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pt-PT" sz="1200" kern="1200" dirty="0">
                <a:solidFill>
                  <a:schemeClr val="bg1"/>
                </a:solidFill>
              </a:rPr>
              <a:t>Deixou de pagar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BE6FABA-F22E-1FDB-9DA7-EE87CAA2CF22}"/>
              </a:ext>
            </a:extLst>
          </p:cNvPr>
          <p:cNvSpPr txBox="1"/>
          <p:nvPr/>
        </p:nvSpPr>
        <p:spPr>
          <a:xfrm>
            <a:off x="9082676" y="5489395"/>
            <a:ext cx="1037430" cy="3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kern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984DD5-9E41-FB9B-6D48-899C428A94E4}"/>
              </a:ext>
            </a:extLst>
          </p:cNvPr>
          <p:cNvSpPr txBox="1"/>
          <p:nvPr/>
        </p:nvSpPr>
        <p:spPr>
          <a:xfrm>
            <a:off x="10056460" y="5511445"/>
            <a:ext cx="662793" cy="3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kern="1200" dirty="0">
                <a:solidFill>
                  <a:schemeClr val="tx1"/>
                </a:solidFill>
              </a:rPr>
              <a:t>Dez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DAF4A6-08AF-DCDB-77AE-9B2B988EECD3}"/>
              </a:ext>
            </a:extLst>
          </p:cNvPr>
          <p:cNvSpPr txBox="1"/>
          <p:nvPr/>
        </p:nvSpPr>
        <p:spPr>
          <a:xfrm>
            <a:off x="8488006" y="4319817"/>
            <a:ext cx="778241" cy="461665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pt-PT" sz="1200" kern="1200" dirty="0">
                <a:solidFill>
                  <a:schemeClr val="bg1"/>
                </a:solidFill>
              </a:rPr>
              <a:t>Pagou dívida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1F2F0D3-1A4B-A274-12D5-EDCB24FE0D17}"/>
              </a:ext>
            </a:extLst>
          </p:cNvPr>
          <p:cNvSpPr txBox="1"/>
          <p:nvPr/>
        </p:nvSpPr>
        <p:spPr>
          <a:xfrm>
            <a:off x="9840207" y="4284569"/>
            <a:ext cx="949784" cy="461665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pt-PT" sz="1200" kern="1200" dirty="0">
                <a:solidFill>
                  <a:schemeClr val="bg1"/>
                </a:solidFill>
              </a:rPr>
              <a:t>Fim Período de Cura</a:t>
            </a:r>
          </a:p>
        </p:txBody>
      </p:sp>
      <p:sp>
        <p:nvSpPr>
          <p:cNvPr id="59" name="Right Brace 58">
            <a:extLst>
              <a:ext uri="{FF2B5EF4-FFF2-40B4-BE49-F238E27FC236}">
                <a16:creationId xmlns:a16="http://schemas.microsoft.com/office/drawing/2014/main" id="{4C618C11-290D-26D5-0061-B90FEA153C97}"/>
              </a:ext>
            </a:extLst>
          </p:cNvPr>
          <p:cNvSpPr/>
          <p:nvPr/>
        </p:nvSpPr>
        <p:spPr>
          <a:xfrm rot="5400000">
            <a:off x="9539939" y="4853355"/>
            <a:ext cx="216883" cy="1867976"/>
          </a:xfrm>
          <a:prstGeom prst="rightBrace">
            <a:avLst>
              <a:gd name="adj1" fmla="val 24185"/>
              <a:gd name="adj2" fmla="val 50000"/>
            </a:avLst>
          </a:prstGeom>
          <a:ln>
            <a:solidFill>
              <a:srgbClr val="00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795A12F-D083-0623-8807-E4E7BB1F802E}"/>
              </a:ext>
            </a:extLst>
          </p:cNvPr>
          <p:cNvSpPr txBox="1"/>
          <p:nvPr/>
        </p:nvSpPr>
        <p:spPr>
          <a:xfrm>
            <a:off x="9011693" y="5884867"/>
            <a:ext cx="1303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kern="1200" dirty="0">
                <a:solidFill>
                  <a:schemeClr val="tx1"/>
                </a:solidFill>
              </a:rPr>
              <a:t>Período de Cura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AC35F0FD-D102-013C-94D2-BE285D9678C3}"/>
              </a:ext>
            </a:extLst>
          </p:cNvPr>
          <p:cNvSpPr/>
          <p:nvPr/>
        </p:nvSpPr>
        <p:spPr>
          <a:xfrm rot="5400000">
            <a:off x="11274570" y="5175896"/>
            <a:ext cx="331902" cy="316392"/>
          </a:xfrm>
          <a:prstGeom prst="triangle">
            <a:avLst/>
          </a:prstGeom>
          <a:solidFill>
            <a:srgbClr val="003E51"/>
          </a:solidFill>
          <a:ln>
            <a:solidFill>
              <a:srgbClr val="003E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75143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D8035-8FFD-9A64-3890-CAF4E1C4A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798716-0033-6EEA-7D45-3C52B7AF3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i="1" dirty="0" err="1"/>
              <a:t>Performing</a:t>
            </a:r>
            <a:r>
              <a:rPr lang="pt-PT" i="1" dirty="0"/>
              <a:t> Status (2/2)</a:t>
            </a:r>
            <a:endParaRPr lang="pt-P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A88DE1-8DC2-FD6A-0E0E-DB7B5FE1C6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21" y="951147"/>
            <a:ext cx="11114228" cy="489078"/>
          </a:xfrm>
        </p:spPr>
        <p:txBody>
          <a:bodyPr/>
          <a:lstStyle/>
          <a:p>
            <a:r>
              <a:rPr lang="pt-PT" dirty="0"/>
              <a:t>Em reunião com a equipa de Imparidade e a equipa de Contabilidade ficou definido que para datas de referência até Novembro de 2022 o </a:t>
            </a:r>
            <a:r>
              <a:rPr lang="pt-PT" i="1" dirty="0"/>
              <a:t>STAGE</a:t>
            </a:r>
            <a:r>
              <a:rPr lang="pt-PT" dirty="0"/>
              <a:t> da </a:t>
            </a:r>
            <a:r>
              <a:rPr lang="pt-PT" dirty="0" err="1"/>
              <a:t>Loan</a:t>
            </a:r>
            <a:r>
              <a:rPr lang="pt-PT" dirty="0"/>
              <a:t> Tape é marcado de acordo com a tabela fonte IFRS9_OUT_STAGING_8_7 e para datas superiores a Dezembro de 2022 é marcado de acordo com a tabela FR004_CTO.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B24E0C-9AC7-2742-5EFC-57F1EFFC4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080545"/>
              </p:ext>
            </p:extLst>
          </p:nvPr>
        </p:nvGraphicFramePr>
        <p:xfrm>
          <a:off x="609521" y="2442799"/>
          <a:ext cx="4320000" cy="216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404841831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49545334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156027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5797267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INSTRMNT_ID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100" b="1" i="1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STAGE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DATA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PRFRMNG_STTS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1774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31-01-2025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565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28-02-2025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12266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31-03-2025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964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30-04-2025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3800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31-05-2025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Muli Black" panose="00000A0000000000000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549732"/>
                  </a:ext>
                </a:extLst>
              </a:tr>
            </a:tbl>
          </a:graphicData>
        </a:graphic>
      </p:graphicFrame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66DAED3-A1DA-391A-98FB-DCDE72443FCD}"/>
              </a:ext>
            </a:extLst>
          </p:cNvPr>
          <p:cNvSpPr txBox="1">
            <a:spLocks/>
          </p:cNvSpPr>
          <p:nvPr/>
        </p:nvSpPr>
        <p:spPr>
          <a:xfrm>
            <a:off x="5088190" y="2769244"/>
            <a:ext cx="6388204" cy="1507110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rgbClr val="003E5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O campo Performing Status está relacionado com vários outros campos, sejam campos de datas ou campos previous. No exemplo infra apresentamos como é que funciona esta marcação: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dirty="0"/>
              <a:t>PRFRMNG_STTS =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dirty="0"/>
              <a:t>DT_PRFRMNG_STTS = 31-05-2025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dirty="0"/>
              <a:t>PRFRMNG_STTS_PRVS = 11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dirty="0"/>
              <a:t>DT_PRFRTMNG_STTS_PRVS = </a:t>
            </a:r>
            <a:r>
              <a:rPr lang="pt-PT" sz="1200" u="none" strike="noStrike" kern="1200" dirty="0">
                <a:solidFill>
                  <a:schemeClr val="tx1"/>
                </a:solidFill>
                <a:effectLst/>
                <a:latin typeface="Muli Black" panose="00000A00000000000000"/>
                <a:ea typeface="+mn-ea"/>
                <a:cs typeface="+mn-cs"/>
              </a:rPr>
              <a:t>28-02-2025</a:t>
            </a:r>
          </a:p>
        </p:txBody>
      </p:sp>
    </p:spTree>
    <p:extLst>
      <p:ext uri="{BB962C8B-B14F-4D97-AF65-F5344CB8AC3E}">
        <p14:creationId xmlns:p14="http://schemas.microsoft.com/office/powerpoint/2010/main" val="2667735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640C2-3179-CEAE-9EC3-3F85A0593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8946A1-70EF-A77B-3533-EB6B27D6E4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i="1" dirty="0" err="1"/>
              <a:t>Internal</a:t>
            </a:r>
            <a:r>
              <a:rPr lang="pt-PT" i="1" dirty="0"/>
              <a:t> Rating (1/2) </a:t>
            </a:r>
            <a:endParaRPr lang="pt-PT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44958E0-EEDD-C2FA-AEA0-720AC2535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563823"/>
              </p:ext>
            </p:extLst>
          </p:nvPr>
        </p:nvGraphicFramePr>
        <p:xfrm>
          <a:off x="2358948" y="3300311"/>
          <a:ext cx="7472516" cy="228551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08368">
                  <a:extLst>
                    <a:ext uri="{9D8B030D-6E8A-4147-A177-3AD203B41FA5}">
                      <a16:colId xmlns:a16="http://schemas.microsoft.com/office/drawing/2014/main" val="2705756012"/>
                    </a:ext>
                  </a:extLst>
                </a:gridCol>
                <a:gridCol w="5864148">
                  <a:extLst>
                    <a:ext uri="{9D8B030D-6E8A-4147-A177-3AD203B41FA5}">
                      <a16:colId xmlns:a16="http://schemas.microsoft.com/office/drawing/2014/main" val="3085771490"/>
                    </a:ext>
                  </a:extLst>
                </a:gridCol>
              </a:tblGrid>
              <a:tr h="28080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pt-PT" sz="1200" b="1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Santander Text" panose="020B0504020201020104" pitchFamily="34" charset="0"/>
                        <a:cs typeface="Santander Text" panose="020B05040202010201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b="1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Aplicabilidade</a:t>
                      </a:r>
                      <a:endParaRPr lang="pt-PT" sz="1200" b="1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Santander Text" panose="020B0504020201020104" pitchFamily="34" charset="0"/>
                        <a:cs typeface="Santander Text" panose="020B05040202010201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240250"/>
                  </a:ext>
                </a:extLst>
              </a:tr>
              <a:tr h="280802">
                <a:tc rowSpan="3">
                  <a:txBody>
                    <a:bodyPr/>
                    <a:lstStyle/>
                    <a:p>
                      <a:pPr algn="l"/>
                      <a:r>
                        <a:rPr lang="pt-PT" sz="1200" b="1" dirty="0">
                          <a:latin typeface="Santander Text" panose="020B0504020201020104" pitchFamily="34" charset="0"/>
                        </a:rPr>
                        <a:t>1. Informação BDR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dirty="0">
                          <a:effectLst/>
                          <a:latin typeface="Santander Text" panose="020B0504020201020104" pitchFamily="34" charset="0"/>
                        </a:rPr>
                        <a:t>Ratings/</a:t>
                      </a:r>
                      <a:r>
                        <a:rPr lang="pt-PT" sz="1200" dirty="0" err="1">
                          <a:effectLst/>
                          <a:latin typeface="Santander Text" panose="020B0504020201020104" pitchFamily="34" charset="0"/>
                        </a:rPr>
                        <a:t>scorings</a:t>
                      </a:r>
                      <a:r>
                        <a:rPr lang="pt-PT" sz="1200" dirty="0">
                          <a:effectLst/>
                          <a:latin typeface="Santander Text" panose="020B0504020201020104" pitchFamily="34" charset="0"/>
                        </a:rPr>
                        <a:t> ao nível do contrato utilizados no cálculo de capital.</a:t>
                      </a:r>
                      <a:endParaRPr lang="pt-PT" sz="1200" dirty="0">
                        <a:effectLst/>
                        <a:latin typeface="Santander Text" panose="020B0504020201020104" pitchFamily="34" charset="0"/>
                        <a:ea typeface="Santander Text" panose="020B0504020201020104" pitchFamily="34" charset="0"/>
                        <a:cs typeface="Santander Text" panose="020B05040202010201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53192419"/>
                  </a:ext>
                </a:extLst>
              </a:tr>
              <a:tr h="280802">
                <a:tc vMerge="1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pt-PT" sz="1200" dirty="0">
                        <a:effectLst/>
                        <a:latin typeface="Santander Text" panose="020B0504020201020104" pitchFamily="34" charset="0"/>
                        <a:ea typeface="Santander Text" panose="020B0504020201020104" pitchFamily="34" charset="0"/>
                        <a:cs typeface="Santander Text" panose="020B05040202010201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dirty="0">
                          <a:effectLst/>
                          <a:latin typeface="Santander Text" panose="020B0504020201020104" pitchFamily="34" charset="0"/>
                        </a:rPr>
                        <a:t>Ratings/</a:t>
                      </a:r>
                      <a:r>
                        <a:rPr lang="pt-PT" sz="1200" dirty="0" err="1">
                          <a:effectLst/>
                          <a:latin typeface="Santander Text" panose="020B0504020201020104" pitchFamily="34" charset="0"/>
                        </a:rPr>
                        <a:t>scorings</a:t>
                      </a:r>
                      <a:r>
                        <a:rPr lang="pt-PT" sz="1200" dirty="0">
                          <a:effectLst/>
                          <a:latin typeface="Santander Text" panose="020B0504020201020104" pitchFamily="34" charset="0"/>
                        </a:rPr>
                        <a:t> ao nível do 1º titular utilizados no cálculo de capital.</a:t>
                      </a:r>
                      <a:endParaRPr lang="pt-PT" sz="1200" dirty="0">
                        <a:effectLst/>
                        <a:latin typeface="Santander Text" panose="020B0504020201020104" pitchFamily="34" charset="0"/>
                        <a:ea typeface="Santander Text" panose="020B0504020201020104" pitchFamily="34" charset="0"/>
                        <a:cs typeface="Santander Text" panose="020B05040202010201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00669351"/>
                  </a:ext>
                </a:extLst>
              </a:tr>
              <a:tr h="326722">
                <a:tc vMerge="1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pt-PT" sz="1200" dirty="0">
                        <a:effectLst/>
                        <a:latin typeface="Santander Text" panose="020B0504020201020104" pitchFamily="34" charset="0"/>
                        <a:ea typeface="Santander Text" panose="020B0504020201020104" pitchFamily="34" charset="0"/>
                        <a:cs typeface="Santander Text" panose="020B05040202010201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dirty="0">
                          <a:effectLst/>
                          <a:latin typeface="Santander Text" panose="020B0504020201020104" pitchFamily="34" charset="0"/>
                        </a:rPr>
                        <a:t>Ratings/</a:t>
                      </a:r>
                      <a:r>
                        <a:rPr lang="pt-PT" sz="1200" dirty="0" err="1">
                          <a:effectLst/>
                          <a:latin typeface="Santander Text" panose="020B0504020201020104" pitchFamily="34" charset="0"/>
                        </a:rPr>
                        <a:t>scorings</a:t>
                      </a:r>
                      <a:r>
                        <a:rPr lang="pt-PT" sz="1200" dirty="0">
                          <a:effectLst/>
                          <a:latin typeface="Santander Text" panose="020B0504020201020104" pitchFamily="34" charset="0"/>
                        </a:rPr>
                        <a:t> utilizados para o cálculo de capital para clientes, independentemente do método de cálculo de capital e titularidade.</a:t>
                      </a:r>
                      <a:endParaRPr lang="pt-PT" sz="1200" dirty="0">
                        <a:effectLst/>
                        <a:latin typeface="Santander Text" panose="020B0504020201020104" pitchFamily="34" charset="0"/>
                        <a:ea typeface="Santander Text" panose="020B0504020201020104" pitchFamily="34" charset="0"/>
                        <a:cs typeface="Santander Text" panose="020B05040202010201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40160462"/>
                  </a:ext>
                </a:extLst>
              </a:tr>
              <a:tr h="280802">
                <a:tc row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pt-PT" sz="1200" dirty="0">
                        <a:effectLst/>
                        <a:latin typeface="Santander Text" panose="020B0504020201020104" pitchFamily="34" charset="0"/>
                        <a:ea typeface="Santander Text" panose="020B0504020201020104" pitchFamily="34" charset="0"/>
                        <a:cs typeface="Santander Text" panose="020B0504020201020104" pitchFamily="34" charset="0"/>
                      </a:endParaRPr>
                    </a:p>
                    <a:p>
                      <a:pPr marL="0" marR="0" lvl="0" indent="0" algn="l" defTabSz="445496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dirty="0">
                          <a:latin typeface="Santander Text" panose="020B0504020201020104" pitchFamily="34" charset="0"/>
                        </a:rPr>
                        <a:t>2. Informação IFRS9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pt-PT" sz="1200" dirty="0">
                        <a:effectLst/>
                        <a:latin typeface="Santander Text" panose="020B0504020201020104" pitchFamily="34" charset="0"/>
                        <a:ea typeface="Santander Text" panose="020B0504020201020104" pitchFamily="34" charset="0"/>
                        <a:cs typeface="Santander Text" panose="020B05040202010201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dirty="0">
                          <a:effectLst/>
                          <a:latin typeface="Santander Text" panose="020B0504020201020104" pitchFamily="34" charset="0"/>
                        </a:rPr>
                        <a:t>Ratings/</a:t>
                      </a:r>
                      <a:r>
                        <a:rPr lang="pt-PT" sz="1200" dirty="0" err="1">
                          <a:effectLst/>
                          <a:latin typeface="Santander Text" panose="020B0504020201020104" pitchFamily="34" charset="0"/>
                        </a:rPr>
                        <a:t>scorings</a:t>
                      </a:r>
                      <a:r>
                        <a:rPr lang="pt-PT" sz="1200" dirty="0">
                          <a:effectLst/>
                          <a:latin typeface="Santander Text" panose="020B0504020201020104" pitchFamily="34" charset="0"/>
                        </a:rPr>
                        <a:t> ao nível do contrato utilizados no cálculo de provisões de IFRS9.</a:t>
                      </a:r>
                      <a:endParaRPr lang="pt-PT" sz="1200" dirty="0">
                        <a:effectLst/>
                        <a:latin typeface="Santander Text" panose="020B0504020201020104" pitchFamily="34" charset="0"/>
                        <a:ea typeface="Santander Text" panose="020B0504020201020104" pitchFamily="34" charset="0"/>
                        <a:cs typeface="Santander Text" panose="020B05040202010201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5397442"/>
                  </a:ext>
                </a:extLst>
              </a:tr>
              <a:tr h="280802">
                <a:tc vMerge="1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pt-PT" sz="1200" dirty="0">
                        <a:effectLst/>
                        <a:latin typeface="Santander Text" panose="020B0504020201020104" pitchFamily="34" charset="0"/>
                        <a:ea typeface="Santander Text" panose="020B0504020201020104" pitchFamily="34" charset="0"/>
                        <a:cs typeface="Santander Text" panose="020B05040202010201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dirty="0">
                          <a:effectLst/>
                          <a:latin typeface="Santander Text" panose="020B0504020201020104" pitchFamily="34" charset="0"/>
                        </a:rPr>
                        <a:t>Ratings/</a:t>
                      </a:r>
                      <a:r>
                        <a:rPr lang="pt-PT" sz="1200" dirty="0" err="1">
                          <a:effectLst/>
                          <a:latin typeface="Santander Text" panose="020B0504020201020104" pitchFamily="34" charset="0"/>
                        </a:rPr>
                        <a:t>scorings</a:t>
                      </a:r>
                      <a:r>
                        <a:rPr lang="pt-PT" sz="1200" dirty="0">
                          <a:effectLst/>
                          <a:latin typeface="Santander Text" panose="020B0504020201020104" pitchFamily="34" charset="0"/>
                        </a:rPr>
                        <a:t> ao nível do 1º titular utilizados no cálculo de provisões de IFRS9.</a:t>
                      </a:r>
                      <a:endParaRPr lang="pt-PT" sz="1200" dirty="0">
                        <a:effectLst/>
                        <a:latin typeface="Santander Text" panose="020B0504020201020104" pitchFamily="34" charset="0"/>
                        <a:ea typeface="Santander Text" panose="020B0504020201020104" pitchFamily="34" charset="0"/>
                        <a:cs typeface="Santander Text" panose="020B05040202010201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45714074"/>
                  </a:ext>
                </a:extLst>
              </a:tr>
              <a:tr h="280802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dirty="0">
                          <a:latin typeface="Santander Text" panose="020B0504020201020104" pitchFamily="34" charset="0"/>
                        </a:rPr>
                        <a:t>3. Informação CIB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dirty="0">
                          <a:effectLst/>
                          <a:latin typeface="Santander Text" panose="020B0504020201020104" pitchFamily="34" charset="0"/>
                        </a:rPr>
                        <a:t>Ratings ao nível do cliente de CIB.</a:t>
                      </a:r>
                      <a:endParaRPr lang="pt-PT" sz="1200" dirty="0">
                        <a:effectLst/>
                        <a:latin typeface="Santander Text" panose="020B0504020201020104" pitchFamily="34" charset="0"/>
                        <a:ea typeface="Santander Text" panose="020B0504020201020104" pitchFamily="34" charset="0"/>
                        <a:cs typeface="Santander Text" panose="020B05040202010201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64332907"/>
                  </a:ext>
                </a:extLst>
              </a:tr>
            </a:tbl>
          </a:graphicData>
        </a:graphic>
      </p:graphicFrame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5A09AA65-1B13-909B-5690-F9E5D754B4EB}"/>
              </a:ext>
            </a:extLst>
          </p:cNvPr>
          <p:cNvSpPr txBox="1">
            <a:spLocks/>
          </p:cNvSpPr>
          <p:nvPr/>
        </p:nvSpPr>
        <p:spPr>
          <a:xfrm>
            <a:off x="609521" y="793864"/>
            <a:ext cx="11114228" cy="489078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rgbClr val="003E5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Santander Text" panose="020B0504020201020104" pitchFamily="34" charset="0"/>
              </a:rPr>
              <a:t>O conceito de </a:t>
            </a:r>
            <a:r>
              <a:rPr lang="pt-PT" i="1" dirty="0" err="1">
                <a:latin typeface="Santander Text" panose="020B0504020201020104" pitchFamily="34" charset="0"/>
              </a:rPr>
              <a:t>internal</a:t>
            </a:r>
            <a:r>
              <a:rPr lang="pt-PT" i="1" dirty="0">
                <a:latin typeface="Santander Text" panose="020B0504020201020104" pitchFamily="34" charset="0"/>
              </a:rPr>
              <a:t> rating </a:t>
            </a:r>
            <a:r>
              <a:rPr lang="pt-PT" dirty="0">
                <a:latin typeface="Santander Text" panose="020B0504020201020104" pitchFamily="34" charset="0"/>
              </a:rPr>
              <a:t>refere-se à classificação de risco de crédito realizada internamente pelas instituições financeiras, com base em dados específicos de cada cliente ou contrato.</a:t>
            </a:r>
            <a:endParaRPr lang="pt-PT" dirty="0">
              <a:effectLst/>
              <a:latin typeface="Santander Text" panose="020B0504020201020104" pitchFamily="34" charset="0"/>
              <a:ea typeface="Santander Text" panose="020B0504020201020104" pitchFamily="34" charset="0"/>
              <a:cs typeface="Santander Text" panose="020B05040202010201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dirty="0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A informação de </a:t>
            </a:r>
            <a:r>
              <a:rPr lang="pt-PT" i="1" dirty="0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ratings</a:t>
            </a:r>
            <a:r>
              <a:rPr lang="pt-PT" dirty="0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 é composta por 8 campos: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b="1" i="1" dirty="0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Rating </a:t>
            </a:r>
            <a:r>
              <a:rPr lang="pt-PT" b="1" dirty="0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interno à data de referência (6 campos)</a:t>
            </a:r>
            <a:r>
              <a:rPr lang="pt-PT" dirty="0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: </a:t>
            </a:r>
            <a:r>
              <a:rPr lang="pt-PT" dirty="0"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Rating</a:t>
            </a:r>
            <a:r>
              <a:rPr lang="pt-PT" dirty="0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/</a:t>
            </a:r>
            <a:r>
              <a:rPr lang="pt-PT" i="1" dirty="0" err="1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scoring</a:t>
            </a:r>
            <a:r>
              <a:rPr lang="pt-PT" dirty="0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 atual do contrato e/ou entidade na data de referência (</a:t>
            </a:r>
            <a:r>
              <a:rPr lang="pt-PT" i="1" dirty="0" err="1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intrnl_rtng</a:t>
            </a:r>
            <a:r>
              <a:rPr lang="pt-PT" i="1" dirty="0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, </a:t>
            </a:r>
            <a:r>
              <a:rPr lang="pt-PT" i="1" dirty="0" err="1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dt_intrnl_rtng</a:t>
            </a:r>
            <a:r>
              <a:rPr lang="pt-PT" i="1" dirty="0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, </a:t>
            </a:r>
            <a:r>
              <a:rPr lang="pt-PT" i="1" dirty="0" err="1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rtng_mthd</a:t>
            </a:r>
            <a:r>
              <a:rPr lang="pt-PT" dirty="0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)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b="1" i="1" dirty="0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Rating </a:t>
            </a:r>
            <a:r>
              <a:rPr lang="pt-PT" b="1" dirty="0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interno anterior à data de referência (1 campo): </a:t>
            </a:r>
            <a:r>
              <a:rPr lang="pt-PT" i="1" dirty="0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Rating/</a:t>
            </a:r>
            <a:r>
              <a:rPr lang="pt-PT" i="1" dirty="0" err="1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scoring</a:t>
            </a:r>
            <a:r>
              <a:rPr lang="pt-PT" dirty="0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 interno apurado no período 1 ano antes da data de referência (</a:t>
            </a:r>
            <a:r>
              <a:rPr lang="pt-PT" i="1" dirty="0" err="1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intrnl_rtng_prvs</a:t>
            </a:r>
            <a:r>
              <a:rPr lang="pt-PT" dirty="0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)</a:t>
            </a:r>
          </a:p>
          <a:p>
            <a:pPr marL="171450" lvl="0" indent="-1714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b="1" i="1" dirty="0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Rating</a:t>
            </a:r>
            <a:r>
              <a:rPr lang="pt-PT" b="1" dirty="0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 interno à data de abertura (1 campo): </a:t>
            </a:r>
            <a:r>
              <a:rPr lang="pt-PT" i="1" dirty="0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Rating/</a:t>
            </a:r>
            <a:r>
              <a:rPr lang="pt-PT" i="1" dirty="0" err="1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scoring</a:t>
            </a:r>
            <a:r>
              <a:rPr lang="pt-PT" dirty="0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 interno apurado na data de abertura do contrato (</a:t>
            </a:r>
            <a:r>
              <a:rPr lang="pt-PT" i="1" dirty="0" err="1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intrnl_rtng_incptn</a:t>
            </a:r>
            <a:r>
              <a:rPr lang="pt-PT" dirty="0">
                <a:effectLst/>
                <a:latin typeface="Santander Text" panose="020B0504020201020104" pitchFamily="34" charset="0"/>
                <a:ea typeface="Santander Text" panose="020B0504020201020104" pitchFamily="34" charset="0"/>
                <a:cs typeface="Santander Text" panose="020B0504020201020104" pitchFamily="34" charset="0"/>
              </a:rPr>
              <a:t>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PT" dirty="0">
              <a:latin typeface="Santander Text" panose="020B0504020201020104" pitchFamily="34" charset="0"/>
              <a:ea typeface="Santander Text" panose="020B0504020201020104" pitchFamily="34" charset="0"/>
              <a:cs typeface="Santander Text" panose="020B0504020201020104" pitchFamily="34" charset="0"/>
            </a:endParaRP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74405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0AF6B-0736-99D3-6E45-8CA8582A1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633B79-ECB2-556C-5C48-2C99623EE3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i="1" dirty="0" err="1"/>
              <a:t>Internal</a:t>
            </a:r>
            <a:r>
              <a:rPr lang="pt-PT" i="1" dirty="0"/>
              <a:t> Rating (2/2) </a:t>
            </a:r>
            <a:endParaRPr lang="pt-P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AA7751-53EF-3E88-C01F-C957A57065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21" y="793864"/>
            <a:ext cx="11114228" cy="489078"/>
          </a:xfrm>
        </p:spPr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b="1" dirty="0">
                <a:latin typeface="Santander Text" panose="020B0504020201020104" pitchFamily="34" charset="0"/>
              </a:rPr>
              <a:t>RTHNG_MTHD: </a:t>
            </a:r>
            <a:r>
              <a:rPr lang="pt-PT" dirty="0">
                <a:latin typeface="Santander Text" panose="020B0504020201020104" pitchFamily="34" charset="0"/>
              </a:rPr>
              <a:t>Refere-se ao tipo de modelo (</a:t>
            </a:r>
            <a:r>
              <a:rPr lang="pt-PT" dirty="0" err="1">
                <a:latin typeface="Santander Text" panose="020B0504020201020104" pitchFamily="34" charset="0"/>
              </a:rPr>
              <a:t>scoring</a:t>
            </a:r>
            <a:r>
              <a:rPr lang="pt-PT" dirty="0">
                <a:latin typeface="Santander Text" panose="020B0504020201020104" pitchFamily="34" charset="0"/>
              </a:rPr>
              <a:t>/rating) utilizado para calcular a classificação interna</a:t>
            </a:r>
            <a:endParaRPr lang="pt-PT" dirty="0">
              <a:effectLst/>
              <a:latin typeface="Santander Text" panose="020B0504020201020104" pitchFamily="34" charset="0"/>
              <a:ea typeface="Santander Text" panose="020B0504020201020104" pitchFamily="34" charset="0"/>
              <a:cs typeface="Santander Text" panose="020B0504020201020104" pitchFamily="34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endParaRPr lang="pt-PT" dirty="0">
              <a:latin typeface="Santander Text" panose="020B0504020201020104" pitchFamily="34" charset="0"/>
              <a:ea typeface="Santander Text" panose="020B0504020201020104" pitchFamily="34" charset="0"/>
              <a:cs typeface="Santander Text" panose="020B0504020201020104" pitchFamily="34" charset="0"/>
            </a:endParaRPr>
          </a:p>
          <a:p>
            <a:endParaRPr lang="pt-PT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C62F05E-68FC-5119-DC87-371278311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674602"/>
              </p:ext>
            </p:extLst>
          </p:nvPr>
        </p:nvGraphicFramePr>
        <p:xfrm>
          <a:off x="3614071" y="1282942"/>
          <a:ext cx="4962270" cy="342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71988">
                  <a:extLst>
                    <a:ext uri="{9D8B030D-6E8A-4147-A177-3AD203B41FA5}">
                      <a16:colId xmlns:a16="http://schemas.microsoft.com/office/drawing/2014/main" val="1247423603"/>
                    </a:ext>
                  </a:extLst>
                </a:gridCol>
                <a:gridCol w="3490282">
                  <a:extLst>
                    <a:ext uri="{9D8B030D-6E8A-4147-A177-3AD203B41FA5}">
                      <a16:colId xmlns:a16="http://schemas.microsoft.com/office/drawing/2014/main" val="2315568321"/>
                    </a:ext>
                  </a:extLst>
                </a:gridCol>
              </a:tblGrid>
              <a:tr h="19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RTNG_MTHD</a:t>
                      </a:r>
                      <a:endParaRPr lang="pt-PT" sz="12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1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DESCRIÇÃO</a:t>
                      </a:r>
                      <a:endParaRPr lang="pt-PT" sz="12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349732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 dirty="0">
                          <a:effectLst/>
                          <a:latin typeface="Santander Text" panose="020B0504020201020104" pitchFamily="34" charset="0"/>
                        </a:rPr>
                        <a:t>10</a:t>
                      </a:r>
                      <a:endParaRPr lang="pt-PT" sz="12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Rating - Major Companies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extLst>
                  <a:ext uri="{0D108BD9-81ED-4DB2-BD59-A6C34878D82A}">
                    <a16:rowId xmlns:a16="http://schemas.microsoft.com/office/drawing/2014/main" val="4124559044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11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Rating - Corporate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extLst>
                  <a:ext uri="{0D108BD9-81ED-4DB2-BD59-A6C34878D82A}">
                    <a16:rowId xmlns:a16="http://schemas.microsoft.com/office/drawing/2014/main" val="1488616598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12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Rating - Real Estate Developers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extLst>
                  <a:ext uri="{0D108BD9-81ED-4DB2-BD59-A6C34878D82A}">
                    <a16:rowId xmlns:a16="http://schemas.microsoft.com/office/drawing/2014/main" val="1513086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13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Rating - Public sector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extLst>
                  <a:ext uri="{0D108BD9-81ED-4DB2-BD59-A6C34878D82A}">
                    <a16:rowId xmlns:a16="http://schemas.microsoft.com/office/drawing/2014/main" val="3781147338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14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Rating - Financial institutions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extLst>
                  <a:ext uri="{0D108BD9-81ED-4DB2-BD59-A6C34878D82A}">
                    <a16:rowId xmlns:a16="http://schemas.microsoft.com/office/drawing/2014/main" val="1465938958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15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Rating - Sovereigns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extLst>
                  <a:ext uri="{0D108BD9-81ED-4DB2-BD59-A6C34878D82A}">
                    <a16:rowId xmlns:a16="http://schemas.microsoft.com/office/drawing/2014/main" val="1647068376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16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Rating - Project Finance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extLst>
                  <a:ext uri="{0D108BD9-81ED-4DB2-BD59-A6C34878D82A}">
                    <a16:rowId xmlns:a16="http://schemas.microsoft.com/office/drawing/2014/main" val="3301952006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21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Rating - Local Authorities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extLst>
                  <a:ext uri="{0D108BD9-81ED-4DB2-BD59-A6C34878D82A}">
                    <a16:rowId xmlns:a16="http://schemas.microsoft.com/office/drawing/2014/main" val="2141884891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26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Scoring Behaviuor Individual Person – Individuals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extLst>
                  <a:ext uri="{0D108BD9-81ED-4DB2-BD59-A6C34878D82A}">
                    <a16:rowId xmlns:a16="http://schemas.microsoft.com/office/drawing/2014/main" val="907587564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31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Santander Text" panose="020B0504020201020104" pitchFamily="34" charset="0"/>
                        </a:rPr>
                        <a:t>Scoring admision Individual Person – Business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extLst>
                  <a:ext uri="{0D108BD9-81ED-4DB2-BD59-A6C34878D82A}">
                    <a16:rowId xmlns:a16="http://schemas.microsoft.com/office/drawing/2014/main" val="3408285414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32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Scoring admision - Legal entity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extLst>
                  <a:ext uri="{0D108BD9-81ED-4DB2-BD59-A6C34878D82A}">
                    <a16:rowId xmlns:a16="http://schemas.microsoft.com/office/drawing/2014/main" val="1115535444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33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Scoring behaviuor - Legal entity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extLst>
                  <a:ext uri="{0D108BD9-81ED-4DB2-BD59-A6C34878D82A}">
                    <a16:rowId xmlns:a16="http://schemas.microsoft.com/office/drawing/2014/main" val="3967487625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34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Rating - Pymes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extLst>
                  <a:ext uri="{0D108BD9-81ED-4DB2-BD59-A6C34878D82A}">
                    <a16:rowId xmlns:a16="http://schemas.microsoft.com/office/drawing/2014/main" val="2259940591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35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Scoring admision Individual Person - Individuals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extLst>
                  <a:ext uri="{0D108BD9-81ED-4DB2-BD59-A6C34878D82A}">
                    <a16:rowId xmlns:a16="http://schemas.microsoft.com/office/drawing/2014/main" val="1713725660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36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Santander Text" panose="020B0504020201020104" pitchFamily="34" charset="0"/>
                        </a:rPr>
                        <a:t>Scoring behaviour Individual Person - Business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extLst>
                  <a:ext uri="{0D108BD9-81ED-4DB2-BD59-A6C34878D82A}">
                    <a16:rowId xmlns:a16="http://schemas.microsoft.com/office/drawing/2014/main" val="3020987294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37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Santander Text" panose="020B0504020201020104" pitchFamily="34" charset="0"/>
                        </a:rPr>
                        <a:t>Rating – </a:t>
                      </a:r>
                      <a:r>
                        <a:rPr lang="en-US" sz="1200" u="none" strike="noStrike" dirty="0" err="1">
                          <a:effectLst/>
                          <a:latin typeface="Santander Text" panose="020B0504020201020104" pitchFamily="34" charset="0"/>
                        </a:rPr>
                        <a:t>Fin.Entities</a:t>
                      </a:r>
                      <a:r>
                        <a:rPr lang="en-US" sz="1200" u="none" strike="noStrike" dirty="0">
                          <a:effectLst/>
                          <a:latin typeface="Santander Text" panose="020B0504020201020104" pitchFamily="34" charset="0"/>
                        </a:rPr>
                        <a:t> No banks (Funds)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extLst>
                  <a:ext uri="{0D108BD9-81ED-4DB2-BD59-A6C34878D82A}">
                    <a16:rowId xmlns:a16="http://schemas.microsoft.com/office/drawing/2014/main" val="2121352029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200" u="none" strike="noStrike">
                          <a:effectLst/>
                          <a:latin typeface="Santander Text" panose="020B0504020201020104" pitchFamily="34" charset="0"/>
                        </a:rPr>
                        <a:t>38</a:t>
                      </a:r>
                      <a:endParaRPr lang="pt-PT" sz="12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Santander Text" panose="020B0504020201020104" pitchFamily="34" charset="0"/>
                        </a:rPr>
                        <a:t>Rating – </a:t>
                      </a:r>
                      <a:r>
                        <a:rPr lang="en-US" sz="1200" u="none" strike="noStrike" dirty="0" err="1">
                          <a:effectLst/>
                          <a:latin typeface="Santander Text" panose="020B0504020201020104" pitchFamily="34" charset="0"/>
                        </a:rPr>
                        <a:t>Fin.Entities</a:t>
                      </a:r>
                      <a:r>
                        <a:rPr lang="en-US" sz="1200" u="none" strike="noStrike" dirty="0">
                          <a:effectLst/>
                          <a:latin typeface="Santander Text" panose="020B0504020201020104" pitchFamily="34" charset="0"/>
                        </a:rPr>
                        <a:t> No banks (no Funds)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473" marR="6473" marT="6473" marB="0" anchor="b"/>
                </a:tc>
                <a:extLst>
                  <a:ext uri="{0D108BD9-81ED-4DB2-BD59-A6C34878D82A}">
                    <a16:rowId xmlns:a16="http://schemas.microsoft.com/office/drawing/2014/main" val="383392880"/>
                  </a:ext>
                </a:extLst>
              </a:tr>
            </a:tbl>
          </a:graphicData>
        </a:graphic>
      </p:graphicFrame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98DEA4A-F0C6-2F28-5A83-1F2DE1B4C254}"/>
              </a:ext>
            </a:extLst>
          </p:cNvPr>
          <p:cNvSpPr txBox="1">
            <a:spLocks/>
          </p:cNvSpPr>
          <p:nvPr/>
        </p:nvSpPr>
        <p:spPr>
          <a:xfrm>
            <a:off x="609521" y="4947481"/>
            <a:ext cx="11114228" cy="489078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rgbClr val="003E5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b="1" dirty="0">
                <a:effectLst/>
                <a:latin typeface="Santander Text" panose="020B0504020201020104" pitchFamily="34" charset="0"/>
              </a:rPr>
              <a:t>Rating:</a:t>
            </a:r>
            <a:r>
              <a:rPr lang="pt-PT" dirty="0">
                <a:effectLst/>
                <a:latin typeface="Santander Text" panose="020B0504020201020104" pitchFamily="34" charset="0"/>
              </a:rPr>
              <a:t> Utilizado em clientes com maior exposição a crédito, normalmente </a:t>
            </a:r>
            <a:r>
              <a:rPr lang="pt-PT" dirty="0" err="1">
                <a:effectLst/>
                <a:latin typeface="Santander Text" panose="020B0504020201020104" pitchFamily="34" charset="0"/>
              </a:rPr>
              <a:t>encarteirados</a:t>
            </a:r>
            <a:r>
              <a:rPr lang="pt-PT">
                <a:effectLst/>
                <a:latin typeface="Santander Text" panose="020B0504020201020104" pitchFamily="34" charset="0"/>
              </a:rPr>
              <a:t> (Clientes com responsabilidades superiores a 500.000€).</a:t>
            </a:r>
            <a:endParaRPr lang="pt-PT" b="1" dirty="0">
              <a:latin typeface="Santander Text" panose="020B0504020201020104" pitchFamily="34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b="1" dirty="0" err="1">
                <a:latin typeface="Santander Text" panose="020B0504020201020104" pitchFamily="34" charset="0"/>
              </a:rPr>
              <a:t>Scoring</a:t>
            </a:r>
            <a:r>
              <a:rPr lang="pt-PT" b="1" dirty="0">
                <a:latin typeface="Santander Text" panose="020B0504020201020104" pitchFamily="34" charset="0"/>
              </a:rPr>
              <a:t> de admissão: </a:t>
            </a:r>
            <a:r>
              <a:rPr lang="pt-PT" dirty="0">
                <a:latin typeface="Santander Text" panose="020B0504020201020104" pitchFamily="34" charset="0"/>
              </a:rPr>
              <a:t>A</a:t>
            </a:r>
            <a:r>
              <a:rPr lang="pt-PT" dirty="0">
                <a:effectLst/>
                <a:latin typeface="Santander Text" panose="020B0504020201020104" pitchFamily="34" charset="0"/>
              </a:rPr>
              <a:t>purado no momento de solicitação do crédito (antes do cliente ser aprovado) e tem como objetivo avaliar o risco de incumprimento com base em dados disponíveis no momento (idade, rendimento mensal, histórico de crédito…).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b="1" dirty="0" err="1">
                <a:latin typeface="Santander Text" panose="020B0504020201020104" pitchFamily="34" charset="0"/>
              </a:rPr>
              <a:t>Scoring</a:t>
            </a:r>
            <a:r>
              <a:rPr lang="pt-PT" b="1" dirty="0">
                <a:latin typeface="Santander Text" panose="020B0504020201020104" pitchFamily="34" charset="0"/>
              </a:rPr>
              <a:t> comportamental: </a:t>
            </a:r>
            <a:r>
              <a:rPr lang="pt-PT" dirty="0">
                <a:latin typeface="Santander Text" panose="020B0504020201020104" pitchFamily="34" charset="0"/>
              </a:rPr>
              <a:t>Após 6 meses do crédito ser concedido e tem como objetivo monitorizar o risco de crédito de clientes já existentes (baseado no histórico de pagamentos no banco, montante total de dívida…). Atualizado periodicamente.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pt-PT" dirty="0">
              <a:effectLst/>
              <a:latin typeface="Santander Text" panose="020B05040202010201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PT" dirty="0">
              <a:latin typeface="Santander Text" panose="020B0504020201020104" pitchFamily="34" charset="0"/>
              <a:ea typeface="Santander Text" panose="020B0504020201020104" pitchFamily="34" charset="0"/>
              <a:cs typeface="Santander Text" panose="020B0504020201020104" pitchFamily="34" charset="0"/>
            </a:endParaRP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893657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29DD05-57E1-1A3B-F604-EC5AD10DB6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32" r="14007" b="30691"/>
          <a:stretch/>
        </p:blipFill>
        <p:spPr>
          <a:xfrm>
            <a:off x="3479825" y="1168375"/>
            <a:ext cx="5230762" cy="355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552944"/>
      </p:ext>
    </p:extLst>
  </p:cSld>
  <p:clrMapOvr>
    <a:masterClrMapping/>
  </p:clrMapOvr>
</p:sld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FE8CC2E2-EC5A-4ADA-A9BD-5E7CAC9ECF29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4.xml><?xml version="1.0" encoding="utf-8"?>
<a:theme xmlns:a="http://schemas.openxmlformats.org/drawingml/2006/main" name="Custom Design">
  <a:themeElements>
    <a:clrScheme name="Neyond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EBEBE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5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C1061BD2-87EA-410A-9B2B-292C31D2D64C}"/>
    </a:ext>
  </a:extLst>
</a:theme>
</file>

<file path=ppt/theme/theme6.xml><?xml version="1.0" encoding="utf-8"?>
<a:theme xmlns:a="http://schemas.openxmlformats.org/drawingml/2006/main" name="3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4FC62F1B-1F53-47F6-8B29-E9E6CFA4C62D}"/>
    </a:ext>
  </a:extLst>
</a:theme>
</file>

<file path=ppt/theme/theme7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8.xml><?xml version="1.0" encoding="utf-8"?>
<a:theme xmlns:a="http://schemas.openxmlformats.org/drawingml/2006/main" name="2_Custom Design">
  <a:themeElements>
    <a:clrScheme name="Neyond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EBEBE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D051AEB2C48B458F82B58F7F6D9A00" ma:contentTypeVersion="15" ma:contentTypeDescription="Create a new document." ma:contentTypeScope="" ma:versionID="227ef61e06442c04571c71c62bc066b5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664ccac259a9ef08632df25fa10eaa8b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42E87E-16F2-479C-90D0-A9DB593A21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3277D9-8D10-4CA6-8A09-1C4D05FB1A2A}">
  <ds:schemaRefs>
    <ds:schemaRef ds:uri="http://schemas.microsoft.com/office/2006/metadata/properties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207fe760-8722-4af2-8bc0-3c0481858f61"/>
    <ds:schemaRef ds:uri="http://schemas.microsoft.com/sharepoint/v3"/>
    <ds:schemaRef ds:uri="http://www.w3.org/XML/1998/namespace"/>
    <ds:schemaRef ds:uri="a9b50dc7-8f72-473c-8b7e-4a8c46ecad32"/>
    <ds:schemaRef ds:uri="7b1ec8e5-5652-48eb-8550-a56a35f5f817"/>
  </ds:schemaRefs>
</ds:datastoreItem>
</file>

<file path=customXml/itemProps3.xml><?xml version="1.0" encoding="utf-8"?>
<ds:datastoreItem xmlns:ds="http://schemas.openxmlformats.org/officeDocument/2006/customXml" ds:itemID="{04C44F75-1E4E-4E3B-BF05-31A8DDDAE4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9b50dc7-8f72-473c-8b7e-4a8c46ecad32"/>
    <ds:schemaRef ds:uri="7b1ec8e5-5652-48eb-8550-a56a35f5f8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2762</TotalTime>
  <Words>2012</Words>
  <Application>Microsoft Office PowerPoint</Application>
  <PresentationFormat>Custom</PresentationFormat>
  <Paragraphs>349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16</vt:i4>
      </vt:variant>
    </vt:vector>
  </HeadingPairs>
  <TitlesOfParts>
    <vt:vector size="34" baseType="lpstr">
      <vt:lpstr>Abril Fatface</vt:lpstr>
      <vt:lpstr>Arial</vt:lpstr>
      <vt:lpstr>Calibri</vt:lpstr>
      <vt:lpstr>Helvetica Neue</vt:lpstr>
      <vt:lpstr>Muli</vt:lpstr>
      <vt:lpstr>Muli Black</vt:lpstr>
      <vt:lpstr>Muli Bold</vt:lpstr>
      <vt:lpstr>Muli Light</vt:lpstr>
      <vt:lpstr>Santander Text</vt:lpstr>
      <vt:lpstr>Wingdings</vt:lpstr>
      <vt:lpstr>1_Neyond_capa1</vt:lpstr>
      <vt:lpstr>Índice Neyond</vt:lpstr>
      <vt:lpstr>3_Neyond_separador</vt:lpstr>
      <vt:lpstr>Custom Design</vt:lpstr>
      <vt:lpstr>2_Neyond_Contracapa</vt:lpstr>
      <vt:lpstr>3_Neyond_contracapa</vt:lpstr>
      <vt:lpstr>1_Custom Design</vt:lpstr>
      <vt:lpstr>2_Custom Design</vt:lpstr>
      <vt:lpstr>PowerPoint Presentation</vt:lpstr>
      <vt:lpstr>Conceitos Loan Tape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Neyond - Template proposta e apresentação v0.4</dc:title>
  <dc:creator>Godinho, Luis</dc:creator>
  <cp:lastModifiedBy>Leonor Jorge</cp:lastModifiedBy>
  <cp:revision>14</cp:revision>
  <dcterms:created xsi:type="dcterms:W3CDTF">2018-12-07T14:01:11Z</dcterms:created>
  <dcterms:modified xsi:type="dcterms:W3CDTF">2025-05-29T11:18:51Z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xd_ProgID">
    <vt:lpwstr/>
  </property>
  <property fmtid="{D5CDD505-2E9C-101B-9397-08002B2CF9AE}" pid="4" name="ComplianceAssetId">
    <vt:lpwstr/>
  </property>
  <property fmtid="{D5CDD505-2E9C-101B-9397-08002B2CF9AE}" pid="5" name="TemplateUrl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xd_Signature">
    <vt:bool>false</vt:bool>
  </property>
  <property fmtid="{D5CDD505-2E9C-101B-9397-08002B2CF9AE}" pid="9" name="MSIP_Label_41b88ec2-a72b-4523-9e84-0458a1764731_Enabled">
    <vt:lpwstr>true</vt:lpwstr>
  </property>
  <property fmtid="{D5CDD505-2E9C-101B-9397-08002B2CF9AE}" pid="10" name="MSIP_Label_41b88ec2-a72b-4523-9e84-0458a1764731_SetDate">
    <vt:lpwstr>2024-12-18T16:44:27Z</vt:lpwstr>
  </property>
  <property fmtid="{D5CDD505-2E9C-101B-9397-08002B2CF9AE}" pid="11" name="MSIP_Label_41b88ec2-a72b-4523-9e84-0458a1764731_Method">
    <vt:lpwstr>Privileged</vt:lpwstr>
  </property>
  <property fmtid="{D5CDD505-2E9C-101B-9397-08002B2CF9AE}" pid="12" name="MSIP_Label_41b88ec2-a72b-4523-9e84-0458a1764731_Name">
    <vt:lpwstr>Public O365</vt:lpwstr>
  </property>
  <property fmtid="{D5CDD505-2E9C-101B-9397-08002B2CF9AE}" pid="13" name="MSIP_Label_41b88ec2-a72b-4523-9e84-0458a1764731_SiteId">
    <vt:lpwstr>35595a02-4d6d-44ac-99e1-f9ab4cd872db</vt:lpwstr>
  </property>
  <property fmtid="{D5CDD505-2E9C-101B-9397-08002B2CF9AE}" pid="14" name="MSIP_Label_41b88ec2-a72b-4523-9e84-0458a1764731_ActionId">
    <vt:lpwstr>2d40572a-45da-4ea3-96d3-61125188a412</vt:lpwstr>
  </property>
  <property fmtid="{D5CDD505-2E9C-101B-9397-08002B2CF9AE}" pid="15" name="MSIP_Label_41b88ec2-a72b-4523-9e84-0458a1764731_ContentBits">
    <vt:lpwstr>0</vt:lpwstr>
  </property>
  <property fmtid="{D5CDD505-2E9C-101B-9397-08002B2CF9AE}" pid="16" name="MediaServiceImageTags">
    <vt:lpwstr/>
  </property>
</Properties>
</file>